
<file path=[Content_Types].xml><?xml version="1.0" encoding="utf-8"?>
<Types xmlns="http://schemas.openxmlformats.org/package/2006/content-types">
  <Default Extension="png" ContentType="image/png"/>
  <Default Extension="jfif" ContentType="image/jpe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5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6.xml" ContentType="application/vnd.openxmlformats-officedocument.theme+xml"/>
  <Override PartName="/ppt/slideLayouts/slideLayout3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  <p:sldMasterId id="2147483794" r:id="rId2"/>
    <p:sldMasterId id="2147483802" r:id="rId3"/>
    <p:sldMasterId id="2147483804" r:id="rId4"/>
    <p:sldMasterId id="2147483812" r:id="rId5"/>
    <p:sldMasterId id="2147483814" r:id="rId6"/>
    <p:sldMasterId id="2147483816" r:id="rId7"/>
  </p:sldMasterIdLst>
  <p:notesMasterIdLst>
    <p:notesMasterId r:id="rId78"/>
  </p:notesMasterIdLst>
  <p:sldIdLst>
    <p:sldId id="4172" r:id="rId8"/>
    <p:sldId id="4174" r:id="rId9"/>
    <p:sldId id="4226" r:id="rId10"/>
    <p:sldId id="4227" r:id="rId11"/>
    <p:sldId id="4228" r:id="rId12"/>
    <p:sldId id="4229" r:id="rId13"/>
    <p:sldId id="4230" r:id="rId14"/>
    <p:sldId id="4171" r:id="rId15"/>
    <p:sldId id="4191" r:id="rId16"/>
    <p:sldId id="4120" r:id="rId17"/>
    <p:sldId id="4173" r:id="rId18"/>
    <p:sldId id="4187" r:id="rId19"/>
    <p:sldId id="4177" r:id="rId20"/>
    <p:sldId id="4181" r:id="rId21"/>
    <p:sldId id="4189" r:id="rId22"/>
    <p:sldId id="258" r:id="rId23"/>
    <p:sldId id="4188" r:id="rId24"/>
    <p:sldId id="4182" r:id="rId25"/>
    <p:sldId id="4184" r:id="rId26"/>
    <p:sldId id="4193" r:id="rId27"/>
    <p:sldId id="4195" r:id="rId28"/>
    <p:sldId id="4222" r:id="rId29"/>
    <p:sldId id="4223" r:id="rId30"/>
    <p:sldId id="4224" r:id="rId31"/>
    <p:sldId id="4216" r:id="rId32"/>
    <p:sldId id="4202" r:id="rId33"/>
    <p:sldId id="4204" r:id="rId34"/>
    <p:sldId id="4205" r:id="rId35"/>
    <p:sldId id="4206" r:id="rId36"/>
    <p:sldId id="4217" r:id="rId37"/>
    <p:sldId id="4218" r:id="rId38"/>
    <p:sldId id="4207" r:id="rId39"/>
    <p:sldId id="4208" r:id="rId40"/>
    <p:sldId id="4209" r:id="rId41"/>
    <p:sldId id="4210" r:id="rId42"/>
    <p:sldId id="4212" r:id="rId43"/>
    <p:sldId id="4244" r:id="rId44"/>
    <p:sldId id="4246" r:id="rId45"/>
    <p:sldId id="4247" r:id="rId46"/>
    <p:sldId id="4248" r:id="rId47"/>
    <p:sldId id="4249" r:id="rId48"/>
    <p:sldId id="4250" r:id="rId49"/>
    <p:sldId id="4251" r:id="rId50"/>
    <p:sldId id="4252" r:id="rId51"/>
    <p:sldId id="4253" r:id="rId52"/>
    <p:sldId id="4254" r:id="rId53"/>
    <p:sldId id="4255" r:id="rId54"/>
    <p:sldId id="4256" r:id="rId55"/>
    <p:sldId id="4257" r:id="rId56"/>
    <p:sldId id="4258" r:id="rId57"/>
    <p:sldId id="4259" r:id="rId58"/>
    <p:sldId id="4260" r:id="rId59"/>
    <p:sldId id="4261" r:id="rId60"/>
    <p:sldId id="4262" r:id="rId61"/>
    <p:sldId id="4263" r:id="rId62"/>
    <p:sldId id="4264" r:id="rId63"/>
    <p:sldId id="4265" r:id="rId64"/>
    <p:sldId id="4220" r:id="rId65"/>
    <p:sldId id="4231" r:id="rId66"/>
    <p:sldId id="4232" r:id="rId67"/>
    <p:sldId id="4214" r:id="rId68"/>
    <p:sldId id="4233" r:id="rId69"/>
    <p:sldId id="4234" r:id="rId70"/>
    <p:sldId id="4235" r:id="rId71"/>
    <p:sldId id="4236" r:id="rId72"/>
    <p:sldId id="4237" r:id="rId73"/>
    <p:sldId id="4238" r:id="rId74"/>
    <p:sldId id="4242" r:id="rId75"/>
    <p:sldId id="4243" r:id="rId76"/>
    <p:sldId id="4221" r:id="rId7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44E"/>
    <a:srgbClr val="D7E6F5"/>
    <a:srgbClr val="FE6831"/>
    <a:srgbClr val="A8CA60"/>
    <a:srgbClr val="FB8005"/>
    <a:srgbClr val="A3DAF5"/>
    <a:srgbClr val="555555"/>
    <a:srgbClr val="A55323"/>
    <a:srgbClr val="D68A34"/>
    <a:srgbClr val="E7B7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01" autoAdjust="0"/>
    <p:restoredTop sz="93404" autoAdjust="0"/>
  </p:normalViewPr>
  <p:slideViewPr>
    <p:cSldViewPr snapToGrid="0">
      <p:cViewPr varScale="1">
        <p:scale>
          <a:sx n="70" d="100"/>
          <a:sy n="70" d="100"/>
        </p:scale>
        <p:origin x="-510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slide" Target="slides/slide32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76" Type="http://schemas.openxmlformats.org/officeDocument/2006/relationships/slide" Target="slides/slide69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74" Type="http://schemas.openxmlformats.org/officeDocument/2006/relationships/slide" Target="slides/slide67.xml"/><Relationship Id="rId79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4.xml"/><Relationship Id="rId82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slide" Target="slides/slide70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80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6.gif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49.pn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46.gif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4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4">
  <dgm:title val=""/>
  <dgm:desc val=""/>
  <dgm:catLst>
    <dgm:cat type="accent5" pri="11400"/>
  </dgm:catLst>
  <dgm:styleLbl name="node0">
    <dgm:fillClrLst meth="cycle">
      <a:schemeClr val="accent5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5">
        <a:shade val="50000"/>
      </a:schemeClr>
      <a:schemeClr val="accent5">
        <a:tint val="55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5">
        <a:shade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5">
        <a:shade val="80000"/>
        <a:alpha val="50000"/>
      </a:schemeClr>
      <a:schemeClr val="accent5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5">
        <a:shade val="90000"/>
      </a:schemeClr>
      <a:schemeClr val="accent5">
        <a:tint val="50000"/>
      </a:schemeClr>
    </dgm:fillClrLst>
    <dgm:linClrLst meth="cycle"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5">
        <a:shade val="50000"/>
      </a:schemeClr>
      <a:schemeClr val="accent5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55000"/>
      </a:schemeClr>
    </dgm:fillClrLst>
    <dgm:linClrLst meth="repeat">
      <a:schemeClr val="accent5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55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0D3856-E973-445F-84AA-2BD8D5F60C62}" type="doc">
      <dgm:prSet loTypeId="urn:microsoft.com/office/officeart/2005/8/layout/cycle8" loCatId="cycle" qsTypeId="urn:microsoft.com/office/officeart/2005/8/quickstyle/simple1" qsCatId="simple" csTypeId="urn:microsoft.com/office/officeart/2005/8/colors/accent3_4" csCatId="accent3" phldr="1"/>
      <dgm:spPr/>
      <dgm:t>
        <a:bodyPr/>
        <a:lstStyle/>
        <a:p>
          <a:endParaRPr lang="en-US"/>
        </a:p>
      </dgm:t>
    </dgm:pt>
    <dgm:pt modelId="{7CADFFB6-B16A-44FD-B27C-DBE5DE1FB2B0}">
      <dgm:prSet phldrT="[Text]" custT="1"/>
      <dgm:spPr>
        <a:solidFill>
          <a:srgbClr val="007635"/>
        </a:solidFill>
      </dgm:spPr>
      <dgm:t>
        <a:bodyPr/>
        <a:lstStyle/>
        <a:p>
          <a:endParaRPr lang="en-US" sz="1400" b="1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r>
            <a:rPr lang="en-US" sz="1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CLAIM  MANAGEMENT (Processing, Payment &amp; Account Management, etc.)</a:t>
          </a:r>
          <a:endParaRPr lang="en-US" sz="1400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4516EE2-A5A5-49C3-A664-D2CC107FAACD}" type="parTrans" cxnId="{A6E09082-F820-4AE5-B414-FE84C91A3FDD}">
      <dgm:prSet/>
      <dgm:spPr/>
      <dgm:t>
        <a:bodyPr/>
        <a:lstStyle/>
        <a:p>
          <a:endParaRPr lang="en-US" sz="1400">
            <a:solidFill>
              <a:schemeClr val="tx1">
                <a:lumMod val="9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1446218-BEDE-47D0-9AA2-F10EF103A98C}" type="sibTrans" cxnId="{A6E09082-F820-4AE5-B414-FE84C91A3FDD}">
      <dgm:prSet/>
      <dgm:spPr/>
      <dgm:t>
        <a:bodyPr/>
        <a:lstStyle/>
        <a:p>
          <a:endParaRPr lang="en-US" sz="1400">
            <a:solidFill>
              <a:schemeClr val="tx1">
                <a:lumMod val="9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814B2C0-E5CB-49A9-B708-93370EF8476F}">
      <dgm:prSet phldrT="[Text]" custT="1"/>
      <dgm:spPr>
        <a:solidFill>
          <a:srgbClr val="00B4B0"/>
        </a:solidFill>
      </dgm:spPr>
      <dgm:t>
        <a:bodyPr/>
        <a:lstStyle/>
        <a:p>
          <a:r>
            <a:rPr lang="en-US" sz="1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 DATABASE MANAGEMENT (Listing, Registration, Health Card Distribution, etc.)</a:t>
          </a:r>
          <a:endParaRPr lang="en-US" sz="1400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0655924-B4AA-44D9-B451-97ECE91611C5}" type="parTrans" cxnId="{12BDF89A-886B-42C7-8AD3-02FE49F469C0}">
      <dgm:prSet/>
      <dgm:spPr/>
      <dgm:t>
        <a:bodyPr/>
        <a:lstStyle/>
        <a:p>
          <a:endParaRPr lang="en-US" sz="1400">
            <a:solidFill>
              <a:schemeClr val="tx1">
                <a:lumMod val="9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E79FE94-5D68-4297-9C26-4459B0F01D00}" type="sibTrans" cxnId="{12BDF89A-886B-42C7-8AD3-02FE49F469C0}">
      <dgm:prSet/>
      <dgm:spPr/>
      <dgm:t>
        <a:bodyPr/>
        <a:lstStyle/>
        <a:p>
          <a:endParaRPr lang="en-US" sz="1400">
            <a:solidFill>
              <a:schemeClr val="tx1">
                <a:lumMod val="9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0630A06-4CBA-4574-AE64-C0B778DCFC7F}">
      <dgm:prSet custT="1"/>
      <dgm:spPr>
        <a:solidFill>
          <a:srgbClr val="939E06"/>
        </a:solidFill>
      </dgm:spPr>
      <dgm:t>
        <a:bodyPr/>
        <a:lstStyle/>
        <a:p>
          <a:endParaRPr lang="en-US" sz="1400" b="1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r>
            <a:rPr lang="en-US" sz="1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MIS </a:t>
          </a:r>
        </a:p>
        <a:p>
          <a:r>
            <a:rPr lang="en-US" sz="1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(Reporting , Dashboard Management, etc.) </a:t>
          </a:r>
          <a:endParaRPr lang="en-US" sz="1400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B2CA210-A0BC-4B85-BB5E-F2A923F574A8}" type="parTrans" cxnId="{EAC9BCCF-0B2A-411B-8481-957DD41B037F}">
      <dgm:prSet/>
      <dgm:spPr/>
      <dgm:t>
        <a:bodyPr/>
        <a:lstStyle/>
        <a:p>
          <a:endParaRPr lang="en-US" sz="1400">
            <a:solidFill>
              <a:schemeClr val="tx1">
                <a:lumMod val="9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CD98B14-3DA5-492D-BFBA-DB064C1F9348}" type="sibTrans" cxnId="{EAC9BCCF-0B2A-411B-8481-957DD41B037F}">
      <dgm:prSet/>
      <dgm:spPr/>
      <dgm:t>
        <a:bodyPr/>
        <a:lstStyle/>
        <a:p>
          <a:endParaRPr lang="en-US" sz="1400">
            <a:solidFill>
              <a:schemeClr val="tx1">
                <a:lumMod val="9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46F2AF-31DC-465C-A985-C6E0EDF11829}">
      <dgm:prSet phldrT="[Text]" custT="1"/>
      <dgm:spPr>
        <a:solidFill>
          <a:srgbClr val="7030A0"/>
        </a:solidFill>
      </dgm:spPr>
      <dgm:t>
        <a:bodyPr/>
        <a:lstStyle/>
        <a:p>
          <a:r>
            <a:rPr lang="en-US" sz="1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HEALTH SERVICE MANAGEMENT</a:t>
          </a:r>
        </a:p>
        <a:p>
          <a:r>
            <a:rPr lang="en-US" sz="14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(Booth Operations, Admission, Pharmacy, etc.)</a:t>
          </a:r>
          <a:endParaRPr lang="en-US" sz="1400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58C2E01-373B-4E5A-95B2-AB58CF31E650}" type="sibTrans" cxnId="{FFF3EF27-B930-4CB5-8ACE-F4D2DC071194}">
      <dgm:prSet/>
      <dgm:spPr/>
      <dgm:t>
        <a:bodyPr/>
        <a:lstStyle/>
        <a:p>
          <a:endParaRPr lang="en-US" sz="1400">
            <a:solidFill>
              <a:schemeClr val="tx1">
                <a:lumMod val="9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5A58065-4332-4FD1-A839-DF994462E809}" type="parTrans" cxnId="{FFF3EF27-B930-4CB5-8ACE-F4D2DC071194}">
      <dgm:prSet/>
      <dgm:spPr/>
      <dgm:t>
        <a:bodyPr/>
        <a:lstStyle/>
        <a:p>
          <a:endParaRPr lang="en-US" sz="1400">
            <a:solidFill>
              <a:schemeClr val="tx1">
                <a:lumMod val="95000"/>
              </a:schemeClr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62B69DC-863E-4A16-A6D2-D217416F68DB}" type="pres">
      <dgm:prSet presAssocID="{530D3856-E973-445F-84AA-2BD8D5F60C62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6A3E18D-3349-4E71-80E0-7C74A5610FD9}" type="pres">
      <dgm:prSet presAssocID="{530D3856-E973-445F-84AA-2BD8D5F60C62}" presName="wedge1" presStyleLbl="node1" presStyleIdx="0" presStyleCnt="4"/>
      <dgm:spPr/>
      <dgm:t>
        <a:bodyPr/>
        <a:lstStyle/>
        <a:p>
          <a:endParaRPr lang="en-US"/>
        </a:p>
      </dgm:t>
    </dgm:pt>
    <dgm:pt modelId="{8E408604-7554-44F0-B2A3-594FC393BB7F}" type="pres">
      <dgm:prSet presAssocID="{530D3856-E973-445F-84AA-2BD8D5F60C62}" presName="dummy1a" presStyleCnt="0"/>
      <dgm:spPr/>
    </dgm:pt>
    <dgm:pt modelId="{7095576A-DE80-45B7-A627-53D3E531680A}" type="pres">
      <dgm:prSet presAssocID="{530D3856-E973-445F-84AA-2BD8D5F60C62}" presName="dummy1b" presStyleCnt="0"/>
      <dgm:spPr/>
    </dgm:pt>
    <dgm:pt modelId="{CC21F1CA-3BB4-479F-B1E7-65C5E8DEA678}" type="pres">
      <dgm:prSet presAssocID="{530D3856-E973-445F-84AA-2BD8D5F60C62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C74A20-1429-4537-9411-A3FC6111E420}" type="pres">
      <dgm:prSet presAssocID="{530D3856-E973-445F-84AA-2BD8D5F60C62}" presName="wedge2" presStyleLbl="node1" presStyleIdx="1" presStyleCnt="4"/>
      <dgm:spPr/>
      <dgm:t>
        <a:bodyPr/>
        <a:lstStyle/>
        <a:p>
          <a:endParaRPr lang="en-US"/>
        </a:p>
      </dgm:t>
    </dgm:pt>
    <dgm:pt modelId="{1C6C3621-16BC-4156-8908-8D3EEDBB9BC5}" type="pres">
      <dgm:prSet presAssocID="{530D3856-E973-445F-84AA-2BD8D5F60C62}" presName="dummy2a" presStyleCnt="0"/>
      <dgm:spPr/>
    </dgm:pt>
    <dgm:pt modelId="{9278C1A2-2EBB-40E7-9053-2097C721D988}" type="pres">
      <dgm:prSet presAssocID="{530D3856-E973-445F-84AA-2BD8D5F60C62}" presName="dummy2b" presStyleCnt="0"/>
      <dgm:spPr/>
    </dgm:pt>
    <dgm:pt modelId="{158C8BB3-764D-4C80-97BD-8A1AB8AA4E06}" type="pres">
      <dgm:prSet presAssocID="{530D3856-E973-445F-84AA-2BD8D5F60C62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0B1C090-B85D-44CE-8655-3354E71B4A85}" type="pres">
      <dgm:prSet presAssocID="{530D3856-E973-445F-84AA-2BD8D5F60C62}" presName="wedge3" presStyleLbl="node1" presStyleIdx="2" presStyleCnt="4"/>
      <dgm:spPr/>
      <dgm:t>
        <a:bodyPr/>
        <a:lstStyle/>
        <a:p>
          <a:endParaRPr lang="en-US"/>
        </a:p>
      </dgm:t>
    </dgm:pt>
    <dgm:pt modelId="{AD2D162A-F4BB-40E1-9883-526D793C1BC8}" type="pres">
      <dgm:prSet presAssocID="{530D3856-E973-445F-84AA-2BD8D5F60C62}" presName="dummy3a" presStyleCnt="0"/>
      <dgm:spPr/>
    </dgm:pt>
    <dgm:pt modelId="{C74554E3-D42C-4C47-877E-6C9C02DDF012}" type="pres">
      <dgm:prSet presAssocID="{530D3856-E973-445F-84AA-2BD8D5F60C62}" presName="dummy3b" presStyleCnt="0"/>
      <dgm:spPr/>
    </dgm:pt>
    <dgm:pt modelId="{8D004FA6-995B-4149-9A1E-8C6ED0C6B5C0}" type="pres">
      <dgm:prSet presAssocID="{530D3856-E973-445F-84AA-2BD8D5F60C62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08A600A-6212-47F1-9A2D-316D445794CF}" type="pres">
      <dgm:prSet presAssocID="{530D3856-E973-445F-84AA-2BD8D5F60C62}" presName="wedge4" presStyleLbl="node1" presStyleIdx="3" presStyleCnt="4"/>
      <dgm:spPr/>
      <dgm:t>
        <a:bodyPr/>
        <a:lstStyle/>
        <a:p>
          <a:endParaRPr lang="en-US"/>
        </a:p>
      </dgm:t>
    </dgm:pt>
    <dgm:pt modelId="{B05CD1DC-B4A3-47B0-B737-069C67C4A39F}" type="pres">
      <dgm:prSet presAssocID="{530D3856-E973-445F-84AA-2BD8D5F60C62}" presName="dummy4a" presStyleCnt="0"/>
      <dgm:spPr/>
    </dgm:pt>
    <dgm:pt modelId="{36083EF6-A5E3-4F3B-B03D-65A86E764C28}" type="pres">
      <dgm:prSet presAssocID="{530D3856-E973-445F-84AA-2BD8D5F60C62}" presName="dummy4b" presStyleCnt="0"/>
      <dgm:spPr/>
    </dgm:pt>
    <dgm:pt modelId="{4AE6CBCC-1FA0-4B24-BEFC-2EEA3A076B6A}" type="pres">
      <dgm:prSet presAssocID="{530D3856-E973-445F-84AA-2BD8D5F60C62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EF79DA4-4911-4634-997E-1848F708B581}" type="pres">
      <dgm:prSet presAssocID="{D58C2E01-373B-4E5A-95B2-AB58CF31E650}" presName="arrowWedge1" presStyleLbl="fgSibTrans2D1" presStyleIdx="0" presStyleCnt="4"/>
      <dgm:spPr/>
    </dgm:pt>
    <dgm:pt modelId="{24905875-E55D-406B-82E8-2644C48E6DE2}" type="pres">
      <dgm:prSet presAssocID="{7CD98B14-3DA5-492D-BFBA-DB064C1F9348}" presName="arrowWedge2" presStyleLbl="fgSibTrans2D1" presStyleIdx="1" presStyleCnt="4"/>
      <dgm:spPr/>
    </dgm:pt>
    <dgm:pt modelId="{3FD9D39C-6EDC-42BB-85CA-5C89969E7850}" type="pres">
      <dgm:prSet presAssocID="{E1446218-BEDE-47D0-9AA2-F10EF103A98C}" presName="arrowWedge3" presStyleLbl="fgSibTrans2D1" presStyleIdx="2" presStyleCnt="4"/>
      <dgm:spPr/>
    </dgm:pt>
    <dgm:pt modelId="{3A963ADA-5E1A-4948-AD4A-C9EF538D3A39}" type="pres">
      <dgm:prSet presAssocID="{CE79FE94-5D68-4297-9C26-4459B0F01D00}" presName="arrowWedge4" presStyleLbl="fgSibTrans2D1" presStyleIdx="3" presStyleCnt="4"/>
      <dgm:spPr/>
    </dgm:pt>
  </dgm:ptLst>
  <dgm:cxnLst>
    <dgm:cxn modelId="{60BD98B7-1318-4214-ADB0-6C23162B267A}" type="presOf" srcId="{0814B2C0-E5CB-49A9-B708-93370EF8476F}" destId="{408A600A-6212-47F1-9A2D-316D445794CF}" srcOrd="0" destOrd="0" presId="urn:microsoft.com/office/officeart/2005/8/layout/cycle8"/>
    <dgm:cxn modelId="{A6E09082-F820-4AE5-B414-FE84C91A3FDD}" srcId="{530D3856-E973-445F-84AA-2BD8D5F60C62}" destId="{7CADFFB6-B16A-44FD-B27C-DBE5DE1FB2B0}" srcOrd="2" destOrd="0" parTransId="{94516EE2-A5A5-49C3-A664-D2CC107FAACD}" sibTransId="{E1446218-BEDE-47D0-9AA2-F10EF103A98C}"/>
    <dgm:cxn modelId="{12BDF89A-886B-42C7-8AD3-02FE49F469C0}" srcId="{530D3856-E973-445F-84AA-2BD8D5F60C62}" destId="{0814B2C0-E5CB-49A9-B708-93370EF8476F}" srcOrd="3" destOrd="0" parTransId="{50655924-B4AA-44D9-B451-97ECE91611C5}" sibTransId="{CE79FE94-5D68-4297-9C26-4459B0F01D00}"/>
    <dgm:cxn modelId="{FFF3EF27-B930-4CB5-8ACE-F4D2DC071194}" srcId="{530D3856-E973-445F-84AA-2BD8D5F60C62}" destId="{7946F2AF-31DC-465C-A985-C6E0EDF11829}" srcOrd="0" destOrd="0" parTransId="{85A58065-4332-4FD1-A839-DF994462E809}" sibTransId="{D58C2E01-373B-4E5A-95B2-AB58CF31E650}"/>
    <dgm:cxn modelId="{24623A15-A8A6-45BB-90CD-ADF21006C168}" type="presOf" srcId="{7CADFFB6-B16A-44FD-B27C-DBE5DE1FB2B0}" destId="{90B1C090-B85D-44CE-8655-3354E71B4A85}" srcOrd="0" destOrd="0" presId="urn:microsoft.com/office/officeart/2005/8/layout/cycle8"/>
    <dgm:cxn modelId="{F245389B-69F6-46C2-BFCC-F8B38E31DC40}" type="presOf" srcId="{7CADFFB6-B16A-44FD-B27C-DBE5DE1FB2B0}" destId="{8D004FA6-995B-4149-9A1E-8C6ED0C6B5C0}" srcOrd="1" destOrd="0" presId="urn:microsoft.com/office/officeart/2005/8/layout/cycle8"/>
    <dgm:cxn modelId="{5D1E9002-9BFC-4226-A0CC-43799ECB3D46}" type="presOf" srcId="{7946F2AF-31DC-465C-A985-C6E0EDF11829}" destId="{16A3E18D-3349-4E71-80E0-7C74A5610FD9}" srcOrd="0" destOrd="0" presId="urn:microsoft.com/office/officeart/2005/8/layout/cycle8"/>
    <dgm:cxn modelId="{5A3DF26C-8C08-4138-8FA4-5E7E39381D6B}" type="presOf" srcId="{530D3856-E973-445F-84AA-2BD8D5F60C62}" destId="{B62B69DC-863E-4A16-A6D2-D217416F68DB}" srcOrd="0" destOrd="0" presId="urn:microsoft.com/office/officeart/2005/8/layout/cycle8"/>
    <dgm:cxn modelId="{7E40C60B-6541-407B-A746-85582E8AA435}" type="presOf" srcId="{7946F2AF-31DC-465C-A985-C6E0EDF11829}" destId="{CC21F1CA-3BB4-479F-B1E7-65C5E8DEA678}" srcOrd="1" destOrd="0" presId="urn:microsoft.com/office/officeart/2005/8/layout/cycle8"/>
    <dgm:cxn modelId="{2B86B592-C5E2-48D5-BB5B-75CC63D42B72}" type="presOf" srcId="{40630A06-4CBA-4574-AE64-C0B778DCFC7F}" destId="{1EC74A20-1429-4537-9411-A3FC6111E420}" srcOrd="0" destOrd="0" presId="urn:microsoft.com/office/officeart/2005/8/layout/cycle8"/>
    <dgm:cxn modelId="{33718E7A-E9C0-4657-AD89-6415E4150290}" type="presOf" srcId="{0814B2C0-E5CB-49A9-B708-93370EF8476F}" destId="{4AE6CBCC-1FA0-4B24-BEFC-2EEA3A076B6A}" srcOrd="1" destOrd="0" presId="urn:microsoft.com/office/officeart/2005/8/layout/cycle8"/>
    <dgm:cxn modelId="{298C75B1-D9FA-4FBB-8EA1-AAF87D941853}" type="presOf" srcId="{40630A06-4CBA-4574-AE64-C0B778DCFC7F}" destId="{158C8BB3-764D-4C80-97BD-8A1AB8AA4E06}" srcOrd="1" destOrd="0" presId="urn:microsoft.com/office/officeart/2005/8/layout/cycle8"/>
    <dgm:cxn modelId="{EAC9BCCF-0B2A-411B-8481-957DD41B037F}" srcId="{530D3856-E973-445F-84AA-2BD8D5F60C62}" destId="{40630A06-4CBA-4574-AE64-C0B778DCFC7F}" srcOrd="1" destOrd="0" parTransId="{AB2CA210-A0BC-4B85-BB5E-F2A923F574A8}" sibTransId="{7CD98B14-3DA5-492D-BFBA-DB064C1F9348}"/>
    <dgm:cxn modelId="{346399D9-8038-473A-82D2-B2A6AB3FA71F}" type="presParOf" srcId="{B62B69DC-863E-4A16-A6D2-D217416F68DB}" destId="{16A3E18D-3349-4E71-80E0-7C74A5610FD9}" srcOrd="0" destOrd="0" presId="urn:microsoft.com/office/officeart/2005/8/layout/cycle8"/>
    <dgm:cxn modelId="{2ABD0061-D893-4116-B0A3-B4FDCC0454CB}" type="presParOf" srcId="{B62B69DC-863E-4A16-A6D2-D217416F68DB}" destId="{8E408604-7554-44F0-B2A3-594FC393BB7F}" srcOrd="1" destOrd="0" presId="urn:microsoft.com/office/officeart/2005/8/layout/cycle8"/>
    <dgm:cxn modelId="{EDBC1D83-7AEC-4618-949B-EEE8E8FA588D}" type="presParOf" srcId="{B62B69DC-863E-4A16-A6D2-D217416F68DB}" destId="{7095576A-DE80-45B7-A627-53D3E531680A}" srcOrd="2" destOrd="0" presId="urn:microsoft.com/office/officeart/2005/8/layout/cycle8"/>
    <dgm:cxn modelId="{E120667C-FE7C-4911-96FC-E7CB88875203}" type="presParOf" srcId="{B62B69DC-863E-4A16-A6D2-D217416F68DB}" destId="{CC21F1CA-3BB4-479F-B1E7-65C5E8DEA678}" srcOrd="3" destOrd="0" presId="urn:microsoft.com/office/officeart/2005/8/layout/cycle8"/>
    <dgm:cxn modelId="{43607BBB-5F16-4F6B-AEBE-6440EFFAF94B}" type="presParOf" srcId="{B62B69DC-863E-4A16-A6D2-D217416F68DB}" destId="{1EC74A20-1429-4537-9411-A3FC6111E420}" srcOrd="4" destOrd="0" presId="urn:microsoft.com/office/officeart/2005/8/layout/cycle8"/>
    <dgm:cxn modelId="{EACF67FD-DDD0-4931-9540-3F9395944517}" type="presParOf" srcId="{B62B69DC-863E-4A16-A6D2-D217416F68DB}" destId="{1C6C3621-16BC-4156-8908-8D3EEDBB9BC5}" srcOrd="5" destOrd="0" presId="urn:microsoft.com/office/officeart/2005/8/layout/cycle8"/>
    <dgm:cxn modelId="{715E350F-2356-411F-B0F9-163BEF48647E}" type="presParOf" srcId="{B62B69DC-863E-4A16-A6D2-D217416F68DB}" destId="{9278C1A2-2EBB-40E7-9053-2097C721D988}" srcOrd="6" destOrd="0" presId="urn:microsoft.com/office/officeart/2005/8/layout/cycle8"/>
    <dgm:cxn modelId="{AC0BC846-8452-428F-B0F3-DFBD35E3C580}" type="presParOf" srcId="{B62B69DC-863E-4A16-A6D2-D217416F68DB}" destId="{158C8BB3-764D-4C80-97BD-8A1AB8AA4E06}" srcOrd="7" destOrd="0" presId="urn:microsoft.com/office/officeart/2005/8/layout/cycle8"/>
    <dgm:cxn modelId="{DB2F2373-86A5-4885-BAAA-63CD8E8C5466}" type="presParOf" srcId="{B62B69DC-863E-4A16-A6D2-D217416F68DB}" destId="{90B1C090-B85D-44CE-8655-3354E71B4A85}" srcOrd="8" destOrd="0" presId="urn:microsoft.com/office/officeart/2005/8/layout/cycle8"/>
    <dgm:cxn modelId="{BD4A6C52-A73B-4A92-AE89-714B4E94987E}" type="presParOf" srcId="{B62B69DC-863E-4A16-A6D2-D217416F68DB}" destId="{AD2D162A-F4BB-40E1-9883-526D793C1BC8}" srcOrd="9" destOrd="0" presId="urn:microsoft.com/office/officeart/2005/8/layout/cycle8"/>
    <dgm:cxn modelId="{AC7B9CE4-E35B-4EA5-ADAA-5208079666BB}" type="presParOf" srcId="{B62B69DC-863E-4A16-A6D2-D217416F68DB}" destId="{C74554E3-D42C-4C47-877E-6C9C02DDF012}" srcOrd="10" destOrd="0" presId="urn:microsoft.com/office/officeart/2005/8/layout/cycle8"/>
    <dgm:cxn modelId="{36929884-A392-4E95-8BDB-A952F8A23144}" type="presParOf" srcId="{B62B69DC-863E-4A16-A6D2-D217416F68DB}" destId="{8D004FA6-995B-4149-9A1E-8C6ED0C6B5C0}" srcOrd="11" destOrd="0" presId="urn:microsoft.com/office/officeart/2005/8/layout/cycle8"/>
    <dgm:cxn modelId="{7512E025-4B23-4443-9E5A-8547D34BA09A}" type="presParOf" srcId="{B62B69DC-863E-4A16-A6D2-D217416F68DB}" destId="{408A600A-6212-47F1-9A2D-316D445794CF}" srcOrd="12" destOrd="0" presId="urn:microsoft.com/office/officeart/2005/8/layout/cycle8"/>
    <dgm:cxn modelId="{E0BE7278-3A62-47CE-8F31-13A9D7849817}" type="presParOf" srcId="{B62B69DC-863E-4A16-A6D2-D217416F68DB}" destId="{B05CD1DC-B4A3-47B0-B737-069C67C4A39F}" srcOrd="13" destOrd="0" presId="urn:microsoft.com/office/officeart/2005/8/layout/cycle8"/>
    <dgm:cxn modelId="{0B071559-F2DC-418C-BF09-670FC6B4FAD4}" type="presParOf" srcId="{B62B69DC-863E-4A16-A6D2-D217416F68DB}" destId="{36083EF6-A5E3-4F3B-B03D-65A86E764C28}" srcOrd="14" destOrd="0" presId="urn:microsoft.com/office/officeart/2005/8/layout/cycle8"/>
    <dgm:cxn modelId="{31134974-7D4C-487D-99D6-6DE9A6457A26}" type="presParOf" srcId="{B62B69DC-863E-4A16-A6D2-D217416F68DB}" destId="{4AE6CBCC-1FA0-4B24-BEFC-2EEA3A076B6A}" srcOrd="15" destOrd="0" presId="urn:microsoft.com/office/officeart/2005/8/layout/cycle8"/>
    <dgm:cxn modelId="{933108D0-4FE4-431B-BD9A-0FEBACD07240}" type="presParOf" srcId="{B62B69DC-863E-4A16-A6D2-D217416F68DB}" destId="{DEF79DA4-4911-4634-997E-1848F708B581}" srcOrd="16" destOrd="0" presId="urn:microsoft.com/office/officeart/2005/8/layout/cycle8"/>
    <dgm:cxn modelId="{E95B06CA-F249-4101-859C-D288F1DCFE84}" type="presParOf" srcId="{B62B69DC-863E-4A16-A6D2-D217416F68DB}" destId="{24905875-E55D-406B-82E8-2644C48E6DE2}" srcOrd="17" destOrd="0" presId="urn:microsoft.com/office/officeart/2005/8/layout/cycle8"/>
    <dgm:cxn modelId="{ED2BDE6C-41F5-4455-9565-5E5327639731}" type="presParOf" srcId="{B62B69DC-863E-4A16-A6D2-D217416F68DB}" destId="{3FD9D39C-6EDC-42BB-85CA-5C89969E7850}" srcOrd="18" destOrd="0" presId="urn:microsoft.com/office/officeart/2005/8/layout/cycle8"/>
    <dgm:cxn modelId="{6C8EAB84-92FB-4393-8527-3C3FBCC88B28}" type="presParOf" srcId="{B62B69DC-863E-4A16-A6D2-D217416F68DB}" destId="{3A963ADA-5E1A-4948-AD4A-C9EF538D3A39}" srcOrd="1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01C484-1228-408B-9D1B-C96034CDE161}" type="doc">
      <dgm:prSet loTypeId="urn:microsoft.com/office/officeart/2005/8/layout/process4" loCatId="list" qsTypeId="urn:microsoft.com/office/officeart/2005/8/quickstyle/simple2" qsCatId="simple" csTypeId="urn:microsoft.com/office/officeart/2005/8/colors/colorful3" csCatId="colorful" phldr="1"/>
      <dgm:spPr/>
    </dgm:pt>
    <dgm:pt modelId="{750934B5-A1F3-4A41-AD9C-F0BD6B484A99}">
      <dgm:prSet phldrT="[Text]" custT="1"/>
      <dgm:spPr/>
      <dgm:t>
        <a:bodyPr/>
        <a:lstStyle/>
        <a:p>
          <a:r>
            <a:rPr lang="en-US" sz="2000" b="0" dirty="0" err="1" smtClean="0">
              <a:latin typeface="Nikosh" pitchFamily="2" charset="0"/>
              <a:cs typeface="Nikosh" pitchFamily="2" charset="0"/>
            </a:rPr>
            <a:t>তালিকাভূক্ত</a:t>
          </a:r>
          <a:r>
            <a:rPr lang="en-US" sz="2000" b="0" dirty="0" smtClean="0">
              <a:latin typeface="Nikosh" pitchFamily="2" charset="0"/>
              <a:cs typeface="Nikosh" pitchFamily="2" charset="0"/>
            </a:rPr>
            <a:t> </a:t>
          </a:r>
          <a:r>
            <a:rPr lang="en-US" sz="2000" b="0" dirty="0" err="1" smtClean="0">
              <a:latin typeface="Nikosh" pitchFamily="2" charset="0"/>
              <a:cs typeface="Nikosh" pitchFamily="2" charset="0"/>
            </a:rPr>
            <a:t>পরিবারের</a:t>
          </a:r>
          <a:r>
            <a:rPr lang="en-US" sz="2000" b="0" dirty="0" smtClean="0">
              <a:latin typeface="Nikosh" pitchFamily="2" charset="0"/>
              <a:cs typeface="Nikosh" pitchFamily="2" charset="0"/>
            </a:rPr>
            <a:t> </a:t>
          </a:r>
          <a:r>
            <a:rPr lang="en-US" sz="2000" b="0" dirty="0" err="1" smtClean="0">
              <a:latin typeface="Nikosh" pitchFamily="2" charset="0"/>
              <a:cs typeface="Nikosh" pitchFamily="2" charset="0"/>
            </a:rPr>
            <a:t>রেজিস্ট্রেশন</a:t>
          </a:r>
          <a:r>
            <a:rPr lang="en-US" sz="2000" b="0" dirty="0" smtClean="0">
              <a:latin typeface="Nikosh" pitchFamily="2" charset="0"/>
              <a:cs typeface="Nikosh" pitchFamily="2" charset="0"/>
            </a:rPr>
            <a:t>, </a:t>
          </a:r>
          <a:r>
            <a:rPr lang="en-US" sz="2000" b="0" dirty="0" err="1" smtClean="0">
              <a:latin typeface="Nikosh" pitchFamily="2" charset="0"/>
              <a:cs typeface="Nikosh" pitchFamily="2" charset="0"/>
            </a:rPr>
            <a:t>কার্ড</a:t>
          </a:r>
          <a:r>
            <a:rPr lang="en-US" sz="2000" b="0" dirty="0" smtClean="0">
              <a:latin typeface="Nikosh" pitchFamily="2" charset="0"/>
              <a:cs typeface="Nikosh" pitchFamily="2" charset="0"/>
            </a:rPr>
            <a:t> </a:t>
          </a:r>
          <a:r>
            <a:rPr lang="en-US" sz="2000" b="0" dirty="0" err="1" smtClean="0">
              <a:latin typeface="Nikosh" pitchFamily="2" charset="0"/>
              <a:cs typeface="Nikosh" pitchFamily="2" charset="0"/>
            </a:rPr>
            <a:t>বিতরণ</a:t>
          </a:r>
          <a:r>
            <a:rPr lang="en-US" sz="2000" b="0" dirty="0" smtClean="0">
              <a:latin typeface="Nikosh" pitchFamily="2" charset="0"/>
              <a:cs typeface="Nikosh" pitchFamily="2" charset="0"/>
            </a:rPr>
            <a:t> ও </a:t>
          </a:r>
          <a:r>
            <a:rPr lang="en-US" sz="2000" b="0" dirty="0" err="1" smtClean="0">
              <a:latin typeface="Nikosh" pitchFamily="2" charset="0"/>
              <a:cs typeface="Nikosh" pitchFamily="2" charset="0"/>
            </a:rPr>
            <a:t>ডাটাবেজে</a:t>
          </a:r>
          <a:r>
            <a:rPr lang="en-US" sz="2000" b="0" dirty="0" smtClean="0">
              <a:latin typeface="Nikosh" pitchFamily="2" charset="0"/>
              <a:cs typeface="Nikosh" pitchFamily="2" charset="0"/>
            </a:rPr>
            <a:t> </a:t>
          </a:r>
          <a:r>
            <a:rPr lang="en-US" sz="2000" b="0" dirty="0" err="1" smtClean="0">
              <a:latin typeface="Nikosh" pitchFamily="2" charset="0"/>
              <a:cs typeface="Nikosh" pitchFamily="2" charset="0"/>
            </a:rPr>
            <a:t>আপডেট</a:t>
          </a:r>
          <a:endParaRPr lang="en-US" sz="2000" b="0" dirty="0">
            <a:latin typeface="Nikosh" pitchFamily="2" charset="0"/>
            <a:cs typeface="Nikosh" pitchFamily="2" charset="0"/>
          </a:endParaRPr>
        </a:p>
      </dgm:t>
    </dgm:pt>
    <dgm:pt modelId="{0DB50EEB-42F3-4939-B507-8FB6F13A398E}" type="parTrans" cxnId="{699557B8-2198-495F-8F85-99926E08ECBC}">
      <dgm:prSet/>
      <dgm:spPr/>
      <dgm:t>
        <a:bodyPr/>
        <a:lstStyle/>
        <a:p>
          <a:endParaRPr lang="en-US"/>
        </a:p>
      </dgm:t>
    </dgm:pt>
    <dgm:pt modelId="{85A1296C-0409-413A-AC12-0A4F39AD0A40}" type="sibTrans" cxnId="{699557B8-2198-495F-8F85-99926E08ECBC}">
      <dgm:prSet/>
      <dgm:spPr/>
      <dgm:t>
        <a:bodyPr/>
        <a:lstStyle/>
        <a:p>
          <a:endParaRPr lang="en-US"/>
        </a:p>
      </dgm:t>
    </dgm:pt>
    <dgm:pt modelId="{47D92386-9733-442A-BC17-E9ACB49369B4}">
      <dgm:prSet phldrT="[Text]" custT="1"/>
      <dgm:spPr/>
      <dgm:t>
        <a:bodyPr/>
        <a:lstStyle/>
        <a:p>
          <a:r>
            <a:rPr lang="en-US" sz="2400" dirty="0" err="1" smtClean="0">
              <a:latin typeface="Nikosh" pitchFamily="2" charset="0"/>
              <a:cs typeface="Nikosh" pitchFamily="2" charset="0"/>
            </a:rPr>
            <a:t>ক্লেইম</a:t>
          </a:r>
          <a:r>
            <a:rPr lang="en-US" sz="2400" dirty="0" smtClean="0">
              <a:latin typeface="Nikosh" pitchFamily="2" charset="0"/>
              <a:cs typeface="Nikosh" pitchFamily="2" charset="0"/>
            </a:rPr>
            <a:t> </a:t>
          </a:r>
          <a:r>
            <a:rPr lang="en-US" sz="2400" dirty="0" err="1" smtClean="0">
              <a:latin typeface="Nikosh" pitchFamily="2" charset="0"/>
              <a:cs typeface="Nikosh" pitchFamily="2" charset="0"/>
            </a:rPr>
            <a:t>ম্যানেজমেন্ট</a:t>
          </a:r>
          <a:r>
            <a:rPr lang="en-US" sz="2100" dirty="0" smtClean="0">
              <a:latin typeface="Nikosh" pitchFamily="2" charset="0"/>
              <a:cs typeface="Nikosh" pitchFamily="2" charset="0"/>
            </a:rPr>
            <a:t> </a:t>
          </a:r>
          <a:endParaRPr lang="en-US" sz="2100" dirty="0">
            <a:latin typeface="Nikosh" pitchFamily="2" charset="0"/>
            <a:cs typeface="Nikosh" pitchFamily="2" charset="0"/>
          </a:endParaRPr>
        </a:p>
      </dgm:t>
    </dgm:pt>
    <dgm:pt modelId="{5612A241-A203-4E77-B02B-C59BB50C3CFA}" type="parTrans" cxnId="{9713F7D0-68CD-4170-AB5B-689A5F8376AD}">
      <dgm:prSet/>
      <dgm:spPr/>
      <dgm:t>
        <a:bodyPr/>
        <a:lstStyle/>
        <a:p>
          <a:endParaRPr lang="en-US"/>
        </a:p>
      </dgm:t>
    </dgm:pt>
    <dgm:pt modelId="{C5B3BB18-58A7-4687-B09E-D8DEE6A4E294}" type="sibTrans" cxnId="{9713F7D0-68CD-4170-AB5B-689A5F8376AD}">
      <dgm:prSet/>
      <dgm:spPr/>
      <dgm:t>
        <a:bodyPr/>
        <a:lstStyle/>
        <a:p>
          <a:endParaRPr lang="en-US"/>
        </a:p>
      </dgm:t>
    </dgm:pt>
    <dgm:pt modelId="{8E25C9F1-0A13-4DB5-BC82-F428AECC3EAA}">
      <dgm:prSet phldrT="[Text]" custT="1"/>
      <dgm:spPr/>
      <dgm:t>
        <a:bodyPr/>
        <a:lstStyle/>
        <a:p>
          <a:r>
            <a:rPr lang="en-US" sz="2000" dirty="0" err="1" smtClean="0">
              <a:latin typeface="Nikosh" pitchFamily="2" charset="0"/>
              <a:cs typeface="Nikosh" pitchFamily="2" charset="0"/>
            </a:rPr>
            <a:t>ইনফরমেশন</a:t>
          </a:r>
          <a:r>
            <a:rPr lang="en-US" sz="2000" dirty="0" smtClean="0">
              <a:latin typeface="Nikosh" pitchFamily="2" charset="0"/>
              <a:cs typeface="Nikosh" pitchFamily="2" charset="0"/>
            </a:rPr>
            <a:t> </a:t>
          </a:r>
          <a:r>
            <a:rPr lang="en-US" sz="2000" dirty="0" err="1" smtClean="0">
              <a:latin typeface="Nikosh" pitchFamily="2" charset="0"/>
              <a:cs typeface="Nikosh" pitchFamily="2" charset="0"/>
            </a:rPr>
            <a:t>এন্ড</a:t>
          </a:r>
          <a:r>
            <a:rPr lang="en-US" sz="2000" dirty="0" smtClean="0">
              <a:latin typeface="Nikosh" pitchFamily="2" charset="0"/>
              <a:cs typeface="Nikosh" pitchFamily="2" charset="0"/>
            </a:rPr>
            <a:t> </a:t>
          </a:r>
          <a:r>
            <a:rPr lang="en-US" sz="2000" dirty="0" err="1" smtClean="0">
              <a:latin typeface="Nikosh" pitchFamily="2" charset="0"/>
              <a:cs typeface="Nikosh" pitchFamily="2" charset="0"/>
            </a:rPr>
            <a:t>কমিউনিকেশন</a:t>
          </a:r>
          <a:r>
            <a:rPr lang="en-US" sz="2000" dirty="0" smtClean="0">
              <a:latin typeface="Nikosh" pitchFamily="2" charset="0"/>
              <a:cs typeface="Nikosh" pitchFamily="2" charset="0"/>
            </a:rPr>
            <a:t>, </a:t>
          </a:r>
          <a:r>
            <a:rPr lang="en-US" sz="2000" dirty="0" err="1" smtClean="0">
              <a:latin typeface="Nikosh" pitchFamily="2" charset="0"/>
              <a:cs typeface="Nikosh" pitchFamily="2" charset="0"/>
            </a:rPr>
            <a:t>ক্যাপাসিডি</a:t>
          </a:r>
          <a:r>
            <a:rPr lang="en-US" sz="2000" dirty="0" smtClean="0">
              <a:latin typeface="Nikosh" pitchFamily="2" charset="0"/>
              <a:cs typeface="Nikosh" pitchFamily="2" charset="0"/>
            </a:rPr>
            <a:t> </a:t>
          </a:r>
          <a:r>
            <a:rPr lang="en-US" sz="2000" dirty="0" err="1" smtClean="0">
              <a:latin typeface="Nikosh" pitchFamily="2" charset="0"/>
              <a:cs typeface="Nikosh" pitchFamily="2" charset="0"/>
            </a:rPr>
            <a:t>বিল্ডিং</a:t>
          </a:r>
          <a:endParaRPr lang="en-US" sz="2000" dirty="0">
            <a:latin typeface="Nikosh" pitchFamily="2" charset="0"/>
            <a:cs typeface="Nikosh" pitchFamily="2" charset="0"/>
          </a:endParaRPr>
        </a:p>
      </dgm:t>
    </dgm:pt>
    <dgm:pt modelId="{C21D76B4-7D3F-4BC0-AACF-F2CA2579A77F}" type="parTrans" cxnId="{487960E1-9B07-4083-8E27-8420EB02C5C3}">
      <dgm:prSet/>
      <dgm:spPr/>
      <dgm:t>
        <a:bodyPr/>
        <a:lstStyle/>
        <a:p>
          <a:endParaRPr lang="en-US"/>
        </a:p>
      </dgm:t>
    </dgm:pt>
    <dgm:pt modelId="{883B2FC4-CB64-485A-93D5-5CBD2E961214}" type="sibTrans" cxnId="{487960E1-9B07-4083-8E27-8420EB02C5C3}">
      <dgm:prSet/>
      <dgm:spPr/>
      <dgm:t>
        <a:bodyPr/>
        <a:lstStyle/>
        <a:p>
          <a:endParaRPr lang="en-US"/>
        </a:p>
      </dgm:t>
    </dgm:pt>
    <dgm:pt modelId="{5AF3526A-A350-41DC-A207-1971E97CA4E4}">
      <dgm:prSet/>
      <dgm:spPr/>
      <dgm:t>
        <a:bodyPr/>
        <a:lstStyle/>
        <a:p>
          <a:r>
            <a:rPr lang="en-US" dirty="0" smtClean="0">
              <a:latin typeface="Nikosh" pitchFamily="2" charset="0"/>
              <a:cs typeface="Nikosh" pitchFamily="2" charset="0"/>
            </a:rPr>
            <a:t>২৪/৭ </a:t>
          </a:r>
          <a:r>
            <a:rPr lang="bn-IN" dirty="0" smtClean="0">
              <a:latin typeface="Nikosh" pitchFamily="2" charset="0"/>
              <a:cs typeface="Nikosh" pitchFamily="2" charset="0"/>
            </a:rPr>
            <a:t>এসএসকে কিয়স্ক/বুথ অপারেশন</a:t>
          </a:r>
          <a:endParaRPr lang="en-US" dirty="0">
            <a:latin typeface="Nikosh" pitchFamily="2" charset="0"/>
            <a:cs typeface="Nikosh" pitchFamily="2" charset="0"/>
          </a:endParaRPr>
        </a:p>
      </dgm:t>
    </dgm:pt>
    <dgm:pt modelId="{E761F94D-73DB-4BAF-8A77-2246ED0FB96B}" type="parTrans" cxnId="{5A0A6A14-BB8E-4972-954B-B76D78B08E51}">
      <dgm:prSet/>
      <dgm:spPr/>
      <dgm:t>
        <a:bodyPr/>
        <a:lstStyle/>
        <a:p>
          <a:endParaRPr lang="en-US"/>
        </a:p>
      </dgm:t>
    </dgm:pt>
    <dgm:pt modelId="{16547C58-32F1-43A3-B0B6-DFD6F054EF49}" type="sibTrans" cxnId="{5A0A6A14-BB8E-4972-954B-B76D78B08E51}">
      <dgm:prSet/>
      <dgm:spPr/>
      <dgm:t>
        <a:bodyPr/>
        <a:lstStyle/>
        <a:p>
          <a:endParaRPr lang="en-US"/>
        </a:p>
      </dgm:t>
    </dgm:pt>
    <dgm:pt modelId="{C760BC9F-5460-4BD1-A728-376A37191B6D}">
      <dgm:prSet/>
      <dgm:spPr/>
      <dgm:t>
        <a:bodyPr/>
        <a:lstStyle/>
        <a:p>
          <a:r>
            <a:rPr lang="bn-IN" dirty="0" smtClean="0">
              <a:latin typeface="Nikosh" pitchFamily="2" charset="0"/>
              <a:cs typeface="Nikosh" pitchFamily="2" charset="0"/>
            </a:rPr>
            <a:t>জালি</a:t>
          </a:r>
          <a:r>
            <a:rPr lang="en-US" dirty="0" err="1" smtClean="0">
              <a:latin typeface="Nikosh" pitchFamily="2" charset="0"/>
              <a:cs typeface="Nikosh" pitchFamily="2" charset="0"/>
            </a:rPr>
            <a:t>য়া</a:t>
          </a:r>
          <a:r>
            <a:rPr lang="bn-IN" dirty="0" smtClean="0">
              <a:latin typeface="Nikosh" pitchFamily="2" charset="0"/>
              <a:cs typeface="Nikosh" pitchFamily="2" charset="0"/>
            </a:rPr>
            <a:t>তি সনাক্তকরণে এসএসকে সেলকে সহা</a:t>
          </a:r>
          <a:r>
            <a:rPr lang="en-US" dirty="0" err="1" smtClean="0">
              <a:latin typeface="Nikosh" pitchFamily="2" charset="0"/>
              <a:cs typeface="Nikosh" pitchFamily="2" charset="0"/>
            </a:rPr>
            <a:t>য়া</a:t>
          </a:r>
          <a:r>
            <a:rPr lang="bn-IN" dirty="0" smtClean="0">
              <a:latin typeface="Nikosh" pitchFamily="2" charset="0"/>
              <a:cs typeface="Nikosh" pitchFamily="2" charset="0"/>
            </a:rPr>
            <a:t>তা করন</a:t>
          </a:r>
          <a:endParaRPr lang="en-US" dirty="0">
            <a:latin typeface="Nikosh" pitchFamily="2" charset="0"/>
            <a:cs typeface="Nikosh" pitchFamily="2" charset="0"/>
          </a:endParaRPr>
        </a:p>
      </dgm:t>
    </dgm:pt>
    <dgm:pt modelId="{7B23D568-5D4F-4FEE-9816-CA2EFFD4BAB0}" type="parTrans" cxnId="{34D1AB39-DCC9-4545-ACB0-B7DD832EF11B}">
      <dgm:prSet/>
      <dgm:spPr/>
      <dgm:t>
        <a:bodyPr/>
        <a:lstStyle/>
        <a:p>
          <a:endParaRPr lang="en-US"/>
        </a:p>
      </dgm:t>
    </dgm:pt>
    <dgm:pt modelId="{56534BDB-204F-4A6B-A9AF-C1C270864457}" type="sibTrans" cxnId="{34D1AB39-DCC9-4545-ACB0-B7DD832EF11B}">
      <dgm:prSet/>
      <dgm:spPr/>
      <dgm:t>
        <a:bodyPr/>
        <a:lstStyle/>
        <a:p>
          <a:endParaRPr lang="en-US"/>
        </a:p>
      </dgm:t>
    </dgm:pt>
    <dgm:pt modelId="{E3B364F8-8BDE-485E-B065-8AC09663DA0A}" type="pres">
      <dgm:prSet presAssocID="{2201C484-1228-408B-9D1B-C96034CDE161}" presName="Name0" presStyleCnt="0">
        <dgm:presLayoutVars>
          <dgm:dir/>
          <dgm:animLvl val="lvl"/>
          <dgm:resizeHandles val="exact"/>
        </dgm:presLayoutVars>
      </dgm:prSet>
      <dgm:spPr/>
    </dgm:pt>
    <dgm:pt modelId="{605612E9-2152-41F0-9B93-908BBDBF16C9}" type="pres">
      <dgm:prSet presAssocID="{C760BC9F-5460-4BD1-A728-376A37191B6D}" presName="boxAndChildren" presStyleCnt="0"/>
      <dgm:spPr/>
    </dgm:pt>
    <dgm:pt modelId="{328A727E-0E78-4CD1-91F4-A9462DC6D4B3}" type="pres">
      <dgm:prSet presAssocID="{C760BC9F-5460-4BD1-A728-376A37191B6D}" presName="parentTextBox" presStyleLbl="node1" presStyleIdx="0" presStyleCnt="5"/>
      <dgm:spPr/>
      <dgm:t>
        <a:bodyPr/>
        <a:lstStyle/>
        <a:p>
          <a:endParaRPr lang="en-US"/>
        </a:p>
      </dgm:t>
    </dgm:pt>
    <dgm:pt modelId="{CB5B3358-AD56-438E-9188-F92F6E76B176}" type="pres">
      <dgm:prSet presAssocID="{883B2FC4-CB64-485A-93D5-5CBD2E961214}" presName="sp" presStyleCnt="0"/>
      <dgm:spPr/>
    </dgm:pt>
    <dgm:pt modelId="{E19A37B5-F5DD-4417-8D29-316C1914CC2A}" type="pres">
      <dgm:prSet presAssocID="{8E25C9F1-0A13-4DB5-BC82-F428AECC3EAA}" presName="arrowAndChildren" presStyleCnt="0"/>
      <dgm:spPr/>
    </dgm:pt>
    <dgm:pt modelId="{DFC424DE-F0B9-42B8-9618-2D5FAEA48A53}" type="pres">
      <dgm:prSet presAssocID="{8E25C9F1-0A13-4DB5-BC82-F428AECC3EAA}" presName="parentTextArrow" presStyleLbl="node1" presStyleIdx="1" presStyleCnt="5"/>
      <dgm:spPr/>
      <dgm:t>
        <a:bodyPr/>
        <a:lstStyle/>
        <a:p>
          <a:endParaRPr lang="en-US"/>
        </a:p>
      </dgm:t>
    </dgm:pt>
    <dgm:pt modelId="{29109CFC-ACC7-44C2-B6B2-363A258589FD}" type="pres">
      <dgm:prSet presAssocID="{C5B3BB18-58A7-4687-B09E-D8DEE6A4E294}" presName="sp" presStyleCnt="0"/>
      <dgm:spPr/>
    </dgm:pt>
    <dgm:pt modelId="{B452AA06-EE2A-4EF2-9146-8A474290E21F}" type="pres">
      <dgm:prSet presAssocID="{47D92386-9733-442A-BC17-E9ACB49369B4}" presName="arrowAndChildren" presStyleCnt="0"/>
      <dgm:spPr/>
    </dgm:pt>
    <dgm:pt modelId="{D5C61315-853D-499F-93AE-D59FBFDB03E3}" type="pres">
      <dgm:prSet presAssocID="{47D92386-9733-442A-BC17-E9ACB49369B4}" presName="parentTextArrow" presStyleLbl="node1" presStyleIdx="2" presStyleCnt="5"/>
      <dgm:spPr/>
      <dgm:t>
        <a:bodyPr/>
        <a:lstStyle/>
        <a:p>
          <a:endParaRPr lang="en-US"/>
        </a:p>
      </dgm:t>
    </dgm:pt>
    <dgm:pt modelId="{F830E45B-D44B-45C3-8446-0CE2C119F2D3}" type="pres">
      <dgm:prSet presAssocID="{16547C58-32F1-43A3-B0B6-DFD6F054EF49}" presName="sp" presStyleCnt="0"/>
      <dgm:spPr/>
    </dgm:pt>
    <dgm:pt modelId="{0D569B8D-0DDD-41C1-9F54-B8F43966C37E}" type="pres">
      <dgm:prSet presAssocID="{5AF3526A-A350-41DC-A207-1971E97CA4E4}" presName="arrowAndChildren" presStyleCnt="0"/>
      <dgm:spPr/>
    </dgm:pt>
    <dgm:pt modelId="{6112C0C8-B0A4-46FE-B91B-E570E2128137}" type="pres">
      <dgm:prSet presAssocID="{5AF3526A-A350-41DC-A207-1971E97CA4E4}" presName="parentTextArrow" presStyleLbl="node1" presStyleIdx="3" presStyleCnt="5"/>
      <dgm:spPr/>
      <dgm:t>
        <a:bodyPr/>
        <a:lstStyle/>
        <a:p>
          <a:endParaRPr lang="en-US"/>
        </a:p>
      </dgm:t>
    </dgm:pt>
    <dgm:pt modelId="{DD4C832B-EF23-45A6-8793-10BFA9C8B5B3}" type="pres">
      <dgm:prSet presAssocID="{85A1296C-0409-413A-AC12-0A4F39AD0A40}" presName="sp" presStyleCnt="0"/>
      <dgm:spPr/>
    </dgm:pt>
    <dgm:pt modelId="{843E4C41-1D54-47D6-803C-E5E6BD95E109}" type="pres">
      <dgm:prSet presAssocID="{750934B5-A1F3-4A41-AD9C-F0BD6B484A99}" presName="arrowAndChildren" presStyleCnt="0"/>
      <dgm:spPr/>
    </dgm:pt>
    <dgm:pt modelId="{DBF43123-1FE9-4BDE-B3CD-0AF1A671B3C0}" type="pres">
      <dgm:prSet presAssocID="{750934B5-A1F3-4A41-AD9C-F0BD6B484A99}" presName="parentTextArrow" presStyleLbl="node1" presStyleIdx="4" presStyleCnt="5"/>
      <dgm:spPr/>
      <dgm:t>
        <a:bodyPr/>
        <a:lstStyle/>
        <a:p>
          <a:endParaRPr lang="en-US"/>
        </a:p>
      </dgm:t>
    </dgm:pt>
  </dgm:ptLst>
  <dgm:cxnLst>
    <dgm:cxn modelId="{9713F7D0-68CD-4170-AB5B-689A5F8376AD}" srcId="{2201C484-1228-408B-9D1B-C96034CDE161}" destId="{47D92386-9733-442A-BC17-E9ACB49369B4}" srcOrd="2" destOrd="0" parTransId="{5612A241-A203-4E77-B02B-C59BB50C3CFA}" sibTransId="{C5B3BB18-58A7-4687-B09E-D8DEE6A4E294}"/>
    <dgm:cxn modelId="{34D1AB39-DCC9-4545-ACB0-B7DD832EF11B}" srcId="{2201C484-1228-408B-9D1B-C96034CDE161}" destId="{C760BC9F-5460-4BD1-A728-376A37191B6D}" srcOrd="4" destOrd="0" parTransId="{7B23D568-5D4F-4FEE-9816-CA2EFFD4BAB0}" sibTransId="{56534BDB-204F-4A6B-A9AF-C1C270864457}"/>
    <dgm:cxn modelId="{06371106-8B47-4CD3-B0AC-E1D389A17DAA}" type="presOf" srcId="{C760BC9F-5460-4BD1-A728-376A37191B6D}" destId="{328A727E-0E78-4CD1-91F4-A9462DC6D4B3}" srcOrd="0" destOrd="0" presId="urn:microsoft.com/office/officeart/2005/8/layout/process4"/>
    <dgm:cxn modelId="{B6DD07DE-B354-4FEE-8019-F079DE826F1C}" type="presOf" srcId="{2201C484-1228-408B-9D1B-C96034CDE161}" destId="{E3B364F8-8BDE-485E-B065-8AC09663DA0A}" srcOrd="0" destOrd="0" presId="urn:microsoft.com/office/officeart/2005/8/layout/process4"/>
    <dgm:cxn modelId="{699557B8-2198-495F-8F85-99926E08ECBC}" srcId="{2201C484-1228-408B-9D1B-C96034CDE161}" destId="{750934B5-A1F3-4A41-AD9C-F0BD6B484A99}" srcOrd="0" destOrd="0" parTransId="{0DB50EEB-42F3-4939-B507-8FB6F13A398E}" sibTransId="{85A1296C-0409-413A-AC12-0A4F39AD0A40}"/>
    <dgm:cxn modelId="{8026FE73-B3A1-4556-851F-C8D01D6EFB17}" type="presOf" srcId="{47D92386-9733-442A-BC17-E9ACB49369B4}" destId="{D5C61315-853D-499F-93AE-D59FBFDB03E3}" srcOrd="0" destOrd="0" presId="urn:microsoft.com/office/officeart/2005/8/layout/process4"/>
    <dgm:cxn modelId="{487960E1-9B07-4083-8E27-8420EB02C5C3}" srcId="{2201C484-1228-408B-9D1B-C96034CDE161}" destId="{8E25C9F1-0A13-4DB5-BC82-F428AECC3EAA}" srcOrd="3" destOrd="0" parTransId="{C21D76B4-7D3F-4BC0-AACF-F2CA2579A77F}" sibTransId="{883B2FC4-CB64-485A-93D5-5CBD2E961214}"/>
    <dgm:cxn modelId="{405560DB-C662-4A28-9F21-C38878DE2F2F}" type="presOf" srcId="{8E25C9F1-0A13-4DB5-BC82-F428AECC3EAA}" destId="{DFC424DE-F0B9-42B8-9618-2D5FAEA48A53}" srcOrd="0" destOrd="0" presId="urn:microsoft.com/office/officeart/2005/8/layout/process4"/>
    <dgm:cxn modelId="{804CBCDF-3C96-47F0-B0D7-C49BD3B1F67F}" type="presOf" srcId="{750934B5-A1F3-4A41-AD9C-F0BD6B484A99}" destId="{DBF43123-1FE9-4BDE-B3CD-0AF1A671B3C0}" srcOrd="0" destOrd="0" presId="urn:microsoft.com/office/officeart/2005/8/layout/process4"/>
    <dgm:cxn modelId="{5A0A6A14-BB8E-4972-954B-B76D78B08E51}" srcId="{2201C484-1228-408B-9D1B-C96034CDE161}" destId="{5AF3526A-A350-41DC-A207-1971E97CA4E4}" srcOrd="1" destOrd="0" parTransId="{E761F94D-73DB-4BAF-8A77-2246ED0FB96B}" sibTransId="{16547C58-32F1-43A3-B0B6-DFD6F054EF49}"/>
    <dgm:cxn modelId="{8528EB4B-B658-45A6-8DE1-F543267A002E}" type="presOf" srcId="{5AF3526A-A350-41DC-A207-1971E97CA4E4}" destId="{6112C0C8-B0A4-46FE-B91B-E570E2128137}" srcOrd="0" destOrd="0" presId="urn:microsoft.com/office/officeart/2005/8/layout/process4"/>
    <dgm:cxn modelId="{1411505E-D31D-4975-A30F-1B13A856807B}" type="presParOf" srcId="{E3B364F8-8BDE-485E-B065-8AC09663DA0A}" destId="{605612E9-2152-41F0-9B93-908BBDBF16C9}" srcOrd="0" destOrd="0" presId="urn:microsoft.com/office/officeart/2005/8/layout/process4"/>
    <dgm:cxn modelId="{200AA989-2240-4F8D-887B-46CFE2B9417A}" type="presParOf" srcId="{605612E9-2152-41F0-9B93-908BBDBF16C9}" destId="{328A727E-0E78-4CD1-91F4-A9462DC6D4B3}" srcOrd="0" destOrd="0" presId="urn:microsoft.com/office/officeart/2005/8/layout/process4"/>
    <dgm:cxn modelId="{F20F3A76-BAEE-4421-AEB8-008C40BB2300}" type="presParOf" srcId="{E3B364F8-8BDE-485E-B065-8AC09663DA0A}" destId="{CB5B3358-AD56-438E-9188-F92F6E76B176}" srcOrd="1" destOrd="0" presId="urn:microsoft.com/office/officeart/2005/8/layout/process4"/>
    <dgm:cxn modelId="{FBCECCFA-1625-42EF-AB9E-3EE1F21DA3E8}" type="presParOf" srcId="{E3B364F8-8BDE-485E-B065-8AC09663DA0A}" destId="{E19A37B5-F5DD-4417-8D29-316C1914CC2A}" srcOrd="2" destOrd="0" presId="urn:microsoft.com/office/officeart/2005/8/layout/process4"/>
    <dgm:cxn modelId="{8B105EF6-CE9D-451F-BC5C-1F0EB8807A87}" type="presParOf" srcId="{E19A37B5-F5DD-4417-8D29-316C1914CC2A}" destId="{DFC424DE-F0B9-42B8-9618-2D5FAEA48A53}" srcOrd="0" destOrd="0" presId="urn:microsoft.com/office/officeart/2005/8/layout/process4"/>
    <dgm:cxn modelId="{D34B2FD5-44A4-4F5A-9E44-68FFD88F0806}" type="presParOf" srcId="{E3B364F8-8BDE-485E-B065-8AC09663DA0A}" destId="{29109CFC-ACC7-44C2-B6B2-363A258589FD}" srcOrd="3" destOrd="0" presId="urn:microsoft.com/office/officeart/2005/8/layout/process4"/>
    <dgm:cxn modelId="{F934092C-FE4D-4933-AAB4-3ED92EAEF3B3}" type="presParOf" srcId="{E3B364F8-8BDE-485E-B065-8AC09663DA0A}" destId="{B452AA06-EE2A-4EF2-9146-8A474290E21F}" srcOrd="4" destOrd="0" presId="urn:microsoft.com/office/officeart/2005/8/layout/process4"/>
    <dgm:cxn modelId="{FAB8C633-D040-4315-8EBC-4FA51A5D8E18}" type="presParOf" srcId="{B452AA06-EE2A-4EF2-9146-8A474290E21F}" destId="{D5C61315-853D-499F-93AE-D59FBFDB03E3}" srcOrd="0" destOrd="0" presId="urn:microsoft.com/office/officeart/2005/8/layout/process4"/>
    <dgm:cxn modelId="{671DDE79-F2D7-411B-A63D-755834C1A5A1}" type="presParOf" srcId="{E3B364F8-8BDE-485E-B065-8AC09663DA0A}" destId="{F830E45B-D44B-45C3-8446-0CE2C119F2D3}" srcOrd="5" destOrd="0" presId="urn:microsoft.com/office/officeart/2005/8/layout/process4"/>
    <dgm:cxn modelId="{BDD1ABEA-B83E-4665-9094-2393B359CE7C}" type="presParOf" srcId="{E3B364F8-8BDE-485E-B065-8AC09663DA0A}" destId="{0D569B8D-0DDD-41C1-9F54-B8F43966C37E}" srcOrd="6" destOrd="0" presId="urn:microsoft.com/office/officeart/2005/8/layout/process4"/>
    <dgm:cxn modelId="{953638F9-7659-4565-B58E-24954B77868F}" type="presParOf" srcId="{0D569B8D-0DDD-41C1-9F54-B8F43966C37E}" destId="{6112C0C8-B0A4-46FE-B91B-E570E2128137}" srcOrd="0" destOrd="0" presId="urn:microsoft.com/office/officeart/2005/8/layout/process4"/>
    <dgm:cxn modelId="{94A56914-81E0-402F-82B9-AA0E3E1077CA}" type="presParOf" srcId="{E3B364F8-8BDE-485E-B065-8AC09663DA0A}" destId="{DD4C832B-EF23-45A6-8793-10BFA9C8B5B3}" srcOrd="7" destOrd="0" presId="urn:microsoft.com/office/officeart/2005/8/layout/process4"/>
    <dgm:cxn modelId="{F087F771-B62E-4080-8AB6-6742C28DE3C7}" type="presParOf" srcId="{E3B364F8-8BDE-485E-B065-8AC09663DA0A}" destId="{843E4C41-1D54-47D6-803C-E5E6BD95E109}" srcOrd="8" destOrd="0" presId="urn:microsoft.com/office/officeart/2005/8/layout/process4"/>
    <dgm:cxn modelId="{810851D7-4FE4-4216-B1FF-3EE0F20C8EBE}" type="presParOf" srcId="{843E4C41-1D54-47D6-803C-E5E6BD95E109}" destId="{DBF43123-1FE9-4BDE-B3CD-0AF1A671B3C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8586DB6-9ADB-4A5C-94F9-7FD795D14170}" type="doc">
      <dgm:prSet loTypeId="urn:microsoft.com/office/officeart/2008/layout/PictureAccentList" loCatId="list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en-US"/>
        </a:p>
      </dgm:t>
    </dgm:pt>
    <dgm:pt modelId="{6E4FDE99-2D92-47B1-A701-B0734BF27DEA}">
      <dgm:prSet phldrT="[Text]"/>
      <dgm:spPr/>
      <dgm:t>
        <a:bodyPr/>
        <a:lstStyle/>
        <a:p>
          <a:r>
            <a:rPr lang="en-US" dirty="0" smtClean="0"/>
            <a:t>Membership Management Module</a:t>
          </a:r>
          <a:endParaRPr lang="en-US" dirty="0"/>
        </a:p>
      </dgm:t>
    </dgm:pt>
    <dgm:pt modelId="{604E8E1C-3048-499E-8E6C-1513A07BCFB1}" type="parTrans" cxnId="{3239DE90-2459-4B39-B8EB-5CB1AD80E99B}">
      <dgm:prSet/>
      <dgm:spPr/>
      <dgm:t>
        <a:bodyPr/>
        <a:lstStyle/>
        <a:p>
          <a:endParaRPr lang="en-US"/>
        </a:p>
      </dgm:t>
    </dgm:pt>
    <dgm:pt modelId="{02E2D410-1966-40A8-8063-B52C0DB96B6D}" type="sibTrans" cxnId="{3239DE90-2459-4B39-B8EB-5CB1AD80E99B}">
      <dgm:prSet/>
      <dgm:spPr/>
      <dgm:t>
        <a:bodyPr/>
        <a:lstStyle/>
        <a:p>
          <a:endParaRPr lang="en-US"/>
        </a:p>
      </dgm:t>
    </dgm:pt>
    <dgm:pt modelId="{A84EBA64-B109-413A-BE21-627E083D3B53}">
      <dgm:prSet phldrT="[Text]"/>
      <dgm:spPr/>
      <dgm:t>
        <a:bodyPr/>
        <a:lstStyle/>
        <a:p>
          <a:r>
            <a:rPr lang="en-US" dirty="0" smtClean="0"/>
            <a:t>Tablet-based Household Registration Application </a:t>
          </a:r>
          <a:endParaRPr lang="en-US" dirty="0"/>
        </a:p>
      </dgm:t>
    </dgm:pt>
    <dgm:pt modelId="{5398AB4F-A854-4FA8-B2B4-0C75FE6625A4}" type="parTrans" cxnId="{B0D6CB37-FE34-4379-8609-4C0EA0F850C4}">
      <dgm:prSet/>
      <dgm:spPr/>
      <dgm:t>
        <a:bodyPr/>
        <a:lstStyle/>
        <a:p>
          <a:endParaRPr lang="en-US"/>
        </a:p>
      </dgm:t>
    </dgm:pt>
    <dgm:pt modelId="{ECFECAA4-F4FF-41E1-83CC-4588F2869BA5}" type="sibTrans" cxnId="{B0D6CB37-FE34-4379-8609-4C0EA0F850C4}">
      <dgm:prSet/>
      <dgm:spPr/>
      <dgm:t>
        <a:bodyPr/>
        <a:lstStyle/>
        <a:p>
          <a:endParaRPr lang="en-US"/>
        </a:p>
      </dgm:t>
    </dgm:pt>
    <dgm:pt modelId="{CEE14644-B867-4E65-8923-378EE9842E02}" type="pres">
      <dgm:prSet presAssocID="{78586DB6-9ADB-4A5C-94F9-7FD795D14170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9612D3A-7AB8-4D69-8661-EAD0E69EA576}" type="pres">
      <dgm:prSet presAssocID="{6E4FDE99-2D92-47B1-A701-B0734BF27DEA}" presName="root" presStyleCnt="0">
        <dgm:presLayoutVars>
          <dgm:chMax/>
          <dgm:chPref val="4"/>
        </dgm:presLayoutVars>
      </dgm:prSet>
      <dgm:spPr/>
    </dgm:pt>
    <dgm:pt modelId="{B06C1724-E4E3-4D06-9C44-A0919B15D79C}" type="pres">
      <dgm:prSet presAssocID="{6E4FDE99-2D92-47B1-A701-B0734BF27DEA}" presName="rootComposite" presStyleCnt="0">
        <dgm:presLayoutVars/>
      </dgm:prSet>
      <dgm:spPr/>
    </dgm:pt>
    <dgm:pt modelId="{76135F7B-AF33-440C-BD6C-25A4E7B63A63}" type="pres">
      <dgm:prSet presAssocID="{6E4FDE99-2D92-47B1-A701-B0734BF27DEA}" presName="rootText" presStyleLbl="node0" presStyleIdx="0" presStyleCnt="1">
        <dgm:presLayoutVars>
          <dgm:chMax/>
          <dgm:chPref val="4"/>
        </dgm:presLayoutVars>
      </dgm:prSet>
      <dgm:spPr/>
      <dgm:t>
        <a:bodyPr/>
        <a:lstStyle/>
        <a:p>
          <a:endParaRPr lang="en-US"/>
        </a:p>
      </dgm:t>
    </dgm:pt>
    <dgm:pt modelId="{CBCC16D4-7CC4-48E8-A2F6-C02B56A97EAC}" type="pres">
      <dgm:prSet presAssocID="{6E4FDE99-2D92-47B1-A701-B0734BF27DEA}" presName="childShape" presStyleCnt="0">
        <dgm:presLayoutVars>
          <dgm:chMax val="0"/>
          <dgm:chPref val="0"/>
        </dgm:presLayoutVars>
      </dgm:prSet>
      <dgm:spPr/>
    </dgm:pt>
    <dgm:pt modelId="{31E77828-5DEC-435B-AAA8-9E1DF04AD395}" type="pres">
      <dgm:prSet presAssocID="{A84EBA64-B109-413A-BE21-627E083D3B53}" presName="childComposite" presStyleCnt="0">
        <dgm:presLayoutVars>
          <dgm:chMax val="0"/>
          <dgm:chPref val="0"/>
        </dgm:presLayoutVars>
      </dgm:prSet>
      <dgm:spPr/>
    </dgm:pt>
    <dgm:pt modelId="{60789D3A-7714-4EA6-8FDD-D41C8F1B2544}" type="pres">
      <dgm:prSet presAssocID="{A84EBA64-B109-413A-BE21-627E083D3B53}" presName="Image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  <dgm:t>
        <a:bodyPr/>
        <a:lstStyle/>
        <a:p>
          <a:endParaRPr lang="en-US"/>
        </a:p>
      </dgm:t>
    </dgm:pt>
    <dgm:pt modelId="{E0226997-BE06-4F3F-B8B5-2EC64D9D7929}" type="pres">
      <dgm:prSet presAssocID="{A84EBA64-B109-413A-BE21-627E083D3B53}" presName="childText" presStyleLbl="lnNode1" presStyleIdx="0" presStyleCnt="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239DE90-2459-4B39-B8EB-5CB1AD80E99B}" srcId="{78586DB6-9ADB-4A5C-94F9-7FD795D14170}" destId="{6E4FDE99-2D92-47B1-A701-B0734BF27DEA}" srcOrd="0" destOrd="0" parTransId="{604E8E1C-3048-499E-8E6C-1513A07BCFB1}" sibTransId="{02E2D410-1966-40A8-8063-B52C0DB96B6D}"/>
    <dgm:cxn modelId="{9A85610A-EA0F-416A-AB3D-D2C6982E2896}" type="presOf" srcId="{78586DB6-9ADB-4A5C-94F9-7FD795D14170}" destId="{CEE14644-B867-4E65-8923-378EE9842E02}" srcOrd="0" destOrd="0" presId="urn:microsoft.com/office/officeart/2008/layout/PictureAccentList"/>
    <dgm:cxn modelId="{3FF9E6EF-6CB0-452F-A576-E93730C0FA6E}" type="presOf" srcId="{A84EBA64-B109-413A-BE21-627E083D3B53}" destId="{E0226997-BE06-4F3F-B8B5-2EC64D9D7929}" srcOrd="0" destOrd="0" presId="urn:microsoft.com/office/officeart/2008/layout/PictureAccentList"/>
    <dgm:cxn modelId="{B0D6CB37-FE34-4379-8609-4C0EA0F850C4}" srcId="{6E4FDE99-2D92-47B1-A701-B0734BF27DEA}" destId="{A84EBA64-B109-413A-BE21-627E083D3B53}" srcOrd="0" destOrd="0" parTransId="{5398AB4F-A854-4FA8-B2B4-0C75FE6625A4}" sibTransId="{ECFECAA4-F4FF-41E1-83CC-4588F2869BA5}"/>
    <dgm:cxn modelId="{E958A15C-9166-4055-82C5-25D205D36E97}" type="presOf" srcId="{6E4FDE99-2D92-47B1-A701-B0734BF27DEA}" destId="{76135F7B-AF33-440C-BD6C-25A4E7B63A63}" srcOrd="0" destOrd="0" presId="urn:microsoft.com/office/officeart/2008/layout/PictureAccentList"/>
    <dgm:cxn modelId="{853EBB65-233D-4F6F-B876-3A5DE8DAF6F4}" type="presParOf" srcId="{CEE14644-B867-4E65-8923-378EE9842E02}" destId="{39612D3A-7AB8-4D69-8661-EAD0E69EA576}" srcOrd="0" destOrd="0" presId="urn:microsoft.com/office/officeart/2008/layout/PictureAccentList"/>
    <dgm:cxn modelId="{BA9EAF30-932A-45D5-A3B2-87DDCCE7494E}" type="presParOf" srcId="{39612D3A-7AB8-4D69-8661-EAD0E69EA576}" destId="{B06C1724-E4E3-4D06-9C44-A0919B15D79C}" srcOrd="0" destOrd="0" presId="urn:microsoft.com/office/officeart/2008/layout/PictureAccentList"/>
    <dgm:cxn modelId="{D39331E5-EC09-4CA5-A0E5-5FCD238DBA26}" type="presParOf" srcId="{B06C1724-E4E3-4D06-9C44-A0919B15D79C}" destId="{76135F7B-AF33-440C-BD6C-25A4E7B63A63}" srcOrd="0" destOrd="0" presId="urn:microsoft.com/office/officeart/2008/layout/PictureAccentList"/>
    <dgm:cxn modelId="{436A7214-3B32-4575-81E8-1BA945485F23}" type="presParOf" srcId="{39612D3A-7AB8-4D69-8661-EAD0E69EA576}" destId="{CBCC16D4-7CC4-48E8-A2F6-C02B56A97EAC}" srcOrd="1" destOrd="0" presId="urn:microsoft.com/office/officeart/2008/layout/PictureAccentList"/>
    <dgm:cxn modelId="{7246E8E9-0DDE-4E22-ABFB-3B32820FC2DE}" type="presParOf" srcId="{CBCC16D4-7CC4-48E8-A2F6-C02B56A97EAC}" destId="{31E77828-5DEC-435B-AAA8-9E1DF04AD395}" srcOrd="0" destOrd="0" presId="urn:microsoft.com/office/officeart/2008/layout/PictureAccentList"/>
    <dgm:cxn modelId="{1B9E958A-BF84-40B7-9A61-0C172560F179}" type="presParOf" srcId="{31E77828-5DEC-435B-AAA8-9E1DF04AD395}" destId="{60789D3A-7714-4EA6-8FDD-D41C8F1B2544}" srcOrd="0" destOrd="0" presId="urn:microsoft.com/office/officeart/2008/layout/PictureAccentList"/>
    <dgm:cxn modelId="{72437EE0-8ED6-48A8-ABEC-104E7E13BE47}" type="presParOf" srcId="{31E77828-5DEC-435B-AAA8-9E1DF04AD395}" destId="{E0226997-BE06-4F3F-B8B5-2EC64D9D7929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8586DB6-9ADB-4A5C-94F9-7FD795D14170}" type="doc">
      <dgm:prSet loTypeId="urn:microsoft.com/office/officeart/2008/layout/PictureAccentList" loCatId="list" qsTypeId="urn:microsoft.com/office/officeart/2005/8/quickstyle/simple1" qsCatId="simple" csTypeId="urn:microsoft.com/office/officeart/2005/8/colors/accent5_4" csCatId="accent5" phldr="1"/>
      <dgm:spPr/>
      <dgm:t>
        <a:bodyPr/>
        <a:lstStyle/>
        <a:p>
          <a:endParaRPr lang="en-US"/>
        </a:p>
      </dgm:t>
    </dgm:pt>
    <dgm:pt modelId="{6E4FDE99-2D92-47B1-A701-B0734BF27DEA}">
      <dgm:prSet phldrT="[Text]"/>
      <dgm:spPr/>
      <dgm:t>
        <a:bodyPr/>
        <a:lstStyle/>
        <a:p>
          <a:r>
            <a:rPr lang="en-US" dirty="0" smtClean="0"/>
            <a:t>Hospital Management Module</a:t>
          </a:r>
          <a:endParaRPr lang="en-US" dirty="0"/>
        </a:p>
      </dgm:t>
    </dgm:pt>
    <dgm:pt modelId="{604E8E1C-3048-499E-8E6C-1513A07BCFB1}" type="parTrans" cxnId="{3239DE90-2459-4B39-B8EB-5CB1AD80E99B}">
      <dgm:prSet/>
      <dgm:spPr/>
      <dgm:t>
        <a:bodyPr/>
        <a:lstStyle/>
        <a:p>
          <a:endParaRPr lang="en-US"/>
        </a:p>
      </dgm:t>
    </dgm:pt>
    <dgm:pt modelId="{02E2D410-1966-40A8-8063-B52C0DB96B6D}" type="sibTrans" cxnId="{3239DE90-2459-4B39-B8EB-5CB1AD80E99B}">
      <dgm:prSet/>
      <dgm:spPr/>
      <dgm:t>
        <a:bodyPr/>
        <a:lstStyle/>
        <a:p>
          <a:endParaRPr lang="en-US"/>
        </a:p>
      </dgm:t>
    </dgm:pt>
    <dgm:pt modelId="{A84EBA64-B109-413A-BE21-627E083D3B53}">
      <dgm:prSet phldrT="[Text]"/>
      <dgm:spPr/>
      <dgm:t>
        <a:bodyPr/>
        <a:lstStyle/>
        <a:p>
          <a:r>
            <a:rPr lang="en-US" dirty="0" smtClean="0">
              <a:latin typeface="Times New Roman" pitchFamily="18" charset="0"/>
              <a:cs typeface="Times New Roman" pitchFamily="18" charset="0"/>
            </a:rPr>
            <a:t>IPD Module</a:t>
          </a:r>
          <a:endParaRPr lang="en-US" dirty="0"/>
        </a:p>
      </dgm:t>
    </dgm:pt>
    <dgm:pt modelId="{5398AB4F-A854-4FA8-B2B4-0C75FE6625A4}" type="parTrans" cxnId="{B0D6CB37-FE34-4379-8609-4C0EA0F850C4}">
      <dgm:prSet/>
      <dgm:spPr/>
      <dgm:t>
        <a:bodyPr/>
        <a:lstStyle/>
        <a:p>
          <a:endParaRPr lang="en-US"/>
        </a:p>
      </dgm:t>
    </dgm:pt>
    <dgm:pt modelId="{ECFECAA4-F4FF-41E1-83CC-4588F2869BA5}" type="sibTrans" cxnId="{B0D6CB37-FE34-4379-8609-4C0EA0F850C4}">
      <dgm:prSet/>
      <dgm:spPr/>
      <dgm:t>
        <a:bodyPr/>
        <a:lstStyle/>
        <a:p>
          <a:endParaRPr lang="en-US"/>
        </a:p>
      </dgm:t>
    </dgm:pt>
    <dgm:pt modelId="{517284E0-79DB-4834-AB02-E9B575BB948C}">
      <dgm:prSet/>
      <dgm:spPr/>
      <dgm:t>
        <a:bodyPr/>
        <a:lstStyle/>
        <a:p>
          <a:r>
            <a:rPr lang="en-US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OPD Module</a:t>
          </a:r>
          <a:endParaRPr lang="en-US" dirty="0">
            <a:solidFill>
              <a:schemeClr val="tx1"/>
            </a:solidFill>
          </a:endParaRPr>
        </a:p>
      </dgm:t>
    </dgm:pt>
    <dgm:pt modelId="{F4D8E0C6-CC75-406D-AF85-90D055C1C7DD}" type="parTrans" cxnId="{747792A6-AECB-43E3-A707-F23EF4A6B3EE}">
      <dgm:prSet/>
      <dgm:spPr/>
      <dgm:t>
        <a:bodyPr/>
        <a:lstStyle/>
        <a:p>
          <a:endParaRPr lang="en-US"/>
        </a:p>
      </dgm:t>
    </dgm:pt>
    <dgm:pt modelId="{0E7AE3FC-4363-43E8-82C6-5398272D3591}" type="sibTrans" cxnId="{747792A6-AECB-43E3-A707-F23EF4A6B3EE}">
      <dgm:prSet/>
      <dgm:spPr/>
      <dgm:t>
        <a:bodyPr/>
        <a:lstStyle/>
        <a:p>
          <a:endParaRPr lang="en-US"/>
        </a:p>
      </dgm:t>
    </dgm:pt>
    <dgm:pt modelId="{CEE14644-B867-4E65-8923-378EE9842E02}" type="pres">
      <dgm:prSet presAssocID="{78586DB6-9ADB-4A5C-94F9-7FD795D14170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9612D3A-7AB8-4D69-8661-EAD0E69EA576}" type="pres">
      <dgm:prSet presAssocID="{6E4FDE99-2D92-47B1-A701-B0734BF27DEA}" presName="root" presStyleCnt="0">
        <dgm:presLayoutVars>
          <dgm:chMax/>
          <dgm:chPref val="4"/>
        </dgm:presLayoutVars>
      </dgm:prSet>
      <dgm:spPr/>
    </dgm:pt>
    <dgm:pt modelId="{B06C1724-E4E3-4D06-9C44-A0919B15D79C}" type="pres">
      <dgm:prSet presAssocID="{6E4FDE99-2D92-47B1-A701-B0734BF27DEA}" presName="rootComposite" presStyleCnt="0">
        <dgm:presLayoutVars/>
      </dgm:prSet>
      <dgm:spPr/>
    </dgm:pt>
    <dgm:pt modelId="{76135F7B-AF33-440C-BD6C-25A4E7B63A63}" type="pres">
      <dgm:prSet presAssocID="{6E4FDE99-2D92-47B1-A701-B0734BF27DEA}" presName="rootText" presStyleLbl="node0" presStyleIdx="0" presStyleCnt="1">
        <dgm:presLayoutVars>
          <dgm:chMax/>
          <dgm:chPref val="4"/>
        </dgm:presLayoutVars>
      </dgm:prSet>
      <dgm:spPr/>
      <dgm:t>
        <a:bodyPr/>
        <a:lstStyle/>
        <a:p>
          <a:endParaRPr lang="en-US"/>
        </a:p>
      </dgm:t>
    </dgm:pt>
    <dgm:pt modelId="{CBCC16D4-7CC4-48E8-A2F6-C02B56A97EAC}" type="pres">
      <dgm:prSet presAssocID="{6E4FDE99-2D92-47B1-A701-B0734BF27DEA}" presName="childShape" presStyleCnt="0">
        <dgm:presLayoutVars>
          <dgm:chMax val="0"/>
          <dgm:chPref val="0"/>
        </dgm:presLayoutVars>
      </dgm:prSet>
      <dgm:spPr/>
    </dgm:pt>
    <dgm:pt modelId="{31E77828-5DEC-435B-AAA8-9E1DF04AD395}" type="pres">
      <dgm:prSet presAssocID="{A84EBA64-B109-413A-BE21-627E083D3B53}" presName="childComposite" presStyleCnt="0">
        <dgm:presLayoutVars>
          <dgm:chMax val="0"/>
          <dgm:chPref val="0"/>
        </dgm:presLayoutVars>
      </dgm:prSet>
      <dgm:spPr/>
    </dgm:pt>
    <dgm:pt modelId="{60789D3A-7714-4EA6-8FDD-D41C8F1B2544}" type="pres">
      <dgm:prSet presAssocID="{A84EBA64-B109-413A-BE21-627E083D3B53}" presName="Image" presStyleLbl="node1" presStyleIdx="0" presStyleCnt="2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E0226997-BE06-4F3F-B8B5-2EC64D9D7929}" type="pres">
      <dgm:prSet presAssocID="{A84EBA64-B109-413A-BE21-627E083D3B53}" presName="childText" presStyleLbl="l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425C4F-3F1A-401D-B679-273DB2EDEE27}" type="pres">
      <dgm:prSet presAssocID="{517284E0-79DB-4834-AB02-E9B575BB948C}" presName="childComposite" presStyleCnt="0">
        <dgm:presLayoutVars>
          <dgm:chMax val="0"/>
          <dgm:chPref val="0"/>
        </dgm:presLayoutVars>
      </dgm:prSet>
      <dgm:spPr/>
    </dgm:pt>
    <dgm:pt modelId="{40D9E547-2C97-4405-9C2B-EF4E085E2B7A}" type="pres">
      <dgm:prSet presAssocID="{517284E0-79DB-4834-AB02-E9B575BB948C}" presName="Image" presStyleLbl="node1" presStyleIdx="1" presStyleCnt="2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2000" r="-12000"/>
          </a:stretch>
        </a:blipFill>
      </dgm:spPr>
      <dgm:t>
        <a:bodyPr/>
        <a:lstStyle/>
        <a:p>
          <a:endParaRPr lang="en-US"/>
        </a:p>
      </dgm:t>
    </dgm:pt>
    <dgm:pt modelId="{466C3CF1-D3EA-4B22-BA4C-A198B0488E4B}" type="pres">
      <dgm:prSet presAssocID="{517284E0-79DB-4834-AB02-E9B575BB948C}" presName="childText" presStyleLbl="l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F1751F9-9F17-4347-804D-2A62C68C2B04}" type="presOf" srcId="{A84EBA64-B109-413A-BE21-627E083D3B53}" destId="{E0226997-BE06-4F3F-B8B5-2EC64D9D7929}" srcOrd="0" destOrd="0" presId="urn:microsoft.com/office/officeart/2008/layout/PictureAccentList"/>
    <dgm:cxn modelId="{80CF8B9C-C798-4F11-8F9C-16B5886C0662}" type="presOf" srcId="{6E4FDE99-2D92-47B1-A701-B0734BF27DEA}" destId="{76135F7B-AF33-440C-BD6C-25A4E7B63A63}" srcOrd="0" destOrd="0" presId="urn:microsoft.com/office/officeart/2008/layout/PictureAccentList"/>
    <dgm:cxn modelId="{747792A6-AECB-43E3-A707-F23EF4A6B3EE}" srcId="{6E4FDE99-2D92-47B1-A701-B0734BF27DEA}" destId="{517284E0-79DB-4834-AB02-E9B575BB948C}" srcOrd="1" destOrd="0" parTransId="{F4D8E0C6-CC75-406D-AF85-90D055C1C7DD}" sibTransId="{0E7AE3FC-4363-43E8-82C6-5398272D3591}"/>
    <dgm:cxn modelId="{3239DE90-2459-4B39-B8EB-5CB1AD80E99B}" srcId="{78586DB6-9ADB-4A5C-94F9-7FD795D14170}" destId="{6E4FDE99-2D92-47B1-A701-B0734BF27DEA}" srcOrd="0" destOrd="0" parTransId="{604E8E1C-3048-499E-8E6C-1513A07BCFB1}" sibTransId="{02E2D410-1966-40A8-8063-B52C0DB96B6D}"/>
    <dgm:cxn modelId="{80F0438A-AA88-46FF-97D3-398D12D06565}" type="presOf" srcId="{517284E0-79DB-4834-AB02-E9B575BB948C}" destId="{466C3CF1-D3EA-4B22-BA4C-A198B0488E4B}" srcOrd="0" destOrd="0" presId="urn:microsoft.com/office/officeart/2008/layout/PictureAccentList"/>
    <dgm:cxn modelId="{E3D1E716-8165-42E1-BDFA-0919DCD23218}" type="presOf" srcId="{78586DB6-9ADB-4A5C-94F9-7FD795D14170}" destId="{CEE14644-B867-4E65-8923-378EE9842E02}" srcOrd="0" destOrd="0" presId="urn:microsoft.com/office/officeart/2008/layout/PictureAccentList"/>
    <dgm:cxn modelId="{B0D6CB37-FE34-4379-8609-4C0EA0F850C4}" srcId="{6E4FDE99-2D92-47B1-A701-B0734BF27DEA}" destId="{A84EBA64-B109-413A-BE21-627E083D3B53}" srcOrd="0" destOrd="0" parTransId="{5398AB4F-A854-4FA8-B2B4-0C75FE6625A4}" sibTransId="{ECFECAA4-F4FF-41E1-83CC-4588F2869BA5}"/>
    <dgm:cxn modelId="{9CA9077B-9D68-43DA-ACD6-A4818CC61A95}" type="presParOf" srcId="{CEE14644-B867-4E65-8923-378EE9842E02}" destId="{39612D3A-7AB8-4D69-8661-EAD0E69EA576}" srcOrd="0" destOrd="0" presId="urn:microsoft.com/office/officeart/2008/layout/PictureAccentList"/>
    <dgm:cxn modelId="{4ECE3BB3-DD2B-4368-B91A-D2FCD7AD8C68}" type="presParOf" srcId="{39612D3A-7AB8-4D69-8661-EAD0E69EA576}" destId="{B06C1724-E4E3-4D06-9C44-A0919B15D79C}" srcOrd="0" destOrd="0" presId="urn:microsoft.com/office/officeart/2008/layout/PictureAccentList"/>
    <dgm:cxn modelId="{FD0EF4F6-84F1-48B4-8453-786129087AD5}" type="presParOf" srcId="{B06C1724-E4E3-4D06-9C44-A0919B15D79C}" destId="{76135F7B-AF33-440C-BD6C-25A4E7B63A63}" srcOrd="0" destOrd="0" presId="urn:microsoft.com/office/officeart/2008/layout/PictureAccentList"/>
    <dgm:cxn modelId="{2188CD30-8087-4331-8F45-B7D216CA124E}" type="presParOf" srcId="{39612D3A-7AB8-4D69-8661-EAD0E69EA576}" destId="{CBCC16D4-7CC4-48E8-A2F6-C02B56A97EAC}" srcOrd="1" destOrd="0" presId="urn:microsoft.com/office/officeart/2008/layout/PictureAccentList"/>
    <dgm:cxn modelId="{0019303D-6CE3-448D-A625-DE5C795C5D20}" type="presParOf" srcId="{CBCC16D4-7CC4-48E8-A2F6-C02B56A97EAC}" destId="{31E77828-5DEC-435B-AAA8-9E1DF04AD395}" srcOrd="0" destOrd="0" presId="urn:microsoft.com/office/officeart/2008/layout/PictureAccentList"/>
    <dgm:cxn modelId="{1E28EEAA-B976-42F9-A5A1-7C60A5A81DC3}" type="presParOf" srcId="{31E77828-5DEC-435B-AAA8-9E1DF04AD395}" destId="{60789D3A-7714-4EA6-8FDD-D41C8F1B2544}" srcOrd="0" destOrd="0" presId="urn:microsoft.com/office/officeart/2008/layout/PictureAccentList"/>
    <dgm:cxn modelId="{FE0C6875-D747-46D2-8901-AA97081AA118}" type="presParOf" srcId="{31E77828-5DEC-435B-AAA8-9E1DF04AD395}" destId="{E0226997-BE06-4F3F-B8B5-2EC64D9D7929}" srcOrd="1" destOrd="0" presId="urn:microsoft.com/office/officeart/2008/layout/PictureAccentList"/>
    <dgm:cxn modelId="{EC6033A4-C7BE-4DA3-8B43-4CD96A21BEDF}" type="presParOf" srcId="{CBCC16D4-7CC4-48E8-A2F6-C02B56A97EAC}" destId="{95425C4F-3F1A-401D-B679-273DB2EDEE27}" srcOrd="1" destOrd="0" presId="urn:microsoft.com/office/officeart/2008/layout/PictureAccentList"/>
    <dgm:cxn modelId="{AD25335F-A6D5-4BC6-B47C-EDAC7B43AA9E}" type="presParOf" srcId="{95425C4F-3F1A-401D-B679-273DB2EDEE27}" destId="{40D9E547-2C97-4405-9C2B-EF4E085E2B7A}" srcOrd="0" destOrd="0" presId="urn:microsoft.com/office/officeart/2008/layout/PictureAccentList"/>
    <dgm:cxn modelId="{671E7435-BE82-4644-87B6-995AB915A424}" type="presParOf" srcId="{95425C4F-3F1A-401D-B679-273DB2EDEE27}" destId="{466C3CF1-D3EA-4B22-BA4C-A198B0488E4B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8586DB6-9ADB-4A5C-94F9-7FD795D14170}" type="doc">
      <dgm:prSet loTypeId="urn:microsoft.com/office/officeart/2008/layout/PictureAccent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6E4FDE99-2D92-47B1-A701-B0734BF27DEA}">
      <dgm:prSet phldrT="[Text]"/>
      <dgm:spPr/>
      <dgm:t>
        <a:bodyPr/>
        <a:lstStyle/>
        <a:p>
          <a:r>
            <a:rPr lang="en-US" dirty="0" smtClean="0"/>
            <a:t>Hospital Management Information System  Module</a:t>
          </a:r>
          <a:endParaRPr lang="en-US" dirty="0"/>
        </a:p>
      </dgm:t>
    </dgm:pt>
    <dgm:pt modelId="{604E8E1C-3048-499E-8E6C-1513A07BCFB1}" type="parTrans" cxnId="{3239DE90-2459-4B39-B8EB-5CB1AD80E99B}">
      <dgm:prSet/>
      <dgm:spPr/>
      <dgm:t>
        <a:bodyPr/>
        <a:lstStyle/>
        <a:p>
          <a:endParaRPr lang="en-US"/>
        </a:p>
      </dgm:t>
    </dgm:pt>
    <dgm:pt modelId="{02E2D410-1966-40A8-8063-B52C0DB96B6D}" type="sibTrans" cxnId="{3239DE90-2459-4B39-B8EB-5CB1AD80E99B}">
      <dgm:prSet/>
      <dgm:spPr/>
      <dgm:t>
        <a:bodyPr/>
        <a:lstStyle/>
        <a:p>
          <a:endParaRPr lang="en-US"/>
        </a:p>
      </dgm:t>
    </dgm:pt>
    <dgm:pt modelId="{A84EBA64-B109-413A-BE21-627E083D3B53}">
      <dgm:prSet phldrT="[Text]" custT="1"/>
      <dgm:spPr/>
      <dgm:t>
        <a:bodyPr/>
        <a:lstStyle/>
        <a:p>
          <a:r>
            <a:rPr lang="en-US" sz="1600" dirty="0" smtClean="0"/>
            <a:t>Admission, Doctors Prescription, Pathology, </a:t>
          </a:r>
        </a:p>
        <a:p>
          <a:r>
            <a:rPr lang="en-US" sz="1600" dirty="0" smtClean="0"/>
            <a:t>Pharmacy, Drug-Storage Management &amp; Nurses  Module.</a:t>
          </a:r>
          <a:endParaRPr lang="en-US" sz="1600" dirty="0"/>
        </a:p>
      </dgm:t>
    </dgm:pt>
    <dgm:pt modelId="{5398AB4F-A854-4FA8-B2B4-0C75FE6625A4}" type="parTrans" cxnId="{B0D6CB37-FE34-4379-8609-4C0EA0F850C4}">
      <dgm:prSet/>
      <dgm:spPr/>
      <dgm:t>
        <a:bodyPr/>
        <a:lstStyle/>
        <a:p>
          <a:endParaRPr lang="en-US"/>
        </a:p>
      </dgm:t>
    </dgm:pt>
    <dgm:pt modelId="{ECFECAA4-F4FF-41E1-83CC-4588F2869BA5}" type="sibTrans" cxnId="{B0D6CB37-FE34-4379-8609-4C0EA0F850C4}">
      <dgm:prSet/>
      <dgm:spPr/>
      <dgm:t>
        <a:bodyPr/>
        <a:lstStyle/>
        <a:p>
          <a:endParaRPr lang="en-US"/>
        </a:p>
      </dgm:t>
    </dgm:pt>
    <dgm:pt modelId="{CEE14644-B867-4E65-8923-378EE9842E02}" type="pres">
      <dgm:prSet presAssocID="{78586DB6-9ADB-4A5C-94F9-7FD795D14170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9612D3A-7AB8-4D69-8661-EAD0E69EA576}" type="pres">
      <dgm:prSet presAssocID="{6E4FDE99-2D92-47B1-A701-B0734BF27DEA}" presName="root" presStyleCnt="0">
        <dgm:presLayoutVars>
          <dgm:chMax/>
          <dgm:chPref val="4"/>
        </dgm:presLayoutVars>
      </dgm:prSet>
      <dgm:spPr/>
    </dgm:pt>
    <dgm:pt modelId="{B06C1724-E4E3-4D06-9C44-A0919B15D79C}" type="pres">
      <dgm:prSet presAssocID="{6E4FDE99-2D92-47B1-A701-B0734BF27DEA}" presName="rootComposite" presStyleCnt="0">
        <dgm:presLayoutVars/>
      </dgm:prSet>
      <dgm:spPr/>
    </dgm:pt>
    <dgm:pt modelId="{76135F7B-AF33-440C-BD6C-25A4E7B63A63}" type="pres">
      <dgm:prSet presAssocID="{6E4FDE99-2D92-47B1-A701-B0734BF27DEA}" presName="rootText" presStyleLbl="node0" presStyleIdx="0" presStyleCnt="1">
        <dgm:presLayoutVars>
          <dgm:chMax/>
          <dgm:chPref val="4"/>
        </dgm:presLayoutVars>
      </dgm:prSet>
      <dgm:spPr/>
      <dgm:t>
        <a:bodyPr/>
        <a:lstStyle/>
        <a:p>
          <a:endParaRPr lang="en-US"/>
        </a:p>
      </dgm:t>
    </dgm:pt>
    <dgm:pt modelId="{CBCC16D4-7CC4-48E8-A2F6-C02B56A97EAC}" type="pres">
      <dgm:prSet presAssocID="{6E4FDE99-2D92-47B1-A701-B0734BF27DEA}" presName="childShape" presStyleCnt="0">
        <dgm:presLayoutVars>
          <dgm:chMax val="0"/>
          <dgm:chPref val="0"/>
        </dgm:presLayoutVars>
      </dgm:prSet>
      <dgm:spPr/>
    </dgm:pt>
    <dgm:pt modelId="{31E77828-5DEC-435B-AAA8-9E1DF04AD395}" type="pres">
      <dgm:prSet presAssocID="{A84EBA64-B109-413A-BE21-627E083D3B53}" presName="childComposite" presStyleCnt="0">
        <dgm:presLayoutVars>
          <dgm:chMax val="0"/>
          <dgm:chPref val="0"/>
        </dgm:presLayoutVars>
      </dgm:prSet>
      <dgm:spPr/>
    </dgm:pt>
    <dgm:pt modelId="{60789D3A-7714-4EA6-8FDD-D41C8F1B2544}" type="pres">
      <dgm:prSet presAssocID="{A84EBA64-B109-413A-BE21-627E083D3B53}" presName="Image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E0226997-BE06-4F3F-B8B5-2EC64D9D7929}" type="pres">
      <dgm:prSet presAssocID="{A84EBA64-B109-413A-BE21-627E083D3B53}" presName="childText" presStyleLbl="lnNode1" presStyleIdx="0" presStyleCnt="1" custScaleY="22787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F3C0414-75EF-4688-A00F-B730508C4E01}" type="presOf" srcId="{6E4FDE99-2D92-47B1-A701-B0734BF27DEA}" destId="{76135F7B-AF33-440C-BD6C-25A4E7B63A63}" srcOrd="0" destOrd="0" presId="urn:microsoft.com/office/officeart/2008/layout/PictureAccentList"/>
    <dgm:cxn modelId="{D487C879-C439-42F7-9A65-652087C670B4}" type="presOf" srcId="{A84EBA64-B109-413A-BE21-627E083D3B53}" destId="{E0226997-BE06-4F3F-B8B5-2EC64D9D7929}" srcOrd="0" destOrd="0" presId="urn:microsoft.com/office/officeart/2008/layout/PictureAccentList"/>
    <dgm:cxn modelId="{3239DE90-2459-4B39-B8EB-5CB1AD80E99B}" srcId="{78586DB6-9ADB-4A5C-94F9-7FD795D14170}" destId="{6E4FDE99-2D92-47B1-A701-B0734BF27DEA}" srcOrd="0" destOrd="0" parTransId="{604E8E1C-3048-499E-8E6C-1513A07BCFB1}" sibTransId="{02E2D410-1966-40A8-8063-B52C0DB96B6D}"/>
    <dgm:cxn modelId="{B0D6CB37-FE34-4379-8609-4C0EA0F850C4}" srcId="{6E4FDE99-2D92-47B1-A701-B0734BF27DEA}" destId="{A84EBA64-B109-413A-BE21-627E083D3B53}" srcOrd="0" destOrd="0" parTransId="{5398AB4F-A854-4FA8-B2B4-0C75FE6625A4}" sibTransId="{ECFECAA4-F4FF-41E1-83CC-4588F2869BA5}"/>
    <dgm:cxn modelId="{88CB4FA7-74EA-457D-9594-3E9507286B05}" type="presOf" srcId="{78586DB6-9ADB-4A5C-94F9-7FD795D14170}" destId="{CEE14644-B867-4E65-8923-378EE9842E02}" srcOrd="0" destOrd="0" presId="urn:microsoft.com/office/officeart/2008/layout/PictureAccentList"/>
    <dgm:cxn modelId="{FB5258E6-CAA5-4C07-9177-911718774B6A}" type="presParOf" srcId="{CEE14644-B867-4E65-8923-378EE9842E02}" destId="{39612D3A-7AB8-4D69-8661-EAD0E69EA576}" srcOrd="0" destOrd="0" presId="urn:microsoft.com/office/officeart/2008/layout/PictureAccentList"/>
    <dgm:cxn modelId="{E501CA27-60ED-46E3-8B8A-A2E872FB13A6}" type="presParOf" srcId="{39612D3A-7AB8-4D69-8661-EAD0E69EA576}" destId="{B06C1724-E4E3-4D06-9C44-A0919B15D79C}" srcOrd="0" destOrd="0" presId="urn:microsoft.com/office/officeart/2008/layout/PictureAccentList"/>
    <dgm:cxn modelId="{5E271254-9138-4C3A-BD3B-18F61E3EBA48}" type="presParOf" srcId="{B06C1724-E4E3-4D06-9C44-A0919B15D79C}" destId="{76135F7B-AF33-440C-BD6C-25A4E7B63A63}" srcOrd="0" destOrd="0" presId="urn:microsoft.com/office/officeart/2008/layout/PictureAccentList"/>
    <dgm:cxn modelId="{72C2E582-8FFF-4B24-BD63-1BDF7BABEDF0}" type="presParOf" srcId="{39612D3A-7AB8-4D69-8661-EAD0E69EA576}" destId="{CBCC16D4-7CC4-48E8-A2F6-C02B56A97EAC}" srcOrd="1" destOrd="0" presId="urn:microsoft.com/office/officeart/2008/layout/PictureAccentList"/>
    <dgm:cxn modelId="{92CC822E-0A9C-48CB-8407-B266730B0D3A}" type="presParOf" srcId="{CBCC16D4-7CC4-48E8-A2F6-C02B56A97EAC}" destId="{31E77828-5DEC-435B-AAA8-9E1DF04AD395}" srcOrd="0" destOrd="0" presId="urn:microsoft.com/office/officeart/2008/layout/PictureAccentList"/>
    <dgm:cxn modelId="{3F22DD84-6BA8-42F1-9B1E-C022DC70A44D}" type="presParOf" srcId="{31E77828-5DEC-435B-AAA8-9E1DF04AD395}" destId="{60789D3A-7714-4EA6-8FDD-D41C8F1B2544}" srcOrd="0" destOrd="0" presId="urn:microsoft.com/office/officeart/2008/layout/PictureAccentList"/>
    <dgm:cxn modelId="{10CDD2BD-DA56-4B6B-A3E4-39005488652B}" type="presParOf" srcId="{31E77828-5DEC-435B-AAA8-9E1DF04AD395}" destId="{E0226997-BE06-4F3F-B8B5-2EC64D9D7929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8586DB6-9ADB-4A5C-94F9-7FD795D14170}" type="doc">
      <dgm:prSet loTypeId="urn:microsoft.com/office/officeart/2008/layout/Pictu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4FDE99-2D92-47B1-A701-B0734BF27DEA}">
      <dgm:prSet phldrT="[Text]"/>
      <dgm:spPr/>
      <dgm:t>
        <a:bodyPr/>
        <a:lstStyle/>
        <a:p>
          <a:r>
            <a:rPr lang="en-US" dirty="0" smtClean="0"/>
            <a:t>Claim Management Module</a:t>
          </a:r>
          <a:endParaRPr lang="en-US" dirty="0"/>
        </a:p>
      </dgm:t>
    </dgm:pt>
    <dgm:pt modelId="{604E8E1C-3048-499E-8E6C-1513A07BCFB1}" type="parTrans" cxnId="{3239DE90-2459-4B39-B8EB-5CB1AD80E99B}">
      <dgm:prSet/>
      <dgm:spPr/>
      <dgm:t>
        <a:bodyPr/>
        <a:lstStyle/>
        <a:p>
          <a:endParaRPr lang="en-US"/>
        </a:p>
      </dgm:t>
    </dgm:pt>
    <dgm:pt modelId="{02E2D410-1966-40A8-8063-B52C0DB96B6D}" type="sibTrans" cxnId="{3239DE90-2459-4B39-B8EB-5CB1AD80E99B}">
      <dgm:prSet/>
      <dgm:spPr/>
      <dgm:t>
        <a:bodyPr/>
        <a:lstStyle/>
        <a:p>
          <a:endParaRPr lang="en-US"/>
        </a:p>
      </dgm:t>
    </dgm:pt>
    <dgm:pt modelId="{CEE14644-B867-4E65-8923-378EE9842E02}" type="pres">
      <dgm:prSet presAssocID="{78586DB6-9ADB-4A5C-94F9-7FD795D14170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9612D3A-7AB8-4D69-8661-EAD0E69EA576}" type="pres">
      <dgm:prSet presAssocID="{6E4FDE99-2D92-47B1-A701-B0734BF27DEA}" presName="root" presStyleCnt="0">
        <dgm:presLayoutVars>
          <dgm:chMax/>
          <dgm:chPref val="4"/>
        </dgm:presLayoutVars>
      </dgm:prSet>
      <dgm:spPr/>
    </dgm:pt>
    <dgm:pt modelId="{B06C1724-E4E3-4D06-9C44-A0919B15D79C}" type="pres">
      <dgm:prSet presAssocID="{6E4FDE99-2D92-47B1-A701-B0734BF27DEA}" presName="rootComposite" presStyleCnt="0">
        <dgm:presLayoutVars/>
      </dgm:prSet>
      <dgm:spPr/>
    </dgm:pt>
    <dgm:pt modelId="{76135F7B-AF33-440C-BD6C-25A4E7B63A63}" type="pres">
      <dgm:prSet presAssocID="{6E4FDE99-2D92-47B1-A701-B0734BF27DEA}" presName="rootText" presStyleLbl="node0" presStyleIdx="0" presStyleCnt="1">
        <dgm:presLayoutVars>
          <dgm:chMax/>
          <dgm:chPref val="4"/>
        </dgm:presLayoutVars>
      </dgm:prSet>
      <dgm:spPr/>
      <dgm:t>
        <a:bodyPr/>
        <a:lstStyle/>
        <a:p>
          <a:endParaRPr lang="en-US"/>
        </a:p>
      </dgm:t>
    </dgm:pt>
    <dgm:pt modelId="{CBCC16D4-7CC4-48E8-A2F6-C02B56A97EAC}" type="pres">
      <dgm:prSet presAssocID="{6E4FDE99-2D92-47B1-A701-B0734BF27DEA}" presName="childShape" presStyleCnt="0">
        <dgm:presLayoutVars>
          <dgm:chMax val="0"/>
          <dgm:chPref val="0"/>
        </dgm:presLayoutVars>
      </dgm:prSet>
      <dgm:spPr/>
    </dgm:pt>
  </dgm:ptLst>
  <dgm:cxnLst>
    <dgm:cxn modelId="{8D6807E3-4E7E-4C72-AA1A-F905FEA30053}" type="presOf" srcId="{6E4FDE99-2D92-47B1-A701-B0734BF27DEA}" destId="{76135F7B-AF33-440C-BD6C-25A4E7B63A63}" srcOrd="0" destOrd="0" presId="urn:microsoft.com/office/officeart/2008/layout/PictureAccentList"/>
    <dgm:cxn modelId="{B0814284-AFD9-48E5-927F-30C225D0D1CE}" type="presOf" srcId="{78586DB6-9ADB-4A5C-94F9-7FD795D14170}" destId="{CEE14644-B867-4E65-8923-378EE9842E02}" srcOrd="0" destOrd="0" presId="urn:microsoft.com/office/officeart/2008/layout/PictureAccentList"/>
    <dgm:cxn modelId="{3239DE90-2459-4B39-B8EB-5CB1AD80E99B}" srcId="{78586DB6-9ADB-4A5C-94F9-7FD795D14170}" destId="{6E4FDE99-2D92-47B1-A701-B0734BF27DEA}" srcOrd="0" destOrd="0" parTransId="{604E8E1C-3048-499E-8E6C-1513A07BCFB1}" sibTransId="{02E2D410-1966-40A8-8063-B52C0DB96B6D}"/>
    <dgm:cxn modelId="{D8B6B828-42EC-4B39-A20C-9E813D3E70BA}" type="presParOf" srcId="{CEE14644-B867-4E65-8923-378EE9842E02}" destId="{39612D3A-7AB8-4D69-8661-EAD0E69EA576}" srcOrd="0" destOrd="0" presId="urn:microsoft.com/office/officeart/2008/layout/PictureAccentList"/>
    <dgm:cxn modelId="{3411A8D1-2B26-432A-9ADC-B0CCB6605BF9}" type="presParOf" srcId="{39612D3A-7AB8-4D69-8661-EAD0E69EA576}" destId="{B06C1724-E4E3-4D06-9C44-A0919B15D79C}" srcOrd="0" destOrd="0" presId="urn:microsoft.com/office/officeart/2008/layout/PictureAccentList"/>
    <dgm:cxn modelId="{8C91E926-C357-4063-83DB-45F6473354C6}" type="presParOf" srcId="{B06C1724-E4E3-4D06-9C44-A0919B15D79C}" destId="{76135F7B-AF33-440C-BD6C-25A4E7B63A63}" srcOrd="0" destOrd="0" presId="urn:microsoft.com/office/officeart/2008/layout/PictureAccentList"/>
    <dgm:cxn modelId="{5C1A5B43-6289-44B9-943D-11D5C14ED69E}" type="presParOf" srcId="{39612D3A-7AB8-4D69-8661-EAD0E69EA576}" destId="{CBCC16D4-7CC4-48E8-A2F6-C02B56A97EAC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8586DB6-9ADB-4A5C-94F9-7FD795D14170}" type="doc">
      <dgm:prSet loTypeId="urn:microsoft.com/office/officeart/2008/layout/Pictu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4FDE99-2D92-47B1-A701-B0734BF27DEA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 smtClean="0"/>
            <a:t>MIS/Reporting Module</a:t>
          </a:r>
          <a:endParaRPr lang="en-US" dirty="0"/>
        </a:p>
      </dgm:t>
    </dgm:pt>
    <dgm:pt modelId="{604E8E1C-3048-499E-8E6C-1513A07BCFB1}" type="parTrans" cxnId="{3239DE90-2459-4B39-B8EB-5CB1AD80E99B}">
      <dgm:prSet/>
      <dgm:spPr/>
      <dgm:t>
        <a:bodyPr/>
        <a:lstStyle/>
        <a:p>
          <a:endParaRPr lang="en-US"/>
        </a:p>
      </dgm:t>
    </dgm:pt>
    <dgm:pt modelId="{02E2D410-1966-40A8-8063-B52C0DB96B6D}" type="sibTrans" cxnId="{3239DE90-2459-4B39-B8EB-5CB1AD80E99B}">
      <dgm:prSet/>
      <dgm:spPr/>
      <dgm:t>
        <a:bodyPr/>
        <a:lstStyle/>
        <a:p>
          <a:endParaRPr lang="en-US"/>
        </a:p>
      </dgm:t>
    </dgm:pt>
    <dgm:pt modelId="{CEE14644-B867-4E65-8923-378EE9842E02}" type="pres">
      <dgm:prSet presAssocID="{78586DB6-9ADB-4A5C-94F9-7FD795D14170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9612D3A-7AB8-4D69-8661-EAD0E69EA576}" type="pres">
      <dgm:prSet presAssocID="{6E4FDE99-2D92-47B1-A701-B0734BF27DEA}" presName="root" presStyleCnt="0">
        <dgm:presLayoutVars>
          <dgm:chMax/>
          <dgm:chPref val="4"/>
        </dgm:presLayoutVars>
      </dgm:prSet>
      <dgm:spPr/>
    </dgm:pt>
    <dgm:pt modelId="{B06C1724-E4E3-4D06-9C44-A0919B15D79C}" type="pres">
      <dgm:prSet presAssocID="{6E4FDE99-2D92-47B1-A701-B0734BF27DEA}" presName="rootComposite" presStyleCnt="0">
        <dgm:presLayoutVars/>
      </dgm:prSet>
      <dgm:spPr/>
    </dgm:pt>
    <dgm:pt modelId="{76135F7B-AF33-440C-BD6C-25A4E7B63A63}" type="pres">
      <dgm:prSet presAssocID="{6E4FDE99-2D92-47B1-A701-B0734BF27DEA}" presName="rootText" presStyleLbl="node0" presStyleIdx="0" presStyleCnt="1" custLinFactNeighborX="-1613">
        <dgm:presLayoutVars>
          <dgm:chMax/>
          <dgm:chPref val="4"/>
        </dgm:presLayoutVars>
      </dgm:prSet>
      <dgm:spPr/>
      <dgm:t>
        <a:bodyPr/>
        <a:lstStyle/>
        <a:p>
          <a:endParaRPr lang="en-US"/>
        </a:p>
      </dgm:t>
    </dgm:pt>
    <dgm:pt modelId="{CBCC16D4-7CC4-48E8-A2F6-C02B56A97EAC}" type="pres">
      <dgm:prSet presAssocID="{6E4FDE99-2D92-47B1-A701-B0734BF27DEA}" presName="childShape" presStyleCnt="0">
        <dgm:presLayoutVars>
          <dgm:chMax val="0"/>
          <dgm:chPref val="0"/>
        </dgm:presLayoutVars>
      </dgm:prSet>
      <dgm:spPr/>
    </dgm:pt>
  </dgm:ptLst>
  <dgm:cxnLst>
    <dgm:cxn modelId="{76D48687-8346-4D83-8626-49E662AD3E44}" type="presOf" srcId="{78586DB6-9ADB-4A5C-94F9-7FD795D14170}" destId="{CEE14644-B867-4E65-8923-378EE9842E02}" srcOrd="0" destOrd="0" presId="urn:microsoft.com/office/officeart/2008/layout/PictureAccentList"/>
    <dgm:cxn modelId="{4993D7F1-E211-4553-B1FD-9A2B364F2361}" type="presOf" srcId="{6E4FDE99-2D92-47B1-A701-B0734BF27DEA}" destId="{76135F7B-AF33-440C-BD6C-25A4E7B63A63}" srcOrd="0" destOrd="0" presId="urn:microsoft.com/office/officeart/2008/layout/PictureAccentList"/>
    <dgm:cxn modelId="{3239DE90-2459-4B39-B8EB-5CB1AD80E99B}" srcId="{78586DB6-9ADB-4A5C-94F9-7FD795D14170}" destId="{6E4FDE99-2D92-47B1-A701-B0734BF27DEA}" srcOrd="0" destOrd="0" parTransId="{604E8E1C-3048-499E-8E6C-1513A07BCFB1}" sibTransId="{02E2D410-1966-40A8-8063-B52C0DB96B6D}"/>
    <dgm:cxn modelId="{E029BB13-DDAE-419B-B57F-8EBAC42F92FD}" type="presParOf" srcId="{CEE14644-B867-4E65-8923-378EE9842E02}" destId="{39612D3A-7AB8-4D69-8661-EAD0E69EA576}" srcOrd="0" destOrd="0" presId="urn:microsoft.com/office/officeart/2008/layout/PictureAccentList"/>
    <dgm:cxn modelId="{173C362F-C3D2-4DDF-8384-5D17611A89F1}" type="presParOf" srcId="{39612D3A-7AB8-4D69-8661-EAD0E69EA576}" destId="{B06C1724-E4E3-4D06-9C44-A0919B15D79C}" srcOrd="0" destOrd="0" presId="urn:microsoft.com/office/officeart/2008/layout/PictureAccentList"/>
    <dgm:cxn modelId="{704526A0-2D0E-4806-A888-B638BAD37DC8}" type="presParOf" srcId="{B06C1724-E4E3-4D06-9C44-A0919B15D79C}" destId="{76135F7B-AF33-440C-BD6C-25A4E7B63A63}" srcOrd="0" destOrd="0" presId="urn:microsoft.com/office/officeart/2008/layout/PictureAccentList"/>
    <dgm:cxn modelId="{D17DB65A-1398-4AF1-BFD9-BDBA85666C86}" type="presParOf" srcId="{39612D3A-7AB8-4D69-8661-EAD0E69EA576}" destId="{CBCC16D4-7CC4-48E8-A2F6-C02B56A97EAC}" srcOrd="1" destOrd="0" presId="urn:microsoft.com/office/officeart/2008/layout/PictureAccentLis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2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8586DB6-9ADB-4A5C-94F9-7FD795D14170}" type="doc">
      <dgm:prSet loTypeId="urn:microsoft.com/office/officeart/2008/layout/Pictu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E4FDE99-2D92-47B1-A701-B0734BF27DEA}">
      <dgm:prSet phldrT="[Text]"/>
      <dgm:spPr>
        <a:solidFill>
          <a:srgbClr val="7030A0"/>
        </a:solidFill>
      </dgm:spPr>
      <dgm:t>
        <a:bodyPr/>
        <a:lstStyle/>
        <a:p>
          <a:r>
            <a:rPr lang="en-US" dirty="0" smtClean="0"/>
            <a:t>SSKMS Administration Module</a:t>
          </a:r>
          <a:endParaRPr lang="en-US" dirty="0"/>
        </a:p>
      </dgm:t>
    </dgm:pt>
    <dgm:pt modelId="{604E8E1C-3048-499E-8E6C-1513A07BCFB1}" type="parTrans" cxnId="{3239DE90-2459-4B39-B8EB-5CB1AD80E99B}">
      <dgm:prSet/>
      <dgm:spPr/>
      <dgm:t>
        <a:bodyPr/>
        <a:lstStyle/>
        <a:p>
          <a:endParaRPr lang="en-US"/>
        </a:p>
      </dgm:t>
    </dgm:pt>
    <dgm:pt modelId="{02E2D410-1966-40A8-8063-B52C0DB96B6D}" type="sibTrans" cxnId="{3239DE90-2459-4B39-B8EB-5CB1AD80E99B}">
      <dgm:prSet/>
      <dgm:spPr/>
      <dgm:t>
        <a:bodyPr/>
        <a:lstStyle/>
        <a:p>
          <a:endParaRPr lang="en-US"/>
        </a:p>
      </dgm:t>
    </dgm:pt>
    <dgm:pt modelId="{CEE14644-B867-4E65-8923-378EE9842E02}" type="pres">
      <dgm:prSet presAssocID="{78586DB6-9ADB-4A5C-94F9-7FD795D14170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9612D3A-7AB8-4D69-8661-EAD0E69EA576}" type="pres">
      <dgm:prSet presAssocID="{6E4FDE99-2D92-47B1-A701-B0734BF27DEA}" presName="root" presStyleCnt="0">
        <dgm:presLayoutVars>
          <dgm:chMax/>
          <dgm:chPref val="4"/>
        </dgm:presLayoutVars>
      </dgm:prSet>
      <dgm:spPr/>
    </dgm:pt>
    <dgm:pt modelId="{B06C1724-E4E3-4D06-9C44-A0919B15D79C}" type="pres">
      <dgm:prSet presAssocID="{6E4FDE99-2D92-47B1-A701-B0734BF27DEA}" presName="rootComposite" presStyleCnt="0">
        <dgm:presLayoutVars/>
      </dgm:prSet>
      <dgm:spPr/>
    </dgm:pt>
    <dgm:pt modelId="{76135F7B-AF33-440C-BD6C-25A4E7B63A63}" type="pres">
      <dgm:prSet presAssocID="{6E4FDE99-2D92-47B1-A701-B0734BF27DEA}" presName="rootText" presStyleLbl="node0" presStyleIdx="0" presStyleCnt="1" custLinFactNeighborX="-1613" custLinFactNeighborY="65790">
        <dgm:presLayoutVars>
          <dgm:chMax/>
          <dgm:chPref val="4"/>
        </dgm:presLayoutVars>
      </dgm:prSet>
      <dgm:spPr/>
      <dgm:t>
        <a:bodyPr/>
        <a:lstStyle/>
        <a:p>
          <a:endParaRPr lang="en-US"/>
        </a:p>
      </dgm:t>
    </dgm:pt>
    <dgm:pt modelId="{CBCC16D4-7CC4-48E8-A2F6-C02B56A97EAC}" type="pres">
      <dgm:prSet presAssocID="{6E4FDE99-2D92-47B1-A701-B0734BF27DEA}" presName="childShape" presStyleCnt="0">
        <dgm:presLayoutVars>
          <dgm:chMax val="0"/>
          <dgm:chPref val="0"/>
        </dgm:presLayoutVars>
      </dgm:prSet>
      <dgm:spPr/>
    </dgm:pt>
  </dgm:ptLst>
  <dgm:cxnLst>
    <dgm:cxn modelId="{5AAFDF11-9A52-44DA-AD7B-6A7A3185B10E}" type="presOf" srcId="{78586DB6-9ADB-4A5C-94F9-7FD795D14170}" destId="{CEE14644-B867-4E65-8923-378EE9842E02}" srcOrd="0" destOrd="0" presId="urn:microsoft.com/office/officeart/2008/layout/PictureAccentList"/>
    <dgm:cxn modelId="{5072CC94-55A9-4804-AAB6-7E4044EA6D68}" type="presOf" srcId="{6E4FDE99-2D92-47B1-A701-B0734BF27DEA}" destId="{76135F7B-AF33-440C-BD6C-25A4E7B63A63}" srcOrd="0" destOrd="0" presId="urn:microsoft.com/office/officeart/2008/layout/PictureAccentList"/>
    <dgm:cxn modelId="{3239DE90-2459-4B39-B8EB-5CB1AD80E99B}" srcId="{78586DB6-9ADB-4A5C-94F9-7FD795D14170}" destId="{6E4FDE99-2D92-47B1-A701-B0734BF27DEA}" srcOrd="0" destOrd="0" parTransId="{604E8E1C-3048-499E-8E6C-1513A07BCFB1}" sibTransId="{02E2D410-1966-40A8-8063-B52C0DB96B6D}"/>
    <dgm:cxn modelId="{21A3F8DC-A52B-453E-996E-AB8B757685F3}" type="presParOf" srcId="{CEE14644-B867-4E65-8923-378EE9842E02}" destId="{39612D3A-7AB8-4D69-8661-EAD0E69EA576}" srcOrd="0" destOrd="0" presId="urn:microsoft.com/office/officeart/2008/layout/PictureAccentList"/>
    <dgm:cxn modelId="{9EFF3F8E-7FEC-4D95-B80D-67A5BF97B845}" type="presParOf" srcId="{39612D3A-7AB8-4D69-8661-EAD0E69EA576}" destId="{B06C1724-E4E3-4D06-9C44-A0919B15D79C}" srcOrd="0" destOrd="0" presId="urn:microsoft.com/office/officeart/2008/layout/PictureAccentList"/>
    <dgm:cxn modelId="{9485DC50-C947-417F-A019-1157A4A6617C}" type="presParOf" srcId="{B06C1724-E4E3-4D06-9C44-A0919B15D79C}" destId="{76135F7B-AF33-440C-BD6C-25A4E7B63A63}" srcOrd="0" destOrd="0" presId="urn:microsoft.com/office/officeart/2008/layout/PictureAccentList"/>
    <dgm:cxn modelId="{28B8D586-7EA9-466B-93A0-FBF19D55E4D5}" type="presParOf" srcId="{39612D3A-7AB8-4D69-8661-EAD0E69EA576}" destId="{CBCC16D4-7CC4-48E8-A2F6-C02B56A97EAC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3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A3E18D-3349-4E71-80E0-7C74A5610FD9}">
      <dsp:nvSpPr>
        <dsp:cNvPr id="0" name=""/>
        <dsp:cNvSpPr/>
      </dsp:nvSpPr>
      <dsp:spPr>
        <a:xfrm>
          <a:off x="1725167" y="370880"/>
          <a:ext cx="4956897" cy="4956897"/>
        </a:xfrm>
        <a:prstGeom prst="pie">
          <a:avLst>
            <a:gd name="adj1" fmla="val 16200000"/>
            <a:gd name="adj2" fmla="val 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HEALTH SERVICE MANAGEMENT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(Booth Operations, Admission, Pharmacy, etc.)</a:t>
          </a:r>
          <a:endParaRPr lang="en-US" sz="1400" kern="1200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56453" y="1398256"/>
        <a:ext cx="1829331" cy="1357245"/>
      </dsp:txXfrm>
    </dsp:sp>
    <dsp:sp modelId="{1EC74A20-1429-4537-9411-A3FC6111E420}">
      <dsp:nvSpPr>
        <dsp:cNvPr id="0" name=""/>
        <dsp:cNvSpPr/>
      </dsp:nvSpPr>
      <dsp:spPr>
        <a:xfrm>
          <a:off x="1725167" y="537290"/>
          <a:ext cx="4956897" cy="4956897"/>
        </a:xfrm>
        <a:prstGeom prst="pie">
          <a:avLst>
            <a:gd name="adj1" fmla="val 0"/>
            <a:gd name="adj2" fmla="val 5400000"/>
          </a:avLst>
        </a:prstGeom>
        <a:solidFill>
          <a:srgbClr val="939E0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b="1" kern="1200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MIS 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(Reporting , Dashboard Management, etc.) </a:t>
          </a:r>
          <a:endParaRPr lang="en-US" sz="1400" kern="1200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356453" y="3109566"/>
        <a:ext cx="1829331" cy="1357245"/>
      </dsp:txXfrm>
    </dsp:sp>
    <dsp:sp modelId="{90B1C090-B85D-44CE-8655-3354E71B4A85}">
      <dsp:nvSpPr>
        <dsp:cNvPr id="0" name=""/>
        <dsp:cNvSpPr/>
      </dsp:nvSpPr>
      <dsp:spPr>
        <a:xfrm>
          <a:off x="1558757" y="537290"/>
          <a:ext cx="4956897" cy="4956897"/>
        </a:xfrm>
        <a:prstGeom prst="pie">
          <a:avLst>
            <a:gd name="adj1" fmla="val 5400000"/>
            <a:gd name="adj2" fmla="val 10800000"/>
          </a:avLst>
        </a:prstGeom>
        <a:solidFill>
          <a:srgbClr val="00763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b="1" kern="1200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endParaRP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CLAIM  MANAGEMENT (Processing, Payment &amp; Account Management, etc.)</a:t>
          </a:r>
          <a:endParaRPr lang="en-US" sz="1400" kern="1200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055037" y="3109566"/>
        <a:ext cx="1829331" cy="1357245"/>
      </dsp:txXfrm>
    </dsp:sp>
    <dsp:sp modelId="{408A600A-6212-47F1-9A2D-316D445794CF}">
      <dsp:nvSpPr>
        <dsp:cNvPr id="0" name=""/>
        <dsp:cNvSpPr/>
      </dsp:nvSpPr>
      <dsp:spPr>
        <a:xfrm>
          <a:off x="1558757" y="370880"/>
          <a:ext cx="4956897" cy="4956897"/>
        </a:xfrm>
        <a:prstGeom prst="pie">
          <a:avLst>
            <a:gd name="adj1" fmla="val 10800000"/>
            <a:gd name="adj2" fmla="val 16200000"/>
          </a:avLst>
        </a:prstGeom>
        <a:solidFill>
          <a:srgbClr val="00B4B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rPr>
            <a:t> DATABASE MANAGEMENT (Listing, Registration, Health Card Distribution, etc.)</a:t>
          </a:r>
          <a:endParaRPr lang="en-US" sz="1400" kern="1200" dirty="0">
            <a:solidFill>
              <a:schemeClr val="tx2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055037" y="1398256"/>
        <a:ext cx="1829331" cy="1357245"/>
      </dsp:txXfrm>
    </dsp:sp>
    <dsp:sp modelId="{DEF79DA4-4911-4634-997E-1848F708B581}">
      <dsp:nvSpPr>
        <dsp:cNvPr id="0" name=""/>
        <dsp:cNvSpPr/>
      </dsp:nvSpPr>
      <dsp:spPr>
        <a:xfrm>
          <a:off x="1418311" y="64024"/>
          <a:ext cx="5570608" cy="5570608"/>
        </a:xfrm>
        <a:prstGeom prst="circularArrow">
          <a:avLst>
            <a:gd name="adj1" fmla="val 5085"/>
            <a:gd name="adj2" fmla="val 327528"/>
            <a:gd name="adj3" fmla="val 21272472"/>
            <a:gd name="adj4" fmla="val 16200000"/>
            <a:gd name="adj5" fmla="val 5932"/>
          </a:avLst>
        </a:prstGeom>
        <a:solidFill>
          <a:schemeClr val="accent3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905875-E55D-406B-82E8-2644C48E6DE2}">
      <dsp:nvSpPr>
        <dsp:cNvPr id="0" name=""/>
        <dsp:cNvSpPr/>
      </dsp:nvSpPr>
      <dsp:spPr>
        <a:xfrm>
          <a:off x="1418311" y="230434"/>
          <a:ext cx="5570608" cy="5570608"/>
        </a:xfrm>
        <a:prstGeom prst="circularArrow">
          <a:avLst>
            <a:gd name="adj1" fmla="val 5085"/>
            <a:gd name="adj2" fmla="val 327528"/>
            <a:gd name="adj3" fmla="val 5072472"/>
            <a:gd name="adj4" fmla="val 0"/>
            <a:gd name="adj5" fmla="val 5932"/>
          </a:avLst>
        </a:prstGeom>
        <a:solidFill>
          <a:schemeClr val="accent3">
            <a:shade val="90000"/>
            <a:hueOff val="-60571"/>
            <a:satOff val="5520"/>
            <a:lumOff val="725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D9D39C-6EDC-42BB-85CA-5C89969E7850}">
      <dsp:nvSpPr>
        <dsp:cNvPr id="0" name=""/>
        <dsp:cNvSpPr/>
      </dsp:nvSpPr>
      <dsp:spPr>
        <a:xfrm>
          <a:off x="1251901" y="230434"/>
          <a:ext cx="5570608" cy="5570608"/>
        </a:xfrm>
        <a:prstGeom prst="circularArrow">
          <a:avLst>
            <a:gd name="adj1" fmla="val 5085"/>
            <a:gd name="adj2" fmla="val 327528"/>
            <a:gd name="adj3" fmla="val 10472472"/>
            <a:gd name="adj4" fmla="val 5400000"/>
            <a:gd name="adj5" fmla="val 5932"/>
          </a:avLst>
        </a:prstGeom>
        <a:solidFill>
          <a:schemeClr val="accent3">
            <a:shade val="90000"/>
            <a:hueOff val="-121143"/>
            <a:satOff val="11039"/>
            <a:lumOff val="1450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963ADA-5E1A-4948-AD4A-C9EF538D3A39}">
      <dsp:nvSpPr>
        <dsp:cNvPr id="0" name=""/>
        <dsp:cNvSpPr/>
      </dsp:nvSpPr>
      <dsp:spPr>
        <a:xfrm>
          <a:off x="1251901" y="64024"/>
          <a:ext cx="5570608" cy="5570608"/>
        </a:xfrm>
        <a:prstGeom prst="circularArrow">
          <a:avLst>
            <a:gd name="adj1" fmla="val 5085"/>
            <a:gd name="adj2" fmla="val 327528"/>
            <a:gd name="adj3" fmla="val 15872472"/>
            <a:gd name="adj4" fmla="val 10800000"/>
            <a:gd name="adj5" fmla="val 5932"/>
          </a:avLst>
        </a:prstGeom>
        <a:solidFill>
          <a:schemeClr val="accent3">
            <a:shade val="90000"/>
            <a:hueOff val="-60571"/>
            <a:satOff val="5520"/>
            <a:lumOff val="725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8A727E-0E78-4CD1-91F4-A9462DC6D4B3}">
      <dsp:nvSpPr>
        <dsp:cNvPr id="0" name=""/>
        <dsp:cNvSpPr/>
      </dsp:nvSpPr>
      <dsp:spPr>
        <a:xfrm>
          <a:off x="0" y="3835547"/>
          <a:ext cx="6437744" cy="62925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bn-IN" sz="2200" kern="1200" dirty="0" smtClean="0">
              <a:latin typeface="Nikosh" pitchFamily="2" charset="0"/>
              <a:cs typeface="Nikosh" pitchFamily="2" charset="0"/>
            </a:rPr>
            <a:t>জালি</a:t>
          </a:r>
          <a:r>
            <a:rPr lang="en-US" sz="2200" kern="1200" dirty="0" err="1" smtClean="0">
              <a:latin typeface="Nikosh" pitchFamily="2" charset="0"/>
              <a:cs typeface="Nikosh" pitchFamily="2" charset="0"/>
            </a:rPr>
            <a:t>য়া</a:t>
          </a:r>
          <a:r>
            <a:rPr lang="bn-IN" sz="2200" kern="1200" dirty="0" smtClean="0">
              <a:latin typeface="Nikosh" pitchFamily="2" charset="0"/>
              <a:cs typeface="Nikosh" pitchFamily="2" charset="0"/>
            </a:rPr>
            <a:t>তি সনাক্তকরণে এসএসকে সেলকে সহা</a:t>
          </a:r>
          <a:r>
            <a:rPr lang="en-US" sz="2200" kern="1200" dirty="0" err="1" smtClean="0">
              <a:latin typeface="Nikosh" pitchFamily="2" charset="0"/>
              <a:cs typeface="Nikosh" pitchFamily="2" charset="0"/>
            </a:rPr>
            <a:t>য়া</a:t>
          </a:r>
          <a:r>
            <a:rPr lang="bn-IN" sz="2200" kern="1200" dirty="0" smtClean="0">
              <a:latin typeface="Nikosh" pitchFamily="2" charset="0"/>
              <a:cs typeface="Nikosh" pitchFamily="2" charset="0"/>
            </a:rPr>
            <a:t>তা করন</a:t>
          </a:r>
          <a:endParaRPr lang="en-US" sz="2200" kern="1200" dirty="0">
            <a:latin typeface="Nikosh" pitchFamily="2" charset="0"/>
            <a:cs typeface="Nikosh" pitchFamily="2" charset="0"/>
          </a:endParaRPr>
        </a:p>
      </dsp:txBody>
      <dsp:txXfrm>
        <a:off x="0" y="3835547"/>
        <a:ext cx="6437744" cy="629253"/>
      </dsp:txXfrm>
    </dsp:sp>
    <dsp:sp modelId="{DFC424DE-F0B9-42B8-9618-2D5FAEA48A53}">
      <dsp:nvSpPr>
        <dsp:cNvPr id="0" name=""/>
        <dsp:cNvSpPr/>
      </dsp:nvSpPr>
      <dsp:spPr>
        <a:xfrm rot="10800000">
          <a:off x="0" y="2877194"/>
          <a:ext cx="6437744" cy="967791"/>
        </a:xfrm>
        <a:prstGeom prst="upArrowCallout">
          <a:avLst/>
        </a:prstGeom>
        <a:solidFill>
          <a:schemeClr val="accent3">
            <a:hueOff val="358076"/>
            <a:satOff val="-279"/>
            <a:lumOff val="-5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>
              <a:latin typeface="Nikosh" pitchFamily="2" charset="0"/>
              <a:cs typeface="Nikosh" pitchFamily="2" charset="0"/>
            </a:rPr>
            <a:t>ইনফরমেশন</a:t>
          </a:r>
          <a:r>
            <a:rPr lang="en-US" sz="2000" kern="1200" dirty="0" smtClean="0">
              <a:latin typeface="Nikosh" pitchFamily="2" charset="0"/>
              <a:cs typeface="Nikosh" pitchFamily="2" charset="0"/>
            </a:rPr>
            <a:t> </a:t>
          </a:r>
          <a:r>
            <a:rPr lang="en-US" sz="2000" kern="1200" dirty="0" err="1" smtClean="0">
              <a:latin typeface="Nikosh" pitchFamily="2" charset="0"/>
              <a:cs typeface="Nikosh" pitchFamily="2" charset="0"/>
            </a:rPr>
            <a:t>এন্ড</a:t>
          </a:r>
          <a:r>
            <a:rPr lang="en-US" sz="2000" kern="1200" dirty="0" smtClean="0">
              <a:latin typeface="Nikosh" pitchFamily="2" charset="0"/>
              <a:cs typeface="Nikosh" pitchFamily="2" charset="0"/>
            </a:rPr>
            <a:t> </a:t>
          </a:r>
          <a:r>
            <a:rPr lang="en-US" sz="2000" kern="1200" dirty="0" err="1" smtClean="0">
              <a:latin typeface="Nikosh" pitchFamily="2" charset="0"/>
              <a:cs typeface="Nikosh" pitchFamily="2" charset="0"/>
            </a:rPr>
            <a:t>কমিউনিকেশন</a:t>
          </a:r>
          <a:r>
            <a:rPr lang="en-US" sz="2000" kern="1200" dirty="0" smtClean="0">
              <a:latin typeface="Nikosh" pitchFamily="2" charset="0"/>
              <a:cs typeface="Nikosh" pitchFamily="2" charset="0"/>
            </a:rPr>
            <a:t>, </a:t>
          </a:r>
          <a:r>
            <a:rPr lang="en-US" sz="2000" kern="1200" dirty="0" err="1" smtClean="0">
              <a:latin typeface="Nikosh" pitchFamily="2" charset="0"/>
              <a:cs typeface="Nikosh" pitchFamily="2" charset="0"/>
            </a:rPr>
            <a:t>ক্যাপাসিডি</a:t>
          </a:r>
          <a:r>
            <a:rPr lang="en-US" sz="2000" kern="1200" dirty="0" smtClean="0">
              <a:latin typeface="Nikosh" pitchFamily="2" charset="0"/>
              <a:cs typeface="Nikosh" pitchFamily="2" charset="0"/>
            </a:rPr>
            <a:t> </a:t>
          </a:r>
          <a:r>
            <a:rPr lang="en-US" sz="2000" kern="1200" dirty="0" err="1" smtClean="0">
              <a:latin typeface="Nikosh" pitchFamily="2" charset="0"/>
              <a:cs typeface="Nikosh" pitchFamily="2" charset="0"/>
            </a:rPr>
            <a:t>বিল্ডিং</a:t>
          </a:r>
          <a:endParaRPr lang="en-US" sz="2000" kern="1200" dirty="0">
            <a:latin typeface="Nikosh" pitchFamily="2" charset="0"/>
            <a:cs typeface="Nikosh" pitchFamily="2" charset="0"/>
          </a:endParaRPr>
        </a:p>
      </dsp:txBody>
      <dsp:txXfrm rot="10800000">
        <a:off x="0" y="2877194"/>
        <a:ext cx="6437744" cy="628842"/>
      </dsp:txXfrm>
    </dsp:sp>
    <dsp:sp modelId="{D5C61315-853D-499F-93AE-D59FBFDB03E3}">
      <dsp:nvSpPr>
        <dsp:cNvPr id="0" name=""/>
        <dsp:cNvSpPr/>
      </dsp:nvSpPr>
      <dsp:spPr>
        <a:xfrm rot="10800000">
          <a:off x="0" y="1918841"/>
          <a:ext cx="6437744" cy="967791"/>
        </a:xfrm>
        <a:prstGeom prst="upArrowCallout">
          <a:avLst/>
        </a:prstGeom>
        <a:solidFill>
          <a:schemeClr val="accent3">
            <a:hueOff val="716151"/>
            <a:satOff val="-559"/>
            <a:lumOff val="-9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err="1" smtClean="0">
              <a:latin typeface="Nikosh" pitchFamily="2" charset="0"/>
              <a:cs typeface="Nikosh" pitchFamily="2" charset="0"/>
            </a:rPr>
            <a:t>ক্লেইম</a:t>
          </a:r>
          <a:r>
            <a:rPr lang="en-US" sz="2400" kern="1200" dirty="0" smtClean="0">
              <a:latin typeface="Nikosh" pitchFamily="2" charset="0"/>
              <a:cs typeface="Nikosh" pitchFamily="2" charset="0"/>
            </a:rPr>
            <a:t> </a:t>
          </a:r>
          <a:r>
            <a:rPr lang="en-US" sz="2400" kern="1200" dirty="0" err="1" smtClean="0">
              <a:latin typeface="Nikosh" pitchFamily="2" charset="0"/>
              <a:cs typeface="Nikosh" pitchFamily="2" charset="0"/>
            </a:rPr>
            <a:t>ম্যানেজমেন্ট</a:t>
          </a:r>
          <a:r>
            <a:rPr lang="en-US" sz="2100" kern="1200" dirty="0" smtClean="0">
              <a:latin typeface="Nikosh" pitchFamily="2" charset="0"/>
              <a:cs typeface="Nikosh" pitchFamily="2" charset="0"/>
            </a:rPr>
            <a:t> </a:t>
          </a:r>
          <a:endParaRPr lang="en-US" sz="2100" kern="1200" dirty="0">
            <a:latin typeface="Nikosh" pitchFamily="2" charset="0"/>
            <a:cs typeface="Nikosh" pitchFamily="2" charset="0"/>
          </a:endParaRPr>
        </a:p>
      </dsp:txBody>
      <dsp:txXfrm rot="10800000">
        <a:off x="0" y="1918841"/>
        <a:ext cx="6437744" cy="628842"/>
      </dsp:txXfrm>
    </dsp:sp>
    <dsp:sp modelId="{6112C0C8-B0A4-46FE-B91B-E570E2128137}">
      <dsp:nvSpPr>
        <dsp:cNvPr id="0" name=""/>
        <dsp:cNvSpPr/>
      </dsp:nvSpPr>
      <dsp:spPr>
        <a:xfrm rot="10800000">
          <a:off x="0" y="960488"/>
          <a:ext cx="6437744" cy="967791"/>
        </a:xfrm>
        <a:prstGeom prst="upArrowCallout">
          <a:avLst/>
        </a:prstGeom>
        <a:solidFill>
          <a:schemeClr val="accent3">
            <a:hueOff val="1074227"/>
            <a:satOff val="-838"/>
            <a:lumOff val="-14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>
              <a:latin typeface="Nikosh" pitchFamily="2" charset="0"/>
              <a:cs typeface="Nikosh" pitchFamily="2" charset="0"/>
            </a:rPr>
            <a:t>২৪/৭ </a:t>
          </a:r>
          <a:r>
            <a:rPr lang="bn-IN" sz="2200" kern="1200" dirty="0" smtClean="0">
              <a:latin typeface="Nikosh" pitchFamily="2" charset="0"/>
              <a:cs typeface="Nikosh" pitchFamily="2" charset="0"/>
            </a:rPr>
            <a:t>এসএসকে কিয়স্ক/বুথ অপারেশন</a:t>
          </a:r>
          <a:endParaRPr lang="en-US" sz="2200" kern="1200" dirty="0">
            <a:latin typeface="Nikosh" pitchFamily="2" charset="0"/>
            <a:cs typeface="Nikosh" pitchFamily="2" charset="0"/>
          </a:endParaRPr>
        </a:p>
      </dsp:txBody>
      <dsp:txXfrm rot="10800000">
        <a:off x="0" y="960488"/>
        <a:ext cx="6437744" cy="628842"/>
      </dsp:txXfrm>
    </dsp:sp>
    <dsp:sp modelId="{DBF43123-1FE9-4BDE-B3CD-0AF1A671B3C0}">
      <dsp:nvSpPr>
        <dsp:cNvPr id="0" name=""/>
        <dsp:cNvSpPr/>
      </dsp:nvSpPr>
      <dsp:spPr>
        <a:xfrm rot="10800000">
          <a:off x="0" y="2135"/>
          <a:ext cx="6437744" cy="967791"/>
        </a:xfrm>
        <a:prstGeom prst="upArrowCallout">
          <a:avLst/>
        </a:prstGeom>
        <a:solidFill>
          <a:schemeClr val="accent3">
            <a:hueOff val="1432302"/>
            <a:satOff val="-1117"/>
            <a:lumOff val="-19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 err="1" smtClean="0">
              <a:latin typeface="Nikosh" pitchFamily="2" charset="0"/>
              <a:cs typeface="Nikosh" pitchFamily="2" charset="0"/>
            </a:rPr>
            <a:t>তালিকাভূক্ত</a:t>
          </a:r>
          <a:r>
            <a:rPr lang="en-US" sz="2000" b="0" kern="1200" dirty="0" smtClean="0">
              <a:latin typeface="Nikosh" pitchFamily="2" charset="0"/>
              <a:cs typeface="Nikosh" pitchFamily="2" charset="0"/>
            </a:rPr>
            <a:t> </a:t>
          </a:r>
          <a:r>
            <a:rPr lang="en-US" sz="2000" b="0" kern="1200" dirty="0" err="1" smtClean="0">
              <a:latin typeface="Nikosh" pitchFamily="2" charset="0"/>
              <a:cs typeface="Nikosh" pitchFamily="2" charset="0"/>
            </a:rPr>
            <a:t>পরিবারের</a:t>
          </a:r>
          <a:r>
            <a:rPr lang="en-US" sz="2000" b="0" kern="1200" dirty="0" smtClean="0">
              <a:latin typeface="Nikosh" pitchFamily="2" charset="0"/>
              <a:cs typeface="Nikosh" pitchFamily="2" charset="0"/>
            </a:rPr>
            <a:t> </a:t>
          </a:r>
          <a:r>
            <a:rPr lang="en-US" sz="2000" b="0" kern="1200" dirty="0" err="1" smtClean="0">
              <a:latin typeface="Nikosh" pitchFamily="2" charset="0"/>
              <a:cs typeface="Nikosh" pitchFamily="2" charset="0"/>
            </a:rPr>
            <a:t>রেজিস্ট্রেশন</a:t>
          </a:r>
          <a:r>
            <a:rPr lang="en-US" sz="2000" b="0" kern="1200" dirty="0" smtClean="0">
              <a:latin typeface="Nikosh" pitchFamily="2" charset="0"/>
              <a:cs typeface="Nikosh" pitchFamily="2" charset="0"/>
            </a:rPr>
            <a:t>, </a:t>
          </a:r>
          <a:r>
            <a:rPr lang="en-US" sz="2000" b="0" kern="1200" dirty="0" err="1" smtClean="0">
              <a:latin typeface="Nikosh" pitchFamily="2" charset="0"/>
              <a:cs typeface="Nikosh" pitchFamily="2" charset="0"/>
            </a:rPr>
            <a:t>কার্ড</a:t>
          </a:r>
          <a:r>
            <a:rPr lang="en-US" sz="2000" b="0" kern="1200" dirty="0" smtClean="0">
              <a:latin typeface="Nikosh" pitchFamily="2" charset="0"/>
              <a:cs typeface="Nikosh" pitchFamily="2" charset="0"/>
            </a:rPr>
            <a:t> </a:t>
          </a:r>
          <a:r>
            <a:rPr lang="en-US" sz="2000" b="0" kern="1200" dirty="0" err="1" smtClean="0">
              <a:latin typeface="Nikosh" pitchFamily="2" charset="0"/>
              <a:cs typeface="Nikosh" pitchFamily="2" charset="0"/>
            </a:rPr>
            <a:t>বিতরণ</a:t>
          </a:r>
          <a:r>
            <a:rPr lang="en-US" sz="2000" b="0" kern="1200" dirty="0" smtClean="0">
              <a:latin typeface="Nikosh" pitchFamily="2" charset="0"/>
              <a:cs typeface="Nikosh" pitchFamily="2" charset="0"/>
            </a:rPr>
            <a:t> ও </a:t>
          </a:r>
          <a:r>
            <a:rPr lang="en-US" sz="2000" b="0" kern="1200" dirty="0" err="1" smtClean="0">
              <a:latin typeface="Nikosh" pitchFamily="2" charset="0"/>
              <a:cs typeface="Nikosh" pitchFamily="2" charset="0"/>
            </a:rPr>
            <a:t>ডাটাবেজে</a:t>
          </a:r>
          <a:r>
            <a:rPr lang="en-US" sz="2000" b="0" kern="1200" dirty="0" smtClean="0">
              <a:latin typeface="Nikosh" pitchFamily="2" charset="0"/>
              <a:cs typeface="Nikosh" pitchFamily="2" charset="0"/>
            </a:rPr>
            <a:t> </a:t>
          </a:r>
          <a:r>
            <a:rPr lang="en-US" sz="2000" b="0" kern="1200" dirty="0" err="1" smtClean="0">
              <a:latin typeface="Nikosh" pitchFamily="2" charset="0"/>
              <a:cs typeface="Nikosh" pitchFamily="2" charset="0"/>
            </a:rPr>
            <a:t>আপডেট</a:t>
          </a:r>
          <a:endParaRPr lang="en-US" sz="2000" b="0" kern="1200" dirty="0">
            <a:latin typeface="Nikosh" pitchFamily="2" charset="0"/>
            <a:cs typeface="Nikosh" pitchFamily="2" charset="0"/>
          </a:endParaRPr>
        </a:p>
      </dsp:txBody>
      <dsp:txXfrm rot="10800000">
        <a:off x="0" y="2135"/>
        <a:ext cx="6437744" cy="6288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35F7B-AF33-440C-BD6C-25A4E7B63A63}">
      <dsp:nvSpPr>
        <dsp:cNvPr id="0" name=""/>
        <dsp:cNvSpPr/>
      </dsp:nvSpPr>
      <dsp:spPr>
        <a:xfrm>
          <a:off x="0" y="398716"/>
          <a:ext cx="6299200" cy="438150"/>
        </a:xfrm>
        <a:prstGeom prst="roundRect">
          <a:avLst>
            <a:gd name="adj" fmla="val 10000"/>
          </a:avLst>
        </a:prstGeom>
        <a:solidFill>
          <a:schemeClr val="accent3">
            <a:alpha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Membership Management Module</a:t>
          </a:r>
          <a:endParaRPr lang="en-US" sz="2500" kern="1200" dirty="0"/>
        </a:p>
      </dsp:txBody>
      <dsp:txXfrm>
        <a:off x="12833" y="411549"/>
        <a:ext cx="6273534" cy="412484"/>
      </dsp:txXfrm>
    </dsp:sp>
    <dsp:sp modelId="{60789D3A-7714-4EA6-8FDD-D41C8F1B2544}">
      <dsp:nvSpPr>
        <dsp:cNvPr id="0" name=""/>
        <dsp:cNvSpPr/>
      </dsp:nvSpPr>
      <dsp:spPr>
        <a:xfrm>
          <a:off x="0" y="915733"/>
          <a:ext cx="438150" cy="438150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226997-BE06-4F3F-B8B5-2EC64D9D7929}">
      <dsp:nvSpPr>
        <dsp:cNvPr id="0" name=""/>
        <dsp:cNvSpPr/>
      </dsp:nvSpPr>
      <dsp:spPr>
        <a:xfrm>
          <a:off x="464438" y="915733"/>
          <a:ext cx="5834761" cy="438150"/>
        </a:xfrm>
        <a:prstGeom prst="roundRect">
          <a:avLst>
            <a:gd name="adj" fmla="val 16670"/>
          </a:avLst>
        </a:prstGeom>
        <a:solidFill>
          <a:schemeClr val="accent3">
            <a:shade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/>
            <a:t>Tablet-based Household Registration Application </a:t>
          </a:r>
          <a:endParaRPr lang="en-US" sz="1400" kern="1200" dirty="0"/>
        </a:p>
      </dsp:txBody>
      <dsp:txXfrm>
        <a:off x="485831" y="937126"/>
        <a:ext cx="5791975" cy="39536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35F7B-AF33-440C-BD6C-25A4E7B63A63}">
      <dsp:nvSpPr>
        <dsp:cNvPr id="0" name=""/>
        <dsp:cNvSpPr/>
      </dsp:nvSpPr>
      <dsp:spPr>
        <a:xfrm>
          <a:off x="0" y="143351"/>
          <a:ext cx="6299200" cy="409575"/>
        </a:xfrm>
        <a:prstGeom prst="roundRect">
          <a:avLst>
            <a:gd name="adj" fmla="val 10000"/>
          </a:avLst>
        </a:prstGeom>
        <a:solidFill>
          <a:schemeClr val="accent5">
            <a:shade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Hospital Management Module</a:t>
          </a:r>
          <a:endParaRPr lang="en-US" sz="2300" kern="1200" dirty="0"/>
        </a:p>
      </dsp:txBody>
      <dsp:txXfrm>
        <a:off x="11996" y="155347"/>
        <a:ext cx="6275208" cy="385583"/>
      </dsp:txXfrm>
    </dsp:sp>
    <dsp:sp modelId="{60789D3A-7714-4EA6-8FDD-D41C8F1B2544}">
      <dsp:nvSpPr>
        <dsp:cNvPr id="0" name=""/>
        <dsp:cNvSpPr/>
      </dsp:nvSpPr>
      <dsp:spPr>
        <a:xfrm>
          <a:off x="0" y="626649"/>
          <a:ext cx="409575" cy="409575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226997-BE06-4F3F-B8B5-2EC64D9D7929}">
      <dsp:nvSpPr>
        <dsp:cNvPr id="0" name=""/>
        <dsp:cNvSpPr/>
      </dsp:nvSpPr>
      <dsp:spPr>
        <a:xfrm>
          <a:off x="434149" y="626649"/>
          <a:ext cx="5865050" cy="409575"/>
        </a:xfrm>
        <a:prstGeom prst="roundRect">
          <a:avLst>
            <a:gd name="adj" fmla="val 16670"/>
          </a:avLst>
        </a:prstGeom>
        <a:solidFill>
          <a:schemeClr val="accent5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latin typeface="Times New Roman" pitchFamily="18" charset="0"/>
              <a:cs typeface="Times New Roman" pitchFamily="18" charset="0"/>
            </a:rPr>
            <a:t>IPD Module</a:t>
          </a:r>
          <a:endParaRPr lang="en-US" sz="1300" kern="1200" dirty="0"/>
        </a:p>
      </dsp:txBody>
      <dsp:txXfrm>
        <a:off x="454146" y="646646"/>
        <a:ext cx="5825056" cy="369581"/>
      </dsp:txXfrm>
    </dsp:sp>
    <dsp:sp modelId="{40D9E547-2C97-4405-9C2B-EF4E085E2B7A}">
      <dsp:nvSpPr>
        <dsp:cNvPr id="0" name=""/>
        <dsp:cNvSpPr/>
      </dsp:nvSpPr>
      <dsp:spPr>
        <a:xfrm>
          <a:off x="0" y="1085373"/>
          <a:ext cx="409575" cy="409575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2000" r="-1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6C3CF1-D3EA-4B22-BA4C-A198B0488E4B}">
      <dsp:nvSpPr>
        <dsp:cNvPr id="0" name=""/>
        <dsp:cNvSpPr/>
      </dsp:nvSpPr>
      <dsp:spPr>
        <a:xfrm>
          <a:off x="434149" y="1085373"/>
          <a:ext cx="5865050" cy="409575"/>
        </a:xfrm>
        <a:prstGeom prst="roundRect">
          <a:avLst>
            <a:gd name="adj" fmla="val 16670"/>
          </a:avLst>
        </a:prstGeom>
        <a:solidFill>
          <a:schemeClr val="accent5">
            <a:shade val="50000"/>
            <a:hueOff val="98934"/>
            <a:satOff val="-14646"/>
            <a:lumOff val="437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OPD Module</a:t>
          </a:r>
          <a:endParaRPr lang="en-US" sz="1300" kern="1200" dirty="0">
            <a:solidFill>
              <a:schemeClr val="tx1"/>
            </a:solidFill>
          </a:endParaRPr>
        </a:p>
      </dsp:txBody>
      <dsp:txXfrm>
        <a:off x="454146" y="1105370"/>
        <a:ext cx="5825056" cy="3695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35F7B-AF33-440C-BD6C-25A4E7B63A63}">
      <dsp:nvSpPr>
        <dsp:cNvPr id="0" name=""/>
        <dsp:cNvSpPr/>
      </dsp:nvSpPr>
      <dsp:spPr>
        <a:xfrm>
          <a:off x="0" y="110837"/>
          <a:ext cx="6299200" cy="40957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3815" tIns="29210" rIns="43815" bIns="2921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Hospital Management Information System  Module</a:t>
          </a:r>
          <a:endParaRPr lang="en-US" sz="2300" kern="1200" dirty="0"/>
        </a:p>
      </dsp:txBody>
      <dsp:txXfrm>
        <a:off x="11996" y="122833"/>
        <a:ext cx="6275208" cy="385583"/>
      </dsp:txXfrm>
    </dsp:sp>
    <dsp:sp modelId="{60789D3A-7714-4EA6-8FDD-D41C8F1B2544}">
      <dsp:nvSpPr>
        <dsp:cNvPr id="0" name=""/>
        <dsp:cNvSpPr/>
      </dsp:nvSpPr>
      <dsp:spPr>
        <a:xfrm>
          <a:off x="0" y="856011"/>
          <a:ext cx="409575" cy="409575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226997-BE06-4F3F-B8B5-2EC64D9D7929}">
      <dsp:nvSpPr>
        <dsp:cNvPr id="0" name=""/>
        <dsp:cNvSpPr/>
      </dsp:nvSpPr>
      <dsp:spPr>
        <a:xfrm>
          <a:off x="434149" y="594135"/>
          <a:ext cx="5865050" cy="933327"/>
        </a:xfrm>
        <a:prstGeom prst="roundRect">
          <a:avLst>
            <a:gd name="adj" fmla="val 1667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Admission, Doctors Prescription, Pathology, 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Pharmacy, Drug-Storage Management &amp; Nurses  Module.</a:t>
          </a:r>
          <a:endParaRPr lang="en-US" sz="1600" kern="1200" dirty="0"/>
        </a:p>
      </dsp:txBody>
      <dsp:txXfrm>
        <a:off x="479718" y="639704"/>
        <a:ext cx="5773912" cy="84218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35F7B-AF33-440C-BD6C-25A4E7B63A63}">
      <dsp:nvSpPr>
        <dsp:cNvPr id="0" name=""/>
        <dsp:cNvSpPr/>
      </dsp:nvSpPr>
      <dsp:spPr>
        <a:xfrm>
          <a:off x="0" y="542925"/>
          <a:ext cx="6299200" cy="36194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Claim Management Module</a:t>
          </a:r>
          <a:endParaRPr lang="en-US" sz="2000" kern="1200" dirty="0"/>
        </a:p>
      </dsp:txBody>
      <dsp:txXfrm>
        <a:off x="10601" y="553526"/>
        <a:ext cx="6277998" cy="34074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35F7B-AF33-440C-BD6C-25A4E7B63A63}">
      <dsp:nvSpPr>
        <dsp:cNvPr id="0" name=""/>
        <dsp:cNvSpPr/>
      </dsp:nvSpPr>
      <dsp:spPr>
        <a:xfrm>
          <a:off x="0" y="542925"/>
          <a:ext cx="6299200" cy="361949"/>
        </a:xfrm>
        <a:prstGeom prst="roundRect">
          <a:avLst>
            <a:gd name="adj" fmla="val 10000"/>
          </a:avLst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MIS/Reporting Module</a:t>
          </a:r>
          <a:endParaRPr lang="en-US" sz="2000" kern="1200" dirty="0"/>
        </a:p>
      </dsp:txBody>
      <dsp:txXfrm>
        <a:off x="10601" y="553526"/>
        <a:ext cx="6277998" cy="34074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35F7B-AF33-440C-BD6C-25A4E7B63A63}">
      <dsp:nvSpPr>
        <dsp:cNvPr id="0" name=""/>
        <dsp:cNvSpPr/>
      </dsp:nvSpPr>
      <dsp:spPr>
        <a:xfrm>
          <a:off x="0" y="781051"/>
          <a:ext cx="6299200" cy="361949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SSKMS Administration Module</a:t>
          </a:r>
          <a:endParaRPr lang="en-US" sz="2000" kern="1200" dirty="0"/>
        </a:p>
      </dsp:txBody>
      <dsp:txXfrm>
        <a:off x="10601" y="791652"/>
        <a:ext cx="6277998" cy="3407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7FC71F-9A22-4372-B25B-D7C3D5BAC5D9}" type="datetimeFigureOut">
              <a:rPr lang="en-GB" smtClean="0"/>
              <a:t>12/04/2023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90BF2-CBE1-4957-B733-2B195002FB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582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90BF2-CBE1-4957-B733-2B195002FB9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540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90BF2-CBE1-4957-B733-2B195002FB9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2446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84262" indent="-457200">
              <a:buFont typeface="Wingdings" pitchFamily="2" charset="2"/>
              <a:buChar char="v"/>
            </a:pPr>
            <a:r>
              <a:rPr lang="en-US" sz="1200" dirty="0" err="1">
                <a:latin typeface="Nikosh" pitchFamily="2" charset="0"/>
                <a:cs typeface="Nikosh" pitchFamily="2" charset="0"/>
              </a:rPr>
              <a:t>ভৌগোলিক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অবস্থানভিত্তিক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জনসংখ্যার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হিসাব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নি</a:t>
            </a:r>
            <a:r>
              <a:rPr lang="bn-IN" sz="1200" dirty="0">
                <a:latin typeface="Nikosh" pitchFamily="2" charset="0"/>
                <a:cs typeface="Nikosh" pitchFamily="2" charset="0"/>
              </a:rPr>
              <a:t>রূ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পণ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;</a:t>
            </a:r>
          </a:p>
          <a:p>
            <a:pPr marL="1084262" indent="-457200">
              <a:buFont typeface="Wingdings" pitchFamily="2" charset="2"/>
              <a:buChar char="v"/>
            </a:pPr>
            <a:r>
              <a:rPr lang="en-US" sz="1200" dirty="0" err="1">
                <a:latin typeface="Nikosh" pitchFamily="2" charset="0"/>
                <a:cs typeface="Nikosh" pitchFamily="2" charset="0"/>
              </a:rPr>
              <a:t>সকল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জনগোষ্ঠির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আর্থ-সামাজিক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ও জনতাত্ত্বিক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বৈশিষ্ট্যসমূহ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</a:t>
            </a:r>
            <a:r>
              <a:rPr lang="bn-IN" sz="1200" dirty="0">
                <a:latin typeface="Nikosh" pitchFamily="2" charset="0"/>
                <a:cs typeface="Nikosh" pitchFamily="2" charset="0"/>
              </a:rPr>
              <a:t>নিরূপণ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;</a:t>
            </a:r>
          </a:p>
          <a:p>
            <a:pPr marL="1084262" indent="-457200">
              <a:buFont typeface="Wingdings" pitchFamily="2" charset="2"/>
              <a:buChar char="v"/>
            </a:pPr>
            <a:r>
              <a:rPr lang="en-US" sz="1200" dirty="0" err="1">
                <a:latin typeface="Nikosh" pitchFamily="2" charset="0"/>
                <a:cs typeface="Nikosh" pitchFamily="2" charset="0"/>
              </a:rPr>
              <a:t>গৃহ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সংক্রান্ত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পরিসংখ্যান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সরবরাহ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;</a:t>
            </a:r>
          </a:p>
          <a:p>
            <a:pPr marL="1084262" indent="-457200">
              <a:buFont typeface="Wingdings" pitchFamily="2" charset="2"/>
              <a:buChar char="v"/>
            </a:pPr>
            <a:r>
              <a:rPr lang="en-US" sz="1200" dirty="0" err="1">
                <a:latin typeface="Nikosh" pitchFamily="2" charset="0"/>
                <a:cs typeface="Nikosh" pitchFamily="2" charset="0"/>
              </a:rPr>
              <a:t>জাতীয়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ও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স্থানীয়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পর্যায়ে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উন্নয়ন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কর্মসূচি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প্রণয়ন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ও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বাস্তবায়নে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তথ্য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সরবরাহ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;</a:t>
            </a:r>
          </a:p>
          <a:p>
            <a:pPr marL="1084262" indent="-457200">
              <a:buFont typeface="Wingdings" pitchFamily="2" charset="2"/>
              <a:buChar char="v"/>
            </a:pPr>
            <a:r>
              <a:rPr lang="en-US" sz="1200" dirty="0" err="1">
                <a:latin typeface="Nikosh" pitchFamily="2" charset="0"/>
                <a:cs typeface="Nikosh" pitchFamily="2" charset="0"/>
              </a:rPr>
              <a:t>নীতিনির্ধারক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, পরিকল্পনাবিদ,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প্রশাসক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,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গবেষক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,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মিডিয়া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,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সরকারি-অসরকারি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প্রতিষ্ঠান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এবং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উন্নয়ন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সহযোগী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সংস্থার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জন্য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নির্ভরযোগ্য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পরিসংখ্যান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1200" dirty="0" err="1">
                <a:latin typeface="Nikosh" pitchFamily="2" charset="0"/>
                <a:cs typeface="Nikosh" pitchFamily="2" charset="0"/>
              </a:rPr>
              <a:t>সরবরাহ</a:t>
            </a:r>
            <a:r>
              <a:rPr lang="en-US" sz="1200" dirty="0">
                <a:latin typeface="Nikosh" pitchFamily="2" charset="0"/>
                <a:cs typeface="Nikosh" pitchFamily="2" charset="0"/>
              </a:rPr>
              <a:t>।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90BF2-CBE1-4957-B733-2B195002FB9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3649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90BF2-CBE1-4957-B733-2B195002FB9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0293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90BF2-CBE1-4957-B733-2B195002FB9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657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4159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31D8F2E7-8BEE-4DC4-B1C9-DB71832D6F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2034" y="2418664"/>
            <a:ext cx="4064208" cy="4061904"/>
          </a:xfrm>
          <a:custGeom>
            <a:avLst/>
            <a:gdLst>
              <a:gd name="connsiteX0" fmla="*/ 4063150 w 8126299"/>
              <a:gd name="connsiteY0" fmla="*/ 0 h 8123807"/>
              <a:gd name="connsiteX1" fmla="*/ 8126299 w 8126299"/>
              <a:gd name="connsiteY1" fmla="*/ 4061904 h 8123807"/>
              <a:gd name="connsiteX2" fmla="*/ 4063150 w 8126299"/>
              <a:gd name="connsiteY2" fmla="*/ 8123807 h 8123807"/>
              <a:gd name="connsiteX3" fmla="*/ 0 w 8126299"/>
              <a:gd name="connsiteY3" fmla="*/ 4061904 h 8123807"/>
              <a:gd name="connsiteX4" fmla="*/ 4063150 w 8126299"/>
              <a:gd name="connsiteY4" fmla="*/ 0 h 8123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6299" h="8123807">
                <a:moveTo>
                  <a:pt x="4063150" y="0"/>
                </a:moveTo>
                <a:cubicBezTo>
                  <a:pt x="6307722" y="0"/>
                  <a:pt x="8126299" y="1818577"/>
                  <a:pt x="8126299" y="4061904"/>
                </a:cubicBezTo>
                <a:cubicBezTo>
                  <a:pt x="8126299" y="6306476"/>
                  <a:pt x="6307722" y="8123807"/>
                  <a:pt x="4063150" y="8123807"/>
                </a:cubicBezTo>
                <a:cubicBezTo>
                  <a:pt x="1819823" y="8123807"/>
                  <a:pt x="0" y="6306476"/>
                  <a:pt x="0" y="4061904"/>
                </a:cubicBezTo>
                <a:cubicBezTo>
                  <a:pt x="0" y="1818577"/>
                  <a:pt x="1819823" y="0"/>
                  <a:pt x="4063150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313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ED1056F3-F8DC-4BA5-BA6A-25016A2D4F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4898" y="1205"/>
            <a:ext cx="3226195" cy="6855591"/>
          </a:xfrm>
          <a:custGeom>
            <a:avLst/>
            <a:gdLst>
              <a:gd name="connsiteX0" fmla="*/ 0 w 6450710"/>
              <a:gd name="connsiteY0" fmla="*/ 0 h 13711182"/>
              <a:gd name="connsiteX1" fmla="*/ 6450710 w 6450710"/>
              <a:gd name="connsiteY1" fmla="*/ 0 h 13711182"/>
              <a:gd name="connsiteX2" fmla="*/ 6450710 w 6450710"/>
              <a:gd name="connsiteY2" fmla="*/ 13711182 h 13711182"/>
              <a:gd name="connsiteX3" fmla="*/ 0 w 6450710"/>
              <a:gd name="connsiteY3" fmla="*/ 13711182 h 13711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50710" h="13711182">
                <a:moveTo>
                  <a:pt x="0" y="0"/>
                </a:moveTo>
                <a:lnTo>
                  <a:pt x="6450710" y="0"/>
                </a:lnTo>
                <a:lnTo>
                  <a:pt x="6450710" y="13711182"/>
                </a:lnTo>
                <a:lnTo>
                  <a:pt x="0" y="13711182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515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xmlns="" id="{FFD43227-227E-4556-AEAD-43C6053D73C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2034" y="380548"/>
            <a:ext cx="2852983" cy="2851617"/>
          </a:xfrm>
          <a:custGeom>
            <a:avLst/>
            <a:gdLst>
              <a:gd name="connsiteX0" fmla="*/ 0 w 5704481"/>
              <a:gd name="connsiteY0" fmla="*/ 0 h 5703234"/>
              <a:gd name="connsiteX1" fmla="*/ 5704481 w 5704481"/>
              <a:gd name="connsiteY1" fmla="*/ 0 h 5703234"/>
              <a:gd name="connsiteX2" fmla="*/ 5704481 w 5704481"/>
              <a:gd name="connsiteY2" fmla="*/ 5703234 h 5703234"/>
              <a:gd name="connsiteX3" fmla="*/ 0 w 5704481"/>
              <a:gd name="connsiteY3" fmla="*/ 5703234 h 57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04481" h="5703234">
                <a:moveTo>
                  <a:pt x="0" y="0"/>
                </a:moveTo>
                <a:lnTo>
                  <a:pt x="5704481" y="0"/>
                </a:lnTo>
                <a:lnTo>
                  <a:pt x="5704481" y="5703234"/>
                </a:lnTo>
                <a:lnTo>
                  <a:pt x="0" y="57032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0B2A0359-9C66-4D3E-93F2-5FC9B84FB69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01906" y="380548"/>
            <a:ext cx="2852983" cy="2851617"/>
          </a:xfrm>
          <a:custGeom>
            <a:avLst/>
            <a:gdLst>
              <a:gd name="connsiteX0" fmla="*/ 0 w 5704481"/>
              <a:gd name="connsiteY0" fmla="*/ 0 h 5703234"/>
              <a:gd name="connsiteX1" fmla="*/ 5704481 w 5704481"/>
              <a:gd name="connsiteY1" fmla="*/ 0 h 5703234"/>
              <a:gd name="connsiteX2" fmla="*/ 5704481 w 5704481"/>
              <a:gd name="connsiteY2" fmla="*/ 5703234 h 5703234"/>
              <a:gd name="connsiteX3" fmla="*/ 0 w 5704481"/>
              <a:gd name="connsiteY3" fmla="*/ 5703234 h 57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04481" h="5703234">
                <a:moveTo>
                  <a:pt x="0" y="0"/>
                </a:moveTo>
                <a:lnTo>
                  <a:pt x="5704481" y="0"/>
                </a:lnTo>
                <a:lnTo>
                  <a:pt x="5704481" y="5703234"/>
                </a:lnTo>
                <a:lnTo>
                  <a:pt x="0" y="57032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xmlns="" id="{77932D91-01A7-4186-B693-1B3821B8D61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52034" y="3628948"/>
            <a:ext cx="2852983" cy="2851617"/>
          </a:xfrm>
          <a:custGeom>
            <a:avLst/>
            <a:gdLst>
              <a:gd name="connsiteX0" fmla="*/ 0 w 5704481"/>
              <a:gd name="connsiteY0" fmla="*/ 0 h 5703234"/>
              <a:gd name="connsiteX1" fmla="*/ 5704481 w 5704481"/>
              <a:gd name="connsiteY1" fmla="*/ 0 h 5703234"/>
              <a:gd name="connsiteX2" fmla="*/ 5704481 w 5704481"/>
              <a:gd name="connsiteY2" fmla="*/ 5703234 h 5703234"/>
              <a:gd name="connsiteX3" fmla="*/ 0 w 5704481"/>
              <a:gd name="connsiteY3" fmla="*/ 5703234 h 57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04481" h="5703234">
                <a:moveTo>
                  <a:pt x="0" y="0"/>
                </a:moveTo>
                <a:lnTo>
                  <a:pt x="5704481" y="0"/>
                </a:lnTo>
                <a:lnTo>
                  <a:pt x="5704481" y="5703234"/>
                </a:lnTo>
                <a:lnTo>
                  <a:pt x="0" y="57032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xmlns="" id="{A21C5D60-0B93-4E2B-8FF6-22543D2F6C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01906" y="3628948"/>
            <a:ext cx="2852983" cy="2851617"/>
          </a:xfrm>
          <a:custGeom>
            <a:avLst/>
            <a:gdLst>
              <a:gd name="connsiteX0" fmla="*/ 0 w 5704481"/>
              <a:gd name="connsiteY0" fmla="*/ 0 h 5703234"/>
              <a:gd name="connsiteX1" fmla="*/ 5704481 w 5704481"/>
              <a:gd name="connsiteY1" fmla="*/ 0 h 5703234"/>
              <a:gd name="connsiteX2" fmla="*/ 5704481 w 5704481"/>
              <a:gd name="connsiteY2" fmla="*/ 5703234 h 5703234"/>
              <a:gd name="connsiteX3" fmla="*/ 0 w 5704481"/>
              <a:gd name="connsiteY3" fmla="*/ 5703234 h 5703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04481" h="5703234">
                <a:moveTo>
                  <a:pt x="0" y="0"/>
                </a:moveTo>
                <a:lnTo>
                  <a:pt x="5704481" y="0"/>
                </a:lnTo>
                <a:lnTo>
                  <a:pt x="5704481" y="5703234"/>
                </a:lnTo>
                <a:lnTo>
                  <a:pt x="0" y="570323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355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97AA7533-C083-4A78-B7C6-0A228B278C2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595949" y="1467346"/>
            <a:ext cx="2306833" cy="2302949"/>
          </a:xfrm>
          <a:custGeom>
            <a:avLst/>
            <a:gdLst>
              <a:gd name="connsiteX0" fmla="*/ 2331739 w 4612465"/>
              <a:gd name="connsiteY0" fmla="*/ 287 h 4605898"/>
              <a:gd name="connsiteX1" fmla="*/ 3044543 w 4612465"/>
              <a:gd name="connsiteY1" fmla="*/ 111741 h 4605898"/>
              <a:gd name="connsiteX2" fmla="*/ 3619855 w 4612465"/>
              <a:gd name="connsiteY2" fmla="*/ 754297 h 4605898"/>
              <a:gd name="connsiteX3" fmla="*/ 3837777 w 4612465"/>
              <a:gd name="connsiteY3" fmla="*/ 977199 h 4605898"/>
              <a:gd name="connsiteX4" fmla="*/ 4536370 w 4612465"/>
              <a:gd name="connsiteY4" fmla="*/ 1684509 h 4605898"/>
              <a:gd name="connsiteX5" fmla="*/ 4552559 w 4612465"/>
              <a:gd name="connsiteY5" fmla="*/ 2847586 h 4605898"/>
              <a:gd name="connsiteX6" fmla="*/ 3796683 w 4612465"/>
              <a:gd name="connsiteY6" fmla="*/ 3637083 h 4605898"/>
              <a:gd name="connsiteX7" fmla="*/ 3659703 w 4612465"/>
              <a:gd name="connsiteY7" fmla="*/ 3759119 h 4605898"/>
              <a:gd name="connsiteX8" fmla="*/ 2624889 w 4612465"/>
              <a:gd name="connsiteY8" fmla="*/ 4584729 h 4605898"/>
              <a:gd name="connsiteX9" fmla="*/ 2321044 w 4612465"/>
              <a:gd name="connsiteY9" fmla="*/ 4585974 h 4605898"/>
              <a:gd name="connsiteX10" fmla="*/ 2319799 w 4612465"/>
              <a:gd name="connsiteY10" fmla="*/ 4605898 h 4605898"/>
              <a:gd name="connsiteX11" fmla="*/ 1820448 w 4612465"/>
              <a:gd name="connsiteY11" fmla="*/ 4554842 h 4605898"/>
              <a:gd name="connsiteX12" fmla="*/ 969932 w 4612465"/>
              <a:gd name="connsiteY12" fmla="*/ 3791496 h 4605898"/>
              <a:gd name="connsiteX13" fmla="*/ 850387 w 4612465"/>
              <a:gd name="connsiteY13" fmla="*/ 3650781 h 4605898"/>
              <a:gd name="connsiteX14" fmla="*/ 50927 w 4612465"/>
              <a:gd name="connsiteY14" fmla="*/ 2820190 h 4605898"/>
              <a:gd name="connsiteX15" fmla="*/ 50927 w 4612465"/>
              <a:gd name="connsiteY15" fmla="*/ 1775413 h 4605898"/>
              <a:gd name="connsiteX16" fmla="*/ 830463 w 4612465"/>
              <a:gd name="connsiteY16" fmla="*/ 957275 h 4605898"/>
              <a:gd name="connsiteX17" fmla="*/ 946272 w 4612465"/>
              <a:gd name="connsiteY17" fmla="*/ 867616 h 4605898"/>
              <a:gd name="connsiteX18" fmla="*/ 1900145 w 4612465"/>
              <a:gd name="connsiteY18" fmla="*/ 29553 h 4605898"/>
              <a:gd name="connsiteX19" fmla="*/ 2331739 w 4612465"/>
              <a:gd name="connsiteY19" fmla="*/ 287 h 4605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612465" h="4605898">
                <a:moveTo>
                  <a:pt x="2331739" y="287"/>
                </a:moveTo>
                <a:cubicBezTo>
                  <a:pt x="2571732" y="-3057"/>
                  <a:pt x="2811056" y="22238"/>
                  <a:pt x="3044543" y="111741"/>
                </a:cubicBezTo>
                <a:cubicBezTo>
                  <a:pt x="3345897" y="227550"/>
                  <a:pt x="3537668" y="446717"/>
                  <a:pt x="3619855" y="754297"/>
                </a:cubicBezTo>
                <a:cubicBezTo>
                  <a:pt x="3653477" y="880069"/>
                  <a:pt x="3698307" y="946068"/>
                  <a:pt x="3837777" y="977199"/>
                </a:cubicBezTo>
                <a:cubicBezTo>
                  <a:pt x="4215091" y="1061877"/>
                  <a:pt x="4445465" y="1313421"/>
                  <a:pt x="4536370" y="1684509"/>
                </a:cubicBezTo>
                <a:cubicBezTo>
                  <a:pt x="4631010" y="2069296"/>
                  <a:pt x="4638481" y="2459063"/>
                  <a:pt x="4552559" y="2847586"/>
                </a:cubicBezTo>
                <a:cubicBezTo>
                  <a:pt x="4461654" y="3262258"/>
                  <a:pt x="4211356" y="3525009"/>
                  <a:pt x="3796683" y="3637083"/>
                </a:cubicBezTo>
                <a:cubicBezTo>
                  <a:pt x="3743136" y="3652026"/>
                  <a:pt x="3670911" y="3708063"/>
                  <a:pt x="3659703" y="3759119"/>
                </a:cubicBezTo>
                <a:cubicBezTo>
                  <a:pt x="3535177" y="4275903"/>
                  <a:pt x="3208918" y="4526201"/>
                  <a:pt x="2624889" y="4584729"/>
                </a:cubicBezTo>
                <a:cubicBezTo>
                  <a:pt x="2525268" y="4593446"/>
                  <a:pt x="2423156" y="4585974"/>
                  <a:pt x="2321044" y="4585974"/>
                </a:cubicBezTo>
                <a:lnTo>
                  <a:pt x="2319799" y="4605898"/>
                </a:lnTo>
                <a:cubicBezTo>
                  <a:pt x="2152934" y="4589710"/>
                  <a:pt x="1984823" y="4582238"/>
                  <a:pt x="1820448" y="4554842"/>
                </a:cubicBezTo>
                <a:cubicBezTo>
                  <a:pt x="1379624" y="4478881"/>
                  <a:pt x="1082006" y="4241036"/>
                  <a:pt x="969932" y="3791496"/>
                </a:cubicBezTo>
                <a:cubicBezTo>
                  <a:pt x="956234" y="3736704"/>
                  <a:pt x="900198" y="3661988"/>
                  <a:pt x="850387" y="3650781"/>
                </a:cubicBezTo>
                <a:cubicBezTo>
                  <a:pt x="395865" y="3551160"/>
                  <a:pt x="135605" y="3269730"/>
                  <a:pt x="50927" y="2820190"/>
                </a:cubicBezTo>
                <a:cubicBezTo>
                  <a:pt x="-13827" y="2471516"/>
                  <a:pt x="-20053" y="2124087"/>
                  <a:pt x="50927" y="1775413"/>
                </a:cubicBezTo>
                <a:cubicBezTo>
                  <a:pt x="139341" y="1338326"/>
                  <a:pt x="394620" y="1064368"/>
                  <a:pt x="830463" y="957275"/>
                </a:cubicBezTo>
                <a:cubicBezTo>
                  <a:pt x="875292" y="946068"/>
                  <a:pt x="938801" y="903729"/>
                  <a:pt x="946272" y="867616"/>
                </a:cubicBezTo>
                <a:cubicBezTo>
                  <a:pt x="1053365" y="344605"/>
                  <a:pt x="1394568" y="81855"/>
                  <a:pt x="1900145" y="29553"/>
                </a:cubicBezTo>
                <a:cubicBezTo>
                  <a:pt x="2043506" y="14610"/>
                  <a:pt x="2187743" y="2294"/>
                  <a:pt x="2331739" y="287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336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D3786E42-3351-4154-8518-0511954BBC8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35458" y="671268"/>
            <a:ext cx="3888390" cy="3680862"/>
          </a:xfrm>
          <a:custGeom>
            <a:avLst/>
            <a:gdLst>
              <a:gd name="connsiteX0" fmla="*/ 4307260 w 7774755"/>
              <a:gd name="connsiteY0" fmla="*/ 1196 h 7361724"/>
              <a:gd name="connsiteX1" fmla="*/ 5041142 w 7774755"/>
              <a:gd name="connsiteY1" fmla="*/ 101234 h 7361724"/>
              <a:gd name="connsiteX2" fmla="*/ 6733902 w 7774755"/>
              <a:gd name="connsiteY2" fmla="*/ 1287027 h 7361724"/>
              <a:gd name="connsiteX3" fmla="*/ 7750306 w 7774755"/>
              <a:gd name="connsiteY3" fmla="*/ 3857906 h 7361724"/>
              <a:gd name="connsiteX4" fmla="*/ 6884618 w 7774755"/>
              <a:gd name="connsiteY4" fmla="*/ 5977884 h 7361724"/>
              <a:gd name="connsiteX5" fmla="*/ 3695904 w 7774755"/>
              <a:gd name="connsiteY5" fmla="*/ 7351759 h 7361724"/>
              <a:gd name="connsiteX6" fmla="*/ 3587536 w 7774755"/>
              <a:gd name="connsiteY6" fmla="*/ 7361724 h 7361724"/>
              <a:gd name="connsiteX7" fmla="*/ 3198912 w 7774755"/>
              <a:gd name="connsiteY7" fmla="*/ 7361724 h 7361724"/>
              <a:gd name="connsiteX8" fmla="*/ 1303121 w 7774755"/>
              <a:gd name="connsiteY8" fmla="*/ 6833598 h 7361724"/>
              <a:gd name="connsiteX9" fmla="*/ 2723 w 7774755"/>
              <a:gd name="connsiteY9" fmla="*/ 4534256 h 7361724"/>
              <a:gd name="connsiteX10" fmla="*/ 684062 w 7774755"/>
              <a:gd name="connsiteY10" fmla="*/ 2066761 h 7361724"/>
              <a:gd name="connsiteX11" fmla="*/ 3096774 w 7774755"/>
              <a:gd name="connsiteY11" fmla="*/ 215828 h 7361724"/>
              <a:gd name="connsiteX12" fmla="*/ 4307260 w 7774755"/>
              <a:gd name="connsiteY12" fmla="*/ 1196 h 7361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774755" h="7361724">
                <a:moveTo>
                  <a:pt x="4307260" y="1196"/>
                </a:moveTo>
                <a:cubicBezTo>
                  <a:pt x="4549698" y="7874"/>
                  <a:pt x="4793580" y="42381"/>
                  <a:pt x="5041142" y="101234"/>
                </a:cubicBezTo>
                <a:cubicBezTo>
                  <a:pt x="5763586" y="271879"/>
                  <a:pt x="6330330" y="671710"/>
                  <a:pt x="6733902" y="1287027"/>
                </a:cubicBezTo>
                <a:cubicBezTo>
                  <a:pt x="7245840" y="2072988"/>
                  <a:pt x="7623254" y="2918738"/>
                  <a:pt x="7750306" y="3857906"/>
                </a:cubicBezTo>
                <a:cubicBezTo>
                  <a:pt x="7869882" y="4729812"/>
                  <a:pt x="7546028" y="5431074"/>
                  <a:pt x="6884618" y="5977884"/>
                </a:cubicBezTo>
                <a:cubicBezTo>
                  <a:pt x="5957898" y="6743916"/>
                  <a:pt x="4899146" y="7219728"/>
                  <a:pt x="3695904" y="7351759"/>
                </a:cubicBezTo>
                <a:cubicBezTo>
                  <a:pt x="3659782" y="7356741"/>
                  <a:pt x="3623658" y="7360479"/>
                  <a:pt x="3587536" y="7361724"/>
                </a:cubicBezTo>
                <a:cubicBezTo>
                  <a:pt x="3457996" y="7361724"/>
                  <a:pt x="3328454" y="7361724"/>
                  <a:pt x="3198912" y="7361724"/>
                </a:cubicBezTo>
                <a:cubicBezTo>
                  <a:pt x="2523801" y="7339303"/>
                  <a:pt x="1883567" y="7186097"/>
                  <a:pt x="1303121" y="6833598"/>
                </a:cubicBezTo>
                <a:cubicBezTo>
                  <a:pt x="441172" y="6312945"/>
                  <a:pt x="-40873" y="5575562"/>
                  <a:pt x="2723" y="4534256"/>
                </a:cubicBezTo>
                <a:cubicBezTo>
                  <a:pt x="38845" y="3656122"/>
                  <a:pt x="189562" y="2811618"/>
                  <a:pt x="684062" y="2066761"/>
                </a:cubicBezTo>
                <a:cubicBezTo>
                  <a:pt x="1276964" y="1177416"/>
                  <a:pt x="2105282" y="604449"/>
                  <a:pt x="3096774" y="215828"/>
                </a:cubicBezTo>
                <a:cubicBezTo>
                  <a:pt x="3503148" y="56238"/>
                  <a:pt x="3903196" y="-9934"/>
                  <a:pt x="4307260" y="1196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86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Slid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97CA760B-A888-45A0-BCF7-0C61FE16C2D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35121" y="849046"/>
            <a:ext cx="4102869" cy="3714792"/>
          </a:xfrm>
          <a:custGeom>
            <a:avLst/>
            <a:gdLst>
              <a:gd name="connsiteX0" fmla="*/ 2079901 w 8203601"/>
              <a:gd name="connsiteY0" fmla="*/ 713 h 7429584"/>
              <a:gd name="connsiteX1" fmla="*/ 2673353 w 8203601"/>
              <a:gd name="connsiteY1" fmla="*/ 124397 h 7429584"/>
              <a:gd name="connsiteX2" fmla="*/ 3206471 w 8203601"/>
              <a:gd name="connsiteY2" fmla="*/ 372268 h 7429584"/>
              <a:gd name="connsiteX3" fmla="*/ 4574143 w 8203601"/>
              <a:gd name="connsiteY3" fmla="*/ 559106 h 7429584"/>
              <a:gd name="connsiteX4" fmla="*/ 6173495 w 8203601"/>
              <a:gd name="connsiteY4" fmla="*/ 354830 h 7429584"/>
              <a:gd name="connsiteX5" fmla="*/ 7659499 w 8203601"/>
              <a:gd name="connsiteY5" fmla="*/ 1379945 h 7429584"/>
              <a:gd name="connsiteX6" fmla="*/ 8202583 w 8203601"/>
              <a:gd name="connsiteY6" fmla="*/ 4184997 h 7429584"/>
              <a:gd name="connsiteX7" fmla="*/ 6756439 w 8203601"/>
              <a:gd name="connsiteY7" fmla="*/ 6912823 h 7429584"/>
              <a:gd name="connsiteX8" fmla="*/ 3474275 w 8203601"/>
              <a:gd name="connsiteY8" fmla="*/ 6929016 h 7429584"/>
              <a:gd name="connsiteX9" fmla="*/ 367743 w 8203601"/>
              <a:gd name="connsiteY9" fmla="*/ 3679291 h 7429584"/>
              <a:gd name="connsiteX10" fmla="*/ 1162437 w 8203601"/>
              <a:gd name="connsiteY10" fmla="*/ 313726 h 7429584"/>
              <a:gd name="connsiteX11" fmla="*/ 2079901 w 8203601"/>
              <a:gd name="connsiteY11" fmla="*/ 713 h 7429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03601" h="7429584">
                <a:moveTo>
                  <a:pt x="2079901" y="713"/>
                </a:moveTo>
                <a:cubicBezTo>
                  <a:pt x="2274391" y="6690"/>
                  <a:pt x="2473433" y="50130"/>
                  <a:pt x="2673353" y="124397"/>
                </a:cubicBezTo>
                <a:cubicBezTo>
                  <a:pt x="2857703" y="191659"/>
                  <a:pt x="3044543" y="266394"/>
                  <a:pt x="3206471" y="372268"/>
                </a:cubicBezTo>
                <a:cubicBezTo>
                  <a:pt x="3637449" y="658752"/>
                  <a:pt x="4082129" y="662489"/>
                  <a:pt x="4574143" y="559106"/>
                </a:cubicBezTo>
                <a:cubicBezTo>
                  <a:pt x="5098541" y="447004"/>
                  <a:pt x="5639133" y="353585"/>
                  <a:pt x="6173495" y="354830"/>
                </a:cubicBezTo>
                <a:cubicBezTo>
                  <a:pt x="6868543" y="356076"/>
                  <a:pt x="7348099" y="764627"/>
                  <a:pt x="7659499" y="1379945"/>
                </a:cubicBezTo>
                <a:cubicBezTo>
                  <a:pt x="7988339" y="2031385"/>
                  <a:pt x="8200091" y="2997957"/>
                  <a:pt x="8202583" y="4184997"/>
                </a:cubicBezTo>
                <a:cubicBezTo>
                  <a:pt x="8226249" y="5171499"/>
                  <a:pt x="7840111" y="6219034"/>
                  <a:pt x="6756439" y="6912823"/>
                </a:cubicBezTo>
                <a:cubicBezTo>
                  <a:pt x="5672763" y="7607858"/>
                  <a:pt x="4536775" y="7590420"/>
                  <a:pt x="3474275" y="6929016"/>
                </a:cubicBezTo>
                <a:cubicBezTo>
                  <a:pt x="2171375" y="6119387"/>
                  <a:pt x="1120087" y="5020783"/>
                  <a:pt x="367743" y="3679291"/>
                </a:cubicBezTo>
                <a:cubicBezTo>
                  <a:pt x="-365917" y="2373920"/>
                  <a:pt x="48868" y="1218019"/>
                  <a:pt x="1162437" y="313726"/>
                </a:cubicBezTo>
                <a:cubicBezTo>
                  <a:pt x="1444255" y="84850"/>
                  <a:pt x="1755753" y="-9250"/>
                  <a:pt x="2079901" y="713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626D3B06-2AD3-44BB-B730-2EE72BAEC7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76533" y="3357693"/>
            <a:ext cx="3285849" cy="2874487"/>
          </a:xfrm>
          <a:custGeom>
            <a:avLst/>
            <a:gdLst>
              <a:gd name="connsiteX0" fmla="*/ 1226155 w 6569986"/>
              <a:gd name="connsiteY0" fmla="*/ 90 h 5748973"/>
              <a:gd name="connsiteX1" fmla="*/ 1341145 w 6569986"/>
              <a:gd name="connsiteY1" fmla="*/ 3086 h 5748973"/>
              <a:gd name="connsiteX2" fmla="*/ 3153428 w 6569986"/>
              <a:gd name="connsiteY2" fmla="*/ 521223 h 5748973"/>
              <a:gd name="connsiteX3" fmla="*/ 5138844 w 6569986"/>
              <a:gd name="connsiteY3" fmla="*/ 1505185 h 5748973"/>
              <a:gd name="connsiteX4" fmla="*/ 6507710 w 6569986"/>
              <a:gd name="connsiteY4" fmla="*/ 3210303 h 5748973"/>
              <a:gd name="connsiteX5" fmla="*/ 6569986 w 6569986"/>
              <a:gd name="connsiteY5" fmla="*/ 3673637 h 5748973"/>
              <a:gd name="connsiteX6" fmla="*/ 5522474 w 6569986"/>
              <a:gd name="connsiteY6" fmla="*/ 5583020 h 5748973"/>
              <a:gd name="connsiteX7" fmla="*/ 3762505 w 6569986"/>
              <a:gd name="connsiteY7" fmla="*/ 5107231 h 5748973"/>
              <a:gd name="connsiteX8" fmla="*/ 2652715 w 6569986"/>
              <a:gd name="connsiteY8" fmla="*/ 4516854 h 5748973"/>
              <a:gd name="connsiteX9" fmla="*/ 1398441 w 6569986"/>
              <a:gd name="connsiteY9" fmla="*/ 4865600 h 5748973"/>
              <a:gd name="connsiteX10" fmla="*/ 577620 w 6569986"/>
              <a:gd name="connsiteY10" fmla="*/ 5046201 h 5748973"/>
              <a:gd name="connsiteX11" fmla="*/ 33312 w 6569986"/>
              <a:gd name="connsiteY11" fmla="*/ 3843027 h 5748973"/>
              <a:gd name="connsiteX12" fmla="*/ 292388 w 6569986"/>
              <a:gd name="connsiteY12" fmla="*/ 3146781 h 5748973"/>
              <a:gd name="connsiteX13" fmla="*/ 545235 w 6569986"/>
              <a:gd name="connsiteY13" fmla="*/ 902352 h 5748973"/>
              <a:gd name="connsiteX14" fmla="*/ 1226155 w 6569986"/>
              <a:gd name="connsiteY14" fmla="*/ 90 h 5748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569986" h="5748973">
                <a:moveTo>
                  <a:pt x="1226155" y="90"/>
                </a:moveTo>
                <a:cubicBezTo>
                  <a:pt x="1263181" y="-319"/>
                  <a:pt x="1301521" y="673"/>
                  <a:pt x="1341145" y="3086"/>
                </a:cubicBezTo>
                <a:cubicBezTo>
                  <a:pt x="1985097" y="42943"/>
                  <a:pt x="2579227" y="257173"/>
                  <a:pt x="3153428" y="521223"/>
                </a:cubicBezTo>
                <a:cubicBezTo>
                  <a:pt x="3824783" y="828867"/>
                  <a:pt x="4486172" y="1160175"/>
                  <a:pt x="5138844" y="1505185"/>
                </a:cubicBezTo>
                <a:cubicBezTo>
                  <a:pt x="5833864" y="1873859"/>
                  <a:pt x="6334578" y="2414415"/>
                  <a:pt x="6507710" y="3210303"/>
                </a:cubicBezTo>
                <a:cubicBezTo>
                  <a:pt x="6541338" y="3368484"/>
                  <a:pt x="6551304" y="3532893"/>
                  <a:pt x="6569986" y="3673637"/>
                </a:cubicBezTo>
                <a:cubicBezTo>
                  <a:pt x="6511446" y="4489453"/>
                  <a:pt x="6259844" y="5179471"/>
                  <a:pt x="5522474" y="5583020"/>
                </a:cubicBezTo>
                <a:cubicBezTo>
                  <a:pt x="4889732" y="5926784"/>
                  <a:pt x="4136172" y="5721273"/>
                  <a:pt x="3762505" y="5107231"/>
                </a:cubicBezTo>
                <a:cubicBezTo>
                  <a:pt x="3503430" y="4681263"/>
                  <a:pt x="3122290" y="4523082"/>
                  <a:pt x="2652715" y="4516854"/>
                </a:cubicBezTo>
                <a:cubicBezTo>
                  <a:pt x="2201824" y="4510627"/>
                  <a:pt x="1784563" y="4618987"/>
                  <a:pt x="1398441" y="4865600"/>
                </a:cubicBezTo>
                <a:cubicBezTo>
                  <a:pt x="1154312" y="5021290"/>
                  <a:pt x="900219" y="5302778"/>
                  <a:pt x="577620" y="5046201"/>
                </a:cubicBezTo>
                <a:cubicBezTo>
                  <a:pt x="79398" y="4651371"/>
                  <a:pt x="-76297" y="4312589"/>
                  <a:pt x="33312" y="3843027"/>
                </a:cubicBezTo>
                <a:cubicBezTo>
                  <a:pt x="88116" y="3603887"/>
                  <a:pt x="190252" y="3372221"/>
                  <a:pt x="292388" y="3146781"/>
                </a:cubicBezTo>
                <a:cubicBezTo>
                  <a:pt x="619969" y="2424379"/>
                  <a:pt x="729578" y="1685785"/>
                  <a:pt x="545235" y="902352"/>
                </a:cubicBezTo>
                <a:cubicBezTo>
                  <a:pt x="410949" y="327856"/>
                  <a:pt x="670764" y="6234"/>
                  <a:pt x="1226155" y="9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043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Slide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B25CD0F0-47EC-4820-9ED8-7E4D732AAE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4525" y="491112"/>
            <a:ext cx="5925283" cy="5875153"/>
          </a:xfrm>
          <a:custGeom>
            <a:avLst/>
            <a:gdLst>
              <a:gd name="connsiteX0" fmla="*/ 718747 w 11847479"/>
              <a:gd name="connsiteY0" fmla="*/ 0 h 11750306"/>
              <a:gd name="connsiteX1" fmla="*/ 11128733 w 11847479"/>
              <a:gd name="connsiteY1" fmla="*/ 0 h 11750306"/>
              <a:gd name="connsiteX2" fmla="*/ 11847479 w 11847479"/>
              <a:gd name="connsiteY2" fmla="*/ 718746 h 11750306"/>
              <a:gd name="connsiteX3" fmla="*/ 11847479 w 11847479"/>
              <a:gd name="connsiteY3" fmla="*/ 11031560 h 11750306"/>
              <a:gd name="connsiteX4" fmla="*/ 11128733 w 11847479"/>
              <a:gd name="connsiteY4" fmla="*/ 11750306 h 11750306"/>
              <a:gd name="connsiteX5" fmla="*/ 718747 w 11847479"/>
              <a:gd name="connsiteY5" fmla="*/ 11750306 h 11750306"/>
              <a:gd name="connsiteX6" fmla="*/ 0 w 11847479"/>
              <a:gd name="connsiteY6" fmla="*/ 11031560 h 11750306"/>
              <a:gd name="connsiteX7" fmla="*/ 0 w 11847479"/>
              <a:gd name="connsiteY7" fmla="*/ 718746 h 11750306"/>
              <a:gd name="connsiteX8" fmla="*/ 718747 w 11847479"/>
              <a:gd name="connsiteY8" fmla="*/ 0 h 11750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47479" h="11750306">
                <a:moveTo>
                  <a:pt x="718747" y="0"/>
                </a:moveTo>
                <a:lnTo>
                  <a:pt x="11128733" y="0"/>
                </a:lnTo>
                <a:cubicBezTo>
                  <a:pt x="11526099" y="0"/>
                  <a:pt x="11847479" y="321380"/>
                  <a:pt x="11847479" y="718746"/>
                </a:cubicBezTo>
                <a:lnTo>
                  <a:pt x="11847479" y="11031560"/>
                </a:lnTo>
                <a:cubicBezTo>
                  <a:pt x="11847479" y="11428926"/>
                  <a:pt x="11526099" y="11750306"/>
                  <a:pt x="11128733" y="11750306"/>
                </a:cubicBezTo>
                <a:lnTo>
                  <a:pt x="718747" y="11750306"/>
                </a:lnTo>
                <a:cubicBezTo>
                  <a:pt x="321381" y="11750306"/>
                  <a:pt x="0" y="11428926"/>
                  <a:pt x="0" y="11031560"/>
                </a:cubicBezTo>
                <a:lnTo>
                  <a:pt x="0" y="718746"/>
                </a:lnTo>
                <a:cubicBezTo>
                  <a:pt x="0" y="321380"/>
                  <a:pt x="321381" y="0"/>
                  <a:pt x="718747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5CA141BB-D030-40F5-BA68-231341C94B4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432057" y="1589675"/>
            <a:ext cx="2569231" cy="3677803"/>
          </a:xfrm>
          <a:custGeom>
            <a:avLst/>
            <a:gdLst>
              <a:gd name="connsiteX0" fmla="*/ 2576344 w 5137124"/>
              <a:gd name="connsiteY0" fmla="*/ 21 h 7355605"/>
              <a:gd name="connsiteX1" fmla="*/ 5110969 w 5137124"/>
              <a:gd name="connsiteY1" fmla="*/ 2195164 h 7355605"/>
              <a:gd name="connsiteX2" fmla="*/ 5134633 w 5137124"/>
              <a:gd name="connsiteY2" fmla="*/ 2606206 h 7355605"/>
              <a:gd name="connsiteX3" fmla="*/ 5137124 w 5137124"/>
              <a:gd name="connsiteY3" fmla="*/ 7228556 h 7355605"/>
              <a:gd name="connsiteX4" fmla="*/ 5137124 w 5137124"/>
              <a:gd name="connsiteY4" fmla="*/ 7355605 h 7355605"/>
              <a:gd name="connsiteX5" fmla="*/ 6956 w 5137124"/>
              <a:gd name="connsiteY5" fmla="*/ 7355605 h 7355605"/>
              <a:gd name="connsiteX6" fmla="*/ 1974 w 5137124"/>
              <a:gd name="connsiteY6" fmla="*/ 7228556 h 7355605"/>
              <a:gd name="connsiteX7" fmla="*/ 1974 w 5137124"/>
              <a:gd name="connsiteY7" fmla="*/ 2568839 h 7355605"/>
              <a:gd name="connsiteX8" fmla="*/ 2008457 w 5137124"/>
              <a:gd name="connsiteY8" fmla="*/ 62730 h 7355605"/>
              <a:gd name="connsiteX9" fmla="*/ 2576344 w 5137124"/>
              <a:gd name="connsiteY9" fmla="*/ 21 h 7355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37124" h="7355605">
                <a:moveTo>
                  <a:pt x="2576344" y="21"/>
                </a:moveTo>
                <a:cubicBezTo>
                  <a:pt x="3870909" y="-5037"/>
                  <a:pt x="4922433" y="947248"/>
                  <a:pt x="5110969" y="2195164"/>
                </a:cubicBezTo>
                <a:cubicBezTo>
                  <a:pt x="5132142" y="2330933"/>
                  <a:pt x="5134633" y="2469192"/>
                  <a:pt x="5134633" y="2606206"/>
                </a:cubicBezTo>
                <a:cubicBezTo>
                  <a:pt x="5137124" y="4146989"/>
                  <a:pt x="5137124" y="5687773"/>
                  <a:pt x="5137124" y="7228556"/>
                </a:cubicBezTo>
                <a:cubicBezTo>
                  <a:pt x="5137124" y="7265923"/>
                  <a:pt x="5137124" y="7302045"/>
                  <a:pt x="5137124" y="7355605"/>
                </a:cubicBezTo>
                <a:lnTo>
                  <a:pt x="6956" y="7355605"/>
                </a:lnTo>
                <a:cubicBezTo>
                  <a:pt x="4465" y="7308273"/>
                  <a:pt x="1974" y="7268415"/>
                  <a:pt x="1974" y="7228556"/>
                </a:cubicBezTo>
                <a:cubicBezTo>
                  <a:pt x="729" y="5675317"/>
                  <a:pt x="-1762" y="4122078"/>
                  <a:pt x="1974" y="2568839"/>
                </a:cubicBezTo>
                <a:cubicBezTo>
                  <a:pt x="4465" y="1358134"/>
                  <a:pt x="826488" y="316829"/>
                  <a:pt x="2008457" y="62730"/>
                </a:cubicBezTo>
                <a:cubicBezTo>
                  <a:pt x="2201508" y="21003"/>
                  <a:pt x="2391406" y="743"/>
                  <a:pt x="2576344" y="21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58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Slide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80105C2A-B97B-4D55-A516-7F7B1AB0EF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52013" y="1193428"/>
            <a:ext cx="4330894" cy="4471147"/>
          </a:xfrm>
          <a:custGeom>
            <a:avLst/>
            <a:gdLst>
              <a:gd name="connsiteX0" fmla="*/ 4332288 w 8659533"/>
              <a:gd name="connsiteY0" fmla="*/ 0 h 8942293"/>
              <a:gd name="connsiteX1" fmla="*/ 5008656 w 8659533"/>
              <a:gd name="connsiteY1" fmla="*/ 540599 h 8942293"/>
              <a:gd name="connsiteX2" fmla="*/ 5419708 w 8659533"/>
              <a:gd name="connsiteY2" fmla="*/ 637757 h 8942293"/>
              <a:gd name="connsiteX3" fmla="*/ 6272952 w 8659533"/>
              <a:gd name="connsiteY3" fmla="*/ 439703 h 8942293"/>
              <a:gd name="connsiteX4" fmla="*/ 6647882 w 8659533"/>
              <a:gd name="connsiteY4" fmla="*/ 1230671 h 8942293"/>
              <a:gd name="connsiteX5" fmla="*/ 6980460 w 8659533"/>
              <a:gd name="connsiteY5" fmla="*/ 1493497 h 8942293"/>
              <a:gd name="connsiteX6" fmla="*/ 7826231 w 8659533"/>
              <a:gd name="connsiteY6" fmla="*/ 1682830 h 8942293"/>
              <a:gd name="connsiteX7" fmla="*/ 7822494 w 8659533"/>
              <a:gd name="connsiteY7" fmla="*/ 2592132 h 8942293"/>
              <a:gd name="connsiteX8" fmla="*/ 7981933 w 8659533"/>
              <a:gd name="connsiteY8" fmla="*/ 2913501 h 8942293"/>
              <a:gd name="connsiteX9" fmla="*/ 8558651 w 8659533"/>
              <a:gd name="connsiteY9" fmla="*/ 3363169 h 8942293"/>
              <a:gd name="connsiteX10" fmla="*/ 8618441 w 8659533"/>
              <a:gd name="connsiteY10" fmla="*/ 3637205 h 8942293"/>
              <a:gd name="connsiteX11" fmla="*/ 8270915 w 8659533"/>
              <a:gd name="connsiteY11" fmla="*/ 4362155 h 8942293"/>
              <a:gd name="connsiteX12" fmla="*/ 8270915 w 8659533"/>
              <a:gd name="connsiteY12" fmla="*/ 4581384 h 8942293"/>
              <a:gd name="connsiteX13" fmla="*/ 8625914 w 8659533"/>
              <a:gd name="connsiteY13" fmla="*/ 5323772 h 8942293"/>
              <a:gd name="connsiteX14" fmla="*/ 8573599 w 8659533"/>
              <a:gd name="connsiteY14" fmla="*/ 5569159 h 8942293"/>
              <a:gd name="connsiteX15" fmla="*/ 7966986 w 8659533"/>
              <a:gd name="connsiteY15" fmla="*/ 6042494 h 8942293"/>
              <a:gd name="connsiteX16" fmla="*/ 7823740 w 8659533"/>
              <a:gd name="connsiteY16" fmla="*/ 6350161 h 8942293"/>
              <a:gd name="connsiteX17" fmla="*/ 7829968 w 8659533"/>
              <a:gd name="connsiteY17" fmla="*/ 7081339 h 8942293"/>
              <a:gd name="connsiteX18" fmla="*/ 7645618 w 8659533"/>
              <a:gd name="connsiteY18" fmla="*/ 7308042 h 8942293"/>
              <a:gd name="connsiteX19" fmla="*/ 6948074 w 8659533"/>
              <a:gd name="connsiteY19" fmla="*/ 7460007 h 8942293"/>
              <a:gd name="connsiteX20" fmla="*/ 6659092 w 8659533"/>
              <a:gd name="connsiteY20" fmla="*/ 7695429 h 8942293"/>
              <a:gd name="connsiteX21" fmla="*/ 6330250 w 8659533"/>
              <a:gd name="connsiteY21" fmla="*/ 8389239 h 8942293"/>
              <a:gd name="connsiteX22" fmla="*/ 6145900 w 8659533"/>
              <a:gd name="connsiteY22" fmla="*/ 8478923 h 8942293"/>
              <a:gd name="connsiteX23" fmla="*/ 5326287 w 8659533"/>
              <a:gd name="connsiteY23" fmla="*/ 8292081 h 8942293"/>
              <a:gd name="connsiteX24" fmla="*/ 5097095 w 8659533"/>
              <a:gd name="connsiteY24" fmla="*/ 8343151 h 8942293"/>
              <a:gd name="connsiteX25" fmla="*/ 4331043 w 8659533"/>
              <a:gd name="connsiteY25" fmla="*/ 8942293 h 8942293"/>
              <a:gd name="connsiteX26" fmla="*/ 3603605 w 8659533"/>
              <a:gd name="connsiteY26" fmla="*/ 8363081 h 8942293"/>
              <a:gd name="connsiteX27" fmla="*/ 3305904 w 8659533"/>
              <a:gd name="connsiteY27" fmla="*/ 8293326 h 8942293"/>
              <a:gd name="connsiteX28" fmla="*/ 2539852 w 8659533"/>
              <a:gd name="connsiteY28" fmla="*/ 8473941 h 8942293"/>
              <a:gd name="connsiteX29" fmla="*/ 2320624 w 8659533"/>
              <a:gd name="connsiteY29" fmla="*/ 8361835 h 8942293"/>
              <a:gd name="connsiteX30" fmla="*/ 1968116 w 8659533"/>
              <a:gd name="connsiteY30" fmla="*/ 7638131 h 8942293"/>
              <a:gd name="connsiteX31" fmla="*/ 1773800 w 8659533"/>
              <a:gd name="connsiteY31" fmla="*/ 7479937 h 8942293"/>
              <a:gd name="connsiteX32" fmla="*/ 971626 w 8659533"/>
              <a:gd name="connsiteY32" fmla="*/ 7294340 h 8942293"/>
              <a:gd name="connsiteX33" fmla="*/ 829626 w 8659533"/>
              <a:gd name="connsiteY33" fmla="*/ 7109989 h 8942293"/>
              <a:gd name="connsiteX34" fmla="*/ 827135 w 8659533"/>
              <a:gd name="connsiteY34" fmla="*/ 6286635 h 8942293"/>
              <a:gd name="connsiteX35" fmla="*/ 726240 w 8659533"/>
              <a:gd name="connsiteY35" fmla="*/ 6074880 h 8942293"/>
              <a:gd name="connsiteX36" fmla="*/ 82259 w 8659533"/>
              <a:gd name="connsiteY36" fmla="*/ 5561685 h 8942293"/>
              <a:gd name="connsiteX37" fmla="*/ 31188 w 8659533"/>
              <a:gd name="connsiteY37" fmla="*/ 5333737 h 8942293"/>
              <a:gd name="connsiteX38" fmla="*/ 379960 w 8659533"/>
              <a:gd name="connsiteY38" fmla="*/ 4608788 h 8942293"/>
              <a:gd name="connsiteX39" fmla="*/ 381206 w 8659533"/>
              <a:gd name="connsiteY39" fmla="*/ 4339734 h 8942293"/>
              <a:gd name="connsiteX40" fmla="*/ 41154 w 8659533"/>
              <a:gd name="connsiteY40" fmla="*/ 3630977 h 8942293"/>
              <a:gd name="connsiteX41" fmla="*/ 107171 w 8659533"/>
              <a:gd name="connsiteY41" fmla="*/ 3363169 h 8942293"/>
              <a:gd name="connsiteX42" fmla="*/ 698837 w 8659533"/>
              <a:gd name="connsiteY42" fmla="*/ 2899799 h 8942293"/>
              <a:gd name="connsiteX43" fmla="*/ 833363 w 8659533"/>
              <a:gd name="connsiteY43" fmla="*/ 2607079 h 8942293"/>
              <a:gd name="connsiteX44" fmla="*/ 832117 w 8659533"/>
              <a:gd name="connsiteY44" fmla="*/ 1687813 h 8942293"/>
              <a:gd name="connsiteX45" fmla="*/ 1751379 w 8659533"/>
              <a:gd name="connsiteY45" fmla="*/ 1474812 h 8942293"/>
              <a:gd name="connsiteX46" fmla="*/ 1989291 w 8659533"/>
              <a:gd name="connsiteY46" fmla="*/ 1280496 h 8942293"/>
              <a:gd name="connsiteX47" fmla="*/ 2389133 w 8659533"/>
              <a:gd name="connsiteY47" fmla="*/ 439703 h 8942293"/>
              <a:gd name="connsiteX48" fmla="*/ 3279746 w 8659533"/>
              <a:gd name="connsiteY48" fmla="*/ 645231 h 8942293"/>
              <a:gd name="connsiteX49" fmla="*/ 3612324 w 8659533"/>
              <a:gd name="connsiteY49" fmla="*/ 575476 h 8942293"/>
              <a:gd name="connsiteX50" fmla="*/ 4332288 w 8659533"/>
              <a:gd name="connsiteY50" fmla="*/ 0 h 8942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8659533" h="8942293">
                <a:moveTo>
                  <a:pt x="4332288" y="0"/>
                </a:moveTo>
                <a:cubicBezTo>
                  <a:pt x="4561481" y="181861"/>
                  <a:pt x="4793165" y="352510"/>
                  <a:pt x="5008656" y="540599"/>
                </a:cubicBezTo>
                <a:cubicBezTo>
                  <a:pt x="5135709" y="652704"/>
                  <a:pt x="5254042" y="686336"/>
                  <a:pt x="5419708" y="637757"/>
                </a:cubicBezTo>
                <a:cubicBezTo>
                  <a:pt x="5694989" y="559283"/>
                  <a:pt x="5976497" y="506967"/>
                  <a:pt x="6272952" y="439703"/>
                </a:cubicBezTo>
                <a:cubicBezTo>
                  <a:pt x="6400005" y="703774"/>
                  <a:pt x="6537022" y="961618"/>
                  <a:pt x="6647882" y="1230671"/>
                </a:cubicBezTo>
                <a:cubicBezTo>
                  <a:pt x="6715145" y="1391356"/>
                  <a:pt x="6817285" y="1462356"/>
                  <a:pt x="6980460" y="1493497"/>
                </a:cubicBezTo>
                <a:cubicBezTo>
                  <a:pt x="7260723" y="1545812"/>
                  <a:pt x="7537249" y="1616813"/>
                  <a:pt x="7826231" y="1682830"/>
                </a:cubicBezTo>
                <a:cubicBezTo>
                  <a:pt x="7826231" y="1995481"/>
                  <a:pt x="7834950" y="2294429"/>
                  <a:pt x="7822494" y="2592132"/>
                </a:cubicBezTo>
                <a:cubicBezTo>
                  <a:pt x="7816266" y="2737869"/>
                  <a:pt x="7868582" y="2830045"/>
                  <a:pt x="7981933" y="2913501"/>
                </a:cubicBezTo>
                <a:cubicBezTo>
                  <a:pt x="8177494" y="3057993"/>
                  <a:pt x="8360599" y="3222414"/>
                  <a:pt x="8558651" y="3363169"/>
                </a:cubicBezTo>
                <a:cubicBezTo>
                  <a:pt x="8674493" y="3445380"/>
                  <a:pt x="8680721" y="3520117"/>
                  <a:pt x="8618441" y="3637205"/>
                </a:cubicBezTo>
                <a:cubicBezTo>
                  <a:pt x="8493880" y="3875118"/>
                  <a:pt x="8376792" y="4118014"/>
                  <a:pt x="8270915" y="4362155"/>
                </a:cubicBezTo>
                <a:cubicBezTo>
                  <a:pt x="8243512" y="4425682"/>
                  <a:pt x="8242266" y="4519103"/>
                  <a:pt x="8270915" y="4581384"/>
                </a:cubicBezTo>
                <a:cubicBezTo>
                  <a:pt x="8380529" y="4831753"/>
                  <a:pt x="8501353" y="5078386"/>
                  <a:pt x="8625914" y="5323772"/>
                </a:cubicBezTo>
                <a:cubicBezTo>
                  <a:pt x="8678230" y="5427159"/>
                  <a:pt x="8675739" y="5494422"/>
                  <a:pt x="8573599" y="5569159"/>
                </a:cubicBezTo>
                <a:cubicBezTo>
                  <a:pt x="8366827" y="5719879"/>
                  <a:pt x="8176248" y="5894266"/>
                  <a:pt x="7966986" y="6042494"/>
                </a:cubicBezTo>
                <a:cubicBezTo>
                  <a:pt x="7852389" y="6123459"/>
                  <a:pt x="7818758" y="6215635"/>
                  <a:pt x="7823740" y="6350161"/>
                </a:cubicBezTo>
                <a:cubicBezTo>
                  <a:pt x="7833705" y="6594303"/>
                  <a:pt x="7815020" y="6839689"/>
                  <a:pt x="7829968" y="7081339"/>
                </a:cubicBezTo>
                <a:cubicBezTo>
                  <a:pt x="7839933" y="7230813"/>
                  <a:pt x="7778898" y="7281884"/>
                  <a:pt x="7645618" y="7308042"/>
                </a:cubicBezTo>
                <a:cubicBezTo>
                  <a:pt x="7411442" y="7352884"/>
                  <a:pt x="7182250" y="7421393"/>
                  <a:pt x="6948074" y="7460007"/>
                </a:cubicBezTo>
                <a:cubicBezTo>
                  <a:pt x="6797356" y="7484919"/>
                  <a:pt x="6716390" y="7558411"/>
                  <a:pt x="6659092" y="7695429"/>
                </a:cubicBezTo>
                <a:cubicBezTo>
                  <a:pt x="6558198" y="7930851"/>
                  <a:pt x="6434882" y="8156308"/>
                  <a:pt x="6330250" y="8389239"/>
                </a:cubicBezTo>
                <a:cubicBezTo>
                  <a:pt x="6289146" y="8480169"/>
                  <a:pt x="6240566" y="8502590"/>
                  <a:pt x="6145900" y="8478923"/>
                </a:cubicBezTo>
                <a:cubicBezTo>
                  <a:pt x="5874357" y="8411660"/>
                  <a:pt x="5601568" y="8344397"/>
                  <a:pt x="5326287" y="8292081"/>
                </a:cubicBezTo>
                <a:cubicBezTo>
                  <a:pt x="5254042" y="8278379"/>
                  <a:pt x="5156884" y="8300799"/>
                  <a:pt x="5097095" y="8343151"/>
                </a:cubicBezTo>
                <a:cubicBezTo>
                  <a:pt x="4842990" y="8531239"/>
                  <a:pt x="4597604" y="8733029"/>
                  <a:pt x="4331043" y="8942293"/>
                </a:cubicBezTo>
                <a:cubicBezTo>
                  <a:pt x="4080675" y="8744240"/>
                  <a:pt x="3840271" y="8556151"/>
                  <a:pt x="3603605" y="8363081"/>
                </a:cubicBezTo>
                <a:cubicBezTo>
                  <a:pt x="3512675" y="8288343"/>
                  <a:pt x="3427974" y="8258449"/>
                  <a:pt x="3305904" y="8293326"/>
                </a:cubicBezTo>
                <a:cubicBezTo>
                  <a:pt x="3054290" y="8364326"/>
                  <a:pt x="2792711" y="8404186"/>
                  <a:pt x="2539852" y="8473941"/>
                </a:cubicBezTo>
                <a:cubicBezTo>
                  <a:pt x="2415291" y="8508818"/>
                  <a:pt x="2367957" y="8467712"/>
                  <a:pt x="2320624" y="8361835"/>
                </a:cubicBezTo>
                <a:cubicBezTo>
                  <a:pt x="2211010" y="8117694"/>
                  <a:pt x="2096414" y="7873553"/>
                  <a:pt x="1968116" y="7638131"/>
                </a:cubicBezTo>
                <a:cubicBezTo>
                  <a:pt x="1929502" y="7568376"/>
                  <a:pt x="1848537" y="7501113"/>
                  <a:pt x="1773800" y="7479937"/>
                </a:cubicBezTo>
                <a:cubicBezTo>
                  <a:pt x="1509731" y="7405200"/>
                  <a:pt x="1241924" y="7344165"/>
                  <a:pt x="971626" y="7294340"/>
                </a:cubicBezTo>
                <a:cubicBezTo>
                  <a:pt x="853293" y="7271919"/>
                  <a:pt x="827135" y="7219603"/>
                  <a:pt x="829626" y="7109989"/>
                </a:cubicBezTo>
                <a:cubicBezTo>
                  <a:pt x="835854" y="6837199"/>
                  <a:pt x="838345" y="6560671"/>
                  <a:pt x="827135" y="6286635"/>
                </a:cubicBezTo>
                <a:cubicBezTo>
                  <a:pt x="824644" y="6214389"/>
                  <a:pt x="781047" y="6123459"/>
                  <a:pt x="726240" y="6074880"/>
                </a:cubicBezTo>
                <a:cubicBezTo>
                  <a:pt x="518223" y="5895511"/>
                  <a:pt x="301486" y="5726107"/>
                  <a:pt x="82259" y="5561685"/>
                </a:cubicBezTo>
                <a:cubicBezTo>
                  <a:pt x="-9917" y="5493176"/>
                  <a:pt x="-21127" y="5433387"/>
                  <a:pt x="31188" y="5333737"/>
                </a:cubicBezTo>
                <a:cubicBezTo>
                  <a:pt x="155750" y="5095824"/>
                  <a:pt x="276574" y="4855420"/>
                  <a:pt x="379960" y="4608788"/>
                </a:cubicBezTo>
                <a:cubicBezTo>
                  <a:pt x="412346" y="4530314"/>
                  <a:pt x="413592" y="4418208"/>
                  <a:pt x="381206" y="4339734"/>
                </a:cubicBezTo>
                <a:cubicBezTo>
                  <a:pt x="281557" y="4098084"/>
                  <a:pt x="166960" y="3861417"/>
                  <a:pt x="41154" y="3630977"/>
                </a:cubicBezTo>
                <a:cubicBezTo>
                  <a:pt x="-27355" y="3506415"/>
                  <a:pt x="48" y="3441643"/>
                  <a:pt x="107171" y="3363169"/>
                </a:cubicBezTo>
                <a:cubicBezTo>
                  <a:pt x="308960" y="3214941"/>
                  <a:pt x="495802" y="3046782"/>
                  <a:pt x="698837" y="2899799"/>
                </a:cubicBezTo>
                <a:cubicBezTo>
                  <a:pt x="805960" y="2822571"/>
                  <a:pt x="838345" y="2734132"/>
                  <a:pt x="833363" y="2607079"/>
                </a:cubicBezTo>
                <a:cubicBezTo>
                  <a:pt x="825889" y="2308131"/>
                  <a:pt x="832117" y="2009182"/>
                  <a:pt x="832117" y="1687813"/>
                </a:cubicBezTo>
                <a:cubicBezTo>
                  <a:pt x="1139784" y="1614321"/>
                  <a:pt x="1443713" y="1533356"/>
                  <a:pt x="1751379" y="1474812"/>
                </a:cubicBezTo>
                <a:cubicBezTo>
                  <a:pt x="1877186" y="1449900"/>
                  <a:pt x="1940712" y="1387619"/>
                  <a:pt x="1989291" y="1280496"/>
                </a:cubicBezTo>
                <a:cubicBezTo>
                  <a:pt x="2116344" y="1003969"/>
                  <a:pt x="2250870" y="731178"/>
                  <a:pt x="2389133" y="439703"/>
                </a:cubicBezTo>
                <a:cubicBezTo>
                  <a:pt x="2689325" y="508213"/>
                  <a:pt x="2985781" y="572985"/>
                  <a:pt x="3279746" y="645231"/>
                </a:cubicBezTo>
                <a:cubicBezTo>
                  <a:pt x="3406798" y="677616"/>
                  <a:pt x="3505202" y="668897"/>
                  <a:pt x="3612324" y="575476"/>
                </a:cubicBezTo>
                <a:cubicBezTo>
                  <a:pt x="3841517" y="376177"/>
                  <a:pt x="4086903" y="194317"/>
                  <a:pt x="4332288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918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06A715BD-D552-4DAA-A890-B2890D1C80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04698" y="667702"/>
            <a:ext cx="3641774" cy="3939191"/>
          </a:xfrm>
          <a:custGeom>
            <a:avLst/>
            <a:gdLst>
              <a:gd name="connsiteX0" fmla="*/ 3640826 w 7281652"/>
              <a:gd name="connsiteY0" fmla="*/ 0 h 7878382"/>
              <a:gd name="connsiteX1" fmla="*/ 7281652 w 7281652"/>
              <a:gd name="connsiteY1" fmla="*/ 3639626 h 7878382"/>
              <a:gd name="connsiteX2" fmla="*/ 7281652 w 7281652"/>
              <a:gd name="connsiteY2" fmla="*/ 7878382 h 7878382"/>
              <a:gd name="connsiteX3" fmla="*/ 0 w 7281652"/>
              <a:gd name="connsiteY3" fmla="*/ 7878382 h 7878382"/>
              <a:gd name="connsiteX4" fmla="*/ 0 w 7281652"/>
              <a:gd name="connsiteY4" fmla="*/ 3639626 h 7878382"/>
              <a:gd name="connsiteX5" fmla="*/ 3640826 w 7281652"/>
              <a:gd name="connsiteY5" fmla="*/ 0 h 7878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81652" h="7878382">
                <a:moveTo>
                  <a:pt x="3640826" y="0"/>
                </a:moveTo>
                <a:cubicBezTo>
                  <a:pt x="5643717" y="0"/>
                  <a:pt x="7281652" y="1637956"/>
                  <a:pt x="7281652" y="3639626"/>
                </a:cubicBezTo>
                <a:lnTo>
                  <a:pt x="7281652" y="7878382"/>
                </a:lnTo>
                <a:lnTo>
                  <a:pt x="0" y="7878382"/>
                </a:lnTo>
                <a:lnTo>
                  <a:pt x="0" y="3639626"/>
                </a:lnTo>
                <a:cubicBezTo>
                  <a:pt x="0" y="1637956"/>
                  <a:pt x="1639182" y="0"/>
                  <a:pt x="3640826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033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B2222A8B-E9AA-4DAF-94AF-7F28701B23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69715" y="379477"/>
            <a:ext cx="2818457" cy="2635152"/>
          </a:xfrm>
          <a:custGeom>
            <a:avLst/>
            <a:gdLst>
              <a:gd name="connsiteX0" fmla="*/ 0 w 5635446"/>
              <a:gd name="connsiteY0" fmla="*/ 0 h 5270304"/>
              <a:gd name="connsiteX1" fmla="*/ 5635446 w 5635446"/>
              <a:gd name="connsiteY1" fmla="*/ 0 h 5270304"/>
              <a:gd name="connsiteX2" fmla="*/ 5635446 w 5635446"/>
              <a:gd name="connsiteY2" fmla="*/ 5270304 h 5270304"/>
              <a:gd name="connsiteX3" fmla="*/ 0 w 5635446"/>
              <a:gd name="connsiteY3" fmla="*/ 5270304 h 527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35446" h="5270304">
                <a:moveTo>
                  <a:pt x="0" y="0"/>
                </a:moveTo>
                <a:lnTo>
                  <a:pt x="5635446" y="0"/>
                </a:lnTo>
                <a:lnTo>
                  <a:pt x="5635446" y="5270304"/>
                </a:lnTo>
                <a:lnTo>
                  <a:pt x="0" y="527030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5C3928CA-4A01-4CEA-B42D-341C8DBD33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88798" y="3015252"/>
            <a:ext cx="3848736" cy="3466387"/>
          </a:xfrm>
          <a:custGeom>
            <a:avLst/>
            <a:gdLst>
              <a:gd name="connsiteX0" fmla="*/ 0 w 7695468"/>
              <a:gd name="connsiteY0" fmla="*/ 0 h 6932774"/>
              <a:gd name="connsiteX1" fmla="*/ 7695468 w 7695468"/>
              <a:gd name="connsiteY1" fmla="*/ 0 h 6932774"/>
              <a:gd name="connsiteX2" fmla="*/ 7695468 w 7695468"/>
              <a:gd name="connsiteY2" fmla="*/ 6932774 h 6932774"/>
              <a:gd name="connsiteX3" fmla="*/ 0 w 7695468"/>
              <a:gd name="connsiteY3" fmla="*/ 6932774 h 6932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695468" h="6932774">
                <a:moveTo>
                  <a:pt x="0" y="0"/>
                </a:moveTo>
                <a:lnTo>
                  <a:pt x="7695468" y="0"/>
                </a:lnTo>
                <a:lnTo>
                  <a:pt x="7695468" y="6932774"/>
                </a:lnTo>
                <a:lnTo>
                  <a:pt x="0" y="6932774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6407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8B47C720-DC9A-473E-8E71-32BEF2FE01C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56006" y="1211335"/>
            <a:ext cx="2110416" cy="1826348"/>
          </a:xfrm>
          <a:custGeom>
            <a:avLst/>
            <a:gdLst>
              <a:gd name="connsiteX0" fmla="*/ 1055245 w 4219733"/>
              <a:gd name="connsiteY0" fmla="*/ 0 h 3652695"/>
              <a:gd name="connsiteX1" fmla="*/ 3164488 w 4219733"/>
              <a:gd name="connsiteY1" fmla="*/ 0 h 3652695"/>
              <a:gd name="connsiteX2" fmla="*/ 4219733 w 4219733"/>
              <a:gd name="connsiteY2" fmla="*/ 1827593 h 3652695"/>
              <a:gd name="connsiteX3" fmla="*/ 3164488 w 4219733"/>
              <a:gd name="connsiteY3" fmla="*/ 3652695 h 3652695"/>
              <a:gd name="connsiteX4" fmla="*/ 1055245 w 4219733"/>
              <a:gd name="connsiteY4" fmla="*/ 3652695 h 3652695"/>
              <a:gd name="connsiteX5" fmla="*/ 0 w 4219733"/>
              <a:gd name="connsiteY5" fmla="*/ 1827593 h 36526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19733" h="3652695">
                <a:moveTo>
                  <a:pt x="1055245" y="0"/>
                </a:moveTo>
                <a:lnTo>
                  <a:pt x="3164488" y="0"/>
                </a:lnTo>
                <a:lnTo>
                  <a:pt x="4219733" y="1827593"/>
                </a:lnTo>
                <a:lnTo>
                  <a:pt x="3164488" y="3652695"/>
                </a:lnTo>
                <a:lnTo>
                  <a:pt x="1055245" y="3652695"/>
                </a:lnTo>
                <a:lnTo>
                  <a:pt x="0" y="1827593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6292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F43D3AF5-4CCF-4F94-81E5-EFC6A8822EB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74597" y="2028862"/>
            <a:ext cx="3832820" cy="3694447"/>
          </a:xfrm>
          <a:custGeom>
            <a:avLst/>
            <a:gdLst>
              <a:gd name="connsiteX0" fmla="*/ 567392 w 7663643"/>
              <a:gd name="connsiteY0" fmla="*/ 0 h 7388894"/>
              <a:gd name="connsiteX1" fmla="*/ 7656039 w 7663643"/>
              <a:gd name="connsiteY1" fmla="*/ 0 h 7388894"/>
              <a:gd name="connsiteX2" fmla="*/ 7656039 w 7663643"/>
              <a:gd name="connsiteY2" fmla="*/ 614288 h 7388894"/>
              <a:gd name="connsiteX3" fmla="*/ 7663515 w 7663643"/>
              <a:gd name="connsiteY3" fmla="*/ 7063683 h 7388894"/>
              <a:gd name="connsiteX4" fmla="*/ 7330826 w 7663643"/>
              <a:gd name="connsiteY4" fmla="*/ 7388894 h 7388894"/>
              <a:gd name="connsiteX5" fmla="*/ 856471 w 7663643"/>
              <a:gd name="connsiteY5" fmla="*/ 7378926 h 7388894"/>
              <a:gd name="connsiteX6" fmla="*/ 481417 w 7663643"/>
              <a:gd name="connsiteY6" fmla="*/ 6981445 h 7388894"/>
              <a:gd name="connsiteX7" fmla="*/ 174894 w 7663643"/>
              <a:gd name="connsiteY7" fmla="*/ 5801465 h 7388894"/>
              <a:gd name="connsiteX8" fmla="*/ 141251 w 7663643"/>
              <a:gd name="connsiteY8" fmla="*/ 4991553 h 7388894"/>
              <a:gd name="connsiteX9" fmla="*/ 549948 w 7663643"/>
              <a:gd name="connsiteY9" fmla="*/ 4008444 h 7388894"/>
              <a:gd name="connsiteX10" fmla="*/ 763019 w 7663643"/>
              <a:gd name="connsiteY10" fmla="*/ 3343070 h 7388894"/>
              <a:gd name="connsiteX11" fmla="*/ 660844 w 7663643"/>
              <a:gd name="connsiteY11" fmla="*/ 2531911 h 7388894"/>
              <a:gd name="connsiteX12" fmla="*/ 530012 w 7663643"/>
              <a:gd name="connsiteY12" fmla="*/ 2018551 h 7388894"/>
              <a:gd name="connsiteX13" fmla="*/ 458988 w 7663643"/>
              <a:gd name="connsiteY13" fmla="*/ 973141 h 7388894"/>
              <a:gd name="connsiteX14" fmla="*/ 446528 w 7663643"/>
              <a:gd name="connsiteY14" fmla="*/ 849785 h 7388894"/>
              <a:gd name="connsiteX15" fmla="*/ 567392 w 7663643"/>
              <a:gd name="connsiteY15" fmla="*/ 0 h 7388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663643" h="7388894">
                <a:moveTo>
                  <a:pt x="567392" y="0"/>
                </a:moveTo>
                <a:lnTo>
                  <a:pt x="7656039" y="0"/>
                </a:lnTo>
                <a:cubicBezTo>
                  <a:pt x="7656039" y="215562"/>
                  <a:pt x="7656039" y="414925"/>
                  <a:pt x="7656039" y="614288"/>
                </a:cubicBezTo>
                <a:cubicBezTo>
                  <a:pt x="7658531" y="2764917"/>
                  <a:pt x="7661023" y="4915546"/>
                  <a:pt x="7663515" y="7063683"/>
                </a:cubicBezTo>
                <a:cubicBezTo>
                  <a:pt x="7664761" y="7387648"/>
                  <a:pt x="7663515" y="7388894"/>
                  <a:pt x="7330826" y="7388894"/>
                </a:cubicBezTo>
                <a:cubicBezTo>
                  <a:pt x="5172708" y="7385156"/>
                  <a:pt x="3014589" y="7381418"/>
                  <a:pt x="856471" y="7378926"/>
                </a:cubicBezTo>
                <a:cubicBezTo>
                  <a:pt x="608511" y="7377680"/>
                  <a:pt x="420361" y="7193269"/>
                  <a:pt x="481417" y="6981445"/>
                </a:cubicBezTo>
                <a:cubicBezTo>
                  <a:pt x="613495" y="6522911"/>
                  <a:pt x="416623" y="6152843"/>
                  <a:pt x="174894" y="5801465"/>
                </a:cubicBezTo>
                <a:cubicBezTo>
                  <a:pt x="-56867" y="5465041"/>
                  <a:pt x="-48145" y="5337947"/>
                  <a:pt x="141251" y="4991553"/>
                </a:cubicBezTo>
                <a:cubicBezTo>
                  <a:pt x="310711" y="4681294"/>
                  <a:pt x="424099" y="4339885"/>
                  <a:pt x="549948" y="4008444"/>
                </a:cubicBezTo>
                <a:cubicBezTo>
                  <a:pt x="632186" y="3791637"/>
                  <a:pt x="691995" y="3564861"/>
                  <a:pt x="763019" y="3343070"/>
                </a:cubicBezTo>
                <a:cubicBezTo>
                  <a:pt x="853979" y="3056485"/>
                  <a:pt x="836534" y="2797313"/>
                  <a:pt x="660844" y="2531911"/>
                </a:cubicBezTo>
                <a:cubicBezTo>
                  <a:pt x="567392" y="2391111"/>
                  <a:pt x="533750" y="2192994"/>
                  <a:pt x="530012" y="2018551"/>
                </a:cubicBezTo>
                <a:cubicBezTo>
                  <a:pt x="523781" y="1668420"/>
                  <a:pt x="584837" y="1315796"/>
                  <a:pt x="458988" y="973141"/>
                </a:cubicBezTo>
                <a:cubicBezTo>
                  <a:pt x="445282" y="935761"/>
                  <a:pt x="441544" y="889658"/>
                  <a:pt x="446528" y="849785"/>
                </a:cubicBezTo>
                <a:cubicBezTo>
                  <a:pt x="483909" y="578153"/>
                  <a:pt x="522535" y="306521"/>
                  <a:pt x="567392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05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268441AB-8FAA-4176-855A-4F10333D10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79869" y="1131576"/>
            <a:ext cx="2866750" cy="2374231"/>
          </a:xfrm>
          <a:custGeom>
            <a:avLst/>
            <a:gdLst>
              <a:gd name="connsiteX0" fmla="*/ 5262930 w 5732007"/>
              <a:gd name="connsiteY0" fmla="*/ 0 h 4748462"/>
              <a:gd name="connsiteX1" fmla="*/ 4238752 w 5732007"/>
              <a:gd name="connsiteY1" fmla="*/ 4297114 h 4748462"/>
              <a:gd name="connsiteX2" fmla="*/ 0 w 5732007"/>
              <a:gd name="connsiteY2" fmla="*/ 3289180 h 4748462"/>
              <a:gd name="connsiteX3" fmla="*/ 5262930 w 5732007"/>
              <a:gd name="connsiteY3" fmla="*/ 0 h 474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32007" h="4748462">
                <a:moveTo>
                  <a:pt x="5262930" y="0"/>
                </a:moveTo>
                <a:cubicBezTo>
                  <a:pt x="6131363" y="1363016"/>
                  <a:pt x="5796200" y="3324065"/>
                  <a:pt x="4238752" y="4297114"/>
                </a:cubicBezTo>
                <a:cubicBezTo>
                  <a:pt x="2756061" y="5222819"/>
                  <a:pt x="796168" y="4644720"/>
                  <a:pt x="0" y="3289180"/>
                </a:cubicBezTo>
                <a:cubicBezTo>
                  <a:pt x="1749326" y="2195278"/>
                  <a:pt x="3499898" y="1102623"/>
                  <a:pt x="5262930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xmlns="" id="{1E39EFCD-BAFF-4CB5-B120-0DD0D65FB0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884519" y="3547637"/>
            <a:ext cx="4177799" cy="2096537"/>
          </a:xfrm>
          <a:custGeom>
            <a:avLst/>
            <a:gdLst>
              <a:gd name="connsiteX0" fmla="*/ 4140292 w 8353423"/>
              <a:gd name="connsiteY0" fmla="*/ 134 h 4193073"/>
              <a:gd name="connsiteX1" fmla="*/ 6449522 w 8353423"/>
              <a:gd name="connsiteY1" fmla="*/ 695947 h 4193073"/>
              <a:gd name="connsiteX2" fmla="*/ 8348493 w 8353423"/>
              <a:gd name="connsiteY2" fmla="*/ 4193073 h 4193073"/>
              <a:gd name="connsiteX3" fmla="*/ 0 w 8353423"/>
              <a:gd name="connsiteY3" fmla="*/ 4193073 h 4193073"/>
              <a:gd name="connsiteX4" fmla="*/ 1851621 w 8353423"/>
              <a:gd name="connsiteY4" fmla="*/ 743289 h 4193073"/>
              <a:gd name="connsiteX5" fmla="*/ 4140292 w 8353423"/>
              <a:gd name="connsiteY5" fmla="*/ 134 h 4193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353423" h="4193073">
                <a:moveTo>
                  <a:pt x="4140292" y="134"/>
                </a:moveTo>
                <a:cubicBezTo>
                  <a:pt x="4910970" y="-6406"/>
                  <a:pt x="5685075" y="226881"/>
                  <a:pt x="6449522" y="695947"/>
                </a:cubicBezTo>
                <a:cubicBezTo>
                  <a:pt x="7842599" y="1550606"/>
                  <a:pt x="8413287" y="3107930"/>
                  <a:pt x="8348493" y="4193073"/>
                </a:cubicBezTo>
                <a:lnTo>
                  <a:pt x="0" y="4193073"/>
                </a:lnTo>
                <a:cubicBezTo>
                  <a:pt x="38627" y="2720467"/>
                  <a:pt x="631744" y="1540639"/>
                  <a:pt x="1851621" y="743289"/>
                </a:cubicBezTo>
                <a:cubicBezTo>
                  <a:pt x="2602363" y="253044"/>
                  <a:pt x="3369614" y="6675"/>
                  <a:pt x="4140292" y="134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943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5FB6EBF3-BD61-432C-A453-36CD6450BCA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35210" y="923457"/>
            <a:ext cx="1475297" cy="1474913"/>
          </a:xfrm>
          <a:custGeom>
            <a:avLst/>
            <a:gdLst>
              <a:gd name="connsiteX0" fmla="*/ 1476158 w 2949825"/>
              <a:gd name="connsiteY0" fmla="*/ 0 h 2949825"/>
              <a:gd name="connsiteX1" fmla="*/ 2949825 w 2949825"/>
              <a:gd name="connsiteY1" fmla="*/ 1474913 h 2949825"/>
              <a:gd name="connsiteX2" fmla="*/ 1476158 w 2949825"/>
              <a:gd name="connsiteY2" fmla="*/ 2949825 h 2949825"/>
              <a:gd name="connsiteX3" fmla="*/ 0 w 2949825"/>
              <a:gd name="connsiteY3" fmla="*/ 1474913 h 2949825"/>
              <a:gd name="connsiteX4" fmla="*/ 1476158 w 2949825"/>
              <a:gd name="connsiteY4" fmla="*/ 0 h 294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9825" h="2949825">
                <a:moveTo>
                  <a:pt x="1476158" y="0"/>
                </a:moveTo>
                <a:cubicBezTo>
                  <a:pt x="2289602" y="0"/>
                  <a:pt x="2949825" y="660223"/>
                  <a:pt x="2949825" y="1474913"/>
                </a:cubicBezTo>
                <a:cubicBezTo>
                  <a:pt x="2949825" y="2289602"/>
                  <a:pt x="2289602" y="2949825"/>
                  <a:pt x="1476158" y="2949825"/>
                </a:cubicBezTo>
                <a:cubicBezTo>
                  <a:pt x="660223" y="2949825"/>
                  <a:pt x="0" y="2289602"/>
                  <a:pt x="0" y="1474913"/>
                </a:cubicBezTo>
                <a:cubicBezTo>
                  <a:pt x="0" y="660223"/>
                  <a:pt x="660223" y="0"/>
                  <a:pt x="1476158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E717C51C-6046-4BC4-B149-E1787E2751A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35210" y="2684379"/>
            <a:ext cx="1475297" cy="1474913"/>
          </a:xfrm>
          <a:custGeom>
            <a:avLst/>
            <a:gdLst>
              <a:gd name="connsiteX0" fmla="*/ 1476158 w 2949825"/>
              <a:gd name="connsiteY0" fmla="*/ 0 h 2949825"/>
              <a:gd name="connsiteX1" fmla="*/ 2949825 w 2949825"/>
              <a:gd name="connsiteY1" fmla="*/ 1474913 h 2949825"/>
              <a:gd name="connsiteX2" fmla="*/ 1476158 w 2949825"/>
              <a:gd name="connsiteY2" fmla="*/ 2949825 h 2949825"/>
              <a:gd name="connsiteX3" fmla="*/ 0 w 2949825"/>
              <a:gd name="connsiteY3" fmla="*/ 1474913 h 2949825"/>
              <a:gd name="connsiteX4" fmla="*/ 1476158 w 2949825"/>
              <a:gd name="connsiteY4" fmla="*/ 0 h 294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9825" h="2949825">
                <a:moveTo>
                  <a:pt x="1476158" y="0"/>
                </a:moveTo>
                <a:cubicBezTo>
                  <a:pt x="2289602" y="0"/>
                  <a:pt x="2949825" y="661469"/>
                  <a:pt x="2949825" y="1474913"/>
                </a:cubicBezTo>
                <a:cubicBezTo>
                  <a:pt x="2949825" y="2290848"/>
                  <a:pt x="2289602" y="2949825"/>
                  <a:pt x="1476158" y="2949825"/>
                </a:cubicBezTo>
                <a:cubicBezTo>
                  <a:pt x="660223" y="2949825"/>
                  <a:pt x="0" y="2290848"/>
                  <a:pt x="0" y="1474913"/>
                </a:cubicBezTo>
                <a:cubicBezTo>
                  <a:pt x="0" y="661469"/>
                  <a:pt x="660223" y="0"/>
                  <a:pt x="1476158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xmlns="" id="{F3F88FBB-4CA9-46FF-A780-A381E07B80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835210" y="4459632"/>
            <a:ext cx="1475297" cy="1474913"/>
          </a:xfrm>
          <a:custGeom>
            <a:avLst/>
            <a:gdLst>
              <a:gd name="connsiteX0" fmla="*/ 1476158 w 2949825"/>
              <a:gd name="connsiteY0" fmla="*/ 0 h 2949825"/>
              <a:gd name="connsiteX1" fmla="*/ 2949825 w 2949825"/>
              <a:gd name="connsiteY1" fmla="*/ 1474913 h 2949825"/>
              <a:gd name="connsiteX2" fmla="*/ 1476158 w 2949825"/>
              <a:gd name="connsiteY2" fmla="*/ 2949825 h 2949825"/>
              <a:gd name="connsiteX3" fmla="*/ 0 w 2949825"/>
              <a:gd name="connsiteY3" fmla="*/ 1474913 h 2949825"/>
              <a:gd name="connsiteX4" fmla="*/ 1476158 w 2949825"/>
              <a:gd name="connsiteY4" fmla="*/ 0 h 294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9825" h="2949825">
                <a:moveTo>
                  <a:pt x="1476158" y="0"/>
                </a:moveTo>
                <a:cubicBezTo>
                  <a:pt x="2289602" y="0"/>
                  <a:pt x="2949825" y="660223"/>
                  <a:pt x="2949825" y="1474913"/>
                </a:cubicBezTo>
                <a:cubicBezTo>
                  <a:pt x="2949825" y="2289602"/>
                  <a:pt x="2289602" y="2949825"/>
                  <a:pt x="1476158" y="2949825"/>
                </a:cubicBezTo>
                <a:cubicBezTo>
                  <a:pt x="660223" y="2949825"/>
                  <a:pt x="0" y="2289602"/>
                  <a:pt x="0" y="1474913"/>
                </a:cubicBezTo>
                <a:cubicBezTo>
                  <a:pt x="0" y="660223"/>
                  <a:pt x="660223" y="0"/>
                  <a:pt x="1476158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223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48E94524-B4EF-4FCE-9206-05024394CF4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625" y="379477"/>
            <a:ext cx="5710464" cy="6102160"/>
          </a:xfrm>
          <a:custGeom>
            <a:avLst/>
            <a:gdLst>
              <a:gd name="connsiteX0" fmla="*/ 0 w 11417954"/>
              <a:gd name="connsiteY0" fmla="*/ 0 h 12204320"/>
              <a:gd name="connsiteX1" fmla="*/ 11417954 w 11417954"/>
              <a:gd name="connsiteY1" fmla="*/ 0 h 12204320"/>
              <a:gd name="connsiteX2" fmla="*/ 11417954 w 11417954"/>
              <a:gd name="connsiteY2" fmla="*/ 12204320 h 12204320"/>
              <a:gd name="connsiteX3" fmla="*/ 0 w 11417954"/>
              <a:gd name="connsiteY3" fmla="*/ 12204320 h 12204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17954" h="12204320">
                <a:moveTo>
                  <a:pt x="0" y="0"/>
                </a:moveTo>
                <a:lnTo>
                  <a:pt x="11417954" y="0"/>
                </a:lnTo>
                <a:lnTo>
                  <a:pt x="11417954" y="12204320"/>
                </a:lnTo>
                <a:lnTo>
                  <a:pt x="0" y="1220432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5777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FC7710D6-3F7E-4D41-B8E2-99D3ADB154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57897" y="1103535"/>
            <a:ext cx="4652919" cy="4650928"/>
          </a:xfrm>
          <a:custGeom>
            <a:avLst/>
            <a:gdLst>
              <a:gd name="connsiteX0" fmla="*/ 312 w 9303415"/>
              <a:gd name="connsiteY0" fmla="*/ 0 h 9301856"/>
              <a:gd name="connsiteX1" fmla="*/ 187222 w 9303415"/>
              <a:gd name="connsiteY1" fmla="*/ 0 h 9301856"/>
              <a:gd name="connsiteX2" fmla="*/ 7075455 w 9303415"/>
              <a:gd name="connsiteY2" fmla="*/ 0 h 9301856"/>
              <a:gd name="connsiteX3" fmla="*/ 9303415 w 9303415"/>
              <a:gd name="connsiteY3" fmla="*/ 2225468 h 9301856"/>
              <a:gd name="connsiteX4" fmla="*/ 9303415 w 9303415"/>
              <a:gd name="connsiteY4" fmla="*/ 9112455 h 9301856"/>
              <a:gd name="connsiteX5" fmla="*/ 9303415 w 9303415"/>
              <a:gd name="connsiteY5" fmla="*/ 9301856 h 9301856"/>
              <a:gd name="connsiteX6" fmla="*/ 9127720 w 9303415"/>
              <a:gd name="connsiteY6" fmla="*/ 9301856 h 9301856"/>
              <a:gd name="connsiteX7" fmla="*/ 2270638 w 9303415"/>
              <a:gd name="connsiteY7" fmla="*/ 9301856 h 9301856"/>
              <a:gd name="connsiteX8" fmla="*/ 1558 w 9303415"/>
              <a:gd name="connsiteY8" fmla="*/ 7035269 h 9301856"/>
              <a:gd name="connsiteX9" fmla="*/ 312 w 9303415"/>
              <a:gd name="connsiteY9" fmla="*/ 164481 h 9301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03415" h="9301856">
                <a:moveTo>
                  <a:pt x="312" y="0"/>
                </a:moveTo>
                <a:lnTo>
                  <a:pt x="187222" y="0"/>
                </a:lnTo>
                <a:cubicBezTo>
                  <a:pt x="2483715" y="0"/>
                  <a:pt x="4780208" y="0"/>
                  <a:pt x="7075455" y="0"/>
                </a:cubicBezTo>
                <a:cubicBezTo>
                  <a:pt x="8328994" y="0"/>
                  <a:pt x="9303415" y="974421"/>
                  <a:pt x="9303415" y="2225468"/>
                </a:cubicBezTo>
                <a:cubicBezTo>
                  <a:pt x="9303415" y="4520715"/>
                  <a:pt x="9303415" y="6817207"/>
                  <a:pt x="9303415" y="9112455"/>
                </a:cubicBezTo>
                <a:lnTo>
                  <a:pt x="9303415" y="9301856"/>
                </a:lnTo>
                <a:lnTo>
                  <a:pt x="9127720" y="9301856"/>
                </a:lnTo>
                <a:cubicBezTo>
                  <a:pt x="6841195" y="9301856"/>
                  <a:pt x="4555917" y="9301856"/>
                  <a:pt x="2270638" y="9301856"/>
                </a:cubicBezTo>
                <a:cubicBezTo>
                  <a:pt x="963519" y="9300610"/>
                  <a:pt x="2804" y="8341142"/>
                  <a:pt x="1558" y="7035269"/>
                </a:cubicBezTo>
                <a:cubicBezTo>
                  <a:pt x="-934" y="4745006"/>
                  <a:pt x="312" y="2454743"/>
                  <a:pt x="312" y="164481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78180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xmlns="" id="{067928FA-F1C9-45F7-B00F-029F139155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11561" y="3199071"/>
            <a:ext cx="1474672" cy="1474913"/>
          </a:xfrm>
          <a:custGeom>
            <a:avLst/>
            <a:gdLst>
              <a:gd name="connsiteX0" fmla="*/ 1473665 w 2948576"/>
              <a:gd name="connsiteY0" fmla="*/ 0 h 2949825"/>
              <a:gd name="connsiteX1" fmla="*/ 2948576 w 2948576"/>
              <a:gd name="connsiteY1" fmla="*/ 1474913 h 2949825"/>
              <a:gd name="connsiteX2" fmla="*/ 1473665 w 2948576"/>
              <a:gd name="connsiteY2" fmla="*/ 2949825 h 2949825"/>
              <a:gd name="connsiteX3" fmla="*/ 0 w 2948576"/>
              <a:gd name="connsiteY3" fmla="*/ 1474913 h 2949825"/>
              <a:gd name="connsiteX4" fmla="*/ 1473665 w 2948576"/>
              <a:gd name="connsiteY4" fmla="*/ 0 h 294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8576" h="2949825">
                <a:moveTo>
                  <a:pt x="1473665" y="0"/>
                </a:moveTo>
                <a:cubicBezTo>
                  <a:pt x="2288354" y="0"/>
                  <a:pt x="2948576" y="660223"/>
                  <a:pt x="2948576" y="1474913"/>
                </a:cubicBezTo>
                <a:cubicBezTo>
                  <a:pt x="2948576" y="2289602"/>
                  <a:pt x="2288354" y="2949825"/>
                  <a:pt x="1473665" y="2949825"/>
                </a:cubicBezTo>
                <a:cubicBezTo>
                  <a:pt x="660222" y="2949825"/>
                  <a:pt x="0" y="2289602"/>
                  <a:pt x="0" y="1474913"/>
                </a:cubicBezTo>
                <a:cubicBezTo>
                  <a:pt x="0" y="660223"/>
                  <a:pt x="660222" y="0"/>
                  <a:pt x="1473665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xmlns="" id="{3C535922-5D7D-4D51-9F96-444A88DC464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757301" y="3199071"/>
            <a:ext cx="1475297" cy="1474913"/>
          </a:xfrm>
          <a:custGeom>
            <a:avLst/>
            <a:gdLst>
              <a:gd name="connsiteX0" fmla="*/ 1474913 w 2949825"/>
              <a:gd name="connsiteY0" fmla="*/ 0 h 2949825"/>
              <a:gd name="connsiteX1" fmla="*/ 2949825 w 2949825"/>
              <a:gd name="connsiteY1" fmla="*/ 1474913 h 2949825"/>
              <a:gd name="connsiteX2" fmla="*/ 1474913 w 2949825"/>
              <a:gd name="connsiteY2" fmla="*/ 2949825 h 2949825"/>
              <a:gd name="connsiteX3" fmla="*/ 0 w 2949825"/>
              <a:gd name="connsiteY3" fmla="*/ 1474913 h 2949825"/>
              <a:gd name="connsiteX4" fmla="*/ 1474913 w 2949825"/>
              <a:gd name="connsiteY4" fmla="*/ 0 h 294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9825" h="2949825">
                <a:moveTo>
                  <a:pt x="1474913" y="0"/>
                </a:moveTo>
                <a:cubicBezTo>
                  <a:pt x="2289602" y="0"/>
                  <a:pt x="2949825" y="660223"/>
                  <a:pt x="2949825" y="1474913"/>
                </a:cubicBezTo>
                <a:cubicBezTo>
                  <a:pt x="2949825" y="2289602"/>
                  <a:pt x="2289602" y="2949825"/>
                  <a:pt x="1474913" y="2949825"/>
                </a:cubicBezTo>
                <a:cubicBezTo>
                  <a:pt x="660223" y="2949825"/>
                  <a:pt x="0" y="2289602"/>
                  <a:pt x="0" y="1474913"/>
                </a:cubicBezTo>
                <a:cubicBezTo>
                  <a:pt x="0" y="660223"/>
                  <a:pt x="660223" y="0"/>
                  <a:pt x="1474913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xmlns="" id="{88DF0E81-540F-4CCA-B7CC-0269F8F767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03663" y="3199071"/>
            <a:ext cx="1475296" cy="1474913"/>
          </a:xfrm>
          <a:custGeom>
            <a:avLst/>
            <a:gdLst>
              <a:gd name="connsiteX0" fmla="*/ 1474912 w 2949824"/>
              <a:gd name="connsiteY0" fmla="*/ 0 h 2949825"/>
              <a:gd name="connsiteX1" fmla="*/ 2949824 w 2949824"/>
              <a:gd name="connsiteY1" fmla="*/ 1474913 h 2949825"/>
              <a:gd name="connsiteX2" fmla="*/ 1474912 w 2949824"/>
              <a:gd name="connsiteY2" fmla="*/ 2949825 h 2949825"/>
              <a:gd name="connsiteX3" fmla="*/ 0 w 2949824"/>
              <a:gd name="connsiteY3" fmla="*/ 1474913 h 2949825"/>
              <a:gd name="connsiteX4" fmla="*/ 1474912 w 2949824"/>
              <a:gd name="connsiteY4" fmla="*/ 0 h 294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9824" h="2949825">
                <a:moveTo>
                  <a:pt x="1474912" y="0"/>
                </a:moveTo>
                <a:cubicBezTo>
                  <a:pt x="2290848" y="0"/>
                  <a:pt x="2949824" y="660223"/>
                  <a:pt x="2949824" y="1474913"/>
                </a:cubicBezTo>
                <a:cubicBezTo>
                  <a:pt x="2949824" y="2289602"/>
                  <a:pt x="2290848" y="2949825"/>
                  <a:pt x="1474912" y="2949825"/>
                </a:cubicBezTo>
                <a:cubicBezTo>
                  <a:pt x="661468" y="2949825"/>
                  <a:pt x="0" y="2289602"/>
                  <a:pt x="0" y="1474913"/>
                </a:cubicBezTo>
                <a:cubicBezTo>
                  <a:pt x="0" y="660223"/>
                  <a:pt x="661468" y="0"/>
                  <a:pt x="1474912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7362C69C-B3DF-4D62-8130-BF67199611C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140" y="0"/>
            <a:ext cx="12196284" cy="2520499"/>
          </a:xfrm>
          <a:custGeom>
            <a:avLst/>
            <a:gdLst>
              <a:gd name="connsiteX0" fmla="*/ 0 w 24386215"/>
              <a:gd name="connsiteY0" fmla="*/ 0 h 5040998"/>
              <a:gd name="connsiteX1" fmla="*/ 24386215 w 24386215"/>
              <a:gd name="connsiteY1" fmla="*/ 0 h 5040998"/>
              <a:gd name="connsiteX2" fmla="*/ 24386215 w 24386215"/>
              <a:gd name="connsiteY2" fmla="*/ 5040998 h 5040998"/>
              <a:gd name="connsiteX3" fmla="*/ 0 w 24386215"/>
              <a:gd name="connsiteY3" fmla="*/ 5040998 h 5040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86215" h="5040998">
                <a:moveTo>
                  <a:pt x="0" y="0"/>
                </a:moveTo>
                <a:lnTo>
                  <a:pt x="24386215" y="0"/>
                </a:lnTo>
                <a:lnTo>
                  <a:pt x="24386215" y="5040998"/>
                </a:lnTo>
                <a:lnTo>
                  <a:pt x="0" y="5040998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0954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BC83D66B-B500-4874-9464-5763A8FDA2F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71686" y="1545985"/>
            <a:ext cx="3912182" cy="3766028"/>
          </a:xfrm>
          <a:custGeom>
            <a:avLst/>
            <a:gdLst>
              <a:gd name="connsiteX0" fmla="*/ 0 w 7822327"/>
              <a:gd name="connsiteY0" fmla="*/ 0 h 7532056"/>
              <a:gd name="connsiteX1" fmla="*/ 7822327 w 7822327"/>
              <a:gd name="connsiteY1" fmla="*/ 0 h 7532056"/>
              <a:gd name="connsiteX2" fmla="*/ 5425805 w 7822327"/>
              <a:gd name="connsiteY2" fmla="*/ 3612198 h 7532056"/>
              <a:gd name="connsiteX3" fmla="*/ 7822327 w 7822327"/>
              <a:gd name="connsiteY3" fmla="*/ 3612198 h 7532056"/>
              <a:gd name="connsiteX4" fmla="*/ 3911163 w 7822327"/>
              <a:gd name="connsiteY4" fmla="*/ 7532056 h 7532056"/>
              <a:gd name="connsiteX5" fmla="*/ 0 w 7822327"/>
              <a:gd name="connsiteY5" fmla="*/ 3612198 h 7532056"/>
              <a:gd name="connsiteX6" fmla="*/ 2395276 w 7822327"/>
              <a:gd name="connsiteY6" fmla="*/ 3612198 h 7532056"/>
              <a:gd name="connsiteX7" fmla="*/ 0 w 7822327"/>
              <a:gd name="connsiteY7" fmla="*/ 0 h 7532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22327" h="7532056">
                <a:moveTo>
                  <a:pt x="0" y="0"/>
                </a:moveTo>
                <a:lnTo>
                  <a:pt x="7822327" y="0"/>
                </a:lnTo>
                <a:cubicBezTo>
                  <a:pt x="7802397" y="1625489"/>
                  <a:pt x="6820870" y="3016808"/>
                  <a:pt x="5425805" y="3612198"/>
                </a:cubicBezTo>
                <a:lnTo>
                  <a:pt x="7822327" y="3612198"/>
                </a:lnTo>
                <a:cubicBezTo>
                  <a:pt x="7796169" y="5782009"/>
                  <a:pt x="6054830" y="7532056"/>
                  <a:pt x="3911163" y="7532056"/>
                </a:cubicBezTo>
                <a:cubicBezTo>
                  <a:pt x="1766251" y="7532056"/>
                  <a:pt x="24912" y="5782009"/>
                  <a:pt x="0" y="3612198"/>
                </a:cubicBezTo>
                <a:lnTo>
                  <a:pt x="2395276" y="3612198"/>
                </a:lnTo>
                <a:cubicBezTo>
                  <a:pt x="1001457" y="3016808"/>
                  <a:pt x="19930" y="1625489"/>
                  <a:pt x="0" y="0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3754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 11">
            <a:extLst>
              <a:ext uri="{FF2B5EF4-FFF2-40B4-BE49-F238E27FC236}">
                <a16:creationId xmlns:a16="http://schemas.microsoft.com/office/drawing/2014/main" xmlns="" id="{B516CF90-7486-4F72-B6D3-C30B07AE23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85419" y="2901845"/>
            <a:ext cx="1737073" cy="1735998"/>
          </a:xfrm>
          <a:custGeom>
            <a:avLst/>
            <a:gdLst>
              <a:gd name="connsiteX0" fmla="*/ 0 w 3473242"/>
              <a:gd name="connsiteY0" fmla="*/ 0 h 3471995"/>
              <a:gd name="connsiteX1" fmla="*/ 71010 w 3473242"/>
              <a:gd name="connsiteY1" fmla="*/ 0 h 3471995"/>
              <a:gd name="connsiteX2" fmla="*/ 2641059 w 3473242"/>
              <a:gd name="connsiteY2" fmla="*/ 0 h 3471995"/>
              <a:gd name="connsiteX3" fmla="*/ 3471996 w 3473242"/>
              <a:gd name="connsiteY3" fmla="*/ 830937 h 3471995"/>
              <a:gd name="connsiteX4" fmla="*/ 3473242 w 3473242"/>
              <a:gd name="connsiteY4" fmla="*/ 3400986 h 3471995"/>
              <a:gd name="connsiteX5" fmla="*/ 3473242 w 3473242"/>
              <a:gd name="connsiteY5" fmla="*/ 3471995 h 3471995"/>
              <a:gd name="connsiteX6" fmla="*/ 3407216 w 3473242"/>
              <a:gd name="connsiteY6" fmla="*/ 3471995 h 3471995"/>
              <a:gd name="connsiteX7" fmla="*/ 847132 w 3473242"/>
              <a:gd name="connsiteY7" fmla="*/ 3471995 h 3471995"/>
              <a:gd name="connsiteX8" fmla="*/ 1246 w 3473242"/>
              <a:gd name="connsiteY8" fmla="*/ 2626109 h 3471995"/>
              <a:gd name="connsiteX9" fmla="*/ 0 w 3473242"/>
              <a:gd name="connsiteY9" fmla="*/ 61044 h 3471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73242" h="3471995">
                <a:moveTo>
                  <a:pt x="0" y="0"/>
                </a:moveTo>
                <a:lnTo>
                  <a:pt x="71010" y="0"/>
                </a:lnTo>
                <a:cubicBezTo>
                  <a:pt x="928108" y="0"/>
                  <a:pt x="1783961" y="0"/>
                  <a:pt x="2641059" y="0"/>
                </a:cubicBezTo>
                <a:cubicBezTo>
                  <a:pt x="3109474" y="0"/>
                  <a:pt x="3471996" y="363769"/>
                  <a:pt x="3471996" y="830937"/>
                </a:cubicBezTo>
                <a:cubicBezTo>
                  <a:pt x="3473242" y="1688035"/>
                  <a:pt x="3473242" y="2545133"/>
                  <a:pt x="3473242" y="3400986"/>
                </a:cubicBezTo>
                <a:lnTo>
                  <a:pt x="3473242" y="3471995"/>
                </a:lnTo>
                <a:lnTo>
                  <a:pt x="3407216" y="3471995"/>
                </a:lnTo>
                <a:cubicBezTo>
                  <a:pt x="2553855" y="3471995"/>
                  <a:pt x="1700493" y="3471995"/>
                  <a:pt x="847132" y="3471995"/>
                </a:cubicBezTo>
                <a:cubicBezTo>
                  <a:pt x="360031" y="3471995"/>
                  <a:pt x="1246" y="3113210"/>
                  <a:pt x="1246" y="2626109"/>
                </a:cubicBezTo>
                <a:cubicBezTo>
                  <a:pt x="0" y="1771502"/>
                  <a:pt x="0" y="916896"/>
                  <a:pt x="0" y="61044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3" name=" 12">
            <a:extLst>
              <a:ext uri="{FF2B5EF4-FFF2-40B4-BE49-F238E27FC236}">
                <a16:creationId xmlns:a16="http://schemas.microsoft.com/office/drawing/2014/main" xmlns="" id="{140631C2-B638-450F-8176-1F9B3ECC7CB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80948" y="2901845"/>
            <a:ext cx="1735827" cy="1735998"/>
          </a:xfrm>
          <a:custGeom>
            <a:avLst/>
            <a:gdLst>
              <a:gd name="connsiteX0" fmla="*/ 0 w 3470749"/>
              <a:gd name="connsiteY0" fmla="*/ 0 h 3471995"/>
              <a:gd name="connsiteX1" fmla="*/ 69764 w 3470749"/>
              <a:gd name="connsiteY1" fmla="*/ 0 h 3471995"/>
              <a:gd name="connsiteX2" fmla="*/ 2639812 w 3470749"/>
              <a:gd name="connsiteY2" fmla="*/ 0 h 3471995"/>
              <a:gd name="connsiteX3" fmla="*/ 3470749 w 3470749"/>
              <a:gd name="connsiteY3" fmla="*/ 830937 h 3471995"/>
              <a:gd name="connsiteX4" fmla="*/ 3470749 w 3470749"/>
              <a:gd name="connsiteY4" fmla="*/ 3400986 h 3471995"/>
              <a:gd name="connsiteX5" fmla="*/ 3470749 w 3470749"/>
              <a:gd name="connsiteY5" fmla="*/ 3471995 h 3471995"/>
              <a:gd name="connsiteX6" fmla="*/ 3405968 w 3470749"/>
              <a:gd name="connsiteY6" fmla="*/ 3471995 h 3471995"/>
              <a:gd name="connsiteX7" fmla="*/ 847132 w 3470749"/>
              <a:gd name="connsiteY7" fmla="*/ 3471995 h 3471995"/>
              <a:gd name="connsiteX8" fmla="*/ 0 w 3470749"/>
              <a:gd name="connsiteY8" fmla="*/ 2626109 h 3471995"/>
              <a:gd name="connsiteX9" fmla="*/ 0 w 3470749"/>
              <a:gd name="connsiteY9" fmla="*/ 61044 h 3471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70749" h="3471995">
                <a:moveTo>
                  <a:pt x="0" y="0"/>
                </a:moveTo>
                <a:lnTo>
                  <a:pt x="69764" y="0"/>
                </a:lnTo>
                <a:cubicBezTo>
                  <a:pt x="925616" y="0"/>
                  <a:pt x="1782714" y="0"/>
                  <a:pt x="2639812" y="0"/>
                </a:cubicBezTo>
                <a:cubicBezTo>
                  <a:pt x="3108227" y="0"/>
                  <a:pt x="3470749" y="363769"/>
                  <a:pt x="3470749" y="830937"/>
                </a:cubicBezTo>
                <a:cubicBezTo>
                  <a:pt x="3470749" y="1688035"/>
                  <a:pt x="3470749" y="2545133"/>
                  <a:pt x="3470749" y="3400986"/>
                </a:cubicBezTo>
                <a:lnTo>
                  <a:pt x="3470749" y="3471995"/>
                </a:lnTo>
                <a:lnTo>
                  <a:pt x="3405968" y="3471995"/>
                </a:lnTo>
                <a:cubicBezTo>
                  <a:pt x="2552607" y="3471995"/>
                  <a:pt x="1699247" y="3471995"/>
                  <a:pt x="847132" y="3471995"/>
                </a:cubicBezTo>
                <a:cubicBezTo>
                  <a:pt x="358785" y="3471995"/>
                  <a:pt x="0" y="3113210"/>
                  <a:pt x="0" y="2626109"/>
                </a:cubicBezTo>
                <a:cubicBezTo>
                  <a:pt x="0" y="1771502"/>
                  <a:pt x="0" y="916896"/>
                  <a:pt x="0" y="61044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4" name=" 13">
            <a:extLst>
              <a:ext uri="{FF2B5EF4-FFF2-40B4-BE49-F238E27FC236}">
                <a16:creationId xmlns:a16="http://schemas.microsoft.com/office/drawing/2014/main" xmlns="" id="{A39852B6-9C7D-4801-B7B3-50BBF70EBF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74953" y="2901845"/>
            <a:ext cx="1736727" cy="1735998"/>
          </a:xfrm>
          <a:custGeom>
            <a:avLst/>
            <a:gdLst>
              <a:gd name="connsiteX0" fmla="*/ 554 w 3472549"/>
              <a:gd name="connsiteY0" fmla="*/ 0 h 3471995"/>
              <a:gd name="connsiteX1" fmla="*/ 70318 w 3472549"/>
              <a:gd name="connsiteY1" fmla="*/ 0 h 3471995"/>
              <a:gd name="connsiteX2" fmla="*/ 2640367 w 3472549"/>
              <a:gd name="connsiteY2" fmla="*/ 0 h 3471995"/>
              <a:gd name="connsiteX3" fmla="*/ 3472549 w 3472549"/>
              <a:gd name="connsiteY3" fmla="*/ 830937 h 3471995"/>
              <a:gd name="connsiteX4" fmla="*/ 3472549 w 3472549"/>
              <a:gd name="connsiteY4" fmla="*/ 3400986 h 3471995"/>
              <a:gd name="connsiteX5" fmla="*/ 3472549 w 3472549"/>
              <a:gd name="connsiteY5" fmla="*/ 3471995 h 3471995"/>
              <a:gd name="connsiteX6" fmla="*/ 3406523 w 3472549"/>
              <a:gd name="connsiteY6" fmla="*/ 3471995 h 3471995"/>
              <a:gd name="connsiteX7" fmla="*/ 847686 w 3472549"/>
              <a:gd name="connsiteY7" fmla="*/ 3471995 h 3471995"/>
              <a:gd name="connsiteX8" fmla="*/ 554 w 3472549"/>
              <a:gd name="connsiteY8" fmla="*/ 2626109 h 3471995"/>
              <a:gd name="connsiteX9" fmla="*/ 554 w 3472549"/>
              <a:gd name="connsiteY9" fmla="*/ 61044 h 3471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72549" h="3471995">
                <a:moveTo>
                  <a:pt x="554" y="0"/>
                </a:moveTo>
                <a:lnTo>
                  <a:pt x="70318" y="0"/>
                </a:lnTo>
                <a:cubicBezTo>
                  <a:pt x="926170" y="0"/>
                  <a:pt x="1783268" y="0"/>
                  <a:pt x="2640367" y="0"/>
                </a:cubicBezTo>
                <a:cubicBezTo>
                  <a:pt x="3107535" y="0"/>
                  <a:pt x="3472549" y="363769"/>
                  <a:pt x="3472549" y="830937"/>
                </a:cubicBezTo>
                <a:cubicBezTo>
                  <a:pt x="3472549" y="1688035"/>
                  <a:pt x="3472549" y="2545133"/>
                  <a:pt x="3472549" y="3400986"/>
                </a:cubicBezTo>
                <a:lnTo>
                  <a:pt x="3472549" y="3471995"/>
                </a:lnTo>
                <a:lnTo>
                  <a:pt x="3406523" y="3471995"/>
                </a:lnTo>
                <a:cubicBezTo>
                  <a:pt x="2553162" y="3471995"/>
                  <a:pt x="1701047" y="3471995"/>
                  <a:pt x="847686" y="3471995"/>
                </a:cubicBezTo>
                <a:cubicBezTo>
                  <a:pt x="359339" y="3471995"/>
                  <a:pt x="554" y="3113210"/>
                  <a:pt x="554" y="2626109"/>
                </a:cubicBezTo>
                <a:cubicBezTo>
                  <a:pt x="-692" y="1771502"/>
                  <a:pt x="554" y="916896"/>
                  <a:pt x="554" y="61044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5" name=" 14">
            <a:extLst>
              <a:ext uri="{FF2B5EF4-FFF2-40B4-BE49-F238E27FC236}">
                <a16:creationId xmlns:a16="http://schemas.microsoft.com/office/drawing/2014/main" xmlns="" id="{F58D21AA-4A33-4ECE-BC71-9DDD2BF5DC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69861" y="2901845"/>
            <a:ext cx="1736726" cy="1735998"/>
          </a:xfrm>
          <a:custGeom>
            <a:avLst/>
            <a:gdLst>
              <a:gd name="connsiteX0" fmla="*/ 554 w 3472548"/>
              <a:gd name="connsiteY0" fmla="*/ 0 h 3471995"/>
              <a:gd name="connsiteX1" fmla="*/ 70316 w 3472548"/>
              <a:gd name="connsiteY1" fmla="*/ 0 h 3471995"/>
              <a:gd name="connsiteX2" fmla="*/ 2640366 w 3472548"/>
              <a:gd name="connsiteY2" fmla="*/ 0 h 3471995"/>
              <a:gd name="connsiteX3" fmla="*/ 3472548 w 3472548"/>
              <a:gd name="connsiteY3" fmla="*/ 830937 h 3471995"/>
              <a:gd name="connsiteX4" fmla="*/ 3472548 w 3472548"/>
              <a:gd name="connsiteY4" fmla="*/ 3400986 h 3471995"/>
              <a:gd name="connsiteX5" fmla="*/ 3472548 w 3472548"/>
              <a:gd name="connsiteY5" fmla="*/ 3471995 h 3471995"/>
              <a:gd name="connsiteX6" fmla="*/ 3406522 w 3472548"/>
              <a:gd name="connsiteY6" fmla="*/ 3471995 h 3471995"/>
              <a:gd name="connsiteX7" fmla="*/ 847684 w 3472548"/>
              <a:gd name="connsiteY7" fmla="*/ 3471995 h 3471995"/>
              <a:gd name="connsiteX8" fmla="*/ 554 w 3472548"/>
              <a:gd name="connsiteY8" fmla="*/ 2626109 h 3471995"/>
              <a:gd name="connsiteX9" fmla="*/ 554 w 3472548"/>
              <a:gd name="connsiteY9" fmla="*/ 61044 h 3471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72548" h="3471995">
                <a:moveTo>
                  <a:pt x="554" y="0"/>
                </a:moveTo>
                <a:lnTo>
                  <a:pt x="70316" y="0"/>
                </a:lnTo>
                <a:cubicBezTo>
                  <a:pt x="927414" y="0"/>
                  <a:pt x="1784514" y="0"/>
                  <a:pt x="2640366" y="0"/>
                </a:cubicBezTo>
                <a:cubicBezTo>
                  <a:pt x="3108780" y="0"/>
                  <a:pt x="3472548" y="363769"/>
                  <a:pt x="3472548" y="830937"/>
                </a:cubicBezTo>
                <a:cubicBezTo>
                  <a:pt x="3472548" y="1688035"/>
                  <a:pt x="3472548" y="2545133"/>
                  <a:pt x="3472548" y="3400986"/>
                </a:cubicBezTo>
                <a:lnTo>
                  <a:pt x="3472548" y="3471995"/>
                </a:lnTo>
                <a:lnTo>
                  <a:pt x="3406522" y="3471995"/>
                </a:lnTo>
                <a:cubicBezTo>
                  <a:pt x="2553160" y="3471995"/>
                  <a:pt x="1699800" y="3471995"/>
                  <a:pt x="847684" y="3471995"/>
                </a:cubicBezTo>
                <a:cubicBezTo>
                  <a:pt x="359338" y="3471995"/>
                  <a:pt x="554" y="3113210"/>
                  <a:pt x="554" y="2626109"/>
                </a:cubicBezTo>
                <a:cubicBezTo>
                  <a:pt x="-692" y="1771502"/>
                  <a:pt x="554" y="916896"/>
                  <a:pt x="554" y="61044"/>
                </a:cubicBezTo>
                <a:close/>
              </a:path>
            </a:pathLst>
          </a:custGeom>
          <a:solidFill>
            <a:schemeClr val="bg2">
              <a:lumMod val="95000"/>
            </a:schemeClr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0524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778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64556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1390B49-C6AE-45F3-856A-64AD4C3EAE4F}" type="datetime1">
              <a:rPr lang="en-US" smtClean="0"/>
              <a:t>12-Apr-23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/>
          <a:lstStyle/>
          <a:p>
            <a:fld id="{A5A7E9C3-995D-45B9-B6D9-E733ED5F8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1737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67381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936048-7980-4596-B0AD-4B0D89ED1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222058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F048C858-0C9E-4C03-8D0A-1D2A76B6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982237" y="1917843"/>
            <a:ext cx="4227526" cy="4226425"/>
          </a:xfrm>
          <a:custGeom>
            <a:avLst/>
            <a:gdLst>
              <a:gd name="connsiteX0" fmla="*/ 4226425 w 8452850"/>
              <a:gd name="connsiteY0" fmla="*/ 0 h 8452850"/>
              <a:gd name="connsiteX1" fmla="*/ 8452850 w 8452850"/>
              <a:gd name="connsiteY1" fmla="*/ 4226425 h 8452850"/>
              <a:gd name="connsiteX2" fmla="*/ 4226425 w 8452850"/>
              <a:gd name="connsiteY2" fmla="*/ 8452850 h 8452850"/>
              <a:gd name="connsiteX3" fmla="*/ 0 w 8452850"/>
              <a:gd name="connsiteY3" fmla="*/ 4226425 h 8452850"/>
              <a:gd name="connsiteX4" fmla="*/ 4226425 w 8452850"/>
              <a:gd name="connsiteY4" fmla="*/ 0 h 8452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52850" h="8452850">
                <a:moveTo>
                  <a:pt x="4226425" y="0"/>
                </a:moveTo>
                <a:cubicBezTo>
                  <a:pt x="6560615" y="0"/>
                  <a:pt x="8452850" y="1892235"/>
                  <a:pt x="8452850" y="4226425"/>
                </a:cubicBezTo>
                <a:cubicBezTo>
                  <a:pt x="8452850" y="6560615"/>
                  <a:pt x="6560615" y="8452850"/>
                  <a:pt x="4226425" y="8452850"/>
                </a:cubicBezTo>
                <a:cubicBezTo>
                  <a:pt x="1892235" y="8452850"/>
                  <a:pt x="0" y="6560615"/>
                  <a:pt x="0" y="4226425"/>
                </a:cubicBezTo>
                <a:cubicBezTo>
                  <a:pt x="0" y="1892235"/>
                  <a:pt x="1892235" y="0"/>
                  <a:pt x="422642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3902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2BB3B48B-3457-4BDB-A77D-6FF52D648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98100" y="198346"/>
            <a:ext cx="5693899" cy="6659654"/>
          </a:xfrm>
          <a:custGeom>
            <a:avLst/>
            <a:gdLst>
              <a:gd name="connsiteX0" fmla="*/ 9499836 w 11384832"/>
              <a:gd name="connsiteY0" fmla="*/ 0 h 13319308"/>
              <a:gd name="connsiteX1" fmla="*/ 10946568 w 11384832"/>
              <a:gd name="connsiteY1" fmla="*/ 109461 h 13319308"/>
              <a:gd name="connsiteX2" fmla="*/ 11384832 w 11384832"/>
              <a:gd name="connsiteY2" fmla="*/ 187727 h 13319308"/>
              <a:gd name="connsiteX3" fmla="*/ 11384832 w 11384832"/>
              <a:gd name="connsiteY3" fmla="*/ 13319308 h 13319308"/>
              <a:gd name="connsiteX4" fmla="*/ 801567 w 11384832"/>
              <a:gd name="connsiteY4" fmla="*/ 13319308 h 13319308"/>
              <a:gd name="connsiteX5" fmla="*/ 746544 w 11384832"/>
              <a:gd name="connsiteY5" fmla="*/ 13197602 h 13319308"/>
              <a:gd name="connsiteX6" fmla="*/ 0 w 11384832"/>
              <a:gd name="connsiteY6" fmla="*/ 9499837 h 13319308"/>
              <a:gd name="connsiteX7" fmla="*/ 9499836 w 11384832"/>
              <a:gd name="connsiteY7" fmla="*/ 0 h 13319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384832" h="13319308">
                <a:moveTo>
                  <a:pt x="9499836" y="0"/>
                </a:moveTo>
                <a:cubicBezTo>
                  <a:pt x="9991708" y="0"/>
                  <a:pt x="10474848" y="37383"/>
                  <a:pt x="10946568" y="109461"/>
                </a:cubicBezTo>
                <a:lnTo>
                  <a:pt x="11384832" y="187727"/>
                </a:lnTo>
                <a:lnTo>
                  <a:pt x="11384832" y="13319308"/>
                </a:lnTo>
                <a:lnTo>
                  <a:pt x="801567" y="13319308"/>
                </a:lnTo>
                <a:lnTo>
                  <a:pt x="746544" y="13197602"/>
                </a:lnTo>
                <a:cubicBezTo>
                  <a:pt x="265827" y="12061058"/>
                  <a:pt x="0" y="10811491"/>
                  <a:pt x="0" y="9499837"/>
                </a:cubicBezTo>
                <a:cubicBezTo>
                  <a:pt x="0" y="4253224"/>
                  <a:pt x="4253220" y="0"/>
                  <a:pt x="949983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9612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75A9E7BD-F2B1-4346-B6EE-6B7E4BD246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5178" y="2096654"/>
            <a:ext cx="6403853" cy="4380346"/>
          </a:xfrm>
          <a:custGeom>
            <a:avLst/>
            <a:gdLst>
              <a:gd name="connsiteX0" fmla="*/ 8432707 w 12804370"/>
              <a:gd name="connsiteY0" fmla="*/ 1 h 8760692"/>
              <a:gd name="connsiteX1" fmla="*/ 8432707 w 12804370"/>
              <a:gd name="connsiteY1" fmla="*/ 8760692 h 8760692"/>
              <a:gd name="connsiteX2" fmla="*/ 4371663 w 12804370"/>
              <a:gd name="connsiteY2" fmla="*/ 8760692 h 8760692"/>
              <a:gd name="connsiteX3" fmla="*/ 4371663 w 12804370"/>
              <a:gd name="connsiteY3" fmla="*/ 2 h 8760692"/>
              <a:gd name="connsiteX4" fmla="*/ 4410810 w 12804370"/>
              <a:gd name="connsiteY4" fmla="*/ 152248 h 8760692"/>
              <a:gd name="connsiteX5" fmla="*/ 6402185 w 12804370"/>
              <a:gd name="connsiteY5" fmla="*/ 1617315 h 8760692"/>
              <a:gd name="connsiteX6" fmla="*/ 8393560 w 12804370"/>
              <a:gd name="connsiteY6" fmla="*/ 152248 h 8760692"/>
              <a:gd name="connsiteX7" fmla="*/ 0 w 12804370"/>
              <a:gd name="connsiteY7" fmla="*/ 1 h 8760692"/>
              <a:gd name="connsiteX8" fmla="*/ 39147 w 12804370"/>
              <a:gd name="connsiteY8" fmla="*/ 152248 h 8760692"/>
              <a:gd name="connsiteX9" fmla="*/ 2030522 w 12804370"/>
              <a:gd name="connsiteY9" fmla="*/ 1617315 h 8760692"/>
              <a:gd name="connsiteX10" fmla="*/ 4021898 w 12804370"/>
              <a:gd name="connsiteY10" fmla="*/ 152248 h 8760692"/>
              <a:gd name="connsiteX11" fmla="*/ 4061044 w 12804370"/>
              <a:gd name="connsiteY11" fmla="*/ 2 h 8760692"/>
              <a:gd name="connsiteX12" fmla="*/ 4061044 w 12804370"/>
              <a:gd name="connsiteY12" fmla="*/ 8760692 h 8760692"/>
              <a:gd name="connsiteX13" fmla="*/ 0 w 12804370"/>
              <a:gd name="connsiteY13" fmla="*/ 8760692 h 8760692"/>
              <a:gd name="connsiteX14" fmla="*/ 12804370 w 12804370"/>
              <a:gd name="connsiteY14" fmla="*/ 0 h 8760692"/>
              <a:gd name="connsiteX15" fmla="*/ 12804370 w 12804370"/>
              <a:gd name="connsiteY15" fmla="*/ 8760692 h 8760692"/>
              <a:gd name="connsiteX16" fmla="*/ 8743326 w 12804370"/>
              <a:gd name="connsiteY16" fmla="*/ 8760692 h 8760692"/>
              <a:gd name="connsiteX17" fmla="*/ 8743326 w 12804370"/>
              <a:gd name="connsiteY17" fmla="*/ 1 h 8760692"/>
              <a:gd name="connsiteX18" fmla="*/ 8782473 w 12804370"/>
              <a:gd name="connsiteY18" fmla="*/ 152248 h 8760692"/>
              <a:gd name="connsiteX19" fmla="*/ 10773848 w 12804370"/>
              <a:gd name="connsiteY19" fmla="*/ 1617315 h 8760692"/>
              <a:gd name="connsiteX20" fmla="*/ 12765223 w 12804370"/>
              <a:gd name="connsiteY20" fmla="*/ 152248 h 8760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804370" h="8760692">
                <a:moveTo>
                  <a:pt x="8432707" y="1"/>
                </a:moveTo>
                <a:lnTo>
                  <a:pt x="8432707" y="8760692"/>
                </a:lnTo>
                <a:lnTo>
                  <a:pt x="4371663" y="8760692"/>
                </a:lnTo>
                <a:lnTo>
                  <a:pt x="4371663" y="2"/>
                </a:lnTo>
                <a:lnTo>
                  <a:pt x="4410810" y="152248"/>
                </a:lnTo>
                <a:cubicBezTo>
                  <a:pt x="4674810" y="1001034"/>
                  <a:pt x="5466528" y="1617315"/>
                  <a:pt x="6402185" y="1617315"/>
                </a:cubicBezTo>
                <a:cubicBezTo>
                  <a:pt x="7337843" y="1617315"/>
                  <a:pt x="8129560" y="1001034"/>
                  <a:pt x="8393560" y="152248"/>
                </a:cubicBezTo>
                <a:close/>
                <a:moveTo>
                  <a:pt x="0" y="1"/>
                </a:moveTo>
                <a:lnTo>
                  <a:pt x="39147" y="152248"/>
                </a:lnTo>
                <a:cubicBezTo>
                  <a:pt x="303148" y="1001034"/>
                  <a:pt x="1094864" y="1617315"/>
                  <a:pt x="2030522" y="1617315"/>
                </a:cubicBezTo>
                <a:cubicBezTo>
                  <a:pt x="2966181" y="1617315"/>
                  <a:pt x="3757898" y="1001034"/>
                  <a:pt x="4021898" y="152248"/>
                </a:cubicBezTo>
                <a:lnTo>
                  <a:pt x="4061044" y="2"/>
                </a:lnTo>
                <a:lnTo>
                  <a:pt x="4061044" y="8760692"/>
                </a:lnTo>
                <a:lnTo>
                  <a:pt x="0" y="8760692"/>
                </a:lnTo>
                <a:close/>
                <a:moveTo>
                  <a:pt x="12804370" y="0"/>
                </a:moveTo>
                <a:lnTo>
                  <a:pt x="12804370" y="8760692"/>
                </a:lnTo>
                <a:lnTo>
                  <a:pt x="8743326" y="8760692"/>
                </a:lnTo>
                <a:lnTo>
                  <a:pt x="8743326" y="1"/>
                </a:lnTo>
                <a:lnTo>
                  <a:pt x="8782473" y="152248"/>
                </a:lnTo>
                <a:cubicBezTo>
                  <a:pt x="9046473" y="1001034"/>
                  <a:pt x="9838190" y="1617315"/>
                  <a:pt x="10773848" y="1617315"/>
                </a:cubicBezTo>
                <a:cubicBezTo>
                  <a:pt x="11709506" y="1617315"/>
                  <a:pt x="12501223" y="1001034"/>
                  <a:pt x="12765223" y="15224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722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xmlns="" id="{584B957E-8A72-4D1A-BB0B-3794BF854FA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1" cy="6858000"/>
          </a:xfrm>
          <a:custGeom>
            <a:avLst/>
            <a:gdLst>
              <a:gd name="connsiteX0" fmla="*/ 0 w 24377652"/>
              <a:gd name="connsiteY0" fmla="*/ 0 h 13716000"/>
              <a:gd name="connsiteX1" fmla="*/ 24377652 w 24377652"/>
              <a:gd name="connsiteY1" fmla="*/ 0 h 13716000"/>
              <a:gd name="connsiteX2" fmla="*/ 24377652 w 24377652"/>
              <a:gd name="connsiteY2" fmla="*/ 13716000 h 13716000"/>
              <a:gd name="connsiteX3" fmla="*/ 0 w 24377652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77652" h="13716000">
                <a:moveTo>
                  <a:pt x="0" y="0"/>
                </a:moveTo>
                <a:lnTo>
                  <a:pt x="24377652" y="0"/>
                </a:lnTo>
                <a:lnTo>
                  <a:pt x="24377652" y="13716000"/>
                </a:lnTo>
                <a:lnTo>
                  <a:pt x="0" y="13716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74966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xmlns="" id="{62C77AA8-2809-4C68-A853-B0FF97558F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09098" y="0"/>
            <a:ext cx="10173809" cy="3200400"/>
          </a:xfrm>
          <a:custGeom>
            <a:avLst/>
            <a:gdLst>
              <a:gd name="connsiteX0" fmla="*/ 0 w 20342319"/>
              <a:gd name="connsiteY0" fmla="*/ 0 h 6400800"/>
              <a:gd name="connsiteX1" fmla="*/ 20342319 w 20342319"/>
              <a:gd name="connsiteY1" fmla="*/ 0 h 6400800"/>
              <a:gd name="connsiteX2" fmla="*/ 20336667 w 20342319"/>
              <a:gd name="connsiteY2" fmla="*/ 12506 h 6400800"/>
              <a:gd name="connsiteX3" fmla="*/ 10171160 w 20342319"/>
              <a:gd name="connsiteY3" fmla="*/ 6400800 h 6400800"/>
              <a:gd name="connsiteX4" fmla="*/ 5652 w 20342319"/>
              <a:gd name="connsiteY4" fmla="*/ 12506 h 640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42319" h="6400800">
                <a:moveTo>
                  <a:pt x="0" y="0"/>
                </a:moveTo>
                <a:lnTo>
                  <a:pt x="20342319" y="0"/>
                </a:lnTo>
                <a:lnTo>
                  <a:pt x="20336667" y="12506"/>
                </a:lnTo>
                <a:cubicBezTo>
                  <a:pt x="18515327" y="3792399"/>
                  <a:pt x="14647856" y="6400800"/>
                  <a:pt x="10171160" y="6400800"/>
                </a:cubicBezTo>
                <a:cubicBezTo>
                  <a:pt x="5694465" y="6400800"/>
                  <a:pt x="1826992" y="3792399"/>
                  <a:pt x="5652" y="1250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4542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02519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1390B49-C6AE-45F3-856A-64AD4C3EAE4F}" type="datetime1">
              <a:rPr lang="en-US" smtClean="0"/>
              <a:t>12-Apr-23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/>
          <a:lstStyle/>
          <a:p>
            <a:fld id="{A5A7E9C3-995D-45B9-B6D9-E733ED5F88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1406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AF5A0F56-11C1-4EE9-A14C-B232DF084EAD}" type="datetime3">
              <a:rPr lang="en-US" smtClean="0"/>
              <a:t>12 April 2023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CC5B9AAC-297A-4046-929D-8F089284F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637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055339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AF5A0F56-11C1-4EE9-A14C-B232DF084EAD}" type="datetime3">
              <a:rPr lang="en-US" smtClean="0"/>
              <a:t>12 April 2023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CC5B9AAC-297A-4046-929D-8F089284F3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6854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27327B-BD89-4F61-9E37-061F43E53D9C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12-Apr-23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61AD40-A81A-45A0-82FE-D7717C30817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4922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8240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</p:sldLayoutIdLst>
  <p:hf hdr="0" ftr="0" dt="0"/>
  <p:txStyles>
    <p:titleStyle>
      <a:lvl1pPr algn="ctr" defTabSz="914217" rtl="0" eaLnBrk="1" latinLnBrk="0" hangingPunct="1">
        <a:lnSpc>
          <a:spcPct val="90000"/>
        </a:lnSpc>
        <a:spcBef>
          <a:spcPct val="0"/>
        </a:spcBef>
        <a:buNone/>
        <a:defRPr lang="en-US" sz="4000" b="1" i="0" kern="1200" spc="-50" baseline="0">
          <a:solidFill>
            <a:schemeClr val="tx2"/>
          </a:solidFill>
          <a:latin typeface="Poppins" panose="00000500000000000000" pitchFamily="2" charset="0"/>
          <a:ea typeface="Open Sans Light" panose="020B0306030504020204" pitchFamily="34" charset="0"/>
          <a:cs typeface="Poppins Light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200" b="0" i="0" kern="1200" spc="-15" baseline="0" dirty="0" smtClean="0">
          <a:solidFill>
            <a:schemeClr val="tx1"/>
          </a:solidFill>
          <a:effectLst/>
          <a:latin typeface="Poppins" panose="00000500000000000000" pitchFamily="2" charset="0"/>
          <a:ea typeface="Open Sans Light" panose="020B0306030504020204" pitchFamily="34" charset="0"/>
          <a:cs typeface="Open Sans" charset="0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b="0" i="0" kern="1200" spc="-15" baseline="0" dirty="0" smtClean="0">
          <a:solidFill>
            <a:schemeClr val="tx1"/>
          </a:solidFill>
          <a:effectLst/>
          <a:latin typeface="Poppins" panose="00000500000000000000" pitchFamily="2" charset="0"/>
          <a:ea typeface="Open Sans Light" panose="020B0306030504020204" pitchFamily="34" charset="0"/>
          <a:cs typeface="Open Sans" charset="0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spc="-15" baseline="0" dirty="0" smtClean="0">
          <a:solidFill>
            <a:schemeClr val="tx1"/>
          </a:solidFill>
          <a:effectLst/>
          <a:latin typeface="Poppins" panose="00000500000000000000" pitchFamily="2" charset="0"/>
          <a:ea typeface="Open Sans Light" panose="020B0306030504020204" pitchFamily="34" charset="0"/>
          <a:cs typeface="Open Sans" charset="0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400" b="0" i="0" kern="1200" spc="-15" baseline="0" dirty="0" smtClean="0">
          <a:solidFill>
            <a:schemeClr val="tx1"/>
          </a:solidFill>
          <a:effectLst/>
          <a:latin typeface="Poppins" panose="00000500000000000000" pitchFamily="2" charset="0"/>
          <a:ea typeface="Open Sans Light" panose="020B0306030504020204" pitchFamily="34" charset="0"/>
          <a:cs typeface="Open Sans" charset="0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400" b="0" i="0" kern="1200" spc="-15" baseline="0" dirty="0">
          <a:solidFill>
            <a:schemeClr val="tx1"/>
          </a:solidFill>
          <a:effectLst/>
          <a:latin typeface="Poppins" panose="00000500000000000000" pitchFamily="2" charset="0"/>
          <a:ea typeface="Open Sans Light" panose="020B0306030504020204" pitchFamily="34" charset="0"/>
          <a:cs typeface="Open Sans" charset="0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2757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</p:sldLayoutIdLst>
  <p:hf hdr="0" ftr="0" dt="0"/>
  <p:txStyles>
    <p:titleStyle>
      <a:lvl1pPr algn="ctr" defTabSz="914217" rtl="0" eaLnBrk="1" latinLnBrk="0" hangingPunct="1">
        <a:lnSpc>
          <a:spcPct val="90000"/>
        </a:lnSpc>
        <a:spcBef>
          <a:spcPct val="0"/>
        </a:spcBef>
        <a:buNone/>
        <a:defRPr lang="en-US" sz="3700" b="1" i="0" kern="1200" spc="-145" baseline="0">
          <a:solidFill>
            <a:schemeClr val="tx2"/>
          </a:solidFill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000" b="0" i="0" kern="1200" spc="-15" baseline="0" dirty="0" smtClean="0">
          <a:solidFill>
            <a:schemeClr val="tx1"/>
          </a:solidFill>
          <a:effectLst/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spc="-15" baseline="0" dirty="0" smtClean="0">
          <a:solidFill>
            <a:schemeClr val="tx1"/>
          </a:solidFill>
          <a:effectLst/>
          <a:latin typeface="Poppins" pitchFamily="2" charset="77"/>
          <a:ea typeface="Open Sans Light" panose="020B0306030504020204" pitchFamily="34" charset="0"/>
          <a:cs typeface="Poppins" pitchFamily="2" charset="77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400" b="0" i="0" kern="1200" spc="-15" baseline="0" dirty="0" smtClean="0">
          <a:solidFill>
            <a:schemeClr val="tx1"/>
          </a:solidFill>
          <a:effectLst/>
          <a:latin typeface="Poppins" pitchFamily="2" charset="77"/>
          <a:ea typeface="Open Sans Light" panose="020B0306030504020204" pitchFamily="34" charset="0"/>
          <a:cs typeface="Poppins" pitchFamily="2" charset="77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b="0" i="0" kern="1200" spc="-15" baseline="0" dirty="0" smtClean="0">
          <a:solidFill>
            <a:schemeClr val="tx1"/>
          </a:solidFill>
          <a:effectLst/>
          <a:latin typeface="Poppins" pitchFamily="2" charset="77"/>
          <a:ea typeface="Open Sans Light" panose="020B0306030504020204" pitchFamily="34" charset="0"/>
          <a:cs typeface="Poppins" pitchFamily="2" charset="77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b="0" i="0" kern="1200" spc="-15" baseline="0" dirty="0">
          <a:solidFill>
            <a:schemeClr val="tx1"/>
          </a:solidFill>
          <a:effectLst/>
          <a:latin typeface="Poppins" pitchFamily="2" charset="77"/>
          <a:ea typeface="Open Sans Light" panose="020B0306030504020204" pitchFamily="34" charset="0"/>
          <a:cs typeface="Poppins" pitchFamily="2" charset="77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9434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18" r:id="rId2"/>
  </p:sldLayoutIdLst>
  <p:hf hdr="0" ftr="0" dt="0"/>
  <p:txStyles>
    <p:titleStyle>
      <a:lvl1pPr algn="ctr" defTabSz="914217" rtl="0" eaLnBrk="1" latinLnBrk="0" hangingPunct="1">
        <a:lnSpc>
          <a:spcPct val="90000"/>
        </a:lnSpc>
        <a:spcBef>
          <a:spcPct val="0"/>
        </a:spcBef>
        <a:buNone/>
        <a:defRPr lang="en-US" sz="3700" b="1" i="0" kern="1200" spc="-145" baseline="0">
          <a:solidFill>
            <a:schemeClr val="tx2"/>
          </a:solidFill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000" b="0" i="0" kern="1200" spc="-15" baseline="0" dirty="0" smtClean="0">
          <a:solidFill>
            <a:schemeClr val="tx1"/>
          </a:solidFill>
          <a:effectLst/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spc="-15" baseline="0" dirty="0" smtClean="0">
          <a:solidFill>
            <a:schemeClr val="tx1"/>
          </a:solidFill>
          <a:effectLst/>
          <a:latin typeface="Poppins" pitchFamily="2" charset="77"/>
          <a:ea typeface="Open Sans Light" panose="020B0306030504020204" pitchFamily="34" charset="0"/>
          <a:cs typeface="Poppins" pitchFamily="2" charset="77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400" b="0" i="0" kern="1200" spc="-15" baseline="0" dirty="0" smtClean="0">
          <a:solidFill>
            <a:schemeClr val="tx1"/>
          </a:solidFill>
          <a:effectLst/>
          <a:latin typeface="Poppins" pitchFamily="2" charset="77"/>
          <a:ea typeface="Open Sans Light" panose="020B0306030504020204" pitchFamily="34" charset="0"/>
          <a:cs typeface="Poppins" pitchFamily="2" charset="77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b="0" i="0" kern="1200" spc="-15" baseline="0" dirty="0" smtClean="0">
          <a:solidFill>
            <a:schemeClr val="tx1"/>
          </a:solidFill>
          <a:effectLst/>
          <a:latin typeface="Poppins" pitchFamily="2" charset="77"/>
          <a:ea typeface="Open Sans Light" panose="020B0306030504020204" pitchFamily="34" charset="0"/>
          <a:cs typeface="Poppins" pitchFamily="2" charset="77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b="0" i="0" kern="1200" spc="-15" baseline="0" dirty="0">
          <a:solidFill>
            <a:schemeClr val="tx1"/>
          </a:solidFill>
          <a:effectLst/>
          <a:latin typeface="Poppins" pitchFamily="2" charset="77"/>
          <a:ea typeface="Open Sans Light" panose="020B0306030504020204" pitchFamily="34" charset="0"/>
          <a:cs typeface="Poppins" pitchFamily="2" charset="77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4514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</p:sldLayoutIdLst>
  <p:hf hdr="0" ftr="0" dt="0"/>
  <p:txStyles>
    <p:titleStyle>
      <a:lvl1pPr algn="ctr" defTabSz="914217" rtl="0" eaLnBrk="1" latinLnBrk="0" hangingPunct="1">
        <a:lnSpc>
          <a:spcPct val="90000"/>
        </a:lnSpc>
        <a:spcBef>
          <a:spcPct val="0"/>
        </a:spcBef>
        <a:buNone/>
        <a:defRPr lang="en-US" sz="3700" b="1" i="0" kern="1200" spc="-145" baseline="0">
          <a:solidFill>
            <a:schemeClr val="tx2"/>
          </a:solidFill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000" b="0" i="0" kern="1200" spc="-15" baseline="0" dirty="0" smtClean="0">
          <a:solidFill>
            <a:schemeClr val="tx1"/>
          </a:solidFill>
          <a:effectLst/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spc="-15" baseline="0" dirty="0" smtClean="0">
          <a:solidFill>
            <a:schemeClr val="tx1"/>
          </a:solidFill>
          <a:effectLst/>
          <a:latin typeface="Poppins" pitchFamily="2" charset="77"/>
          <a:ea typeface="Open Sans Light" panose="020B0306030504020204" pitchFamily="34" charset="0"/>
          <a:cs typeface="Poppins" pitchFamily="2" charset="77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400" b="0" i="0" kern="1200" spc="-15" baseline="0" dirty="0" smtClean="0">
          <a:solidFill>
            <a:schemeClr val="tx1"/>
          </a:solidFill>
          <a:effectLst/>
          <a:latin typeface="Poppins" pitchFamily="2" charset="77"/>
          <a:ea typeface="Open Sans Light" panose="020B0306030504020204" pitchFamily="34" charset="0"/>
          <a:cs typeface="Poppins" pitchFamily="2" charset="77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b="0" i="0" kern="1200" spc="-15" baseline="0" dirty="0" smtClean="0">
          <a:solidFill>
            <a:schemeClr val="tx1"/>
          </a:solidFill>
          <a:effectLst/>
          <a:latin typeface="Poppins" pitchFamily="2" charset="77"/>
          <a:ea typeface="Open Sans Light" panose="020B0306030504020204" pitchFamily="34" charset="0"/>
          <a:cs typeface="Poppins" pitchFamily="2" charset="77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b="0" i="0" kern="1200" spc="-15" baseline="0" dirty="0">
          <a:solidFill>
            <a:schemeClr val="tx1"/>
          </a:solidFill>
          <a:effectLst/>
          <a:latin typeface="Poppins" pitchFamily="2" charset="77"/>
          <a:ea typeface="Open Sans Light" panose="020B0306030504020204" pitchFamily="34" charset="0"/>
          <a:cs typeface="Poppins" pitchFamily="2" charset="77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5655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9" r:id="rId2"/>
    <p:sldLayoutId id="2147483821" r:id="rId3"/>
  </p:sldLayoutIdLst>
  <p:hf hdr="0" ftr="0" dt="0"/>
  <p:txStyles>
    <p:titleStyle>
      <a:lvl1pPr algn="ctr" defTabSz="914217" rtl="0" eaLnBrk="1" latinLnBrk="0" hangingPunct="1">
        <a:lnSpc>
          <a:spcPct val="90000"/>
        </a:lnSpc>
        <a:spcBef>
          <a:spcPct val="0"/>
        </a:spcBef>
        <a:buNone/>
        <a:defRPr lang="en-US" sz="4000" b="1" i="0" kern="1200" spc="-145" baseline="0">
          <a:solidFill>
            <a:schemeClr val="tx2"/>
          </a:solidFill>
          <a:latin typeface="Poppins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000" b="0" i="0" kern="1200" spc="-15" baseline="0" dirty="0" smtClean="0">
          <a:solidFill>
            <a:schemeClr val="tx1"/>
          </a:solidFill>
          <a:effectLst/>
          <a:latin typeface="Poppins" pitchFamily="2" charset="77"/>
          <a:ea typeface="Open Sans Light" panose="020B0306030504020204" pitchFamily="34" charset="0"/>
          <a:cs typeface="Open Sans" charset="0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spc="-15" baseline="0" dirty="0" smtClean="0">
          <a:solidFill>
            <a:schemeClr val="tx1"/>
          </a:solidFill>
          <a:effectLst/>
          <a:latin typeface="Poppins" pitchFamily="2" charset="77"/>
          <a:ea typeface="Open Sans Light" panose="020B0306030504020204" pitchFamily="34" charset="0"/>
          <a:cs typeface="Open Sans" charset="0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400" b="0" i="0" kern="1200" spc="-15" baseline="0" dirty="0" smtClean="0">
          <a:solidFill>
            <a:schemeClr val="tx1"/>
          </a:solidFill>
          <a:effectLst/>
          <a:latin typeface="Poppins" pitchFamily="2" charset="77"/>
          <a:ea typeface="Open Sans Light" panose="020B0306030504020204" pitchFamily="34" charset="0"/>
          <a:cs typeface="Open Sans" charset="0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b="0" i="0" kern="1200" spc="-15" baseline="0" dirty="0" smtClean="0">
          <a:solidFill>
            <a:schemeClr val="tx1"/>
          </a:solidFill>
          <a:effectLst/>
          <a:latin typeface="Poppins" pitchFamily="2" charset="77"/>
          <a:ea typeface="Open Sans Light" panose="020B0306030504020204" pitchFamily="34" charset="0"/>
          <a:cs typeface="Open Sans" charset="0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b="0" i="0" kern="1200" spc="-15" baseline="0" dirty="0">
          <a:solidFill>
            <a:schemeClr val="tx1"/>
          </a:solidFill>
          <a:effectLst/>
          <a:latin typeface="Poppins" pitchFamily="2" charset="77"/>
          <a:ea typeface="Open Sans Light" panose="020B0306030504020204" pitchFamily="34" charset="0"/>
          <a:cs typeface="Open Sans" charset="0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9"/>
            <a:ext cx="10515600" cy="1325563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366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20" r:id="rId2"/>
  </p:sldLayoutIdLst>
  <p:hf hdr="0" ftr="0" dt="0"/>
  <p:txStyles>
    <p:titleStyle>
      <a:lvl1pPr algn="ctr" defTabSz="914217" rtl="0" eaLnBrk="1" latinLnBrk="0" hangingPunct="1">
        <a:lnSpc>
          <a:spcPct val="90000"/>
        </a:lnSpc>
        <a:spcBef>
          <a:spcPct val="0"/>
        </a:spcBef>
        <a:buNone/>
        <a:defRPr lang="en-US" sz="3700" b="1" i="0" kern="1200" spc="-145" baseline="0">
          <a:solidFill>
            <a:schemeClr val="tx2"/>
          </a:solidFill>
          <a:latin typeface="Poppins" panose="00000500000000000000" pitchFamily="2" charset="0"/>
          <a:ea typeface="Open Sans Light" panose="020B0306030504020204" pitchFamily="34" charset="0"/>
          <a:cs typeface="Poppins Light" pitchFamily="2" charset="77"/>
        </a:defRPr>
      </a:lvl1pPr>
    </p:titleStyle>
    <p:bodyStyle>
      <a:lvl1pPr marL="228555" indent="-228555" algn="l" defTabSz="91421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000" b="0" i="0" kern="1200" spc="-15" baseline="0" dirty="0" smtClean="0">
          <a:solidFill>
            <a:schemeClr val="tx1"/>
          </a:solidFill>
          <a:effectLst/>
          <a:latin typeface="Poppins" panose="00000500000000000000" pitchFamily="2" charset="0"/>
          <a:ea typeface="Open Sans Light" panose="020B0306030504020204" pitchFamily="34" charset="0"/>
          <a:cs typeface="Open Sans" charset="0"/>
        </a:defRPr>
      </a:lvl1pPr>
      <a:lvl2pPr marL="68566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600" b="0" i="0" kern="1200" spc="-15" baseline="0" dirty="0" smtClean="0">
          <a:solidFill>
            <a:schemeClr val="tx1"/>
          </a:solidFill>
          <a:effectLst/>
          <a:latin typeface="Poppins" panose="00000500000000000000" pitchFamily="2" charset="0"/>
          <a:ea typeface="Open Sans Light" panose="020B0306030504020204" pitchFamily="34" charset="0"/>
          <a:cs typeface="Open Sans" charset="0"/>
        </a:defRPr>
      </a:lvl2pPr>
      <a:lvl3pPr marL="1142772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400" b="0" i="0" kern="1200" spc="-15" baseline="0" dirty="0" smtClean="0">
          <a:solidFill>
            <a:schemeClr val="tx1"/>
          </a:solidFill>
          <a:effectLst/>
          <a:latin typeface="Poppins" panose="00000500000000000000" pitchFamily="2" charset="0"/>
          <a:ea typeface="Open Sans Light" panose="020B0306030504020204" pitchFamily="34" charset="0"/>
          <a:cs typeface="Open Sans" charset="0"/>
        </a:defRPr>
      </a:lvl3pPr>
      <a:lvl4pPr marL="1599880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b="0" i="0" kern="1200" spc="-15" baseline="0" dirty="0" smtClean="0">
          <a:solidFill>
            <a:schemeClr val="tx1"/>
          </a:solidFill>
          <a:effectLst/>
          <a:latin typeface="Poppins" panose="00000500000000000000" pitchFamily="2" charset="0"/>
          <a:ea typeface="Open Sans Light" panose="020B0306030504020204" pitchFamily="34" charset="0"/>
          <a:cs typeface="Open Sans" charset="0"/>
        </a:defRPr>
      </a:lvl4pPr>
      <a:lvl5pPr marL="2056989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200" b="0" i="0" kern="1200" spc="-15" baseline="0" dirty="0">
          <a:solidFill>
            <a:schemeClr val="tx1"/>
          </a:solidFill>
          <a:effectLst/>
          <a:latin typeface="Poppins" panose="00000500000000000000" pitchFamily="2" charset="0"/>
          <a:ea typeface="Open Sans Light" panose="020B0306030504020204" pitchFamily="34" charset="0"/>
          <a:cs typeface="Open Sans" charset="0"/>
        </a:defRPr>
      </a:lvl5pPr>
      <a:lvl6pPr marL="2514097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06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14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23" indent="-228555" algn="l" defTabSz="91421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27327B-BD89-4F61-9E37-061F43E53D9C}" type="datetimeFigureOut">
              <a:rPr lang="en-US" smtClean="0"/>
              <a:t>12-Apr-23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1AD40-A81A-45A0-82FE-D7717C308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200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5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2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38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fif"/><Relationship Id="rId1" Type="http://schemas.openxmlformats.org/officeDocument/2006/relationships/slideLayout" Target="../slideLayouts/slideLayout3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43.jpeg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3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13" Type="http://schemas.openxmlformats.org/officeDocument/2006/relationships/diagramData" Target="../diagrams/data5.xml"/><Relationship Id="rId18" Type="http://schemas.openxmlformats.org/officeDocument/2006/relationships/diagramData" Target="../diagrams/data6.xml"/><Relationship Id="rId26" Type="http://schemas.openxmlformats.org/officeDocument/2006/relationships/diagramColors" Target="../diagrams/colors7.xml"/><Relationship Id="rId3" Type="http://schemas.openxmlformats.org/officeDocument/2006/relationships/diagramData" Target="../diagrams/data3.xml"/><Relationship Id="rId21" Type="http://schemas.openxmlformats.org/officeDocument/2006/relationships/diagramColors" Target="../diagrams/colors6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17" Type="http://schemas.microsoft.com/office/2007/relationships/diagramDrawing" Target="../diagrams/drawing5.xml"/><Relationship Id="rId25" Type="http://schemas.openxmlformats.org/officeDocument/2006/relationships/diagramQuickStyle" Target="../diagrams/quickStyle7.xml"/><Relationship Id="rId2" Type="http://schemas.openxmlformats.org/officeDocument/2006/relationships/image" Target="../media/image45.gif"/><Relationship Id="rId16" Type="http://schemas.openxmlformats.org/officeDocument/2006/relationships/diagramColors" Target="../diagrams/colors5.xml"/><Relationship Id="rId20" Type="http://schemas.openxmlformats.org/officeDocument/2006/relationships/diagramQuickStyle" Target="../diagrams/quickStyle6.xml"/><Relationship Id="rId29" Type="http://schemas.openxmlformats.org/officeDocument/2006/relationships/diagramLayout" Target="../diagrams/layout8.xml"/><Relationship Id="rId1" Type="http://schemas.openxmlformats.org/officeDocument/2006/relationships/slideLayout" Target="../slideLayouts/slideLayout32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24" Type="http://schemas.openxmlformats.org/officeDocument/2006/relationships/diagramLayout" Target="../diagrams/layout7.xml"/><Relationship Id="rId32" Type="http://schemas.microsoft.com/office/2007/relationships/diagramDrawing" Target="../diagrams/drawing8.xml"/><Relationship Id="rId5" Type="http://schemas.openxmlformats.org/officeDocument/2006/relationships/diagramQuickStyle" Target="../diagrams/quickStyle3.xml"/><Relationship Id="rId15" Type="http://schemas.openxmlformats.org/officeDocument/2006/relationships/diagramQuickStyle" Target="../diagrams/quickStyle5.xml"/><Relationship Id="rId23" Type="http://schemas.openxmlformats.org/officeDocument/2006/relationships/diagramData" Target="../diagrams/data7.xml"/><Relationship Id="rId28" Type="http://schemas.openxmlformats.org/officeDocument/2006/relationships/diagramData" Target="../diagrams/data8.xml"/><Relationship Id="rId10" Type="http://schemas.openxmlformats.org/officeDocument/2006/relationships/diagramQuickStyle" Target="../diagrams/quickStyle4.xml"/><Relationship Id="rId19" Type="http://schemas.openxmlformats.org/officeDocument/2006/relationships/diagramLayout" Target="../diagrams/layout6.xml"/><Relationship Id="rId31" Type="http://schemas.openxmlformats.org/officeDocument/2006/relationships/diagramColors" Target="../diagrams/colors8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Relationship Id="rId14" Type="http://schemas.openxmlformats.org/officeDocument/2006/relationships/diagramLayout" Target="../diagrams/layout5.xml"/><Relationship Id="rId22" Type="http://schemas.microsoft.com/office/2007/relationships/diagramDrawing" Target="../diagrams/drawing6.xml"/><Relationship Id="rId27" Type="http://schemas.microsoft.com/office/2007/relationships/diagramDrawing" Target="../diagrams/drawing7.xml"/><Relationship Id="rId30" Type="http://schemas.openxmlformats.org/officeDocument/2006/relationships/diagramQuickStyle" Target="../diagrams/quickStyle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52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jpeg"/><Relationship Id="rId3" Type="http://schemas.openxmlformats.org/officeDocument/2006/relationships/image" Target="../media/image54.png"/><Relationship Id="rId7" Type="http://schemas.openxmlformats.org/officeDocument/2006/relationships/image" Target="../media/image58.jpe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57.png"/><Relationship Id="rId11" Type="http://schemas.openxmlformats.org/officeDocument/2006/relationships/image" Target="../media/image62.jpeg"/><Relationship Id="rId5" Type="http://schemas.openxmlformats.org/officeDocument/2006/relationships/image" Target="../media/image56.png"/><Relationship Id="rId10" Type="http://schemas.openxmlformats.org/officeDocument/2006/relationships/image" Target="../media/image61.jpeg"/><Relationship Id="rId4" Type="http://schemas.openxmlformats.org/officeDocument/2006/relationships/image" Target="../media/image55.png"/><Relationship Id="rId9" Type="http://schemas.openxmlformats.org/officeDocument/2006/relationships/image" Target="../media/image60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3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3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3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3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3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3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3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3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3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3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3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3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3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3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3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3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3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3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jpeg"/><Relationship Id="rId3" Type="http://schemas.openxmlformats.org/officeDocument/2006/relationships/image" Target="../media/image101.jpeg"/><Relationship Id="rId7" Type="http://schemas.openxmlformats.org/officeDocument/2006/relationships/image" Target="../media/image105.jpeg"/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04.jpeg"/><Relationship Id="rId5" Type="http://schemas.openxmlformats.org/officeDocument/2006/relationships/image" Target="../media/image103.jpeg"/><Relationship Id="rId4" Type="http://schemas.openxmlformats.org/officeDocument/2006/relationships/image" Target="../media/image102.jpeg"/><Relationship Id="rId9" Type="http://schemas.openxmlformats.org/officeDocument/2006/relationships/image" Target="../media/image107.jpe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19.png"/><Relationship Id="rId18" Type="http://schemas.openxmlformats.org/officeDocument/2006/relationships/image" Target="../media/image124.png"/><Relationship Id="rId3" Type="http://schemas.openxmlformats.org/officeDocument/2006/relationships/image" Target="../media/image109.png"/><Relationship Id="rId7" Type="http://schemas.openxmlformats.org/officeDocument/2006/relationships/image" Target="../media/image113.jpeg"/><Relationship Id="rId12" Type="http://schemas.openxmlformats.org/officeDocument/2006/relationships/image" Target="../media/image118.jpeg"/><Relationship Id="rId17" Type="http://schemas.openxmlformats.org/officeDocument/2006/relationships/image" Target="../media/image123.png"/><Relationship Id="rId2" Type="http://schemas.openxmlformats.org/officeDocument/2006/relationships/image" Target="../media/image108.png"/><Relationship Id="rId16" Type="http://schemas.openxmlformats.org/officeDocument/2006/relationships/image" Target="../media/image122.jpe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5" Type="http://schemas.openxmlformats.org/officeDocument/2006/relationships/image" Target="../media/image111.jpeg"/><Relationship Id="rId15" Type="http://schemas.openxmlformats.org/officeDocument/2006/relationships/image" Target="../media/image121.jpeg"/><Relationship Id="rId10" Type="http://schemas.openxmlformats.org/officeDocument/2006/relationships/image" Target="../media/image116.png"/><Relationship Id="rId19" Type="http://schemas.openxmlformats.org/officeDocument/2006/relationships/image" Target="../media/image125.jpeg"/><Relationship Id="rId4" Type="http://schemas.openxmlformats.org/officeDocument/2006/relationships/image" Target="../media/image110.jpeg"/><Relationship Id="rId9" Type="http://schemas.openxmlformats.org/officeDocument/2006/relationships/image" Target="../media/image115.png"/><Relationship Id="rId14" Type="http://schemas.openxmlformats.org/officeDocument/2006/relationships/image" Target="../media/image120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3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3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3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3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3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3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xmlns="" id="{F8455E46-16B2-DE29-9667-E5E6C65CA1E9}"/>
              </a:ext>
            </a:extLst>
          </p:cNvPr>
          <p:cNvGrpSpPr/>
          <p:nvPr/>
        </p:nvGrpSpPr>
        <p:grpSpPr>
          <a:xfrm>
            <a:off x="6179393" y="623145"/>
            <a:ext cx="5826505" cy="5578453"/>
            <a:chOff x="628922" y="847270"/>
            <a:chExt cx="5826505" cy="5578453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xmlns="" id="{D2DE7DC5-B175-B657-8B29-BD7275022EF7}"/>
                </a:ext>
              </a:extLst>
            </p:cNvPr>
            <p:cNvSpPr/>
            <p:nvPr/>
          </p:nvSpPr>
          <p:spPr>
            <a:xfrm>
              <a:off x="628922" y="847270"/>
              <a:ext cx="5826505" cy="5578453"/>
            </a:xfrm>
            <a:custGeom>
              <a:avLst/>
              <a:gdLst>
                <a:gd name="connsiteX0" fmla="*/ 5826506 w 5826505"/>
                <a:gd name="connsiteY0" fmla="*/ 5105835 h 5578453"/>
                <a:gd name="connsiteX1" fmla="*/ 5349056 w 5826505"/>
                <a:gd name="connsiteY1" fmla="*/ 5105835 h 5578453"/>
                <a:gd name="connsiteX2" fmla="*/ 5349056 w 5826505"/>
                <a:gd name="connsiteY2" fmla="*/ 4656459 h 5578453"/>
                <a:gd name="connsiteX3" fmla="*/ 5567550 w 5826505"/>
                <a:gd name="connsiteY3" fmla="*/ 4656459 h 5578453"/>
                <a:gd name="connsiteX4" fmla="*/ 5567550 w 5826505"/>
                <a:gd name="connsiteY4" fmla="*/ 4640964 h 5578453"/>
                <a:gd name="connsiteX5" fmla="*/ 5349056 w 5826505"/>
                <a:gd name="connsiteY5" fmla="*/ 4640964 h 5578453"/>
                <a:gd name="connsiteX6" fmla="*/ 5349056 w 5826505"/>
                <a:gd name="connsiteY6" fmla="*/ 2138407 h 5578453"/>
                <a:gd name="connsiteX7" fmla="*/ 5332871 w 5826505"/>
                <a:gd name="connsiteY7" fmla="*/ 2138407 h 5578453"/>
                <a:gd name="connsiteX8" fmla="*/ 5332871 w 5826505"/>
                <a:gd name="connsiteY8" fmla="*/ 4640964 h 5578453"/>
                <a:gd name="connsiteX9" fmla="*/ 4863514 w 5826505"/>
                <a:gd name="connsiteY9" fmla="*/ 4640964 h 5578453"/>
                <a:gd name="connsiteX10" fmla="*/ 4863514 w 5826505"/>
                <a:gd name="connsiteY10" fmla="*/ 4191588 h 5578453"/>
                <a:gd name="connsiteX11" fmla="*/ 5227670 w 5826505"/>
                <a:gd name="connsiteY11" fmla="*/ 4191588 h 5578453"/>
                <a:gd name="connsiteX12" fmla="*/ 5227670 w 5826505"/>
                <a:gd name="connsiteY12" fmla="*/ 4176092 h 5578453"/>
                <a:gd name="connsiteX13" fmla="*/ 4863514 w 5826505"/>
                <a:gd name="connsiteY13" fmla="*/ 4176092 h 5578453"/>
                <a:gd name="connsiteX14" fmla="*/ 4863514 w 5826505"/>
                <a:gd name="connsiteY14" fmla="*/ 3726717 h 5578453"/>
                <a:gd name="connsiteX15" fmla="*/ 5049638 w 5826505"/>
                <a:gd name="connsiteY15" fmla="*/ 3726717 h 5578453"/>
                <a:gd name="connsiteX16" fmla="*/ 5049638 w 5826505"/>
                <a:gd name="connsiteY16" fmla="*/ 3711221 h 5578453"/>
                <a:gd name="connsiteX17" fmla="*/ 4863514 w 5826505"/>
                <a:gd name="connsiteY17" fmla="*/ 3711221 h 5578453"/>
                <a:gd name="connsiteX18" fmla="*/ 4863514 w 5826505"/>
                <a:gd name="connsiteY18" fmla="*/ 1924566 h 5578453"/>
                <a:gd name="connsiteX19" fmla="*/ 4847329 w 5826505"/>
                <a:gd name="connsiteY19" fmla="*/ 1924566 h 5578453"/>
                <a:gd name="connsiteX20" fmla="*/ 4847329 w 5826505"/>
                <a:gd name="connsiteY20" fmla="*/ 3711221 h 5578453"/>
                <a:gd name="connsiteX21" fmla="*/ 4377972 w 5826505"/>
                <a:gd name="connsiteY21" fmla="*/ 3711221 h 5578453"/>
                <a:gd name="connsiteX22" fmla="*/ 4377972 w 5826505"/>
                <a:gd name="connsiteY22" fmla="*/ 3261846 h 5578453"/>
                <a:gd name="connsiteX23" fmla="*/ 4790683 w 5826505"/>
                <a:gd name="connsiteY23" fmla="*/ 3261846 h 5578453"/>
                <a:gd name="connsiteX24" fmla="*/ 4790683 w 5826505"/>
                <a:gd name="connsiteY24" fmla="*/ 3246350 h 5578453"/>
                <a:gd name="connsiteX25" fmla="*/ 4377972 w 5826505"/>
                <a:gd name="connsiteY25" fmla="*/ 3246350 h 5578453"/>
                <a:gd name="connsiteX26" fmla="*/ 4377972 w 5826505"/>
                <a:gd name="connsiteY26" fmla="*/ 2796975 h 5578453"/>
                <a:gd name="connsiteX27" fmla="*/ 4531727 w 5826505"/>
                <a:gd name="connsiteY27" fmla="*/ 2796975 h 5578453"/>
                <a:gd name="connsiteX28" fmla="*/ 4531727 w 5826505"/>
                <a:gd name="connsiteY28" fmla="*/ 2781479 h 5578453"/>
                <a:gd name="connsiteX29" fmla="*/ 4377972 w 5826505"/>
                <a:gd name="connsiteY29" fmla="*/ 2781479 h 5578453"/>
                <a:gd name="connsiteX30" fmla="*/ 4377972 w 5826505"/>
                <a:gd name="connsiteY30" fmla="*/ 1710726 h 5578453"/>
                <a:gd name="connsiteX31" fmla="*/ 4361787 w 5826505"/>
                <a:gd name="connsiteY31" fmla="*/ 1710726 h 5578453"/>
                <a:gd name="connsiteX32" fmla="*/ 4361787 w 5826505"/>
                <a:gd name="connsiteY32" fmla="*/ 2781479 h 5578453"/>
                <a:gd name="connsiteX33" fmla="*/ 3892429 w 5826505"/>
                <a:gd name="connsiteY33" fmla="*/ 2781479 h 5578453"/>
                <a:gd name="connsiteX34" fmla="*/ 3892429 w 5826505"/>
                <a:gd name="connsiteY34" fmla="*/ 2332104 h 5578453"/>
                <a:gd name="connsiteX35" fmla="*/ 4272771 w 5826505"/>
                <a:gd name="connsiteY35" fmla="*/ 2332104 h 5578453"/>
                <a:gd name="connsiteX36" fmla="*/ 4272771 w 5826505"/>
                <a:gd name="connsiteY36" fmla="*/ 2316608 h 5578453"/>
                <a:gd name="connsiteX37" fmla="*/ 3892429 w 5826505"/>
                <a:gd name="connsiteY37" fmla="*/ 2316608 h 5578453"/>
                <a:gd name="connsiteX38" fmla="*/ 3892429 w 5826505"/>
                <a:gd name="connsiteY38" fmla="*/ 1867232 h 5578453"/>
                <a:gd name="connsiteX39" fmla="*/ 4013815 w 5826505"/>
                <a:gd name="connsiteY39" fmla="*/ 1867232 h 5578453"/>
                <a:gd name="connsiteX40" fmla="*/ 4013815 w 5826505"/>
                <a:gd name="connsiteY40" fmla="*/ 1851737 h 5578453"/>
                <a:gd name="connsiteX41" fmla="*/ 3892429 w 5826505"/>
                <a:gd name="connsiteY41" fmla="*/ 1851737 h 5578453"/>
                <a:gd name="connsiteX42" fmla="*/ 3892429 w 5826505"/>
                <a:gd name="connsiteY42" fmla="*/ 1496885 h 5578453"/>
                <a:gd name="connsiteX43" fmla="*/ 3876245 w 5826505"/>
                <a:gd name="connsiteY43" fmla="*/ 1496885 h 5578453"/>
                <a:gd name="connsiteX44" fmla="*/ 3876245 w 5826505"/>
                <a:gd name="connsiteY44" fmla="*/ 1851737 h 5578453"/>
                <a:gd name="connsiteX45" fmla="*/ 3406887 w 5826505"/>
                <a:gd name="connsiteY45" fmla="*/ 1851737 h 5578453"/>
                <a:gd name="connsiteX46" fmla="*/ 3406887 w 5826505"/>
                <a:gd name="connsiteY46" fmla="*/ 1402361 h 5578453"/>
                <a:gd name="connsiteX47" fmla="*/ 3754859 w 5826505"/>
                <a:gd name="connsiteY47" fmla="*/ 1402361 h 5578453"/>
                <a:gd name="connsiteX48" fmla="*/ 3754859 w 5826505"/>
                <a:gd name="connsiteY48" fmla="*/ 1386866 h 5578453"/>
                <a:gd name="connsiteX49" fmla="*/ 3406887 w 5826505"/>
                <a:gd name="connsiteY49" fmla="*/ 1386866 h 5578453"/>
                <a:gd name="connsiteX50" fmla="*/ 3406887 w 5826505"/>
                <a:gd name="connsiteY50" fmla="*/ 1283044 h 5578453"/>
                <a:gd name="connsiteX51" fmla="*/ 3390703 w 5826505"/>
                <a:gd name="connsiteY51" fmla="*/ 1283044 h 5578453"/>
                <a:gd name="connsiteX52" fmla="*/ 3390703 w 5826505"/>
                <a:gd name="connsiteY52" fmla="*/ 1386866 h 5578453"/>
                <a:gd name="connsiteX53" fmla="*/ 2921345 w 5826505"/>
                <a:gd name="connsiteY53" fmla="*/ 1386866 h 5578453"/>
                <a:gd name="connsiteX54" fmla="*/ 2921345 w 5826505"/>
                <a:gd name="connsiteY54" fmla="*/ 1069204 h 5578453"/>
                <a:gd name="connsiteX55" fmla="*/ 2905161 w 5826505"/>
                <a:gd name="connsiteY55" fmla="*/ 1069204 h 5578453"/>
                <a:gd name="connsiteX56" fmla="*/ 2905161 w 5826505"/>
                <a:gd name="connsiteY56" fmla="*/ 1386866 h 5578453"/>
                <a:gd name="connsiteX57" fmla="*/ 2435803 w 5826505"/>
                <a:gd name="connsiteY57" fmla="*/ 1386866 h 5578453"/>
                <a:gd name="connsiteX58" fmla="*/ 2435803 w 5826505"/>
                <a:gd name="connsiteY58" fmla="*/ 937490 h 5578453"/>
                <a:gd name="connsiteX59" fmla="*/ 3495903 w 5826505"/>
                <a:gd name="connsiteY59" fmla="*/ 937490 h 5578453"/>
                <a:gd name="connsiteX60" fmla="*/ 3495903 w 5826505"/>
                <a:gd name="connsiteY60" fmla="*/ 921994 h 5578453"/>
                <a:gd name="connsiteX61" fmla="*/ 2435803 w 5826505"/>
                <a:gd name="connsiteY61" fmla="*/ 921994 h 5578453"/>
                <a:gd name="connsiteX62" fmla="*/ 2435803 w 5826505"/>
                <a:gd name="connsiteY62" fmla="*/ 855363 h 5578453"/>
                <a:gd name="connsiteX63" fmla="*/ 2419618 w 5826505"/>
                <a:gd name="connsiteY63" fmla="*/ 855363 h 5578453"/>
                <a:gd name="connsiteX64" fmla="*/ 2419618 w 5826505"/>
                <a:gd name="connsiteY64" fmla="*/ 921994 h 5578453"/>
                <a:gd name="connsiteX65" fmla="*/ 1950261 w 5826505"/>
                <a:gd name="connsiteY65" fmla="*/ 921994 h 5578453"/>
                <a:gd name="connsiteX66" fmla="*/ 1950261 w 5826505"/>
                <a:gd name="connsiteY66" fmla="*/ 641522 h 5578453"/>
                <a:gd name="connsiteX67" fmla="*/ 1934076 w 5826505"/>
                <a:gd name="connsiteY67" fmla="*/ 641522 h 5578453"/>
                <a:gd name="connsiteX68" fmla="*/ 1934076 w 5826505"/>
                <a:gd name="connsiteY68" fmla="*/ 921994 h 5578453"/>
                <a:gd name="connsiteX69" fmla="*/ 1464719 w 5826505"/>
                <a:gd name="connsiteY69" fmla="*/ 921994 h 5578453"/>
                <a:gd name="connsiteX70" fmla="*/ 1464719 w 5826505"/>
                <a:gd name="connsiteY70" fmla="*/ 472619 h 5578453"/>
                <a:gd name="connsiteX71" fmla="*/ 3236948 w 5826505"/>
                <a:gd name="connsiteY71" fmla="*/ 472619 h 5578453"/>
                <a:gd name="connsiteX72" fmla="*/ 3236948 w 5826505"/>
                <a:gd name="connsiteY72" fmla="*/ 457123 h 5578453"/>
                <a:gd name="connsiteX73" fmla="*/ 1464719 w 5826505"/>
                <a:gd name="connsiteY73" fmla="*/ 457123 h 5578453"/>
                <a:gd name="connsiteX74" fmla="*/ 1464719 w 5826505"/>
                <a:gd name="connsiteY74" fmla="*/ 427681 h 5578453"/>
                <a:gd name="connsiteX75" fmla="*/ 1448534 w 5826505"/>
                <a:gd name="connsiteY75" fmla="*/ 427681 h 5578453"/>
                <a:gd name="connsiteX76" fmla="*/ 1448534 w 5826505"/>
                <a:gd name="connsiteY76" fmla="*/ 457123 h 5578453"/>
                <a:gd name="connsiteX77" fmla="*/ 979177 w 5826505"/>
                <a:gd name="connsiteY77" fmla="*/ 457123 h 5578453"/>
                <a:gd name="connsiteX78" fmla="*/ 979177 w 5826505"/>
                <a:gd name="connsiteY78" fmla="*/ 213841 h 5578453"/>
                <a:gd name="connsiteX79" fmla="*/ 962992 w 5826505"/>
                <a:gd name="connsiteY79" fmla="*/ 213841 h 5578453"/>
                <a:gd name="connsiteX80" fmla="*/ 962992 w 5826505"/>
                <a:gd name="connsiteY80" fmla="*/ 457123 h 5578453"/>
                <a:gd name="connsiteX81" fmla="*/ 493635 w 5826505"/>
                <a:gd name="connsiteY81" fmla="*/ 457123 h 5578453"/>
                <a:gd name="connsiteX82" fmla="*/ 493635 w 5826505"/>
                <a:gd name="connsiteY82" fmla="*/ 0 h 5578453"/>
                <a:gd name="connsiteX83" fmla="*/ 477450 w 5826505"/>
                <a:gd name="connsiteY83" fmla="*/ 0 h 5578453"/>
                <a:gd name="connsiteX84" fmla="*/ 477450 w 5826505"/>
                <a:gd name="connsiteY84" fmla="*/ 457123 h 5578453"/>
                <a:gd name="connsiteX85" fmla="*/ 0 w 5826505"/>
                <a:gd name="connsiteY85" fmla="*/ 457123 h 5578453"/>
                <a:gd name="connsiteX86" fmla="*/ 0 w 5826505"/>
                <a:gd name="connsiteY86" fmla="*/ 472619 h 5578453"/>
                <a:gd name="connsiteX87" fmla="*/ 477450 w 5826505"/>
                <a:gd name="connsiteY87" fmla="*/ 472619 h 5578453"/>
                <a:gd name="connsiteX88" fmla="*/ 477450 w 5826505"/>
                <a:gd name="connsiteY88" fmla="*/ 921994 h 5578453"/>
                <a:gd name="connsiteX89" fmla="*/ 281614 w 5826505"/>
                <a:gd name="connsiteY89" fmla="*/ 921994 h 5578453"/>
                <a:gd name="connsiteX90" fmla="*/ 281614 w 5826505"/>
                <a:gd name="connsiteY90" fmla="*/ 937490 h 5578453"/>
                <a:gd name="connsiteX91" fmla="*/ 477450 w 5826505"/>
                <a:gd name="connsiteY91" fmla="*/ 937490 h 5578453"/>
                <a:gd name="connsiteX92" fmla="*/ 477450 w 5826505"/>
                <a:gd name="connsiteY92" fmla="*/ 2882201 h 5578453"/>
                <a:gd name="connsiteX93" fmla="*/ 493635 w 5826505"/>
                <a:gd name="connsiteY93" fmla="*/ 2882201 h 5578453"/>
                <a:gd name="connsiteX94" fmla="*/ 493635 w 5826505"/>
                <a:gd name="connsiteY94" fmla="*/ 937490 h 5578453"/>
                <a:gd name="connsiteX95" fmla="*/ 962992 w 5826505"/>
                <a:gd name="connsiteY95" fmla="*/ 937490 h 5578453"/>
                <a:gd name="connsiteX96" fmla="*/ 962992 w 5826505"/>
                <a:gd name="connsiteY96" fmla="*/ 1386866 h 5578453"/>
                <a:gd name="connsiteX97" fmla="*/ 563229 w 5826505"/>
                <a:gd name="connsiteY97" fmla="*/ 1386866 h 5578453"/>
                <a:gd name="connsiteX98" fmla="*/ 563229 w 5826505"/>
                <a:gd name="connsiteY98" fmla="*/ 1402361 h 5578453"/>
                <a:gd name="connsiteX99" fmla="*/ 962992 w 5826505"/>
                <a:gd name="connsiteY99" fmla="*/ 1402361 h 5578453"/>
                <a:gd name="connsiteX100" fmla="*/ 962992 w 5826505"/>
                <a:gd name="connsiteY100" fmla="*/ 1851737 h 5578453"/>
                <a:gd name="connsiteX101" fmla="*/ 844843 w 5826505"/>
                <a:gd name="connsiteY101" fmla="*/ 1851737 h 5578453"/>
                <a:gd name="connsiteX102" fmla="*/ 844843 w 5826505"/>
                <a:gd name="connsiteY102" fmla="*/ 1867232 h 5578453"/>
                <a:gd name="connsiteX103" fmla="*/ 962992 w 5826505"/>
                <a:gd name="connsiteY103" fmla="*/ 1867232 h 5578453"/>
                <a:gd name="connsiteX104" fmla="*/ 962992 w 5826505"/>
                <a:gd name="connsiteY104" fmla="*/ 3151826 h 5578453"/>
                <a:gd name="connsiteX105" fmla="*/ 979177 w 5826505"/>
                <a:gd name="connsiteY105" fmla="*/ 3151826 h 5578453"/>
                <a:gd name="connsiteX106" fmla="*/ 979177 w 5826505"/>
                <a:gd name="connsiteY106" fmla="*/ 1867232 h 5578453"/>
                <a:gd name="connsiteX107" fmla="*/ 1448534 w 5826505"/>
                <a:gd name="connsiteY107" fmla="*/ 1867232 h 5578453"/>
                <a:gd name="connsiteX108" fmla="*/ 1448534 w 5826505"/>
                <a:gd name="connsiteY108" fmla="*/ 2316608 h 5578453"/>
                <a:gd name="connsiteX109" fmla="*/ 1126458 w 5826505"/>
                <a:gd name="connsiteY109" fmla="*/ 2316608 h 5578453"/>
                <a:gd name="connsiteX110" fmla="*/ 1126458 w 5826505"/>
                <a:gd name="connsiteY110" fmla="*/ 2332104 h 5578453"/>
                <a:gd name="connsiteX111" fmla="*/ 1448534 w 5826505"/>
                <a:gd name="connsiteY111" fmla="*/ 2332104 h 5578453"/>
                <a:gd name="connsiteX112" fmla="*/ 1448534 w 5826505"/>
                <a:gd name="connsiteY112" fmla="*/ 2781479 h 5578453"/>
                <a:gd name="connsiteX113" fmla="*/ 1408072 w 5826505"/>
                <a:gd name="connsiteY113" fmla="*/ 2781479 h 5578453"/>
                <a:gd name="connsiteX114" fmla="*/ 1408072 w 5826505"/>
                <a:gd name="connsiteY114" fmla="*/ 2796975 h 5578453"/>
                <a:gd name="connsiteX115" fmla="*/ 1448534 w 5826505"/>
                <a:gd name="connsiteY115" fmla="*/ 2796975 h 5578453"/>
                <a:gd name="connsiteX116" fmla="*/ 1448534 w 5826505"/>
                <a:gd name="connsiteY116" fmla="*/ 3421451 h 5578453"/>
                <a:gd name="connsiteX117" fmla="*/ 1464719 w 5826505"/>
                <a:gd name="connsiteY117" fmla="*/ 3421451 h 5578453"/>
                <a:gd name="connsiteX118" fmla="*/ 1464719 w 5826505"/>
                <a:gd name="connsiteY118" fmla="*/ 2796975 h 5578453"/>
                <a:gd name="connsiteX119" fmla="*/ 1934076 w 5826505"/>
                <a:gd name="connsiteY119" fmla="*/ 2796975 h 5578453"/>
                <a:gd name="connsiteX120" fmla="*/ 1934076 w 5826505"/>
                <a:gd name="connsiteY120" fmla="*/ 3246350 h 5578453"/>
                <a:gd name="connsiteX121" fmla="*/ 1689687 w 5826505"/>
                <a:gd name="connsiteY121" fmla="*/ 3246350 h 5578453"/>
                <a:gd name="connsiteX122" fmla="*/ 1689687 w 5826505"/>
                <a:gd name="connsiteY122" fmla="*/ 3261846 h 5578453"/>
                <a:gd name="connsiteX123" fmla="*/ 1934076 w 5826505"/>
                <a:gd name="connsiteY123" fmla="*/ 3261846 h 5578453"/>
                <a:gd name="connsiteX124" fmla="*/ 1934076 w 5826505"/>
                <a:gd name="connsiteY124" fmla="*/ 3691077 h 5578453"/>
                <a:gd name="connsiteX125" fmla="*/ 1950261 w 5826505"/>
                <a:gd name="connsiteY125" fmla="*/ 3691077 h 5578453"/>
                <a:gd name="connsiteX126" fmla="*/ 1950261 w 5826505"/>
                <a:gd name="connsiteY126" fmla="*/ 3261846 h 5578453"/>
                <a:gd name="connsiteX127" fmla="*/ 2419618 w 5826505"/>
                <a:gd name="connsiteY127" fmla="*/ 3261846 h 5578453"/>
                <a:gd name="connsiteX128" fmla="*/ 2419618 w 5826505"/>
                <a:gd name="connsiteY128" fmla="*/ 3711221 h 5578453"/>
                <a:gd name="connsiteX129" fmla="*/ 1971301 w 5826505"/>
                <a:gd name="connsiteY129" fmla="*/ 3711221 h 5578453"/>
                <a:gd name="connsiteX130" fmla="*/ 1971301 w 5826505"/>
                <a:gd name="connsiteY130" fmla="*/ 3726717 h 5578453"/>
                <a:gd name="connsiteX131" fmla="*/ 2419618 w 5826505"/>
                <a:gd name="connsiteY131" fmla="*/ 3726717 h 5578453"/>
                <a:gd name="connsiteX132" fmla="*/ 2419618 w 5826505"/>
                <a:gd name="connsiteY132" fmla="*/ 3960702 h 5578453"/>
                <a:gd name="connsiteX133" fmla="*/ 2435803 w 5826505"/>
                <a:gd name="connsiteY133" fmla="*/ 3960702 h 5578453"/>
                <a:gd name="connsiteX134" fmla="*/ 2435803 w 5826505"/>
                <a:gd name="connsiteY134" fmla="*/ 3726717 h 5578453"/>
                <a:gd name="connsiteX135" fmla="*/ 2905161 w 5826505"/>
                <a:gd name="connsiteY135" fmla="*/ 3726717 h 5578453"/>
                <a:gd name="connsiteX136" fmla="*/ 2905161 w 5826505"/>
                <a:gd name="connsiteY136" fmla="*/ 4176092 h 5578453"/>
                <a:gd name="connsiteX137" fmla="*/ 2252916 w 5826505"/>
                <a:gd name="connsiteY137" fmla="*/ 4176092 h 5578453"/>
                <a:gd name="connsiteX138" fmla="*/ 2252916 w 5826505"/>
                <a:gd name="connsiteY138" fmla="*/ 4191588 h 5578453"/>
                <a:gd name="connsiteX139" fmla="*/ 2905161 w 5826505"/>
                <a:gd name="connsiteY139" fmla="*/ 4191588 h 5578453"/>
                <a:gd name="connsiteX140" fmla="*/ 2905161 w 5826505"/>
                <a:gd name="connsiteY140" fmla="*/ 4230327 h 5578453"/>
                <a:gd name="connsiteX141" fmla="*/ 2921345 w 5826505"/>
                <a:gd name="connsiteY141" fmla="*/ 4230327 h 5578453"/>
                <a:gd name="connsiteX142" fmla="*/ 2921345 w 5826505"/>
                <a:gd name="connsiteY142" fmla="*/ 4191588 h 5578453"/>
                <a:gd name="connsiteX143" fmla="*/ 3390703 w 5826505"/>
                <a:gd name="connsiteY143" fmla="*/ 4191588 h 5578453"/>
                <a:gd name="connsiteX144" fmla="*/ 3390703 w 5826505"/>
                <a:gd name="connsiteY144" fmla="*/ 4499953 h 5578453"/>
                <a:gd name="connsiteX145" fmla="*/ 3406887 w 5826505"/>
                <a:gd name="connsiteY145" fmla="*/ 4499953 h 5578453"/>
                <a:gd name="connsiteX146" fmla="*/ 3406887 w 5826505"/>
                <a:gd name="connsiteY146" fmla="*/ 4191588 h 5578453"/>
                <a:gd name="connsiteX147" fmla="*/ 3876245 w 5826505"/>
                <a:gd name="connsiteY147" fmla="*/ 4191588 h 5578453"/>
                <a:gd name="connsiteX148" fmla="*/ 3876245 w 5826505"/>
                <a:gd name="connsiteY148" fmla="*/ 4640964 h 5578453"/>
                <a:gd name="connsiteX149" fmla="*/ 2534530 w 5826505"/>
                <a:gd name="connsiteY149" fmla="*/ 4640964 h 5578453"/>
                <a:gd name="connsiteX150" fmla="*/ 2534530 w 5826505"/>
                <a:gd name="connsiteY150" fmla="*/ 4656459 h 5578453"/>
                <a:gd name="connsiteX151" fmla="*/ 3876245 w 5826505"/>
                <a:gd name="connsiteY151" fmla="*/ 4656459 h 5578453"/>
                <a:gd name="connsiteX152" fmla="*/ 3876245 w 5826505"/>
                <a:gd name="connsiteY152" fmla="*/ 4769578 h 5578453"/>
                <a:gd name="connsiteX153" fmla="*/ 3892429 w 5826505"/>
                <a:gd name="connsiteY153" fmla="*/ 4769578 h 5578453"/>
                <a:gd name="connsiteX154" fmla="*/ 3892429 w 5826505"/>
                <a:gd name="connsiteY154" fmla="*/ 4656459 h 5578453"/>
                <a:gd name="connsiteX155" fmla="*/ 4361787 w 5826505"/>
                <a:gd name="connsiteY155" fmla="*/ 4656459 h 5578453"/>
                <a:gd name="connsiteX156" fmla="*/ 4361787 w 5826505"/>
                <a:gd name="connsiteY156" fmla="*/ 5039203 h 5578453"/>
                <a:gd name="connsiteX157" fmla="*/ 4377972 w 5826505"/>
                <a:gd name="connsiteY157" fmla="*/ 5039203 h 5578453"/>
                <a:gd name="connsiteX158" fmla="*/ 4377972 w 5826505"/>
                <a:gd name="connsiteY158" fmla="*/ 4656459 h 5578453"/>
                <a:gd name="connsiteX159" fmla="*/ 4847329 w 5826505"/>
                <a:gd name="connsiteY159" fmla="*/ 4656459 h 5578453"/>
                <a:gd name="connsiteX160" fmla="*/ 4847329 w 5826505"/>
                <a:gd name="connsiteY160" fmla="*/ 5105835 h 5578453"/>
                <a:gd name="connsiteX161" fmla="*/ 2816144 w 5826505"/>
                <a:gd name="connsiteY161" fmla="*/ 5105835 h 5578453"/>
                <a:gd name="connsiteX162" fmla="*/ 2816144 w 5826505"/>
                <a:gd name="connsiteY162" fmla="*/ 5121330 h 5578453"/>
                <a:gd name="connsiteX163" fmla="*/ 4847329 w 5826505"/>
                <a:gd name="connsiteY163" fmla="*/ 5121330 h 5578453"/>
                <a:gd name="connsiteX164" fmla="*/ 4847329 w 5826505"/>
                <a:gd name="connsiteY164" fmla="*/ 5308829 h 5578453"/>
                <a:gd name="connsiteX165" fmla="*/ 4863514 w 5826505"/>
                <a:gd name="connsiteY165" fmla="*/ 5308829 h 5578453"/>
                <a:gd name="connsiteX166" fmla="*/ 4863514 w 5826505"/>
                <a:gd name="connsiteY166" fmla="*/ 5121330 h 5578453"/>
                <a:gd name="connsiteX167" fmla="*/ 5332871 w 5826505"/>
                <a:gd name="connsiteY167" fmla="*/ 5121330 h 5578453"/>
                <a:gd name="connsiteX168" fmla="*/ 5332871 w 5826505"/>
                <a:gd name="connsiteY168" fmla="*/ 5578454 h 5578453"/>
                <a:gd name="connsiteX169" fmla="*/ 5349056 w 5826505"/>
                <a:gd name="connsiteY169" fmla="*/ 5578454 h 5578453"/>
                <a:gd name="connsiteX170" fmla="*/ 5349056 w 5826505"/>
                <a:gd name="connsiteY170" fmla="*/ 5121330 h 5578453"/>
                <a:gd name="connsiteX171" fmla="*/ 5826506 w 5826505"/>
                <a:gd name="connsiteY171" fmla="*/ 5121330 h 5578453"/>
                <a:gd name="connsiteX172" fmla="*/ 5826506 w 5826505"/>
                <a:gd name="connsiteY172" fmla="*/ 5105835 h 5578453"/>
                <a:gd name="connsiteX173" fmla="*/ 4847329 w 5826505"/>
                <a:gd name="connsiteY173" fmla="*/ 3726717 h 5578453"/>
                <a:gd name="connsiteX174" fmla="*/ 4847329 w 5826505"/>
                <a:gd name="connsiteY174" fmla="*/ 4176092 h 5578453"/>
                <a:gd name="connsiteX175" fmla="*/ 4377972 w 5826505"/>
                <a:gd name="connsiteY175" fmla="*/ 4176092 h 5578453"/>
                <a:gd name="connsiteX176" fmla="*/ 4377972 w 5826505"/>
                <a:gd name="connsiteY176" fmla="*/ 3726717 h 5578453"/>
                <a:gd name="connsiteX177" fmla="*/ 4847329 w 5826505"/>
                <a:gd name="connsiteY177" fmla="*/ 3726717 h 5578453"/>
                <a:gd name="connsiteX178" fmla="*/ 4361787 w 5826505"/>
                <a:gd name="connsiteY178" fmla="*/ 4176092 h 5578453"/>
                <a:gd name="connsiteX179" fmla="*/ 3892429 w 5826505"/>
                <a:gd name="connsiteY179" fmla="*/ 4176092 h 5578453"/>
                <a:gd name="connsiteX180" fmla="*/ 3892429 w 5826505"/>
                <a:gd name="connsiteY180" fmla="*/ 3726717 h 5578453"/>
                <a:gd name="connsiteX181" fmla="*/ 4361787 w 5826505"/>
                <a:gd name="connsiteY181" fmla="*/ 3726717 h 5578453"/>
                <a:gd name="connsiteX182" fmla="*/ 4361787 w 5826505"/>
                <a:gd name="connsiteY182" fmla="*/ 4176092 h 5578453"/>
                <a:gd name="connsiteX183" fmla="*/ 4361787 w 5826505"/>
                <a:gd name="connsiteY183" fmla="*/ 3711221 h 5578453"/>
                <a:gd name="connsiteX184" fmla="*/ 3892429 w 5826505"/>
                <a:gd name="connsiteY184" fmla="*/ 3711221 h 5578453"/>
                <a:gd name="connsiteX185" fmla="*/ 3892429 w 5826505"/>
                <a:gd name="connsiteY185" fmla="*/ 3261846 h 5578453"/>
                <a:gd name="connsiteX186" fmla="*/ 4361787 w 5826505"/>
                <a:gd name="connsiteY186" fmla="*/ 3261846 h 5578453"/>
                <a:gd name="connsiteX187" fmla="*/ 4361787 w 5826505"/>
                <a:gd name="connsiteY187" fmla="*/ 3711221 h 5578453"/>
                <a:gd name="connsiteX188" fmla="*/ 1950261 w 5826505"/>
                <a:gd name="connsiteY188" fmla="*/ 1402361 h 5578453"/>
                <a:gd name="connsiteX189" fmla="*/ 2419618 w 5826505"/>
                <a:gd name="connsiteY189" fmla="*/ 1402361 h 5578453"/>
                <a:gd name="connsiteX190" fmla="*/ 2419618 w 5826505"/>
                <a:gd name="connsiteY190" fmla="*/ 1851737 h 5578453"/>
                <a:gd name="connsiteX191" fmla="*/ 1950261 w 5826505"/>
                <a:gd name="connsiteY191" fmla="*/ 1851737 h 5578453"/>
                <a:gd name="connsiteX192" fmla="*/ 1950261 w 5826505"/>
                <a:gd name="connsiteY192" fmla="*/ 1402361 h 5578453"/>
                <a:gd name="connsiteX193" fmla="*/ 1934076 w 5826505"/>
                <a:gd name="connsiteY193" fmla="*/ 1851737 h 5578453"/>
                <a:gd name="connsiteX194" fmla="*/ 1464719 w 5826505"/>
                <a:gd name="connsiteY194" fmla="*/ 1851737 h 5578453"/>
                <a:gd name="connsiteX195" fmla="*/ 1464719 w 5826505"/>
                <a:gd name="connsiteY195" fmla="*/ 1402361 h 5578453"/>
                <a:gd name="connsiteX196" fmla="*/ 1934076 w 5826505"/>
                <a:gd name="connsiteY196" fmla="*/ 1402361 h 5578453"/>
                <a:gd name="connsiteX197" fmla="*/ 1934076 w 5826505"/>
                <a:gd name="connsiteY197" fmla="*/ 1851737 h 5578453"/>
                <a:gd name="connsiteX198" fmla="*/ 2419618 w 5826505"/>
                <a:gd name="connsiteY198" fmla="*/ 1867232 h 5578453"/>
                <a:gd name="connsiteX199" fmla="*/ 2419618 w 5826505"/>
                <a:gd name="connsiteY199" fmla="*/ 2316608 h 5578453"/>
                <a:gd name="connsiteX200" fmla="*/ 1950261 w 5826505"/>
                <a:gd name="connsiteY200" fmla="*/ 2316608 h 5578453"/>
                <a:gd name="connsiteX201" fmla="*/ 1950261 w 5826505"/>
                <a:gd name="connsiteY201" fmla="*/ 1867232 h 5578453"/>
                <a:gd name="connsiteX202" fmla="*/ 2419618 w 5826505"/>
                <a:gd name="connsiteY202" fmla="*/ 1867232 h 5578453"/>
                <a:gd name="connsiteX203" fmla="*/ 2921345 w 5826505"/>
                <a:gd name="connsiteY203" fmla="*/ 2316608 h 5578453"/>
                <a:gd name="connsiteX204" fmla="*/ 2921345 w 5826505"/>
                <a:gd name="connsiteY204" fmla="*/ 1867232 h 5578453"/>
                <a:gd name="connsiteX205" fmla="*/ 3390703 w 5826505"/>
                <a:gd name="connsiteY205" fmla="*/ 1867232 h 5578453"/>
                <a:gd name="connsiteX206" fmla="*/ 3390703 w 5826505"/>
                <a:gd name="connsiteY206" fmla="*/ 2316608 h 5578453"/>
                <a:gd name="connsiteX207" fmla="*/ 2921345 w 5826505"/>
                <a:gd name="connsiteY207" fmla="*/ 2316608 h 5578453"/>
                <a:gd name="connsiteX208" fmla="*/ 3390703 w 5826505"/>
                <a:gd name="connsiteY208" fmla="*/ 2332104 h 5578453"/>
                <a:gd name="connsiteX209" fmla="*/ 3390703 w 5826505"/>
                <a:gd name="connsiteY209" fmla="*/ 2781479 h 5578453"/>
                <a:gd name="connsiteX210" fmla="*/ 2921345 w 5826505"/>
                <a:gd name="connsiteY210" fmla="*/ 2781479 h 5578453"/>
                <a:gd name="connsiteX211" fmla="*/ 2921345 w 5826505"/>
                <a:gd name="connsiteY211" fmla="*/ 2332104 h 5578453"/>
                <a:gd name="connsiteX212" fmla="*/ 3390703 w 5826505"/>
                <a:gd name="connsiteY212" fmla="*/ 2332104 h 5578453"/>
                <a:gd name="connsiteX213" fmla="*/ 2905161 w 5826505"/>
                <a:gd name="connsiteY213" fmla="*/ 2316608 h 5578453"/>
                <a:gd name="connsiteX214" fmla="*/ 2435803 w 5826505"/>
                <a:gd name="connsiteY214" fmla="*/ 2316608 h 5578453"/>
                <a:gd name="connsiteX215" fmla="*/ 2435803 w 5826505"/>
                <a:gd name="connsiteY215" fmla="*/ 1867232 h 5578453"/>
                <a:gd name="connsiteX216" fmla="*/ 2905161 w 5826505"/>
                <a:gd name="connsiteY216" fmla="*/ 1867232 h 5578453"/>
                <a:gd name="connsiteX217" fmla="*/ 2905161 w 5826505"/>
                <a:gd name="connsiteY217" fmla="*/ 2316608 h 5578453"/>
                <a:gd name="connsiteX218" fmla="*/ 2419618 w 5826505"/>
                <a:gd name="connsiteY218" fmla="*/ 2332104 h 5578453"/>
                <a:gd name="connsiteX219" fmla="*/ 2419618 w 5826505"/>
                <a:gd name="connsiteY219" fmla="*/ 2781479 h 5578453"/>
                <a:gd name="connsiteX220" fmla="*/ 1950261 w 5826505"/>
                <a:gd name="connsiteY220" fmla="*/ 2781479 h 5578453"/>
                <a:gd name="connsiteX221" fmla="*/ 1950261 w 5826505"/>
                <a:gd name="connsiteY221" fmla="*/ 2332104 h 5578453"/>
                <a:gd name="connsiteX222" fmla="*/ 2419618 w 5826505"/>
                <a:gd name="connsiteY222" fmla="*/ 2332104 h 5578453"/>
                <a:gd name="connsiteX223" fmla="*/ 2435803 w 5826505"/>
                <a:gd name="connsiteY223" fmla="*/ 2332104 h 5578453"/>
                <a:gd name="connsiteX224" fmla="*/ 2905161 w 5826505"/>
                <a:gd name="connsiteY224" fmla="*/ 2332104 h 5578453"/>
                <a:gd name="connsiteX225" fmla="*/ 2905161 w 5826505"/>
                <a:gd name="connsiteY225" fmla="*/ 2781479 h 5578453"/>
                <a:gd name="connsiteX226" fmla="*/ 2435803 w 5826505"/>
                <a:gd name="connsiteY226" fmla="*/ 2781479 h 5578453"/>
                <a:gd name="connsiteX227" fmla="*/ 2435803 w 5826505"/>
                <a:gd name="connsiteY227" fmla="*/ 2332104 h 5578453"/>
                <a:gd name="connsiteX228" fmla="*/ 2905161 w 5826505"/>
                <a:gd name="connsiteY228" fmla="*/ 2796975 h 5578453"/>
                <a:gd name="connsiteX229" fmla="*/ 2905161 w 5826505"/>
                <a:gd name="connsiteY229" fmla="*/ 3246350 h 5578453"/>
                <a:gd name="connsiteX230" fmla="*/ 2435803 w 5826505"/>
                <a:gd name="connsiteY230" fmla="*/ 3246350 h 5578453"/>
                <a:gd name="connsiteX231" fmla="*/ 2435803 w 5826505"/>
                <a:gd name="connsiteY231" fmla="*/ 2796975 h 5578453"/>
                <a:gd name="connsiteX232" fmla="*/ 2905161 w 5826505"/>
                <a:gd name="connsiteY232" fmla="*/ 2796975 h 5578453"/>
                <a:gd name="connsiteX233" fmla="*/ 2921345 w 5826505"/>
                <a:gd name="connsiteY233" fmla="*/ 2796975 h 5578453"/>
                <a:gd name="connsiteX234" fmla="*/ 3390703 w 5826505"/>
                <a:gd name="connsiteY234" fmla="*/ 2796975 h 5578453"/>
                <a:gd name="connsiteX235" fmla="*/ 3390703 w 5826505"/>
                <a:gd name="connsiteY235" fmla="*/ 3246350 h 5578453"/>
                <a:gd name="connsiteX236" fmla="*/ 2921345 w 5826505"/>
                <a:gd name="connsiteY236" fmla="*/ 3246350 h 5578453"/>
                <a:gd name="connsiteX237" fmla="*/ 2921345 w 5826505"/>
                <a:gd name="connsiteY237" fmla="*/ 2796975 h 5578453"/>
                <a:gd name="connsiteX238" fmla="*/ 3406887 w 5826505"/>
                <a:gd name="connsiteY238" fmla="*/ 2796975 h 5578453"/>
                <a:gd name="connsiteX239" fmla="*/ 3876245 w 5826505"/>
                <a:gd name="connsiteY239" fmla="*/ 2796975 h 5578453"/>
                <a:gd name="connsiteX240" fmla="*/ 3876245 w 5826505"/>
                <a:gd name="connsiteY240" fmla="*/ 3246350 h 5578453"/>
                <a:gd name="connsiteX241" fmla="*/ 3406887 w 5826505"/>
                <a:gd name="connsiteY241" fmla="*/ 3246350 h 5578453"/>
                <a:gd name="connsiteX242" fmla="*/ 3406887 w 5826505"/>
                <a:gd name="connsiteY242" fmla="*/ 2796975 h 5578453"/>
                <a:gd name="connsiteX243" fmla="*/ 3390703 w 5826505"/>
                <a:gd name="connsiteY243" fmla="*/ 3261846 h 5578453"/>
                <a:gd name="connsiteX244" fmla="*/ 3390703 w 5826505"/>
                <a:gd name="connsiteY244" fmla="*/ 3711221 h 5578453"/>
                <a:gd name="connsiteX245" fmla="*/ 2921345 w 5826505"/>
                <a:gd name="connsiteY245" fmla="*/ 3711221 h 5578453"/>
                <a:gd name="connsiteX246" fmla="*/ 2921345 w 5826505"/>
                <a:gd name="connsiteY246" fmla="*/ 3261846 h 5578453"/>
                <a:gd name="connsiteX247" fmla="*/ 3390703 w 5826505"/>
                <a:gd name="connsiteY247" fmla="*/ 3261846 h 5578453"/>
                <a:gd name="connsiteX248" fmla="*/ 3406887 w 5826505"/>
                <a:gd name="connsiteY248" fmla="*/ 3261846 h 5578453"/>
                <a:gd name="connsiteX249" fmla="*/ 3876245 w 5826505"/>
                <a:gd name="connsiteY249" fmla="*/ 3261846 h 5578453"/>
                <a:gd name="connsiteX250" fmla="*/ 3876245 w 5826505"/>
                <a:gd name="connsiteY250" fmla="*/ 3711221 h 5578453"/>
                <a:gd name="connsiteX251" fmla="*/ 3406887 w 5826505"/>
                <a:gd name="connsiteY251" fmla="*/ 3711221 h 5578453"/>
                <a:gd name="connsiteX252" fmla="*/ 3406887 w 5826505"/>
                <a:gd name="connsiteY252" fmla="*/ 3261846 h 5578453"/>
                <a:gd name="connsiteX253" fmla="*/ 4361787 w 5826505"/>
                <a:gd name="connsiteY253" fmla="*/ 2796975 h 5578453"/>
                <a:gd name="connsiteX254" fmla="*/ 4361787 w 5826505"/>
                <a:gd name="connsiteY254" fmla="*/ 3246350 h 5578453"/>
                <a:gd name="connsiteX255" fmla="*/ 3892429 w 5826505"/>
                <a:gd name="connsiteY255" fmla="*/ 3246350 h 5578453"/>
                <a:gd name="connsiteX256" fmla="*/ 3892429 w 5826505"/>
                <a:gd name="connsiteY256" fmla="*/ 2796975 h 5578453"/>
                <a:gd name="connsiteX257" fmla="*/ 4361787 w 5826505"/>
                <a:gd name="connsiteY257" fmla="*/ 2796975 h 5578453"/>
                <a:gd name="connsiteX258" fmla="*/ 3876245 w 5826505"/>
                <a:gd name="connsiteY258" fmla="*/ 2781479 h 5578453"/>
                <a:gd name="connsiteX259" fmla="*/ 3406887 w 5826505"/>
                <a:gd name="connsiteY259" fmla="*/ 2781479 h 5578453"/>
                <a:gd name="connsiteX260" fmla="*/ 3406887 w 5826505"/>
                <a:gd name="connsiteY260" fmla="*/ 2332104 h 5578453"/>
                <a:gd name="connsiteX261" fmla="*/ 3876245 w 5826505"/>
                <a:gd name="connsiteY261" fmla="*/ 2332104 h 5578453"/>
                <a:gd name="connsiteX262" fmla="*/ 3876245 w 5826505"/>
                <a:gd name="connsiteY262" fmla="*/ 2781479 h 5578453"/>
                <a:gd name="connsiteX263" fmla="*/ 3876245 w 5826505"/>
                <a:gd name="connsiteY263" fmla="*/ 1867232 h 5578453"/>
                <a:gd name="connsiteX264" fmla="*/ 3876245 w 5826505"/>
                <a:gd name="connsiteY264" fmla="*/ 2316608 h 5578453"/>
                <a:gd name="connsiteX265" fmla="*/ 3406887 w 5826505"/>
                <a:gd name="connsiteY265" fmla="*/ 2316608 h 5578453"/>
                <a:gd name="connsiteX266" fmla="*/ 3406887 w 5826505"/>
                <a:gd name="connsiteY266" fmla="*/ 1867232 h 5578453"/>
                <a:gd name="connsiteX267" fmla="*/ 3876245 w 5826505"/>
                <a:gd name="connsiteY267" fmla="*/ 1867232 h 5578453"/>
                <a:gd name="connsiteX268" fmla="*/ 3390703 w 5826505"/>
                <a:gd name="connsiteY268" fmla="*/ 1402361 h 5578453"/>
                <a:gd name="connsiteX269" fmla="*/ 3390703 w 5826505"/>
                <a:gd name="connsiteY269" fmla="*/ 1851737 h 5578453"/>
                <a:gd name="connsiteX270" fmla="*/ 2921345 w 5826505"/>
                <a:gd name="connsiteY270" fmla="*/ 1851737 h 5578453"/>
                <a:gd name="connsiteX271" fmla="*/ 2921345 w 5826505"/>
                <a:gd name="connsiteY271" fmla="*/ 1402361 h 5578453"/>
                <a:gd name="connsiteX272" fmla="*/ 3390703 w 5826505"/>
                <a:gd name="connsiteY272" fmla="*/ 1402361 h 5578453"/>
                <a:gd name="connsiteX273" fmla="*/ 2905161 w 5826505"/>
                <a:gd name="connsiteY273" fmla="*/ 1402361 h 5578453"/>
                <a:gd name="connsiteX274" fmla="*/ 2905161 w 5826505"/>
                <a:gd name="connsiteY274" fmla="*/ 1851737 h 5578453"/>
                <a:gd name="connsiteX275" fmla="*/ 2435803 w 5826505"/>
                <a:gd name="connsiteY275" fmla="*/ 1851737 h 5578453"/>
                <a:gd name="connsiteX276" fmla="*/ 2435803 w 5826505"/>
                <a:gd name="connsiteY276" fmla="*/ 1402361 h 5578453"/>
                <a:gd name="connsiteX277" fmla="*/ 2905161 w 5826505"/>
                <a:gd name="connsiteY277" fmla="*/ 1402361 h 5578453"/>
                <a:gd name="connsiteX278" fmla="*/ 2419618 w 5826505"/>
                <a:gd name="connsiteY278" fmla="*/ 937490 h 5578453"/>
                <a:gd name="connsiteX279" fmla="*/ 2419618 w 5826505"/>
                <a:gd name="connsiteY279" fmla="*/ 1386866 h 5578453"/>
                <a:gd name="connsiteX280" fmla="*/ 1950261 w 5826505"/>
                <a:gd name="connsiteY280" fmla="*/ 1386866 h 5578453"/>
                <a:gd name="connsiteX281" fmla="*/ 1950261 w 5826505"/>
                <a:gd name="connsiteY281" fmla="*/ 937490 h 5578453"/>
                <a:gd name="connsiteX282" fmla="*/ 2419618 w 5826505"/>
                <a:gd name="connsiteY282" fmla="*/ 937490 h 5578453"/>
                <a:gd name="connsiteX283" fmla="*/ 1934076 w 5826505"/>
                <a:gd name="connsiteY283" fmla="*/ 937490 h 5578453"/>
                <a:gd name="connsiteX284" fmla="*/ 1934076 w 5826505"/>
                <a:gd name="connsiteY284" fmla="*/ 1386866 h 5578453"/>
                <a:gd name="connsiteX285" fmla="*/ 1464719 w 5826505"/>
                <a:gd name="connsiteY285" fmla="*/ 1386866 h 5578453"/>
                <a:gd name="connsiteX286" fmla="*/ 1464719 w 5826505"/>
                <a:gd name="connsiteY286" fmla="*/ 937490 h 5578453"/>
                <a:gd name="connsiteX287" fmla="*/ 1934076 w 5826505"/>
                <a:gd name="connsiteY287" fmla="*/ 937490 h 5578453"/>
                <a:gd name="connsiteX288" fmla="*/ 1448534 w 5826505"/>
                <a:gd name="connsiteY288" fmla="*/ 472619 h 5578453"/>
                <a:gd name="connsiteX289" fmla="*/ 1448534 w 5826505"/>
                <a:gd name="connsiteY289" fmla="*/ 921994 h 5578453"/>
                <a:gd name="connsiteX290" fmla="*/ 979177 w 5826505"/>
                <a:gd name="connsiteY290" fmla="*/ 921994 h 5578453"/>
                <a:gd name="connsiteX291" fmla="*/ 979177 w 5826505"/>
                <a:gd name="connsiteY291" fmla="*/ 472619 h 5578453"/>
                <a:gd name="connsiteX292" fmla="*/ 1448534 w 5826505"/>
                <a:gd name="connsiteY292" fmla="*/ 472619 h 5578453"/>
                <a:gd name="connsiteX293" fmla="*/ 493635 w 5826505"/>
                <a:gd name="connsiteY293" fmla="*/ 921994 h 5578453"/>
                <a:gd name="connsiteX294" fmla="*/ 493635 w 5826505"/>
                <a:gd name="connsiteY294" fmla="*/ 472619 h 5578453"/>
                <a:gd name="connsiteX295" fmla="*/ 962992 w 5826505"/>
                <a:gd name="connsiteY295" fmla="*/ 472619 h 5578453"/>
                <a:gd name="connsiteX296" fmla="*/ 962992 w 5826505"/>
                <a:gd name="connsiteY296" fmla="*/ 921994 h 5578453"/>
                <a:gd name="connsiteX297" fmla="*/ 493635 w 5826505"/>
                <a:gd name="connsiteY297" fmla="*/ 921994 h 5578453"/>
                <a:gd name="connsiteX298" fmla="*/ 979177 w 5826505"/>
                <a:gd name="connsiteY298" fmla="*/ 937490 h 5578453"/>
                <a:gd name="connsiteX299" fmla="*/ 1448534 w 5826505"/>
                <a:gd name="connsiteY299" fmla="*/ 937490 h 5578453"/>
                <a:gd name="connsiteX300" fmla="*/ 1448534 w 5826505"/>
                <a:gd name="connsiteY300" fmla="*/ 1386866 h 5578453"/>
                <a:gd name="connsiteX301" fmla="*/ 979177 w 5826505"/>
                <a:gd name="connsiteY301" fmla="*/ 1386866 h 5578453"/>
                <a:gd name="connsiteX302" fmla="*/ 979177 w 5826505"/>
                <a:gd name="connsiteY302" fmla="*/ 937490 h 5578453"/>
                <a:gd name="connsiteX303" fmla="*/ 979177 w 5826505"/>
                <a:gd name="connsiteY303" fmla="*/ 1851737 h 5578453"/>
                <a:gd name="connsiteX304" fmla="*/ 979177 w 5826505"/>
                <a:gd name="connsiteY304" fmla="*/ 1402361 h 5578453"/>
                <a:gd name="connsiteX305" fmla="*/ 1448534 w 5826505"/>
                <a:gd name="connsiteY305" fmla="*/ 1402361 h 5578453"/>
                <a:gd name="connsiteX306" fmla="*/ 1448534 w 5826505"/>
                <a:gd name="connsiteY306" fmla="*/ 1851737 h 5578453"/>
                <a:gd name="connsiteX307" fmla="*/ 979177 w 5826505"/>
                <a:gd name="connsiteY307" fmla="*/ 1851737 h 5578453"/>
                <a:gd name="connsiteX308" fmla="*/ 1464719 w 5826505"/>
                <a:gd name="connsiteY308" fmla="*/ 1867232 h 5578453"/>
                <a:gd name="connsiteX309" fmla="*/ 1934076 w 5826505"/>
                <a:gd name="connsiteY309" fmla="*/ 1867232 h 5578453"/>
                <a:gd name="connsiteX310" fmla="*/ 1934076 w 5826505"/>
                <a:gd name="connsiteY310" fmla="*/ 2316608 h 5578453"/>
                <a:gd name="connsiteX311" fmla="*/ 1464719 w 5826505"/>
                <a:gd name="connsiteY311" fmla="*/ 2316608 h 5578453"/>
                <a:gd name="connsiteX312" fmla="*/ 1464719 w 5826505"/>
                <a:gd name="connsiteY312" fmla="*/ 1867232 h 5578453"/>
                <a:gd name="connsiteX313" fmla="*/ 1464719 w 5826505"/>
                <a:gd name="connsiteY313" fmla="*/ 2781479 h 5578453"/>
                <a:gd name="connsiteX314" fmla="*/ 1464719 w 5826505"/>
                <a:gd name="connsiteY314" fmla="*/ 2332104 h 5578453"/>
                <a:gd name="connsiteX315" fmla="*/ 1934076 w 5826505"/>
                <a:gd name="connsiteY315" fmla="*/ 2332104 h 5578453"/>
                <a:gd name="connsiteX316" fmla="*/ 1934076 w 5826505"/>
                <a:gd name="connsiteY316" fmla="*/ 2781479 h 5578453"/>
                <a:gd name="connsiteX317" fmla="*/ 1464719 w 5826505"/>
                <a:gd name="connsiteY317" fmla="*/ 2781479 h 5578453"/>
                <a:gd name="connsiteX318" fmla="*/ 1950261 w 5826505"/>
                <a:gd name="connsiteY318" fmla="*/ 3246350 h 5578453"/>
                <a:gd name="connsiteX319" fmla="*/ 1950261 w 5826505"/>
                <a:gd name="connsiteY319" fmla="*/ 2796975 h 5578453"/>
                <a:gd name="connsiteX320" fmla="*/ 2419618 w 5826505"/>
                <a:gd name="connsiteY320" fmla="*/ 2796975 h 5578453"/>
                <a:gd name="connsiteX321" fmla="*/ 2419618 w 5826505"/>
                <a:gd name="connsiteY321" fmla="*/ 3246350 h 5578453"/>
                <a:gd name="connsiteX322" fmla="*/ 1950261 w 5826505"/>
                <a:gd name="connsiteY322" fmla="*/ 3246350 h 5578453"/>
                <a:gd name="connsiteX323" fmla="*/ 2435803 w 5826505"/>
                <a:gd name="connsiteY323" fmla="*/ 3711221 h 5578453"/>
                <a:gd name="connsiteX324" fmla="*/ 2435803 w 5826505"/>
                <a:gd name="connsiteY324" fmla="*/ 3261846 h 5578453"/>
                <a:gd name="connsiteX325" fmla="*/ 2905161 w 5826505"/>
                <a:gd name="connsiteY325" fmla="*/ 3261846 h 5578453"/>
                <a:gd name="connsiteX326" fmla="*/ 2905161 w 5826505"/>
                <a:gd name="connsiteY326" fmla="*/ 3711221 h 5578453"/>
                <a:gd name="connsiteX327" fmla="*/ 2435803 w 5826505"/>
                <a:gd name="connsiteY327" fmla="*/ 3711221 h 5578453"/>
                <a:gd name="connsiteX328" fmla="*/ 2921345 w 5826505"/>
                <a:gd name="connsiteY328" fmla="*/ 4176092 h 5578453"/>
                <a:gd name="connsiteX329" fmla="*/ 2921345 w 5826505"/>
                <a:gd name="connsiteY329" fmla="*/ 3726717 h 5578453"/>
                <a:gd name="connsiteX330" fmla="*/ 3390703 w 5826505"/>
                <a:gd name="connsiteY330" fmla="*/ 3726717 h 5578453"/>
                <a:gd name="connsiteX331" fmla="*/ 3390703 w 5826505"/>
                <a:gd name="connsiteY331" fmla="*/ 4176092 h 5578453"/>
                <a:gd name="connsiteX332" fmla="*/ 2921345 w 5826505"/>
                <a:gd name="connsiteY332" fmla="*/ 4176092 h 5578453"/>
                <a:gd name="connsiteX333" fmla="*/ 3406887 w 5826505"/>
                <a:gd name="connsiteY333" fmla="*/ 4176092 h 5578453"/>
                <a:gd name="connsiteX334" fmla="*/ 3406887 w 5826505"/>
                <a:gd name="connsiteY334" fmla="*/ 3726717 h 5578453"/>
                <a:gd name="connsiteX335" fmla="*/ 3876245 w 5826505"/>
                <a:gd name="connsiteY335" fmla="*/ 3726717 h 5578453"/>
                <a:gd name="connsiteX336" fmla="*/ 3876245 w 5826505"/>
                <a:gd name="connsiteY336" fmla="*/ 4176092 h 5578453"/>
                <a:gd name="connsiteX337" fmla="*/ 3406887 w 5826505"/>
                <a:gd name="connsiteY337" fmla="*/ 4176092 h 5578453"/>
                <a:gd name="connsiteX338" fmla="*/ 3892429 w 5826505"/>
                <a:gd name="connsiteY338" fmla="*/ 4640964 h 5578453"/>
                <a:gd name="connsiteX339" fmla="*/ 3892429 w 5826505"/>
                <a:gd name="connsiteY339" fmla="*/ 4191588 h 5578453"/>
                <a:gd name="connsiteX340" fmla="*/ 4361787 w 5826505"/>
                <a:gd name="connsiteY340" fmla="*/ 4191588 h 5578453"/>
                <a:gd name="connsiteX341" fmla="*/ 4361787 w 5826505"/>
                <a:gd name="connsiteY341" fmla="*/ 4640964 h 5578453"/>
                <a:gd name="connsiteX342" fmla="*/ 3892429 w 5826505"/>
                <a:gd name="connsiteY342" fmla="*/ 4640964 h 5578453"/>
                <a:gd name="connsiteX343" fmla="*/ 4377972 w 5826505"/>
                <a:gd name="connsiteY343" fmla="*/ 4640964 h 5578453"/>
                <a:gd name="connsiteX344" fmla="*/ 4377972 w 5826505"/>
                <a:gd name="connsiteY344" fmla="*/ 4191588 h 5578453"/>
                <a:gd name="connsiteX345" fmla="*/ 4847329 w 5826505"/>
                <a:gd name="connsiteY345" fmla="*/ 4191588 h 5578453"/>
                <a:gd name="connsiteX346" fmla="*/ 4847329 w 5826505"/>
                <a:gd name="connsiteY346" fmla="*/ 4640964 h 5578453"/>
                <a:gd name="connsiteX347" fmla="*/ 4377972 w 5826505"/>
                <a:gd name="connsiteY347" fmla="*/ 4640964 h 5578453"/>
                <a:gd name="connsiteX348" fmla="*/ 4863514 w 5826505"/>
                <a:gd name="connsiteY348" fmla="*/ 5105835 h 5578453"/>
                <a:gd name="connsiteX349" fmla="*/ 4863514 w 5826505"/>
                <a:gd name="connsiteY349" fmla="*/ 4656459 h 5578453"/>
                <a:gd name="connsiteX350" fmla="*/ 5332871 w 5826505"/>
                <a:gd name="connsiteY350" fmla="*/ 4656459 h 5578453"/>
                <a:gd name="connsiteX351" fmla="*/ 5332871 w 5826505"/>
                <a:gd name="connsiteY351" fmla="*/ 5105835 h 5578453"/>
                <a:gd name="connsiteX352" fmla="*/ 4863514 w 5826505"/>
                <a:gd name="connsiteY352" fmla="*/ 5105835 h 5578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</a:cxnLst>
              <a:rect l="l" t="t" r="r" b="b"/>
              <a:pathLst>
                <a:path w="5826505" h="5578453">
                  <a:moveTo>
                    <a:pt x="5826506" y="5105835"/>
                  </a:moveTo>
                  <a:lnTo>
                    <a:pt x="5349056" y="5105835"/>
                  </a:lnTo>
                  <a:lnTo>
                    <a:pt x="5349056" y="4656459"/>
                  </a:lnTo>
                  <a:lnTo>
                    <a:pt x="5567550" y="4656459"/>
                  </a:lnTo>
                  <a:lnTo>
                    <a:pt x="5567550" y="4640964"/>
                  </a:lnTo>
                  <a:lnTo>
                    <a:pt x="5349056" y="4640964"/>
                  </a:lnTo>
                  <a:lnTo>
                    <a:pt x="5349056" y="2138407"/>
                  </a:lnTo>
                  <a:lnTo>
                    <a:pt x="5332871" y="2138407"/>
                  </a:lnTo>
                  <a:lnTo>
                    <a:pt x="5332871" y="4640964"/>
                  </a:lnTo>
                  <a:lnTo>
                    <a:pt x="4863514" y="4640964"/>
                  </a:lnTo>
                  <a:lnTo>
                    <a:pt x="4863514" y="4191588"/>
                  </a:lnTo>
                  <a:lnTo>
                    <a:pt x="5227670" y="4191588"/>
                  </a:lnTo>
                  <a:lnTo>
                    <a:pt x="5227670" y="4176092"/>
                  </a:lnTo>
                  <a:lnTo>
                    <a:pt x="4863514" y="4176092"/>
                  </a:lnTo>
                  <a:lnTo>
                    <a:pt x="4863514" y="3726717"/>
                  </a:lnTo>
                  <a:lnTo>
                    <a:pt x="5049638" y="3726717"/>
                  </a:lnTo>
                  <a:lnTo>
                    <a:pt x="5049638" y="3711221"/>
                  </a:lnTo>
                  <a:lnTo>
                    <a:pt x="4863514" y="3711221"/>
                  </a:lnTo>
                  <a:lnTo>
                    <a:pt x="4863514" y="1924566"/>
                  </a:lnTo>
                  <a:lnTo>
                    <a:pt x="4847329" y="1924566"/>
                  </a:lnTo>
                  <a:lnTo>
                    <a:pt x="4847329" y="3711221"/>
                  </a:lnTo>
                  <a:lnTo>
                    <a:pt x="4377972" y="3711221"/>
                  </a:lnTo>
                  <a:lnTo>
                    <a:pt x="4377972" y="3261846"/>
                  </a:lnTo>
                  <a:lnTo>
                    <a:pt x="4790683" y="3261846"/>
                  </a:lnTo>
                  <a:lnTo>
                    <a:pt x="4790683" y="3246350"/>
                  </a:lnTo>
                  <a:lnTo>
                    <a:pt x="4377972" y="3246350"/>
                  </a:lnTo>
                  <a:lnTo>
                    <a:pt x="4377972" y="2796975"/>
                  </a:lnTo>
                  <a:lnTo>
                    <a:pt x="4531727" y="2796975"/>
                  </a:lnTo>
                  <a:lnTo>
                    <a:pt x="4531727" y="2781479"/>
                  </a:lnTo>
                  <a:lnTo>
                    <a:pt x="4377972" y="2781479"/>
                  </a:lnTo>
                  <a:lnTo>
                    <a:pt x="4377972" y="1710726"/>
                  </a:lnTo>
                  <a:lnTo>
                    <a:pt x="4361787" y="1710726"/>
                  </a:lnTo>
                  <a:lnTo>
                    <a:pt x="4361787" y="2781479"/>
                  </a:lnTo>
                  <a:lnTo>
                    <a:pt x="3892429" y="2781479"/>
                  </a:lnTo>
                  <a:lnTo>
                    <a:pt x="3892429" y="2332104"/>
                  </a:lnTo>
                  <a:lnTo>
                    <a:pt x="4272771" y="2332104"/>
                  </a:lnTo>
                  <a:lnTo>
                    <a:pt x="4272771" y="2316608"/>
                  </a:lnTo>
                  <a:lnTo>
                    <a:pt x="3892429" y="2316608"/>
                  </a:lnTo>
                  <a:lnTo>
                    <a:pt x="3892429" y="1867232"/>
                  </a:lnTo>
                  <a:lnTo>
                    <a:pt x="4013815" y="1867232"/>
                  </a:lnTo>
                  <a:lnTo>
                    <a:pt x="4013815" y="1851737"/>
                  </a:lnTo>
                  <a:lnTo>
                    <a:pt x="3892429" y="1851737"/>
                  </a:lnTo>
                  <a:lnTo>
                    <a:pt x="3892429" y="1496885"/>
                  </a:lnTo>
                  <a:lnTo>
                    <a:pt x="3876245" y="1496885"/>
                  </a:lnTo>
                  <a:lnTo>
                    <a:pt x="3876245" y="1851737"/>
                  </a:lnTo>
                  <a:lnTo>
                    <a:pt x="3406887" y="1851737"/>
                  </a:lnTo>
                  <a:lnTo>
                    <a:pt x="3406887" y="1402361"/>
                  </a:lnTo>
                  <a:lnTo>
                    <a:pt x="3754859" y="1402361"/>
                  </a:lnTo>
                  <a:lnTo>
                    <a:pt x="3754859" y="1386866"/>
                  </a:lnTo>
                  <a:lnTo>
                    <a:pt x="3406887" y="1386866"/>
                  </a:lnTo>
                  <a:lnTo>
                    <a:pt x="3406887" y="1283044"/>
                  </a:lnTo>
                  <a:lnTo>
                    <a:pt x="3390703" y="1283044"/>
                  </a:lnTo>
                  <a:lnTo>
                    <a:pt x="3390703" y="1386866"/>
                  </a:lnTo>
                  <a:lnTo>
                    <a:pt x="2921345" y="1386866"/>
                  </a:lnTo>
                  <a:lnTo>
                    <a:pt x="2921345" y="1069204"/>
                  </a:lnTo>
                  <a:lnTo>
                    <a:pt x="2905161" y="1069204"/>
                  </a:lnTo>
                  <a:lnTo>
                    <a:pt x="2905161" y="1386866"/>
                  </a:lnTo>
                  <a:lnTo>
                    <a:pt x="2435803" y="1386866"/>
                  </a:lnTo>
                  <a:lnTo>
                    <a:pt x="2435803" y="937490"/>
                  </a:lnTo>
                  <a:lnTo>
                    <a:pt x="3495903" y="937490"/>
                  </a:lnTo>
                  <a:lnTo>
                    <a:pt x="3495903" y="921994"/>
                  </a:lnTo>
                  <a:lnTo>
                    <a:pt x="2435803" y="921994"/>
                  </a:lnTo>
                  <a:lnTo>
                    <a:pt x="2435803" y="855363"/>
                  </a:lnTo>
                  <a:lnTo>
                    <a:pt x="2419618" y="855363"/>
                  </a:lnTo>
                  <a:lnTo>
                    <a:pt x="2419618" y="921994"/>
                  </a:lnTo>
                  <a:lnTo>
                    <a:pt x="1950261" y="921994"/>
                  </a:lnTo>
                  <a:lnTo>
                    <a:pt x="1950261" y="641522"/>
                  </a:lnTo>
                  <a:lnTo>
                    <a:pt x="1934076" y="641522"/>
                  </a:lnTo>
                  <a:lnTo>
                    <a:pt x="1934076" y="921994"/>
                  </a:lnTo>
                  <a:lnTo>
                    <a:pt x="1464719" y="921994"/>
                  </a:lnTo>
                  <a:lnTo>
                    <a:pt x="1464719" y="472619"/>
                  </a:lnTo>
                  <a:lnTo>
                    <a:pt x="3236948" y="472619"/>
                  </a:lnTo>
                  <a:lnTo>
                    <a:pt x="3236948" y="457123"/>
                  </a:lnTo>
                  <a:lnTo>
                    <a:pt x="1464719" y="457123"/>
                  </a:lnTo>
                  <a:lnTo>
                    <a:pt x="1464719" y="427681"/>
                  </a:lnTo>
                  <a:lnTo>
                    <a:pt x="1448534" y="427681"/>
                  </a:lnTo>
                  <a:lnTo>
                    <a:pt x="1448534" y="457123"/>
                  </a:lnTo>
                  <a:lnTo>
                    <a:pt x="979177" y="457123"/>
                  </a:lnTo>
                  <a:lnTo>
                    <a:pt x="979177" y="213841"/>
                  </a:lnTo>
                  <a:lnTo>
                    <a:pt x="962992" y="213841"/>
                  </a:lnTo>
                  <a:lnTo>
                    <a:pt x="962992" y="457123"/>
                  </a:lnTo>
                  <a:lnTo>
                    <a:pt x="493635" y="457123"/>
                  </a:lnTo>
                  <a:lnTo>
                    <a:pt x="493635" y="0"/>
                  </a:lnTo>
                  <a:lnTo>
                    <a:pt x="477450" y="0"/>
                  </a:lnTo>
                  <a:lnTo>
                    <a:pt x="477450" y="457123"/>
                  </a:lnTo>
                  <a:lnTo>
                    <a:pt x="0" y="457123"/>
                  </a:lnTo>
                  <a:lnTo>
                    <a:pt x="0" y="472619"/>
                  </a:lnTo>
                  <a:lnTo>
                    <a:pt x="477450" y="472619"/>
                  </a:lnTo>
                  <a:lnTo>
                    <a:pt x="477450" y="921994"/>
                  </a:lnTo>
                  <a:lnTo>
                    <a:pt x="281614" y="921994"/>
                  </a:lnTo>
                  <a:lnTo>
                    <a:pt x="281614" y="937490"/>
                  </a:lnTo>
                  <a:lnTo>
                    <a:pt x="477450" y="937490"/>
                  </a:lnTo>
                  <a:lnTo>
                    <a:pt x="477450" y="2882201"/>
                  </a:lnTo>
                  <a:lnTo>
                    <a:pt x="493635" y="2882201"/>
                  </a:lnTo>
                  <a:lnTo>
                    <a:pt x="493635" y="937490"/>
                  </a:lnTo>
                  <a:lnTo>
                    <a:pt x="962992" y="937490"/>
                  </a:lnTo>
                  <a:lnTo>
                    <a:pt x="962992" y="1386866"/>
                  </a:lnTo>
                  <a:lnTo>
                    <a:pt x="563229" y="1386866"/>
                  </a:lnTo>
                  <a:lnTo>
                    <a:pt x="563229" y="1402361"/>
                  </a:lnTo>
                  <a:lnTo>
                    <a:pt x="962992" y="1402361"/>
                  </a:lnTo>
                  <a:lnTo>
                    <a:pt x="962992" y="1851737"/>
                  </a:lnTo>
                  <a:lnTo>
                    <a:pt x="844843" y="1851737"/>
                  </a:lnTo>
                  <a:lnTo>
                    <a:pt x="844843" y="1867232"/>
                  </a:lnTo>
                  <a:lnTo>
                    <a:pt x="962992" y="1867232"/>
                  </a:lnTo>
                  <a:lnTo>
                    <a:pt x="962992" y="3151826"/>
                  </a:lnTo>
                  <a:lnTo>
                    <a:pt x="979177" y="3151826"/>
                  </a:lnTo>
                  <a:lnTo>
                    <a:pt x="979177" y="1867232"/>
                  </a:lnTo>
                  <a:lnTo>
                    <a:pt x="1448534" y="1867232"/>
                  </a:lnTo>
                  <a:lnTo>
                    <a:pt x="1448534" y="2316608"/>
                  </a:lnTo>
                  <a:lnTo>
                    <a:pt x="1126458" y="2316608"/>
                  </a:lnTo>
                  <a:lnTo>
                    <a:pt x="1126458" y="2332104"/>
                  </a:lnTo>
                  <a:lnTo>
                    <a:pt x="1448534" y="2332104"/>
                  </a:lnTo>
                  <a:lnTo>
                    <a:pt x="1448534" y="2781479"/>
                  </a:lnTo>
                  <a:lnTo>
                    <a:pt x="1408072" y="2781479"/>
                  </a:lnTo>
                  <a:lnTo>
                    <a:pt x="1408072" y="2796975"/>
                  </a:lnTo>
                  <a:lnTo>
                    <a:pt x="1448534" y="2796975"/>
                  </a:lnTo>
                  <a:lnTo>
                    <a:pt x="1448534" y="3421451"/>
                  </a:lnTo>
                  <a:lnTo>
                    <a:pt x="1464719" y="3421451"/>
                  </a:lnTo>
                  <a:lnTo>
                    <a:pt x="1464719" y="2796975"/>
                  </a:lnTo>
                  <a:lnTo>
                    <a:pt x="1934076" y="2796975"/>
                  </a:lnTo>
                  <a:lnTo>
                    <a:pt x="1934076" y="3246350"/>
                  </a:lnTo>
                  <a:lnTo>
                    <a:pt x="1689687" y="3246350"/>
                  </a:lnTo>
                  <a:lnTo>
                    <a:pt x="1689687" y="3261846"/>
                  </a:lnTo>
                  <a:lnTo>
                    <a:pt x="1934076" y="3261846"/>
                  </a:lnTo>
                  <a:lnTo>
                    <a:pt x="1934076" y="3691077"/>
                  </a:lnTo>
                  <a:lnTo>
                    <a:pt x="1950261" y="3691077"/>
                  </a:lnTo>
                  <a:lnTo>
                    <a:pt x="1950261" y="3261846"/>
                  </a:lnTo>
                  <a:lnTo>
                    <a:pt x="2419618" y="3261846"/>
                  </a:lnTo>
                  <a:lnTo>
                    <a:pt x="2419618" y="3711221"/>
                  </a:lnTo>
                  <a:lnTo>
                    <a:pt x="1971301" y="3711221"/>
                  </a:lnTo>
                  <a:lnTo>
                    <a:pt x="1971301" y="3726717"/>
                  </a:lnTo>
                  <a:lnTo>
                    <a:pt x="2419618" y="3726717"/>
                  </a:lnTo>
                  <a:lnTo>
                    <a:pt x="2419618" y="3960702"/>
                  </a:lnTo>
                  <a:lnTo>
                    <a:pt x="2435803" y="3960702"/>
                  </a:lnTo>
                  <a:lnTo>
                    <a:pt x="2435803" y="3726717"/>
                  </a:lnTo>
                  <a:lnTo>
                    <a:pt x="2905161" y="3726717"/>
                  </a:lnTo>
                  <a:lnTo>
                    <a:pt x="2905161" y="4176092"/>
                  </a:lnTo>
                  <a:lnTo>
                    <a:pt x="2252916" y="4176092"/>
                  </a:lnTo>
                  <a:lnTo>
                    <a:pt x="2252916" y="4191588"/>
                  </a:lnTo>
                  <a:lnTo>
                    <a:pt x="2905161" y="4191588"/>
                  </a:lnTo>
                  <a:lnTo>
                    <a:pt x="2905161" y="4230327"/>
                  </a:lnTo>
                  <a:lnTo>
                    <a:pt x="2921345" y="4230327"/>
                  </a:lnTo>
                  <a:lnTo>
                    <a:pt x="2921345" y="4191588"/>
                  </a:lnTo>
                  <a:lnTo>
                    <a:pt x="3390703" y="4191588"/>
                  </a:lnTo>
                  <a:lnTo>
                    <a:pt x="3390703" y="4499953"/>
                  </a:lnTo>
                  <a:lnTo>
                    <a:pt x="3406887" y="4499953"/>
                  </a:lnTo>
                  <a:lnTo>
                    <a:pt x="3406887" y="4191588"/>
                  </a:lnTo>
                  <a:lnTo>
                    <a:pt x="3876245" y="4191588"/>
                  </a:lnTo>
                  <a:lnTo>
                    <a:pt x="3876245" y="4640964"/>
                  </a:lnTo>
                  <a:lnTo>
                    <a:pt x="2534530" y="4640964"/>
                  </a:lnTo>
                  <a:lnTo>
                    <a:pt x="2534530" y="4656459"/>
                  </a:lnTo>
                  <a:lnTo>
                    <a:pt x="3876245" y="4656459"/>
                  </a:lnTo>
                  <a:lnTo>
                    <a:pt x="3876245" y="4769578"/>
                  </a:lnTo>
                  <a:lnTo>
                    <a:pt x="3892429" y="4769578"/>
                  </a:lnTo>
                  <a:lnTo>
                    <a:pt x="3892429" y="4656459"/>
                  </a:lnTo>
                  <a:lnTo>
                    <a:pt x="4361787" y="4656459"/>
                  </a:lnTo>
                  <a:lnTo>
                    <a:pt x="4361787" y="5039203"/>
                  </a:lnTo>
                  <a:lnTo>
                    <a:pt x="4377972" y="5039203"/>
                  </a:lnTo>
                  <a:lnTo>
                    <a:pt x="4377972" y="4656459"/>
                  </a:lnTo>
                  <a:lnTo>
                    <a:pt x="4847329" y="4656459"/>
                  </a:lnTo>
                  <a:lnTo>
                    <a:pt x="4847329" y="5105835"/>
                  </a:lnTo>
                  <a:lnTo>
                    <a:pt x="2816144" y="5105835"/>
                  </a:lnTo>
                  <a:lnTo>
                    <a:pt x="2816144" y="5121330"/>
                  </a:lnTo>
                  <a:lnTo>
                    <a:pt x="4847329" y="5121330"/>
                  </a:lnTo>
                  <a:lnTo>
                    <a:pt x="4847329" y="5308829"/>
                  </a:lnTo>
                  <a:lnTo>
                    <a:pt x="4863514" y="5308829"/>
                  </a:lnTo>
                  <a:lnTo>
                    <a:pt x="4863514" y="5121330"/>
                  </a:lnTo>
                  <a:lnTo>
                    <a:pt x="5332871" y="5121330"/>
                  </a:lnTo>
                  <a:lnTo>
                    <a:pt x="5332871" y="5578454"/>
                  </a:lnTo>
                  <a:lnTo>
                    <a:pt x="5349056" y="5578454"/>
                  </a:lnTo>
                  <a:lnTo>
                    <a:pt x="5349056" y="5121330"/>
                  </a:lnTo>
                  <a:lnTo>
                    <a:pt x="5826506" y="5121330"/>
                  </a:lnTo>
                  <a:lnTo>
                    <a:pt x="5826506" y="5105835"/>
                  </a:lnTo>
                  <a:close/>
                  <a:moveTo>
                    <a:pt x="4847329" y="3726717"/>
                  </a:moveTo>
                  <a:lnTo>
                    <a:pt x="4847329" y="4176092"/>
                  </a:lnTo>
                  <a:lnTo>
                    <a:pt x="4377972" y="4176092"/>
                  </a:lnTo>
                  <a:lnTo>
                    <a:pt x="4377972" y="3726717"/>
                  </a:lnTo>
                  <a:lnTo>
                    <a:pt x="4847329" y="3726717"/>
                  </a:lnTo>
                  <a:close/>
                  <a:moveTo>
                    <a:pt x="4361787" y="4176092"/>
                  </a:moveTo>
                  <a:lnTo>
                    <a:pt x="3892429" y="4176092"/>
                  </a:lnTo>
                  <a:lnTo>
                    <a:pt x="3892429" y="3726717"/>
                  </a:lnTo>
                  <a:lnTo>
                    <a:pt x="4361787" y="3726717"/>
                  </a:lnTo>
                  <a:lnTo>
                    <a:pt x="4361787" y="4176092"/>
                  </a:lnTo>
                  <a:close/>
                  <a:moveTo>
                    <a:pt x="4361787" y="3711221"/>
                  </a:moveTo>
                  <a:lnTo>
                    <a:pt x="3892429" y="3711221"/>
                  </a:lnTo>
                  <a:lnTo>
                    <a:pt x="3892429" y="3261846"/>
                  </a:lnTo>
                  <a:lnTo>
                    <a:pt x="4361787" y="3261846"/>
                  </a:lnTo>
                  <a:lnTo>
                    <a:pt x="4361787" y="3711221"/>
                  </a:lnTo>
                  <a:close/>
                  <a:moveTo>
                    <a:pt x="1950261" y="1402361"/>
                  </a:moveTo>
                  <a:lnTo>
                    <a:pt x="2419618" y="1402361"/>
                  </a:lnTo>
                  <a:lnTo>
                    <a:pt x="2419618" y="1851737"/>
                  </a:lnTo>
                  <a:lnTo>
                    <a:pt x="1950261" y="1851737"/>
                  </a:lnTo>
                  <a:lnTo>
                    <a:pt x="1950261" y="1402361"/>
                  </a:lnTo>
                  <a:close/>
                  <a:moveTo>
                    <a:pt x="1934076" y="1851737"/>
                  </a:moveTo>
                  <a:lnTo>
                    <a:pt x="1464719" y="1851737"/>
                  </a:lnTo>
                  <a:lnTo>
                    <a:pt x="1464719" y="1402361"/>
                  </a:lnTo>
                  <a:lnTo>
                    <a:pt x="1934076" y="1402361"/>
                  </a:lnTo>
                  <a:lnTo>
                    <a:pt x="1934076" y="1851737"/>
                  </a:lnTo>
                  <a:close/>
                  <a:moveTo>
                    <a:pt x="2419618" y="1867232"/>
                  </a:moveTo>
                  <a:lnTo>
                    <a:pt x="2419618" y="2316608"/>
                  </a:lnTo>
                  <a:lnTo>
                    <a:pt x="1950261" y="2316608"/>
                  </a:lnTo>
                  <a:lnTo>
                    <a:pt x="1950261" y="1867232"/>
                  </a:lnTo>
                  <a:lnTo>
                    <a:pt x="2419618" y="1867232"/>
                  </a:lnTo>
                  <a:close/>
                  <a:moveTo>
                    <a:pt x="2921345" y="2316608"/>
                  </a:moveTo>
                  <a:lnTo>
                    <a:pt x="2921345" y="1867232"/>
                  </a:lnTo>
                  <a:lnTo>
                    <a:pt x="3390703" y="1867232"/>
                  </a:lnTo>
                  <a:lnTo>
                    <a:pt x="3390703" y="2316608"/>
                  </a:lnTo>
                  <a:lnTo>
                    <a:pt x="2921345" y="2316608"/>
                  </a:lnTo>
                  <a:close/>
                  <a:moveTo>
                    <a:pt x="3390703" y="2332104"/>
                  </a:moveTo>
                  <a:lnTo>
                    <a:pt x="3390703" y="2781479"/>
                  </a:lnTo>
                  <a:lnTo>
                    <a:pt x="2921345" y="2781479"/>
                  </a:lnTo>
                  <a:lnTo>
                    <a:pt x="2921345" y="2332104"/>
                  </a:lnTo>
                  <a:lnTo>
                    <a:pt x="3390703" y="2332104"/>
                  </a:lnTo>
                  <a:close/>
                  <a:moveTo>
                    <a:pt x="2905161" y="2316608"/>
                  </a:moveTo>
                  <a:lnTo>
                    <a:pt x="2435803" y="2316608"/>
                  </a:lnTo>
                  <a:lnTo>
                    <a:pt x="2435803" y="1867232"/>
                  </a:lnTo>
                  <a:lnTo>
                    <a:pt x="2905161" y="1867232"/>
                  </a:lnTo>
                  <a:lnTo>
                    <a:pt x="2905161" y="2316608"/>
                  </a:lnTo>
                  <a:close/>
                  <a:moveTo>
                    <a:pt x="2419618" y="2332104"/>
                  </a:moveTo>
                  <a:lnTo>
                    <a:pt x="2419618" y="2781479"/>
                  </a:lnTo>
                  <a:lnTo>
                    <a:pt x="1950261" y="2781479"/>
                  </a:lnTo>
                  <a:lnTo>
                    <a:pt x="1950261" y="2332104"/>
                  </a:lnTo>
                  <a:lnTo>
                    <a:pt x="2419618" y="2332104"/>
                  </a:lnTo>
                  <a:close/>
                  <a:moveTo>
                    <a:pt x="2435803" y="2332104"/>
                  </a:moveTo>
                  <a:lnTo>
                    <a:pt x="2905161" y="2332104"/>
                  </a:lnTo>
                  <a:lnTo>
                    <a:pt x="2905161" y="2781479"/>
                  </a:lnTo>
                  <a:lnTo>
                    <a:pt x="2435803" y="2781479"/>
                  </a:lnTo>
                  <a:lnTo>
                    <a:pt x="2435803" y="2332104"/>
                  </a:lnTo>
                  <a:close/>
                  <a:moveTo>
                    <a:pt x="2905161" y="2796975"/>
                  </a:moveTo>
                  <a:lnTo>
                    <a:pt x="2905161" y="3246350"/>
                  </a:lnTo>
                  <a:lnTo>
                    <a:pt x="2435803" y="3246350"/>
                  </a:lnTo>
                  <a:lnTo>
                    <a:pt x="2435803" y="2796975"/>
                  </a:lnTo>
                  <a:lnTo>
                    <a:pt x="2905161" y="2796975"/>
                  </a:lnTo>
                  <a:close/>
                  <a:moveTo>
                    <a:pt x="2921345" y="2796975"/>
                  </a:moveTo>
                  <a:lnTo>
                    <a:pt x="3390703" y="2796975"/>
                  </a:lnTo>
                  <a:lnTo>
                    <a:pt x="3390703" y="3246350"/>
                  </a:lnTo>
                  <a:lnTo>
                    <a:pt x="2921345" y="3246350"/>
                  </a:lnTo>
                  <a:lnTo>
                    <a:pt x="2921345" y="2796975"/>
                  </a:lnTo>
                  <a:close/>
                  <a:moveTo>
                    <a:pt x="3406887" y="2796975"/>
                  </a:moveTo>
                  <a:lnTo>
                    <a:pt x="3876245" y="2796975"/>
                  </a:lnTo>
                  <a:lnTo>
                    <a:pt x="3876245" y="3246350"/>
                  </a:lnTo>
                  <a:lnTo>
                    <a:pt x="3406887" y="3246350"/>
                  </a:lnTo>
                  <a:lnTo>
                    <a:pt x="3406887" y="2796975"/>
                  </a:lnTo>
                  <a:close/>
                  <a:moveTo>
                    <a:pt x="3390703" y="3261846"/>
                  </a:moveTo>
                  <a:lnTo>
                    <a:pt x="3390703" y="3711221"/>
                  </a:lnTo>
                  <a:lnTo>
                    <a:pt x="2921345" y="3711221"/>
                  </a:lnTo>
                  <a:lnTo>
                    <a:pt x="2921345" y="3261846"/>
                  </a:lnTo>
                  <a:lnTo>
                    <a:pt x="3390703" y="3261846"/>
                  </a:lnTo>
                  <a:close/>
                  <a:moveTo>
                    <a:pt x="3406887" y="3261846"/>
                  </a:moveTo>
                  <a:lnTo>
                    <a:pt x="3876245" y="3261846"/>
                  </a:lnTo>
                  <a:lnTo>
                    <a:pt x="3876245" y="3711221"/>
                  </a:lnTo>
                  <a:lnTo>
                    <a:pt x="3406887" y="3711221"/>
                  </a:lnTo>
                  <a:lnTo>
                    <a:pt x="3406887" y="3261846"/>
                  </a:lnTo>
                  <a:close/>
                  <a:moveTo>
                    <a:pt x="4361787" y="2796975"/>
                  </a:moveTo>
                  <a:lnTo>
                    <a:pt x="4361787" y="3246350"/>
                  </a:lnTo>
                  <a:lnTo>
                    <a:pt x="3892429" y="3246350"/>
                  </a:lnTo>
                  <a:lnTo>
                    <a:pt x="3892429" y="2796975"/>
                  </a:lnTo>
                  <a:lnTo>
                    <a:pt x="4361787" y="2796975"/>
                  </a:lnTo>
                  <a:close/>
                  <a:moveTo>
                    <a:pt x="3876245" y="2781479"/>
                  </a:moveTo>
                  <a:lnTo>
                    <a:pt x="3406887" y="2781479"/>
                  </a:lnTo>
                  <a:lnTo>
                    <a:pt x="3406887" y="2332104"/>
                  </a:lnTo>
                  <a:lnTo>
                    <a:pt x="3876245" y="2332104"/>
                  </a:lnTo>
                  <a:lnTo>
                    <a:pt x="3876245" y="2781479"/>
                  </a:lnTo>
                  <a:close/>
                  <a:moveTo>
                    <a:pt x="3876245" y="1867232"/>
                  </a:moveTo>
                  <a:lnTo>
                    <a:pt x="3876245" y="2316608"/>
                  </a:lnTo>
                  <a:lnTo>
                    <a:pt x="3406887" y="2316608"/>
                  </a:lnTo>
                  <a:lnTo>
                    <a:pt x="3406887" y="1867232"/>
                  </a:lnTo>
                  <a:lnTo>
                    <a:pt x="3876245" y="1867232"/>
                  </a:lnTo>
                  <a:close/>
                  <a:moveTo>
                    <a:pt x="3390703" y="1402361"/>
                  </a:moveTo>
                  <a:lnTo>
                    <a:pt x="3390703" y="1851737"/>
                  </a:lnTo>
                  <a:lnTo>
                    <a:pt x="2921345" y="1851737"/>
                  </a:lnTo>
                  <a:lnTo>
                    <a:pt x="2921345" y="1402361"/>
                  </a:lnTo>
                  <a:lnTo>
                    <a:pt x="3390703" y="1402361"/>
                  </a:lnTo>
                  <a:close/>
                  <a:moveTo>
                    <a:pt x="2905161" y="1402361"/>
                  </a:moveTo>
                  <a:lnTo>
                    <a:pt x="2905161" y="1851737"/>
                  </a:lnTo>
                  <a:lnTo>
                    <a:pt x="2435803" y="1851737"/>
                  </a:lnTo>
                  <a:lnTo>
                    <a:pt x="2435803" y="1402361"/>
                  </a:lnTo>
                  <a:lnTo>
                    <a:pt x="2905161" y="1402361"/>
                  </a:lnTo>
                  <a:close/>
                  <a:moveTo>
                    <a:pt x="2419618" y="937490"/>
                  </a:moveTo>
                  <a:lnTo>
                    <a:pt x="2419618" y="1386866"/>
                  </a:lnTo>
                  <a:lnTo>
                    <a:pt x="1950261" y="1386866"/>
                  </a:lnTo>
                  <a:lnTo>
                    <a:pt x="1950261" y="937490"/>
                  </a:lnTo>
                  <a:lnTo>
                    <a:pt x="2419618" y="937490"/>
                  </a:lnTo>
                  <a:close/>
                  <a:moveTo>
                    <a:pt x="1934076" y="937490"/>
                  </a:moveTo>
                  <a:lnTo>
                    <a:pt x="1934076" y="1386866"/>
                  </a:lnTo>
                  <a:lnTo>
                    <a:pt x="1464719" y="1386866"/>
                  </a:lnTo>
                  <a:lnTo>
                    <a:pt x="1464719" y="937490"/>
                  </a:lnTo>
                  <a:lnTo>
                    <a:pt x="1934076" y="937490"/>
                  </a:lnTo>
                  <a:close/>
                  <a:moveTo>
                    <a:pt x="1448534" y="472619"/>
                  </a:moveTo>
                  <a:lnTo>
                    <a:pt x="1448534" y="921994"/>
                  </a:lnTo>
                  <a:lnTo>
                    <a:pt x="979177" y="921994"/>
                  </a:lnTo>
                  <a:lnTo>
                    <a:pt x="979177" y="472619"/>
                  </a:lnTo>
                  <a:lnTo>
                    <a:pt x="1448534" y="472619"/>
                  </a:lnTo>
                  <a:close/>
                  <a:moveTo>
                    <a:pt x="493635" y="921994"/>
                  </a:moveTo>
                  <a:lnTo>
                    <a:pt x="493635" y="472619"/>
                  </a:lnTo>
                  <a:lnTo>
                    <a:pt x="962992" y="472619"/>
                  </a:lnTo>
                  <a:lnTo>
                    <a:pt x="962992" y="921994"/>
                  </a:lnTo>
                  <a:lnTo>
                    <a:pt x="493635" y="921994"/>
                  </a:lnTo>
                  <a:close/>
                  <a:moveTo>
                    <a:pt x="979177" y="937490"/>
                  </a:moveTo>
                  <a:lnTo>
                    <a:pt x="1448534" y="937490"/>
                  </a:lnTo>
                  <a:lnTo>
                    <a:pt x="1448534" y="1386866"/>
                  </a:lnTo>
                  <a:lnTo>
                    <a:pt x="979177" y="1386866"/>
                  </a:lnTo>
                  <a:lnTo>
                    <a:pt x="979177" y="937490"/>
                  </a:lnTo>
                  <a:close/>
                  <a:moveTo>
                    <a:pt x="979177" y="1851737"/>
                  </a:moveTo>
                  <a:lnTo>
                    <a:pt x="979177" y="1402361"/>
                  </a:lnTo>
                  <a:lnTo>
                    <a:pt x="1448534" y="1402361"/>
                  </a:lnTo>
                  <a:lnTo>
                    <a:pt x="1448534" y="1851737"/>
                  </a:lnTo>
                  <a:lnTo>
                    <a:pt x="979177" y="1851737"/>
                  </a:lnTo>
                  <a:close/>
                  <a:moveTo>
                    <a:pt x="1464719" y="1867232"/>
                  </a:moveTo>
                  <a:lnTo>
                    <a:pt x="1934076" y="1867232"/>
                  </a:lnTo>
                  <a:lnTo>
                    <a:pt x="1934076" y="2316608"/>
                  </a:lnTo>
                  <a:lnTo>
                    <a:pt x="1464719" y="2316608"/>
                  </a:lnTo>
                  <a:lnTo>
                    <a:pt x="1464719" y="1867232"/>
                  </a:lnTo>
                  <a:close/>
                  <a:moveTo>
                    <a:pt x="1464719" y="2781479"/>
                  </a:moveTo>
                  <a:lnTo>
                    <a:pt x="1464719" y="2332104"/>
                  </a:lnTo>
                  <a:lnTo>
                    <a:pt x="1934076" y="2332104"/>
                  </a:lnTo>
                  <a:lnTo>
                    <a:pt x="1934076" y="2781479"/>
                  </a:lnTo>
                  <a:lnTo>
                    <a:pt x="1464719" y="2781479"/>
                  </a:lnTo>
                  <a:close/>
                  <a:moveTo>
                    <a:pt x="1950261" y="3246350"/>
                  </a:moveTo>
                  <a:lnTo>
                    <a:pt x="1950261" y="2796975"/>
                  </a:lnTo>
                  <a:lnTo>
                    <a:pt x="2419618" y="2796975"/>
                  </a:lnTo>
                  <a:lnTo>
                    <a:pt x="2419618" y="3246350"/>
                  </a:lnTo>
                  <a:lnTo>
                    <a:pt x="1950261" y="3246350"/>
                  </a:lnTo>
                  <a:close/>
                  <a:moveTo>
                    <a:pt x="2435803" y="3711221"/>
                  </a:moveTo>
                  <a:lnTo>
                    <a:pt x="2435803" y="3261846"/>
                  </a:lnTo>
                  <a:lnTo>
                    <a:pt x="2905161" y="3261846"/>
                  </a:lnTo>
                  <a:lnTo>
                    <a:pt x="2905161" y="3711221"/>
                  </a:lnTo>
                  <a:lnTo>
                    <a:pt x="2435803" y="3711221"/>
                  </a:lnTo>
                  <a:close/>
                  <a:moveTo>
                    <a:pt x="2921345" y="4176092"/>
                  </a:moveTo>
                  <a:lnTo>
                    <a:pt x="2921345" y="3726717"/>
                  </a:lnTo>
                  <a:lnTo>
                    <a:pt x="3390703" y="3726717"/>
                  </a:lnTo>
                  <a:lnTo>
                    <a:pt x="3390703" y="4176092"/>
                  </a:lnTo>
                  <a:lnTo>
                    <a:pt x="2921345" y="4176092"/>
                  </a:lnTo>
                  <a:close/>
                  <a:moveTo>
                    <a:pt x="3406887" y="4176092"/>
                  </a:moveTo>
                  <a:lnTo>
                    <a:pt x="3406887" y="3726717"/>
                  </a:lnTo>
                  <a:lnTo>
                    <a:pt x="3876245" y="3726717"/>
                  </a:lnTo>
                  <a:lnTo>
                    <a:pt x="3876245" y="4176092"/>
                  </a:lnTo>
                  <a:lnTo>
                    <a:pt x="3406887" y="4176092"/>
                  </a:lnTo>
                  <a:close/>
                  <a:moveTo>
                    <a:pt x="3892429" y="4640964"/>
                  </a:moveTo>
                  <a:lnTo>
                    <a:pt x="3892429" y="4191588"/>
                  </a:lnTo>
                  <a:lnTo>
                    <a:pt x="4361787" y="4191588"/>
                  </a:lnTo>
                  <a:lnTo>
                    <a:pt x="4361787" y="4640964"/>
                  </a:lnTo>
                  <a:lnTo>
                    <a:pt x="3892429" y="4640964"/>
                  </a:lnTo>
                  <a:close/>
                  <a:moveTo>
                    <a:pt x="4377972" y="4640964"/>
                  </a:moveTo>
                  <a:lnTo>
                    <a:pt x="4377972" y="4191588"/>
                  </a:lnTo>
                  <a:lnTo>
                    <a:pt x="4847329" y="4191588"/>
                  </a:lnTo>
                  <a:lnTo>
                    <a:pt x="4847329" y="4640964"/>
                  </a:lnTo>
                  <a:lnTo>
                    <a:pt x="4377972" y="4640964"/>
                  </a:lnTo>
                  <a:close/>
                  <a:moveTo>
                    <a:pt x="4863514" y="5105835"/>
                  </a:moveTo>
                  <a:lnTo>
                    <a:pt x="4863514" y="4656459"/>
                  </a:lnTo>
                  <a:lnTo>
                    <a:pt x="5332871" y="4656459"/>
                  </a:lnTo>
                  <a:lnTo>
                    <a:pt x="5332871" y="5105835"/>
                  </a:lnTo>
                  <a:lnTo>
                    <a:pt x="4863514" y="5105835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  <a:alpha val="63000"/>
              </a:schemeClr>
            </a:solidFill>
            <a:ln w="808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grpSp>
          <p:nvGrpSpPr>
            <p:cNvPr id="51" name="Graphic 116" descr="A grid with small circles">
              <a:extLst>
                <a:ext uri="{FF2B5EF4-FFF2-40B4-BE49-F238E27FC236}">
                  <a16:creationId xmlns:a16="http://schemas.microsoft.com/office/drawing/2014/main" xmlns="" id="{68D82AD6-B0CF-F17A-3854-2AC310824CDA}"/>
                </a:ext>
              </a:extLst>
            </p:cNvPr>
            <p:cNvGrpSpPr/>
            <p:nvPr/>
          </p:nvGrpSpPr>
          <p:grpSpPr>
            <a:xfrm>
              <a:off x="726054" y="1863176"/>
              <a:ext cx="4661180" cy="3971525"/>
              <a:chOff x="726054" y="1863176"/>
              <a:chExt cx="4661180" cy="3971525"/>
            </a:xfrm>
            <a:solidFill>
              <a:schemeClr val="accent5">
                <a:lumMod val="20000"/>
                <a:lumOff val="80000"/>
                <a:alpha val="63000"/>
              </a:schemeClr>
            </a:solidFill>
          </p:grpSpPr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xmlns="" id="{DFCA6FAF-BF50-57CE-F768-F710100351A4}"/>
                  </a:ext>
                </a:extLst>
              </p:cNvPr>
              <p:cNvSpPr/>
              <p:nvPr/>
            </p:nvSpPr>
            <p:spPr>
              <a:xfrm>
                <a:off x="2237911" y="1863176"/>
                <a:ext cx="289043" cy="276737"/>
              </a:xfrm>
              <a:custGeom>
                <a:avLst/>
                <a:gdLst>
                  <a:gd name="connsiteX0" fmla="*/ 289043 w 289043"/>
                  <a:gd name="connsiteY0" fmla="*/ 138369 h 276737"/>
                  <a:gd name="connsiteX1" fmla="*/ 144521 w 289043"/>
                  <a:gd name="connsiteY1" fmla="*/ 276738 h 276737"/>
                  <a:gd name="connsiteX2" fmla="*/ 0 w 289043"/>
                  <a:gd name="connsiteY2" fmla="*/ 138369 h 276737"/>
                  <a:gd name="connsiteX3" fmla="*/ 144521 w 289043"/>
                  <a:gd name="connsiteY3" fmla="*/ 0 h 276737"/>
                  <a:gd name="connsiteX4" fmla="*/ 289043 w 289043"/>
                  <a:gd name="connsiteY4" fmla="*/ 138369 h 276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9043" h="276737">
                    <a:moveTo>
                      <a:pt x="289043" y="138369"/>
                    </a:moveTo>
                    <a:cubicBezTo>
                      <a:pt x="289043" y="214788"/>
                      <a:pt x="224339" y="276738"/>
                      <a:pt x="144521" y="276738"/>
                    </a:cubicBezTo>
                    <a:cubicBezTo>
                      <a:pt x="64704" y="276738"/>
                      <a:pt x="0" y="214788"/>
                      <a:pt x="0" y="138369"/>
                    </a:cubicBezTo>
                    <a:cubicBezTo>
                      <a:pt x="0" y="61950"/>
                      <a:pt x="64704" y="0"/>
                      <a:pt x="144521" y="0"/>
                    </a:cubicBezTo>
                    <a:cubicBezTo>
                      <a:pt x="224339" y="0"/>
                      <a:pt x="289043" y="61950"/>
                      <a:pt x="289043" y="138369"/>
                    </a:cubicBezTo>
                    <a:close/>
                  </a:path>
                </a:pathLst>
              </a:custGeom>
              <a:grpFill/>
              <a:ln w="80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xmlns="" id="{135B5676-87C9-5B30-91BD-D6ADF5980EBA}"/>
                  </a:ext>
                </a:extLst>
              </p:cNvPr>
              <p:cNvSpPr/>
              <p:nvPr/>
            </p:nvSpPr>
            <p:spPr>
              <a:xfrm>
                <a:off x="5098191" y="5557964"/>
                <a:ext cx="289043" cy="276737"/>
              </a:xfrm>
              <a:custGeom>
                <a:avLst/>
                <a:gdLst>
                  <a:gd name="connsiteX0" fmla="*/ 289043 w 289043"/>
                  <a:gd name="connsiteY0" fmla="*/ 138369 h 276737"/>
                  <a:gd name="connsiteX1" fmla="*/ 144522 w 289043"/>
                  <a:gd name="connsiteY1" fmla="*/ 276738 h 276737"/>
                  <a:gd name="connsiteX2" fmla="*/ 0 w 289043"/>
                  <a:gd name="connsiteY2" fmla="*/ 138369 h 276737"/>
                  <a:gd name="connsiteX3" fmla="*/ 144522 w 289043"/>
                  <a:gd name="connsiteY3" fmla="*/ 0 h 276737"/>
                  <a:gd name="connsiteX4" fmla="*/ 289043 w 289043"/>
                  <a:gd name="connsiteY4" fmla="*/ 138369 h 276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9043" h="276737">
                    <a:moveTo>
                      <a:pt x="289043" y="138369"/>
                    </a:moveTo>
                    <a:cubicBezTo>
                      <a:pt x="289043" y="214788"/>
                      <a:pt x="224339" y="276738"/>
                      <a:pt x="144522" y="276738"/>
                    </a:cubicBezTo>
                    <a:cubicBezTo>
                      <a:pt x="64704" y="276738"/>
                      <a:pt x="0" y="214788"/>
                      <a:pt x="0" y="138369"/>
                    </a:cubicBezTo>
                    <a:cubicBezTo>
                      <a:pt x="0" y="61950"/>
                      <a:pt x="64704" y="0"/>
                      <a:pt x="144522" y="0"/>
                    </a:cubicBezTo>
                    <a:cubicBezTo>
                      <a:pt x="224339" y="0"/>
                      <a:pt x="289043" y="61950"/>
                      <a:pt x="289043" y="138369"/>
                    </a:cubicBezTo>
                    <a:close/>
                  </a:path>
                </a:pathLst>
              </a:custGeom>
              <a:grpFill/>
              <a:ln w="80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xmlns="" id="{01F0D9CC-68D1-544D-4DFF-8D6B6960EE1B}"/>
                  </a:ext>
                </a:extLst>
              </p:cNvPr>
              <p:cNvSpPr/>
              <p:nvPr/>
            </p:nvSpPr>
            <p:spPr>
              <a:xfrm>
                <a:off x="5098191" y="3731656"/>
                <a:ext cx="289043" cy="276737"/>
              </a:xfrm>
              <a:custGeom>
                <a:avLst/>
                <a:gdLst>
                  <a:gd name="connsiteX0" fmla="*/ 289043 w 289043"/>
                  <a:gd name="connsiteY0" fmla="*/ 138369 h 276737"/>
                  <a:gd name="connsiteX1" fmla="*/ 144522 w 289043"/>
                  <a:gd name="connsiteY1" fmla="*/ 276738 h 276737"/>
                  <a:gd name="connsiteX2" fmla="*/ 0 w 289043"/>
                  <a:gd name="connsiteY2" fmla="*/ 138369 h 276737"/>
                  <a:gd name="connsiteX3" fmla="*/ 144522 w 289043"/>
                  <a:gd name="connsiteY3" fmla="*/ 0 h 276737"/>
                  <a:gd name="connsiteX4" fmla="*/ 289043 w 289043"/>
                  <a:gd name="connsiteY4" fmla="*/ 138369 h 276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9043" h="276737">
                    <a:moveTo>
                      <a:pt x="289043" y="138369"/>
                    </a:moveTo>
                    <a:cubicBezTo>
                      <a:pt x="289043" y="214788"/>
                      <a:pt x="224339" y="276738"/>
                      <a:pt x="144522" y="276738"/>
                    </a:cubicBezTo>
                    <a:cubicBezTo>
                      <a:pt x="64704" y="276738"/>
                      <a:pt x="0" y="214788"/>
                      <a:pt x="0" y="138369"/>
                    </a:cubicBezTo>
                    <a:cubicBezTo>
                      <a:pt x="0" y="61950"/>
                      <a:pt x="64704" y="0"/>
                      <a:pt x="144522" y="0"/>
                    </a:cubicBezTo>
                    <a:cubicBezTo>
                      <a:pt x="224339" y="0"/>
                      <a:pt x="289043" y="61950"/>
                      <a:pt x="289043" y="138369"/>
                    </a:cubicBezTo>
                    <a:close/>
                  </a:path>
                </a:pathLst>
              </a:custGeom>
              <a:grpFill/>
              <a:ln w="80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xmlns="" id="{B40E441A-7754-68A9-9B35-9BABD95D28F7}"/>
                  </a:ext>
                </a:extLst>
              </p:cNvPr>
              <p:cNvSpPr/>
              <p:nvPr/>
            </p:nvSpPr>
            <p:spPr>
              <a:xfrm>
                <a:off x="4610367" y="4661398"/>
                <a:ext cx="289043" cy="276737"/>
              </a:xfrm>
              <a:custGeom>
                <a:avLst/>
                <a:gdLst>
                  <a:gd name="connsiteX0" fmla="*/ 289043 w 289043"/>
                  <a:gd name="connsiteY0" fmla="*/ 138369 h 276737"/>
                  <a:gd name="connsiteX1" fmla="*/ 144522 w 289043"/>
                  <a:gd name="connsiteY1" fmla="*/ 276738 h 276737"/>
                  <a:gd name="connsiteX2" fmla="*/ 0 w 289043"/>
                  <a:gd name="connsiteY2" fmla="*/ 138369 h 276737"/>
                  <a:gd name="connsiteX3" fmla="*/ 144522 w 289043"/>
                  <a:gd name="connsiteY3" fmla="*/ 0 h 276737"/>
                  <a:gd name="connsiteX4" fmla="*/ 289043 w 289043"/>
                  <a:gd name="connsiteY4" fmla="*/ 138369 h 276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9043" h="276737">
                    <a:moveTo>
                      <a:pt x="289043" y="138369"/>
                    </a:moveTo>
                    <a:cubicBezTo>
                      <a:pt x="289043" y="214788"/>
                      <a:pt x="224339" y="276738"/>
                      <a:pt x="144522" y="276738"/>
                    </a:cubicBezTo>
                    <a:cubicBezTo>
                      <a:pt x="64704" y="276738"/>
                      <a:pt x="0" y="214788"/>
                      <a:pt x="0" y="138369"/>
                    </a:cubicBezTo>
                    <a:cubicBezTo>
                      <a:pt x="0" y="61950"/>
                      <a:pt x="64704" y="0"/>
                      <a:pt x="144522" y="0"/>
                    </a:cubicBezTo>
                    <a:cubicBezTo>
                      <a:pt x="224339" y="0"/>
                      <a:pt x="289043" y="61950"/>
                      <a:pt x="289043" y="138369"/>
                    </a:cubicBezTo>
                    <a:close/>
                  </a:path>
                </a:pathLst>
              </a:custGeom>
              <a:grpFill/>
              <a:ln w="80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xmlns="" id="{F6EF8E14-5156-F580-6540-4E3C3B713115}"/>
                  </a:ext>
                </a:extLst>
              </p:cNvPr>
              <p:cNvSpPr/>
              <p:nvPr/>
            </p:nvSpPr>
            <p:spPr>
              <a:xfrm>
                <a:off x="3380327" y="4907144"/>
                <a:ext cx="289043" cy="276737"/>
              </a:xfrm>
              <a:custGeom>
                <a:avLst/>
                <a:gdLst>
                  <a:gd name="connsiteX0" fmla="*/ 289043 w 289043"/>
                  <a:gd name="connsiteY0" fmla="*/ 138369 h 276737"/>
                  <a:gd name="connsiteX1" fmla="*/ 144521 w 289043"/>
                  <a:gd name="connsiteY1" fmla="*/ 276738 h 276737"/>
                  <a:gd name="connsiteX2" fmla="*/ 0 w 289043"/>
                  <a:gd name="connsiteY2" fmla="*/ 138369 h 276737"/>
                  <a:gd name="connsiteX3" fmla="*/ 144521 w 289043"/>
                  <a:gd name="connsiteY3" fmla="*/ 0 h 276737"/>
                  <a:gd name="connsiteX4" fmla="*/ 289043 w 289043"/>
                  <a:gd name="connsiteY4" fmla="*/ 138369 h 276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9043" h="276737">
                    <a:moveTo>
                      <a:pt x="289043" y="138369"/>
                    </a:moveTo>
                    <a:cubicBezTo>
                      <a:pt x="289043" y="214788"/>
                      <a:pt x="224339" y="276738"/>
                      <a:pt x="144521" y="276738"/>
                    </a:cubicBezTo>
                    <a:cubicBezTo>
                      <a:pt x="64704" y="276738"/>
                      <a:pt x="0" y="214788"/>
                      <a:pt x="0" y="138369"/>
                    </a:cubicBezTo>
                    <a:cubicBezTo>
                      <a:pt x="0" y="61950"/>
                      <a:pt x="64704" y="0"/>
                      <a:pt x="144521" y="0"/>
                    </a:cubicBezTo>
                    <a:cubicBezTo>
                      <a:pt x="224339" y="0"/>
                      <a:pt x="289043" y="61950"/>
                      <a:pt x="289043" y="138369"/>
                    </a:cubicBezTo>
                    <a:close/>
                  </a:path>
                </a:pathLst>
              </a:custGeom>
              <a:grpFill/>
              <a:ln w="80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xmlns="" id="{C5A29829-2361-873E-1AC5-94391EF8F80C}"/>
                  </a:ext>
                </a:extLst>
              </p:cNvPr>
              <p:cNvSpPr/>
              <p:nvPr/>
            </p:nvSpPr>
            <p:spPr>
              <a:xfrm>
                <a:off x="3412697" y="2334857"/>
                <a:ext cx="289043" cy="276737"/>
              </a:xfrm>
              <a:custGeom>
                <a:avLst/>
                <a:gdLst>
                  <a:gd name="connsiteX0" fmla="*/ 289043 w 289043"/>
                  <a:gd name="connsiteY0" fmla="*/ 138369 h 276737"/>
                  <a:gd name="connsiteX1" fmla="*/ 144521 w 289043"/>
                  <a:gd name="connsiteY1" fmla="*/ 276738 h 276737"/>
                  <a:gd name="connsiteX2" fmla="*/ 0 w 289043"/>
                  <a:gd name="connsiteY2" fmla="*/ 138369 h 276737"/>
                  <a:gd name="connsiteX3" fmla="*/ 144521 w 289043"/>
                  <a:gd name="connsiteY3" fmla="*/ 0 h 276737"/>
                  <a:gd name="connsiteX4" fmla="*/ 289043 w 289043"/>
                  <a:gd name="connsiteY4" fmla="*/ 138369 h 276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9043" h="276737">
                    <a:moveTo>
                      <a:pt x="289043" y="138369"/>
                    </a:moveTo>
                    <a:cubicBezTo>
                      <a:pt x="289043" y="214788"/>
                      <a:pt x="224339" y="276738"/>
                      <a:pt x="144521" y="276738"/>
                    </a:cubicBezTo>
                    <a:cubicBezTo>
                      <a:pt x="64704" y="276738"/>
                      <a:pt x="0" y="214788"/>
                      <a:pt x="0" y="138369"/>
                    </a:cubicBezTo>
                    <a:cubicBezTo>
                      <a:pt x="0" y="61950"/>
                      <a:pt x="64704" y="0"/>
                      <a:pt x="144521" y="0"/>
                    </a:cubicBezTo>
                    <a:cubicBezTo>
                      <a:pt x="224339" y="0"/>
                      <a:pt x="289043" y="61950"/>
                      <a:pt x="289043" y="138369"/>
                    </a:cubicBezTo>
                    <a:close/>
                  </a:path>
                </a:pathLst>
              </a:custGeom>
              <a:grpFill/>
              <a:ln w="80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xmlns="" id="{A0046970-F956-48CB-BC10-F9AFBBF0BC07}"/>
                  </a:ext>
                </a:extLst>
              </p:cNvPr>
              <p:cNvSpPr/>
              <p:nvPr/>
            </p:nvSpPr>
            <p:spPr>
              <a:xfrm>
                <a:off x="3156023" y="2801913"/>
                <a:ext cx="289043" cy="276737"/>
              </a:xfrm>
              <a:custGeom>
                <a:avLst/>
                <a:gdLst>
                  <a:gd name="connsiteX0" fmla="*/ 289043 w 289043"/>
                  <a:gd name="connsiteY0" fmla="*/ 138369 h 276737"/>
                  <a:gd name="connsiteX1" fmla="*/ 144522 w 289043"/>
                  <a:gd name="connsiteY1" fmla="*/ 276738 h 276737"/>
                  <a:gd name="connsiteX2" fmla="*/ 0 w 289043"/>
                  <a:gd name="connsiteY2" fmla="*/ 138369 h 276737"/>
                  <a:gd name="connsiteX3" fmla="*/ 144522 w 289043"/>
                  <a:gd name="connsiteY3" fmla="*/ 0 h 276737"/>
                  <a:gd name="connsiteX4" fmla="*/ 289043 w 289043"/>
                  <a:gd name="connsiteY4" fmla="*/ 138369 h 276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9043" h="276737">
                    <a:moveTo>
                      <a:pt x="289043" y="138369"/>
                    </a:moveTo>
                    <a:cubicBezTo>
                      <a:pt x="289043" y="214788"/>
                      <a:pt x="224339" y="276738"/>
                      <a:pt x="144522" y="276738"/>
                    </a:cubicBezTo>
                    <a:cubicBezTo>
                      <a:pt x="64704" y="276738"/>
                      <a:pt x="0" y="214788"/>
                      <a:pt x="0" y="138369"/>
                    </a:cubicBezTo>
                    <a:cubicBezTo>
                      <a:pt x="0" y="61950"/>
                      <a:pt x="64704" y="0"/>
                      <a:pt x="144522" y="0"/>
                    </a:cubicBezTo>
                    <a:cubicBezTo>
                      <a:pt x="224339" y="0"/>
                      <a:pt x="289043" y="61950"/>
                      <a:pt x="289043" y="138369"/>
                    </a:cubicBezTo>
                    <a:close/>
                  </a:path>
                </a:pathLst>
              </a:custGeom>
              <a:grpFill/>
              <a:ln w="80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xmlns="" id="{348030F2-27F6-9391-5942-EBEC90A50892}"/>
                  </a:ext>
                </a:extLst>
              </p:cNvPr>
              <p:cNvSpPr/>
              <p:nvPr/>
            </p:nvSpPr>
            <p:spPr>
              <a:xfrm>
                <a:off x="726054" y="2337019"/>
                <a:ext cx="289043" cy="276737"/>
              </a:xfrm>
              <a:custGeom>
                <a:avLst/>
                <a:gdLst>
                  <a:gd name="connsiteX0" fmla="*/ 289043 w 289043"/>
                  <a:gd name="connsiteY0" fmla="*/ 138369 h 276737"/>
                  <a:gd name="connsiteX1" fmla="*/ 144522 w 289043"/>
                  <a:gd name="connsiteY1" fmla="*/ 276738 h 276737"/>
                  <a:gd name="connsiteX2" fmla="*/ 0 w 289043"/>
                  <a:gd name="connsiteY2" fmla="*/ 138369 h 276737"/>
                  <a:gd name="connsiteX3" fmla="*/ 144522 w 289043"/>
                  <a:gd name="connsiteY3" fmla="*/ 0 h 276737"/>
                  <a:gd name="connsiteX4" fmla="*/ 289043 w 289043"/>
                  <a:gd name="connsiteY4" fmla="*/ 138369 h 276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9043" h="276737">
                    <a:moveTo>
                      <a:pt x="289043" y="138369"/>
                    </a:moveTo>
                    <a:cubicBezTo>
                      <a:pt x="289043" y="214788"/>
                      <a:pt x="224339" y="276738"/>
                      <a:pt x="144522" y="276738"/>
                    </a:cubicBezTo>
                    <a:cubicBezTo>
                      <a:pt x="64705" y="276738"/>
                      <a:pt x="0" y="214788"/>
                      <a:pt x="0" y="138369"/>
                    </a:cubicBezTo>
                    <a:cubicBezTo>
                      <a:pt x="0" y="61950"/>
                      <a:pt x="64705" y="0"/>
                      <a:pt x="144522" y="0"/>
                    </a:cubicBezTo>
                    <a:cubicBezTo>
                      <a:pt x="224339" y="0"/>
                      <a:pt x="289043" y="61950"/>
                      <a:pt x="289043" y="138369"/>
                    </a:cubicBezTo>
                    <a:close/>
                  </a:path>
                </a:pathLst>
              </a:custGeom>
              <a:grpFill/>
              <a:ln w="80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xmlns="" id="{71384716-F50E-7520-83AE-715984D38EEB}"/>
                  </a:ext>
                </a:extLst>
              </p:cNvPr>
              <p:cNvSpPr/>
              <p:nvPr/>
            </p:nvSpPr>
            <p:spPr>
              <a:xfrm>
                <a:off x="1925959" y="2584950"/>
                <a:ext cx="289043" cy="276737"/>
              </a:xfrm>
              <a:custGeom>
                <a:avLst/>
                <a:gdLst>
                  <a:gd name="connsiteX0" fmla="*/ 289043 w 289043"/>
                  <a:gd name="connsiteY0" fmla="*/ 138369 h 276737"/>
                  <a:gd name="connsiteX1" fmla="*/ 144522 w 289043"/>
                  <a:gd name="connsiteY1" fmla="*/ 276738 h 276737"/>
                  <a:gd name="connsiteX2" fmla="*/ 0 w 289043"/>
                  <a:gd name="connsiteY2" fmla="*/ 138369 h 276737"/>
                  <a:gd name="connsiteX3" fmla="*/ 144522 w 289043"/>
                  <a:gd name="connsiteY3" fmla="*/ 0 h 276737"/>
                  <a:gd name="connsiteX4" fmla="*/ 289043 w 289043"/>
                  <a:gd name="connsiteY4" fmla="*/ 138369 h 276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9043" h="276737">
                    <a:moveTo>
                      <a:pt x="289043" y="138369"/>
                    </a:moveTo>
                    <a:cubicBezTo>
                      <a:pt x="289043" y="214788"/>
                      <a:pt x="224339" y="276738"/>
                      <a:pt x="144522" y="276738"/>
                    </a:cubicBezTo>
                    <a:cubicBezTo>
                      <a:pt x="64705" y="276738"/>
                      <a:pt x="0" y="214788"/>
                      <a:pt x="0" y="138369"/>
                    </a:cubicBezTo>
                    <a:cubicBezTo>
                      <a:pt x="0" y="61950"/>
                      <a:pt x="64705" y="0"/>
                      <a:pt x="144522" y="0"/>
                    </a:cubicBezTo>
                    <a:cubicBezTo>
                      <a:pt x="224339" y="0"/>
                      <a:pt x="289043" y="61950"/>
                      <a:pt x="289043" y="138369"/>
                    </a:cubicBezTo>
                    <a:close/>
                  </a:path>
                </a:pathLst>
              </a:custGeom>
              <a:grpFill/>
              <a:ln w="80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xmlns="" id="{61F6966B-56E3-7A23-4402-D55FABBB5B17}"/>
                  </a:ext>
                </a:extLst>
              </p:cNvPr>
              <p:cNvSpPr/>
              <p:nvPr/>
            </p:nvSpPr>
            <p:spPr>
              <a:xfrm>
                <a:off x="3900496" y="2582812"/>
                <a:ext cx="289043" cy="276737"/>
              </a:xfrm>
              <a:custGeom>
                <a:avLst/>
                <a:gdLst>
                  <a:gd name="connsiteX0" fmla="*/ 289043 w 289043"/>
                  <a:gd name="connsiteY0" fmla="*/ 138369 h 276737"/>
                  <a:gd name="connsiteX1" fmla="*/ 144522 w 289043"/>
                  <a:gd name="connsiteY1" fmla="*/ 276738 h 276737"/>
                  <a:gd name="connsiteX2" fmla="*/ 0 w 289043"/>
                  <a:gd name="connsiteY2" fmla="*/ 138369 h 276737"/>
                  <a:gd name="connsiteX3" fmla="*/ 144522 w 289043"/>
                  <a:gd name="connsiteY3" fmla="*/ 0 h 276737"/>
                  <a:gd name="connsiteX4" fmla="*/ 289043 w 289043"/>
                  <a:gd name="connsiteY4" fmla="*/ 138369 h 276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9043" h="276737">
                    <a:moveTo>
                      <a:pt x="289043" y="138369"/>
                    </a:moveTo>
                    <a:cubicBezTo>
                      <a:pt x="289043" y="214788"/>
                      <a:pt x="224339" y="276738"/>
                      <a:pt x="144522" y="276738"/>
                    </a:cubicBezTo>
                    <a:cubicBezTo>
                      <a:pt x="64704" y="276738"/>
                      <a:pt x="0" y="214788"/>
                      <a:pt x="0" y="138369"/>
                    </a:cubicBezTo>
                    <a:cubicBezTo>
                      <a:pt x="0" y="61950"/>
                      <a:pt x="64704" y="0"/>
                      <a:pt x="144522" y="0"/>
                    </a:cubicBezTo>
                    <a:cubicBezTo>
                      <a:pt x="224339" y="0"/>
                      <a:pt x="289043" y="61950"/>
                      <a:pt x="289043" y="138369"/>
                    </a:cubicBezTo>
                    <a:close/>
                  </a:path>
                </a:pathLst>
              </a:custGeom>
              <a:grpFill/>
              <a:ln w="80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xmlns="" id="{8A452AAD-B44E-6CCB-DB25-A1B22B8ECD8D}"/>
                  </a:ext>
                </a:extLst>
              </p:cNvPr>
              <p:cNvSpPr/>
              <p:nvPr/>
            </p:nvSpPr>
            <p:spPr>
              <a:xfrm>
                <a:off x="4662733" y="3196070"/>
                <a:ext cx="289043" cy="276737"/>
              </a:xfrm>
              <a:custGeom>
                <a:avLst/>
                <a:gdLst>
                  <a:gd name="connsiteX0" fmla="*/ 289043 w 289043"/>
                  <a:gd name="connsiteY0" fmla="*/ 138369 h 276737"/>
                  <a:gd name="connsiteX1" fmla="*/ 144522 w 289043"/>
                  <a:gd name="connsiteY1" fmla="*/ 276738 h 276737"/>
                  <a:gd name="connsiteX2" fmla="*/ 0 w 289043"/>
                  <a:gd name="connsiteY2" fmla="*/ 138369 h 276737"/>
                  <a:gd name="connsiteX3" fmla="*/ 144522 w 289043"/>
                  <a:gd name="connsiteY3" fmla="*/ 0 h 276737"/>
                  <a:gd name="connsiteX4" fmla="*/ 289043 w 289043"/>
                  <a:gd name="connsiteY4" fmla="*/ 138369 h 276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9043" h="276737">
                    <a:moveTo>
                      <a:pt x="289043" y="138369"/>
                    </a:moveTo>
                    <a:cubicBezTo>
                      <a:pt x="289043" y="214788"/>
                      <a:pt x="224339" y="276738"/>
                      <a:pt x="144522" y="276738"/>
                    </a:cubicBezTo>
                    <a:cubicBezTo>
                      <a:pt x="64704" y="276738"/>
                      <a:pt x="0" y="214788"/>
                      <a:pt x="0" y="138369"/>
                    </a:cubicBezTo>
                    <a:cubicBezTo>
                      <a:pt x="0" y="61950"/>
                      <a:pt x="64704" y="0"/>
                      <a:pt x="144522" y="0"/>
                    </a:cubicBezTo>
                    <a:cubicBezTo>
                      <a:pt x="224339" y="0"/>
                      <a:pt x="289043" y="61950"/>
                      <a:pt x="289043" y="138369"/>
                    </a:cubicBezTo>
                    <a:close/>
                  </a:path>
                </a:pathLst>
              </a:custGeom>
              <a:grpFill/>
              <a:ln w="80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xmlns="" id="{7D504495-7E26-4615-F42E-F8A45BC78A0B}"/>
                  </a:ext>
                </a:extLst>
              </p:cNvPr>
              <p:cNvSpPr/>
              <p:nvPr/>
            </p:nvSpPr>
            <p:spPr>
              <a:xfrm>
                <a:off x="4122252" y="4486761"/>
                <a:ext cx="289043" cy="276737"/>
              </a:xfrm>
              <a:custGeom>
                <a:avLst/>
                <a:gdLst>
                  <a:gd name="connsiteX0" fmla="*/ 289043 w 289043"/>
                  <a:gd name="connsiteY0" fmla="*/ 138369 h 276737"/>
                  <a:gd name="connsiteX1" fmla="*/ 144522 w 289043"/>
                  <a:gd name="connsiteY1" fmla="*/ 276738 h 276737"/>
                  <a:gd name="connsiteX2" fmla="*/ 0 w 289043"/>
                  <a:gd name="connsiteY2" fmla="*/ 138369 h 276737"/>
                  <a:gd name="connsiteX3" fmla="*/ 144522 w 289043"/>
                  <a:gd name="connsiteY3" fmla="*/ 0 h 276737"/>
                  <a:gd name="connsiteX4" fmla="*/ 289043 w 289043"/>
                  <a:gd name="connsiteY4" fmla="*/ 138369 h 276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9043" h="276737">
                    <a:moveTo>
                      <a:pt x="289043" y="138369"/>
                    </a:moveTo>
                    <a:cubicBezTo>
                      <a:pt x="289043" y="214788"/>
                      <a:pt x="224339" y="276738"/>
                      <a:pt x="144522" y="276738"/>
                    </a:cubicBezTo>
                    <a:cubicBezTo>
                      <a:pt x="64704" y="276738"/>
                      <a:pt x="0" y="214788"/>
                      <a:pt x="0" y="138369"/>
                    </a:cubicBezTo>
                    <a:cubicBezTo>
                      <a:pt x="0" y="61950"/>
                      <a:pt x="64704" y="0"/>
                      <a:pt x="144522" y="0"/>
                    </a:cubicBezTo>
                    <a:cubicBezTo>
                      <a:pt x="224339" y="0"/>
                      <a:pt x="289043" y="61950"/>
                      <a:pt x="289043" y="138369"/>
                    </a:cubicBezTo>
                    <a:close/>
                  </a:path>
                </a:pathLst>
              </a:custGeom>
              <a:grpFill/>
              <a:ln w="80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xmlns="" id="{550AA095-7ACE-763D-D7EF-811B8101E14C}"/>
                  </a:ext>
                </a:extLst>
              </p:cNvPr>
              <p:cNvSpPr/>
              <p:nvPr/>
            </p:nvSpPr>
            <p:spPr>
              <a:xfrm>
                <a:off x="1621079" y="3393152"/>
                <a:ext cx="289043" cy="276737"/>
              </a:xfrm>
              <a:custGeom>
                <a:avLst/>
                <a:gdLst>
                  <a:gd name="connsiteX0" fmla="*/ 289043 w 289043"/>
                  <a:gd name="connsiteY0" fmla="*/ 138369 h 276737"/>
                  <a:gd name="connsiteX1" fmla="*/ 144521 w 289043"/>
                  <a:gd name="connsiteY1" fmla="*/ 276738 h 276737"/>
                  <a:gd name="connsiteX2" fmla="*/ 0 w 289043"/>
                  <a:gd name="connsiteY2" fmla="*/ 138369 h 276737"/>
                  <a:gd name="connsiteX3" fmla="*/ 144521 w 289043"/>
                  <a:gd name="connsiteY3" fmla="*/ 0 h 276737"/>
                  <a:gd name="connsiteX4" fmla="*/ 289043 w 289043"/>
                  <a:gd name="connsiteY4" fmla="*/ 138369 h 276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9043" h="276737">
                    <a:moveTo>
                      <a:pt x="289043" y="138369"/>
                    </a:moveTo>
                    <a:cubicBezTo>
                      <a:pt x="289043" y="214788"/>
                      <a:pt x="224339" y="276738"/>
                      <a:pt x="144521" y="276738"/>
                    </a:cubicBezTo>
                    <a:cubicBezTo>
                      <a:pt x="64704" y="276738"/>
                      <a:pt x="0" y="214788"/>
                      <a:pt x="0" y="138369"/>
                    </a:cubicBezTo>
                    <a:cubicBezTo>
                      <a:pt x="0" y="61950"/>
                      <a:pt x="64704" y="0"/>
                      <a:pt x="144521" y="0"/>
                    </a:cubicBezTo>
                    <a:cubicBezTo>
                      <a:pt x="224339" y="0"/>
                      <a:pt x="289043" y="61950"/>
                      <a:pt x="289043" y="138369"/>
                    </a:cubicBezTo>
                    <a:close/>
                  </a:path>
                </a:pathLst>
              </a:custGeom>
              <a:grpFill/>
              <a:ln w="80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xmlns="" id="{24246726-ED83-27E6-4C13-73E2651E44B0}"/>
                  </a:ext>
                </a:extLst>
              </p:cNvPr>
              <p:cNvSpPr/>
              <p:nvPr/>
            </p:nvSpPr>
            <p:spPr>
              <a:xfrm>
                <a:off x="1213830" y="1870009"/>
                <a:ext cx="289043" cy="276737"/>
              </a:xfrm>
              <a:custGeom>
                <a:avLst/>
                <a:gdLst>
                  <a:gd name="connsiteX0" fmla="*/ 289043 w 289043"/>
                  <a:gd name="connsiteY0" fmla="*/ 138369 h 276737"/>
                  <a:gd name="connsiteX1" fmla="*/ 144522 w 289043"/>
                  <a:gd name="connsiteY1" fmla="*/ 276738 h 276737"/>
                  <a:gd name="connsiteX2" fmla="*/ 0 w 289043"/>
                  <a:gd name="connsiteY2" fmla="*/ 138369 h 276737"/>
                  <a:gd name="connsiteX3" fmla="*/ 144522 w 289043"/>
                  <a:gd name="connsiteY3" fmla="*/ 0 h 276737"/>
                  <a:gd name="connsiteX4" fmla="*/ 289043 w 289043"/>
                  <a:gd name="connsiteY4" fmla="*/ 138369 h 276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9043" h="276737">
                    <a:moveTo>
                      <a:pt x="289043" y="138369"/>
                    </a:moveTo>
                    <a:cubicBezTo>
                      <a:pt x="289043" y="214788"/>
                      <a:pt x="224339" y="276738"/>
                      <a:pt x="144522" y="276738"/>
                    </a:cubicBezTo>
                    <a:cubicBezTo>
                      <a:pt x="64705" y="276738"/>
                      <a:pt x="0" y="214788"/>
                      <a:pt x="0" y="138369"/>
                    </a:cubicBezTo>
                    <a:cubicBezTo>
                      <a:pt x="0" y="61950"/>
                      <a:pt x="64705" y="0"/>
                      <a:pt x="144522" y="0"/>
                    </a:cubicBezTo>
                    <a:cubicBezTo>
                      <a:pt x="224339" y="0"/>
                      <a:pt x="289043" y="61950"/>
                      <a:pt x="289043" y="138369"/>
                    </a:cubicBezTo>
                    <a:close/>
                  </a:path>
                </a:pathLst>
              </a:custGeom>
              <a:grpFill/>
              <a:ln w="80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xmlns="" id="{BE2F3E1B-C59F-E2E9-00E3-C5E673766A0A}"/>
                  </a:ext>
                </a:extLst>
              </p:cNvPr>
              <p:cNvSpPr/>
              <p:nvPr/>
            </p:nvSpPr>
            <p:spPr>
              <a:xfrm>
                <a:off x="3177282" y="3938663"/>
                <a:ext cx="289043" cy="276737"/>
              </a:xfrm>
              <a:custGeom>
                <a:avLst/>
                <a:gdLst>
                  <a:gd name="connsiteX0" fmla="*/ 289043 w 289043"/>
                  <a:gd name="connsiteY0" fmla="*/ 138369 h 276737"/>
                  <a:gd name="connsiteX1" fmla="*/ 144522 w 289043"/>
                  <a:gd name="connsiteY1" fmla="*/ 276738 h 276737"/>
                  <a:gd name="connsiteX2" fmla="*/ 0 w 289043"/>
                  <a:gd name="connsiteY2" fmla="*/ 138369 h 276737"/>
                  <a:gd name="connsiteX3" fmla="*/ 144522 w 289043"/>
                  <a:gd name="connsiteY3" fmla="*/ 0 h 276737"/>
                  <a:gd name="connsiteX4" fmla="*/ 289043 w 289043"/>
                  <a:gd name="connsiteY4" fmla="*/ 138369 h 276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9043" h="276737">
                    <a:moveTo>
                      <a:pt x="289043" y="138369"/>
                    </a:moveTo>
                    <a:cubicBezTo>
                      <a:pt x="289043" y="214788"/>
                      <a:pt x="224339" y="276738"/>
                      <a:pt x="144522" y="276738"/>
                    </a:cubicBezTo>
                    <a:cubicBezTo>
                      <a:pt x="64705" y="276738"/>
                      <a:pt x="0" y="214788"/>
                      <a:pt x="0" y="138369"/>
                    </a:cubicBezTo>
                    <a:cubicBezTo>
                      <a:pt x="0" y="61950"/>
                      <a:pt x="64705" y="0"/>
                      <a:pt x="144522" y="0"/>
                    </a:cubicBezTo>
                    <a:cubicBezTo>
                      <a:pt x="224339" y="0"/>
                      <a:pt x="289043" y="61950"/>
                      <a:pt x="289043" y="138369"/>
                    </a:cubicBezTo>
                    <a:close/>
                  </a:path>
                </a:pathLst>
              </a:custGeom>
              <a:grpFill/>
              <a:ln w="80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xmlns="" id="{825310C7-E64D-829C-B38E-DDD0B4A6DC7A}"/>
                  </a:ext>
                </a:extLst>
              </p:cNvPr>
              <p:cNvSpPr/>
              <p:nvPr/>
            </p:nvSpPr>
            <p:spPr>
              <a:xfrm>
                <a:off x="4159477" y="2987862"/>
                <a:ext cx="289043" cy="276737"/>
              </a:xfrm>
              <a:custGeom>
                <a:avLst/>
                <a:gdLst>
                  <a:gd name="connsiteX0" fmla="*/ 289043 w 289043"/>
                  <a:gd name="connsiteY0" fmla="*/ 138369 h 276737"/>
                  <a:gd name="connsiteX1" fmla="*/ 144522 w 289043"/>
                  <a:gd name="connsiteY1" fmla="*/ 276738 h 276737"/>
                  <a:gd name="connsiteX2" fmla="*/ 0 w 289043"/>
                  <a:gd name="connsiteY2" fmla="*/ 138369 h 276737"/>
                  <a:gd name="connsiteX3" fmla="*/ 144522 w 289043"/>
                  <a:gd name="connsiteY3" fmla="*/ 0 h 276737"/>
                  <a:gd name="connsiteX4" fmla="*/ 289043 w 289043"/>
                  <a:gd name="connsiteY4" fmla="*/ 138369 h 276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9043" h="276737">
                    <a:moveTo>
                      <a:pt x="289043" y="138369"/>
                    </a:moveTo>
                    <a:cubicBezTo>
                      <a:pt x="289043" y="214788"/>
                      <a:pt x="224339" y="276738"/>
                      <a:pt x="144522" y="276738"/>
                    </a:cubicBezTo>
                    <a:cubicBezTo>
                      <a:pt x="64704" y="276738"/>
                      <a:pt x="0" y="214788"/>
                      <a:pt x="0" y="138369"/>
                    </a:cubicBezTo>
                    <a:cubicBezTo>
                      <a:pt x="0" y="61950"/>
                      <a:pt x="64704" y="0"/>
                      <a:pt x="144522" y="0"/>
                    </a:cubicBezTo>
                    <a:cubicBezTo>
                      <a:pt x="224339" y="0"/>
                      <a:pt x="289043" y="61950"/>
                      <a:pt x="289043" y="138369"/>
                    </a:cubicBezTo>
                    <a:close/>
                  </a:path>
                </a:pathLst>
              </a:custGeom>
              <a:grpFill/>
              <a:ln w="80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xmlns="" id="{CB770989-7BBF-82B9-596D-C944EA555850}"/>
                  </a:ext>
                </a:extLst>
              </p:cNvPr>
              <p:cNvSpPr/>
              <p:nvPr/>
            </p:nvSpPr>
            <p:spPr>
              <a:xfrm>
                <a:off x="3899873" y="3800302"/>
                <a:ext cx="289043" cy="276737"/>
              </a:xfrm>
              <a:custGeom>
                <a:avLst/>
                <a:gdLst>
                  <a:gd name="connsiteX0" fmla="*/ 289043 w 289043"/>
                  <a:gd name="connsiteY0" fmla="*/ 138369 h 276737"/>
                  <a:gd name="connsiteX1" fmla="*/ 144521 w 289043"/>
                  <a:gd name="connsiteY1" fmla="*/ 276738 h 276737"/>
                  <a:gd name="connsiteX2" fmla="*/ 0 w 289043"/>
                  <a:gd name="connsiteY2" fmla="*/ 138369 h 276737"/>
                  <a:gd name="connsiteX3" fmla="*/ 144521 w 289043"/>
                  <a:gd name="connsiteY3" fmla="*/ 0 h 276737"/>
                  <a:gd name="connsiteX4" fmla="*/ 289043 w 289043"/>
                  <a:gd name="connsiteY4" fmla="*/ 138369 h 276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9043" h="276737">
                    <a:moveTo>
                      <a:pt x="289043" y="138369"/>
                    </a:moveTo>
                    <a:cubicBezTo>
                      <a:pt x="289043" y="214788"/>
                      <a:pt x="224339" y="276738"/>
                      <a:pt x="144521" y="276738"/>
                    </a:cubicBezTo>
                    <a:cubicBezTo>
                      <a:pt x="64704" y="276738"/>
                      <a:pt x="0" y="214788"/>
                      <a:pt x="0" y="138369"/>
                    </a:cubicBezTo>
                    <a:cubicBezTo>
                      <a:pt x="0" y="61950"/>
                      <a:pt x="64704" y="0"/>
                      <a:pt x="144521" y="0"/>
                    </a:cubicBezTo>
                    <a:cubicBezTo>
                      <a:pt x="224339" y="0"/>
                      <a:pt x="289043" y="61950"/>
                      <a:pt x="289043" y="138369"/>
                    </a:cubicBezTo>
                    <a:close/>
                  </a:path>
                </a:pathLst>
              </a:custGeom>
              <a:grpFill/>
              <a:ln w="80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xmlns="" id="{7A61063B-6200-E693-80A0-82B675829C0F}"/>
                  </a:ext>
                </a:extLst>
              </p:cNvPr>
              <p:cNvSpPr/>
              <p:nvPr/>
            </p:nvSpPr>
            <p:spPr>
              <a:xfrm>
                <a:off x="4562962" y="3698479"/>
                <a:ext cx="144513" cy="138361"/>
              </a:xfrm>
              <a:custGeom>
                <a:avLst/>
                <a:gdLst>
                  <a:gd name="connsiteX0" fmla="*/ 144514 w 144513"/>
                  <a:gd name="connsiteY0" fmla="*/ 69180 h 138361"/>
                  <a:gd name="connsiteX1" fmla="*/ 72257 w 144513"/>
                  <a:gd name="connsiteY1" fmla="*/ 138361 h 138361"/>
                  <a:gd name="connsiteX2" fmla="*/ 0 w 144513"/>
                  <a:gd name="connsiteY2" fmla="*/ 69180 h 138361"/>
                  <a:gd name="connsiteX3" fmla="*/ 72257 w 144513"/>
                  <a:gd name="connsiteY3" fmla="*/ 0 h 138361"/>
                  <a:gd name="connsiteX4" fmla="*/ 144514 w 144513"/>
                  <a:gd name="connsiteY4" fmla="*/ 69180 h 138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513" h="138361">
                    <a:moveTo>
                      <a:pt x="144514" y="69180"/>
                    </a:moveTo>
                    <a:cubicBezTo>
                      <a:pt x="144514" y="107388"/>
                      <a:pt x="112163" y="138361"/>
                      <a:pt x="72257" y="138361"/>
                    </a:cubicBezTo>
                    <a:cubicBezTo>
                      <a:pt x="32350" y="138361"/>
                      <a:pt x="0" y="107388"/>
                      <a:pt x="0" y="69180"/>
                    </a:cubicBezTo>
                    <a:cubicBezTo>
                      <a:pt x="0" y="30973"/>
                      <a:pt x="32350" y="0"/>
                      <a:pt x="72257" y="0"/>
                    </a:cubicBezTo>
                    <a:cubicBezTo>
                      <a:pt x="112163" y="0"/>
                      <a:pt x="144514" y="30973"/>
                      <a:pt x="144514" y="69180"/>
                    </a:cubicBezTo>
                    <a:close/>
                  </a:path>
                </a:pathLst>
              </a:custGeom>
              <a:grpFill/>
              <a:ln w="80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xmlns="" id="{916DE1C7-CB79-921B-0340-65EBCBF4C04B}"/>
                  </a:ext>
                </a:extLst>
              </p:cNvPr>
              <p:cNvSpPr/>
              <p:nvPr/>
            </p:nvSpPr>
            <p:spPr>
              <a:xfrm>
                <a:off x="3624247" y="3250204"/>
                <a:ext cx="144513" cy="138361"/>
              </a:xfrm>
              <a:custGeom>
                <a:avLst/>
                <a:gdLst>
                  <a:gd name="connsiteX0" fmla="*/ 144514 w 144513"/>
                  <a:gd name="connsiteY0" fmla="*/ 69181 h 138361"/>
                  <a:gd name="connsiteX1" fmla="*/ 72257 w 144513"/>
                  <a:gd name="connsiteY1" fmla="*/ 138361 h 138361"/>
                  <a:gd name="connsiteX2" fmla="*/ 0 w 144513"/>
                  <a:gd name="connsiteY2" fmla="*/ 69181 h 138361"/>
                  <a:gd name="connsiteX3" fmla="*/ 72257 w 144513"/>
                  <a:gd name="connsiteY3" fmla="*/ 0 h 138361"/>
                  <a:gd name="connsiteX4" fmla="*/ 144514 w 144513"/>
                  <a:gd name="connsiteY4" fmla="*/ 69181 h 138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513" h="138361">
                    <a:moveTo>
                      <a:pt x="144514" y="69181"/>
                    </a:moveTo>
                    <a:cubicBezTo>
                      <a:pt x="144514" y="107388"/>
                      <a:pt x="112163" y="138361"/>
                      <a:pt x="72257" y="138361"/>
                    </a:cubicBezTo>
                    <a:cubicBezTo>
                      <a:pt x="32351" y="138361"/>
                      <a:pt x="0" y="107388"/>
                      <a:pt x="0" y="69181"/>
                    </a:cubicBezTo>
                    <a:cubicBezTo>
                      <a:pt x="0" y="30973"/>
                      <a:pt x="32351" y="0"/>
                      <a:pt x="72257" y="0"/>
                    </a:cubicBezTo>
                    <a:cubicBezTo>
                      <a:pt x="112163" y="0"/>
                      <a:pt x="144514" y="30973"/>
                      <a:pt x="144514" y="69181"/>
                    </a:cubicBezTo>
                    <a:close/>
                  </a:path>
                </a:pathLst>
              </a:custGeom>
              <a:grpFill/>
              <a:ln w="80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xmlns="" id="{C31C03CC-F494-8884-3717-31B31FF03547}"/>
                  </a:ext>
                </a:extLst>
              </p:cNvPr>
              <p:cNvSpPr/>
              <p:nvPr/>
            </p:nvSpPr>
            <p:spPr>
              <a:xfrm>
                <a:off x="4550209" y="2762562"/>
                <a:ext cx="144513" cy="138361"/>
              </a:xfrm>
              <a:custGeom>
                <a:avLst/>
                <a:gdLst>
                  <a:gd name="connsiteX0" fmla="*/ 144514 w 144513"/>
                  <a:gd name="connsiteY0" fmla="*/ 69180 h 138361"/>
                  <a:gd name="connsiteX1" fmla="*/ 72257 w 144513"/>
                  <a:gd name="connsiteY1" fmla="*/ 138361 h 138361"/>
                  <a:gd name="connsiteX2" fmla="*/ 0 w 144513"/>
                  <a:gd name="connsiteY2" fmla="*/ 69180 h 138361"/>
                  <a:gd name="connsiteX3" fmla="*/ 72257 w 144513"/>
                  <a:gd name="connsiteY3" fmla="*/ 0 h 138361"/>
                  <a:gd name="connsiteX4" fmla="*/ 144514 w 144513"/>
                  <a:gd name="connsiteY4" fmla="*/ 69180 h 138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513" h="138361">
                    <a:moveTo>
                      <a:pt x="144514" y="69180"/>
                    </a:moveTo>
                    <a:cubicBezTo>
                      <a:pt x="144514" y="107388"/>
                      <a:pt x="112163" y="138361"/>
                      <a:pt x="72257" y="138361"/>
                    </a:cubicBezTo>
                    <a:cubicBezTo>
                      <a:pt x="32351" y="138361"/>
                      <a:pt x="0" y="107388"/>
                      <a:pt x="0" y="69180"/>
                    </a:cubicBezTo>
                    <a:cubicBezTo>
                      <a:pt x="0" y="30973"/>
                      <a:pt x="32350" y="0"/>
                      <a:pt x="72257" y="0"/>
                    </a:cubicBezTo>
                    <a:cubicBezTo>
                      <a:pt x="112163" y="0"/>
                      <a:pt x="144514" y="30973"/>
                      <a:pt x="144514" y="69180"/>
                    </a:cubicBezTo>
                    <a:close/>
                  </a:path>
                </a:pathLst>
              </a:custGeom>
              <a:grpFill/>
              <a:ln w="80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xmlns="" id="{17E0FE51-71D2-DE98-8F24-CBE4D5AF0024}"/>
                  </a:ext>
                </a:extLst>
              </p:cNvPr>
              <p:cNvSpPr/>
              <p:nvPr/>
            </p:nvSpPr>
            <p:spPr>
              <a:xfrm>
                <a:off x="3138705" y="4582835"/>
                <a:ext cx="144513" cy="138361"/>
              </a:xfrm>
              <a:custGeom>
                <a:avLst/>
                <a:gdLst>
                  <a:gd name="connsiteX0" fmla="*/ 144514 w 144513"/>
                  <a:gd name="connsiteY0" fmla="*/ 69180 h 138361"/>
                  <a:gd name="connsiteX1" fmla="*/ 72257 w 144513"/>
                  <a:gd name="connsiteY1" fmla="*/ 138361 h 138361"/>
                  <a:gd name="connsiteX2" fmla="*/ 0 w 144513"/>
                  <a:gd name="connsiteY2" fmla="*/ 69180 h 138361"/>
                  <a:gd name="connsiteX3" fmla="*/ 72257 w 144513"/>
                  <a:gd name="connsiteY3" fmla="*/ 0 h 138361"/>
                  <a:gd name="connsiteX4" fmla="*/ 144514 w 144513"/>
                  <a:gd name="connsiteY4" fmla="*/ 69180 h 138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513" h="138361">
                    <a:moveTo>
                      <a:pt x="144514" y="69180"/>
                    </a:moveTo>
                    <a:cubicBezTo>
                      <a:pt x="144514" y="107388"/>
                      <a:pt x="112163" y="138361"/>
                      <a:pt x="72257" y="138361"/>
                    </a:cubicBezTo>
                    <a:cubicBezTo>
                      <a:pt x="32351" y="138361"/>
                      <a:pt x="0" y="107388"/>
                      <a:pt x="0" y="69180"/>
                    </a:cubicBezTo>
                    <a:cubicBezTo>
                      <a:pt x="0" y="30973"/>
                      <a:pt x="32351" y="0"/>
                      <a:pt x="72257" y="0"/>
                    </a:cubicBezTo>
                    <a:cubicBezTo>
                      <a:pt x="112163" y="0"/>
                      <a:pt x="144514" y="30973"/>
                      <a:pt x="144514" y="69180"/>
                    </a:cubicBezTo>
                    <a:close/>
                  </a:path>
                </a:pathLst>
              </a:custGeom>
              <a:grpFill/>
              <a:ln w="80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xmlns="" id="{F4A24666-8B92-AA60-A75E-556B1378459D}"/>
                  </a:ext>
                </a:extLst>
              </p:cNvPr>
              <p:cNvSpPr/>
              <p:nvPr/>
            </p:nvSpPr>
            <p:spPr>
              <a:xfrm>
                <a:off x="3332922" y="4256325"/>
                <a:ext cx="144513" cy="138361"/>
              </a:xfrm>
              <a:custGeom>
                <a:avLst/>
                <a:gdLst>
                  <a:gd name="connsiteX0" fmla="*/ 144514 w 144513"/>
                  <a:gd name="connsiteY0" fmla="*/ 69181 h 138361"/>
                  <a:gd name="connsiteX1" fmla="*/ 72257 w 144513"/>
                  <a:gd name="connsiteY1" fmla="*/ 138361 h 138361"/>
                  <a:gd name="connsiteX2" fmla="*/ 0 w 144513"/>
                  <a:gd name="connsiteY2" fmla="*/ 69181 h 138361"/>
                  <a:gd name="connsiteX3" fmla="*/ 72257 w 144513"/>
                  <a:gd name="connsiteY3" fmla="*/ 0 h 138361"/>
                  <a:gd name="connsiteX4" fmla="*/ 144514 w 144513"/>
                  <a:gd name="connsiteY4" fmla="*/ 69181 h 138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513" h="138361">
                    <a:moveTo>
                      <a:pt x="144514" y="69181"/>
                    </a:moveTo>
                    <a:cubicBezTo>
                      <a:pt x="144514" y="107388"/>
                      <a:pt x="112163" y="138361"/>
                      <a:pt x="72257" y="138361"/>
                    </a:cubicBezTo>
                    <a:cubicBezTo>
                      <a:pt x="32351" y="138361"/>
                      <a:pt x="0" y="107388"/>
                      <a:pt x="0" y="69181"/>
                    </a:cubicBezTo>
                    <a:cubicBezTo>
                      <a:pt x="0" y="30973"/>
                      <a:pt x="32351" y="0"/>
                      <a:pt x="72257" y="0"/>
                    </a:cubicBezTo>
                    <a:cubicBezTo>
                      <a:pt x="112163" y="0"/>
                      <a:pt x="144514" y="30973"/>
                      <a:pt x="144514" y="69181"/>
                    </a:cubicBezTo>
                    <a:close/>
                  </a:path>
                </a:pathLst>
              </a:custGeom>
              <a:grpFill/>
              <a:ln w="80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xmlns="" id="{1A1542FF-4FEF-C781-487C-A89F0C0EC012}"/>
                  </a:ext>
                </a:extLst>
              </p:cNvPr>
              <p:cNvSpPr/>
              <p:nvPr/>
            </p:nvSpPr>
            <p:spPr>
              <a:xfrm>
                <a:off x="3801130" y="4349299"/>
                <a:ext cx="144513" cy="138361"/>
              </a:xfrm>
              <a:custGeom>
                <a:avLst/>
                <a:gdLst>
                  <a:gd name="connsiteX0" fmla="*/ 144513 w 144513"/>
                  <a:gd name="connsiteY0" fmla="*/ 69181 h 138361"/>
                  <a:gd name="connsiteX1" fmla="*/ 72256 w 144513"/>
                  <a:gd name="connsiteY1" fmla="*/ 138361 h 138361"/>
                  <a:gd name="connsiteX2" fmla="*/ 0 w 144513"/>
                  <a:gd name="connsiteY2" fmla="*/ 69181 h 138361"/>
                  <a:gd name="connsiteX3" fmla="*/ 72256 w 144513"/>
                  <a:gd name="connsiteY3" fmla="*/ 0 h 138361"/>
                  <a:gd name="connsiteX4" fmla="*/ 144513 w 144513"/>
                  <a:gd name="connsiteY4" fmla="*/ 69181 h 138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513" h="138361">
                    <a:moveTo>
                      <a:pt x="144513" y="69181"/>
                    </a:moveTo>
                    <a:cubicBezTo>
                      <a:pt x="144513" y="107388"/>
                      <a:pt x="112163" y="138361"/>
                      <a:pt x="72256" y="138361"/>
                    </a:cubicBezTo>
                    <a:cubicBezTo>
                      <a:pt x="32350" y="138361"/>
                      <a:pt x="0" y="107388"/>
                      <a:pt x="0" y="69181"/>
                    </a:cubicBezTo>
                    <a:cubicBezTo>
                      <a:pt x="0" y="30973"/>
                      <a:pt x="32350" y="0"/>
                      <a:pt x="72256" y="0"/>
                    </a:cubicBezTo>
                    <a:cubicBezTo>
                      <a:pt x="112163" y="0"/>
                      <a:pt x="144513" y="30973"/>
                      <a:pt x="144513" y="69181"/>
                    </a:cubicBezTo>
                    <a:close/>
                  </a:path>
                </a:pathLst>
              </a:custGeom>
              <a:grpFill/>
              <a:ln w="80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xmlns="" id="{0BEC62F7-2D36-DC73-B7BD-FCD091185E73}"/>
                  </a:ext>
                </a:extLst>
              </p:cNvPr>
              <p:cNvSpPr/>
              <p:nvPr/>
            </p:nvSpPr>
            <p:spPr>
              <a:xfrm>
                <a:off x="2344504" y="2954686"/>
                <a:ext cx="144513" cy="138361"/>
              </a:xfrm>
              <a:custGeom>
                <a:avLst/>
                <a:gdLst>
                  <a:gd name="connsiteX0" fmla="*/ 144514 w 144513"/>
                  <a:gd name="connsiteY0" fmla="*/ 69180 h 138361"/>
                  <a:gd name="connsiteX1" fmla="*/ 72257 w 144513"/>
                  <a:gd name="connsiteY1" fmla="*/ 138361 h 138361"/>
                  <a:gd name="connsiteX2" fmla="*/ 0 w 144513"/>
                  <a:gd name="connsiteY2" fmla="*/ 69180 h 138361"/>
                  <a:gd name="connsiteX3" fmla="*/ 72257 w 144513"/>
                  <a:gd name="connsiteY3" fmla="*/ 0 h 138361"/>
                  <a:gd name="connsiteX4" fmla="*/ 144514 w 144513"/>
                  <a:gd name="connsiteY4" fmla="*/ 69180 h 138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513" h="138361">
                    <a:moveTo>
                      <a:pt x="144514" y="69180"/>
                    </a:moveTo>
                    <a:cubicBezTo>
                      <a:pt x="144514" y="107388"/>
                      <a:pt x="112163" y="138361"/>
                      <a:pt x="72257" y="138361"/>
                    </a:cubicBezTo>
                    <a:cubicBezTo>
                      <a:pt x="32351" y="138361"/>
                      <a:pt x="0" y="107388"/>
                      <a:pt x="0" y="69180"/>
                    </a:cubicBezTo>
                    <a:cubicBezTo>
                      <a:pt x="0" y="30973"/>
                      <a:pt x="32351" y="0"/>
                      <a:pt x="72257" y="0"/>
                    </a:cubicBezTo>
                    <a:cubicBezTo>
                      <a:pt x="112163" y="0"/>
                      <a:pt x="144514" y="30973"/>
                      <a:pt x="144514" y="69180"/>
                    </a:cubicBezTo>
                    <a:close/>
                  </a:path>
                </a:pathLst>
              </a:custGeom>
              <a:grpFill/>
              <a:ln w="80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xmlns="" id="{B6484652-53B0-BB1F-5A85-3CC54CF044B1}"/>
                  </a:ext>
                </a:extLst>
              </p:cNvPr>
              <p:cNvSpPr/>
              <p:nvPr/>
            </p:nvSpPr>
            <p:spPr>
              <a:xfrm>
                <a:off x="3332922" y="3436153"/>
                <a:ext cx="144513" cy="138361"/>
              </a:xfrm>
              <a:custGeom>
                <a:avLst/>
                <a:gdLst>
                  <a:gd name="connsiteX0" fmla="*/ 144514 w 144513"/>
                  <a:gd name="connsiteY0" fmla="*/ 69181 h 138361"/>
                  <a:gd name="connsiteX1" fmla="*/ 72257 w 144513"/>
                  <a:gd name="connsiteY1" fmla="*/ 138361 h 138361"/>
                  <a:gd name="connsiteX2" fmla="*/ 0 w 144513"/>
                  <a:gd name="connsiteY2" fmla="*/ 69181 h 138361"/>
                  <a:gd name="connsiteX3" fmla="*/ 72257 w 144513"/>
                  <a:gd name="connsiteY3" fmla="*/ 0 h 138361"/>
                  <a:gd name="connsiteX4" fmla="*/ 144514 w 144513"/>
                  <a:gd name="connsiteY4" fmla="*/ 69181 h 138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4513" h="138361">
                    <a:moveTo>
                      <a:pt x="144514" y="69181"/>
                    </a:moveTo>
                    <a:cubicBezTo>
                      <a:pt x="144514" y="107388"/>
                      <a:pt x="112163" y="138361"/>
                      <a:pt x="72257" y="138361"/>
                    </a:cubicBezTo>
                    <a:cubicBezTo>
                      <a:pt x="32351" y="138361"/>
                      <a:pt x="0" y="107388"/>
                      <a:pt x="0" y="69181"/>
                    </a:cubicBezTo>
                    <a:cubicBezTo>
                      <a:pt x="0" y="30973"/>
                      <a:pt x="32351" y="0"/>
                      <a:pt x="72257" y="0"/>
                    </a:cubicBezTo>
                    <a:cubicBezTo>
                      <a:pt x="112163" y="0"/>
                      <a:pt x="144514" y="30973"/>
                      <a:pt x="144514" y="69181"/>
                    </a:cubicBezTo>
                    <a:close/>
                  </a:path>
                </a:pathLst>
              </a:custGeom>
              <a:grpFill/>
              <a:ln w="808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6CE4B8A3-17B8-28BC-2BCF-885D6C9024B4}"/>
              </a:ext>
            </a:extLst>
          </p:cNvPr>
          <p:cNvGrpSpPr/>
          <p:nvPr/>
        </p:nvGrpSpPr>
        <p:grpSpPr>
          <a:xfrm>
            <a:off x="-2710190" y="-5942584"/>
            <a:ext cx="11375781" cy="11732146"/>
            <a:chOff x="6239193" y="-1742758"/>
            <a:chExt cx="10343515" cy="1034351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xmlns="" id="{08705E56-6381-4475-A3CE-B829FBD4351D}"/>
                </a:ext>
              </a:extLst>
            </p:cNvPr>
            <p:cNvSpPr/>
            <p:nvPr/>
          </p:nvSpPr>
          <p:spPr>
            <a:xfrm>
              <a:off x="6239193" y="-1742758"/>
              <a:ext cx="10343515" cy="10343515"/>
            </a:xfrm>
            <a:prstGeom prst="ellipse">
              <a:avLst/>
            </a:prstGeom>
            <a:solidFill>
              <a:srgbClr val="086A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/>
              <a:endParaRPr lang="en-US" dirty="0">
                <a:solidFill>
                  <a:srgbClr val="FFFFFF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xmlns="" id="{17090B36-0965-817D-D061-6EF3B464F2D2}"/>
                </a:ext>
              </a:extLst>
            </p:cNvPr>
            <p:cNvSpPr/>
            <p:nvPr/>
          </p:nvSpPr>
          <p:spPr>
            <a:xfrm>
              <a:off x="7734300" y="-488950"/>
              <a:ext cx="7391400" cy="7734300"/>
            </a:xfrm>
            <a:prstGeom prst="ellipse">
              <a:avLst/>
            </a:prstGeom>
            <a:solidFill>
              <a:srgbClr val="A4DAF6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xmlns="" id="{9A17CC95-4396-44A1-818C-C1C16F7B0DEC}"/>
                </a:ext>
              </a:extLst>
            </p:cNvPr>
            <p:cNvGrpSpPr/>
            <p:nvPr/>
          </p:nvGrpSpPr>
          <p:grpSpPr>
            <a:xfrm>
              <a:off x="7058343" y="-751554"/>
              <a:ext cx="8705214" cy="8361108"/>
              <a:chOff x="-2429742" y="4240112"/>
              <a:chExt cx="14031865" cy="13477204"/>
            </a:xfrm>
            <a:solidFill>
              <a:srgbClr val="F6F06B"/>
            </a:solidFill>
          </p:grpSpPr>
          <p:sp>
            <p:nvSpPr>
              <p:cNvPr id="9" name="Circle: Hollow 8">
                <a:extLst>
                  <a:ext uri="{FF2B5EF4-FFF2-40B4-BE49-F238E27FC236}">
                    <a16:creationId xmlns:a16="http://schemas.microsoft.com/office/drawing/2014/main" xmlns="" id="{FF46CFB6-A0AD-4430-BD3F-27C599D68A60}"/>
                  </a:ext>
                </a:extLst>
              </p:cNvPr>
              <p:cNvSpPr/>
              <p:nvPr/>
            </p:nvSpPr>
            <p:spPr>
              <a:xfrm>
                <a:off x="-2429742" y="4334581"/>
                <a:ext cx="13067845" cy="13067845"/>
              </a:xfrm>
              <a:prstGeom prst="donut">
                <a:avLst>
                  <a:gd name="adj" fmla="val 701"/>
                </a:avLst>
              </a:prstGeom>
              <a:grpFill/>
              <a:ln>
                <a:solidFill>
                  <a:srgbClr val="F6F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/>
                <a:endParaRPr lang="en-US" dirty="0">
                  <a:solidFill>
                    <a:srgbClr val="737572"/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10" name="Circle: Hollow 9">
                <a:extLst>
                  <a:ext uri="{FF2B5EF4-FFF2-40B4-BE49-F238E27FC236}">
                    <a16:creationId xmlns:a16="http://schemas.microsoft.com/office/drawing/2014/main" xmlns="" id="{0198B35D-5A6F-400E-BC8B-62E4881B8E2C}"/>
                  </a:ext>
                </a:extLst>
              </p:cNvPr>
              <p:cNvSpPr/>
              <p:nvPr/>
            </p:nvSpPr>
            <p:spPr>
              <a:xfrm>
                <a:off x="-1843588" y="4649471"/>
                <a:ext cx="13067845" cy="13067845"/>
              </a:xfrm>
              <a:prstGeom prst="donut">
                <a:avLst>
                  <a:gd name="adj" fmla="val 701"/>
                </a:avLst>
              </a:prstGeom>
              <a:grpFill/>
              <a:ln>
                <a:solidFill>
                  <a:srgbClr val="F6F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/>
                <a:endParaRPr lang="en-US" dirty="0">
                  <a:solidFill>
                    <a:srgbClr val="737572"/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11" name="Circle: Hollow 10">
                <a:extLst>
                  <a:ext uri="{FF2B5EF4-FFF2-40B4-BE49-F238E27FC236}">
                    <a16:creationId xmlns:a16="http://schemas.microsoft.com/office/drawing/2014/main" xmlns="" id="{A102BE42-C019-43E9-BA22-B257DFD8C8C3}"/>
                  </a:ext>
                </a:extLst>
              </p:cNvPr>
              <p:cNvSpPr/>
              <p:nvPr/>
            </p:nvSpPr>
            <p:spPr>
              <a:xfrm>
                <a:off x="-1465722" y="4334581"/>
                <a:ext cx="13067845" cy="13067845"/>
              </a:xfrm>
              <a:prstGeom prst="donut">
                <a:avLst>
                  <a:gd name="adj" fmla="val 701"/>
                </a:avLst>
              </a:prstGeom>
              <a:grpFill/>
              <a:ln>
                <a:solidFill>
                  <a:srgbClr val="F6F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/>
                <a:endParaRPr lang="en-US" dirty="0">
                  <a:solidFill>
                    <a:srgbClr val="737572"/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12" name="Circle: Hollow 11">
                <a:extLst>
                  <a:ext uri="{FF2B5EF4-FFF2-40B4-BE49-F238E27FC236}">
                    <a16:creationId xmlns:a16="http://schemas.microsoft.com/office/drawing/2014/main" xmlns="" id="{BD6E6648-B640-4D9D-ADB0-4739C9C308B2}"/>
                  </a:ext>
                </a:extLst>
              </p:cNvPr>
              <p:cNvSpPr/>
              <p:nvPr/>
            </p:nvSpPr>
            <p:spPr>
              <a:xfrm>
                <a:off x="-2221453" y="4240112"/>
                <a:ext cx="13067845" cy="13067845"/>
              </a:xfrm>
              <a:prstGeom prst="donut">
                <a:avLst>
                  <a:gd name="adj" fmla="val 701"/>
                </a:avLst>
              </a:prstGeom>
              <a:grpFill/>
              <a:ln>
                <a:solidFill>
                  <a:srgbClr val="F6F06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914217"/>
                <a:endParaRPr lang="en-US" dirty="0">
                  <a:solidFill>
                    <a:srgbClr val="737572"/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15E94B1B-A8F2-DFBD-EBA5-3FA004E4EC56}"/>
              </a:ext>
            </a:extLst>
          </p:cNvPr>
          <p:cNvSpPr txBox="1"/>
          <p:nvPr/>
        </p:nvSpPr>
        <p:spPr>
          <a:xfrm>
            <a:off x="342787" y="312403"/>
            <a:ext cx="63729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n-IN" sz="4800" dirty="0">
                <a:solidFill>
                  <a:srgbClr val="312783"/>
                </a:solidFill>
                <a:effectLst/>
                <a:ea typeface="Baloo Da"/>
                <a:cs typeface="Nikosh" panose="02000000000000000000" pitchFamily="2" charset="0"/>
              </a:rPr>
              <a:t>স্বাস্থ্য </a:t>
            </a:r>
            <a:r>
              <a:rPr lang="bn-IN" sz="4800" dirty="0" smtClean="0">
                <a:solidFill>
                  <a:srgbClr val="312783"/>
                </a:solidFill>
                <a:effectLst/>
                <a:ea typeface="Baloo Da"/>
                <a:cs typeface="Nikosh" panose="02000000000000000000" pitchFamily="2" charset="0"/>
              </a:rPr>
              <a:t>সুরক্ষা</a:t>
            </a:r>
            <a:r>
              <a:rPr lang="en-US" sz="4800" dirty="0" smtClean="0">
                <a:solidFill>
                  <a:srgbClr val="312783"/>
                </a:solidFill>
                <a:effectLst/>
                <a:ea typeface="Baloo Da"/>
                <a:cs typeface="Nikosh" panose="02000000000000000000" pitchFamily="2" charset="0"/>
              </a:rPr>
              <a:t> </a:t>
            </a:r>
            <a:r>
              <a:rPr lang="bn-IN" sz="4800" dirty="0" smtClean="0">
                <a:solidFill>
                  <a:srgbClr val="312783"/>
                </a:solidFill>
                <a:effectLst/>
                <a:ea typeface="Baloo Da"/>
                <a:cs typeface="Nikosh" panose="02000000000000000000" pitchFamily="2" charset="0"/>
              </a:rPr>
              <a:t>কর্মসূ</a:t>
            </a:r>
            <a:r>
              <a:rPr lang="en-US" sz="4800" dirty="0" err="1">
                <a:solidFill>
                  <a:srgbClr val="312783"/>
                </a:solidFill>
                <a:effectLst/>
                <a:latin typeface="Nikosh" panose="02000000000000000000" pitchFamily="2" charset="0"/>
                <a:ea typeface="Baloo Da"/>
                <a:cs typeface="Nikosh" panose="02000000000000000000" pitchFamily="2" charset="0"/>
              </a:rPr>
              <a:t>চি</a:t>
            </a:r>
            <a:r>
              <a:rPr lang="en-US" sz="4800" dirty="0">
                <a:solidFill>
                  <a:srgbClr val="312783"/>
                </a:solidFill>
                <a:effectLst/>
                <a:latin typeface="Nikosh" panose="02000000000000000000" pitchFamily="2" charset="0"/>
                <a:ea typeface="Baloo Da"/>
              </a:rPr>
              <a:t> (</a:t>
            </a:r>
            <a:r>
              <a:rPr lang="bn-IN" sz="4800" dirty="0">
                <a:solidFill>
                  <a:srgbClr val="312783"/>
                </a:solidFill>
                <a:effectLst/>
                <a:ea typeface="Baloo Da"/>
                <a:cs typeface="Nikosh" panose="02000000000000000000" pitchFamily="2" charset="0"/>
              </a:rPr>
              <a:t>এসএসকে</a:t>
            </a:r>
            <a:r>
              <a:rPr lang="en-US" sz="4800" dirty="0">
                <a:solidFill>
                  <a:srgbClr val="312783"/>
                </a:solidFill>
                <a:effectLst/>
                <a:latin typeface="Nikosh" panose="02000000000000000000" pitchFamily="2" charset="0"/>
                <a:ea typeface="Baloo Da"/>
              </a:rPr>
              <a:t>) </a:t>
            </a:r>
            <a:endParaRPr lang="en-US" sz="4800" dirty="0">
              <a:solidFill>
                <a:srgbClr val="312783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69BF0F90-A639-1EEA-55F5-DED33B477966}"/>
              </a:ext>
            </a:extLst>
          </p:cNvPr>
          <p:cNvSpPr txBox="1"/>
          <p:nvPr/>
        </p:nvSpPr>
        <p:spPr>
          <a:xfrm>
            <a:off x="5017153" y="5619303"/>
            <a:ext cx="74578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স্বাস্থ্য</a:t>
            </a:r>
            <a:r>
              <a:rPr lang="en-US" sz="3200" dirty="0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অর্থনীতি</a:t>
            </a:r>
            <a:r>
              <a:rPr lang="en-US" sz="3200" dirty="0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ইউনিট</a:t>
            </a:r>
            <a:endParaRPr lang="en-US" sz="3200" dirty="0">
              <a:solidFill>
                <a:srgbClr val="FF0000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  <a:p>
            <a:r>
              <a:rPr lang="en-US" sz="3200" dirty="0" err="1">
                <a:solidFill>
                  <a:srgbClr val="00206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স্বাস্থ্য</a:t>
            </a:r>
            <a:r>
              <a:rPr lang="en-US" sz="3200" dirty="0">
                <a:solidFill>
                  <a:srgbClr val="00206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সেবা</a:t>
            </a:r>
            <a:r>
              <a:rPr lang="en-US" sz="3200" dirty="0">
                <a:solidFill>
                  <a:srgbClr val="00206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বিভাগ</a:t>
            </a:r>
            <a:r>
              <a:rPr lang="en-US" sz="3200" dirty="0">
                <a:solidFill>
                  <a:srgbClr val="00206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, </a:t>
            </a:r>
            <a:r>
              <a:rPr lang="en-US" sz="3200" dirty="0" err="1">
                <a:solidFill>
                  <a:srgbClr val="00206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স্বাস্থ্য</a:t>
            </a:r>
            <a:r>
              <a:rPr lang="en-US" sz="3200" dirty="0">
                <a:solidFill>
                  <a:srgbClr val="00206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ও </a:t>
            </a:r>
            <a:r>
              <a:rPr lang="en-US" sz="3200" dirty="0" err="1">
                <a:solidFill>
                  <a:srgbClr val="00206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পরিবার</a:t>
            </a:r>
            <a:r>
              <a:rPr lang="en-US" sz="3200" dirty="0">
                <a:solidFill>
                  <a:srgbClr val="00206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কল্যাণ</a:t>
            </a:r>
            <a:r>
              <a:rPr lang="en-US" sz="3200" dirty="0">
                <a:solidFill>
                  <a:srgbClr val="00206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200" dirty="0" err="1">
                <a:solidFill>
                  <a:srgbClr val="00206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মন্ত্রণালয়</a:t>
            </a:r>
            <a:endParaRPr lang="en-US" sz="3200" dirty="0">
              <a:solidFill>
                <a:srgbClr val="002060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xmlns="" id="{481F1FAD-F8C5-8976-E38E-5D1A63A02389}"/>
              </a:ext>
            </a:extLst>
          </p:cNvPr>
          <p:cNvSpPr txBox="1"/>
          <p:nvPr/>
        </p:nvSpPr>
        <p:spPr>
          <a:xfrm>
            <a:off x="3328850" y="5865524"/>
            <a:ext cx="1571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chemeClr val="tx2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বাস্তবায়নে</a:t>
            </a:r>
            <a:r>
              <a:rPr lang="en-US" sz="3200" dirty="0">
                <a:solidFill>
                  <a:schemeClr val="tx2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: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xmlns="" id="{B8270B1C-3030-537C-F2A1-09EEA12130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1267" y="1025903"/>
            <a:ext cx="4033128" cy="453726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xmlns="" id="{0136490B-B1DC-2002-A880-47BB2533267B}"/>
              </a:ext>
            </a:extLst>
          </p:cNvPr>
          <p:cNvCxnSpPr>
            <a:cxnSpLocks/>
          </p:cNvCxnSpPr>
          <p:nvPr/>
        </p:nvCxnSpPr>
        <p:spPr>
          <a:xfrm>
            <a:off x="4957384" y="5732412"/>
            <a:ext cx="0" cy="9069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42058" y="1576444"/>
            <a:ext cx="571322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n-BD" sz="2800" dirty="0">
                <a:solidFill>
                  <a:schemeClr val="tx2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এসএসকে হাসপাতাল অটোমেশন এবং </a:t>
            </a:r>
            <a:endParaRPr lang="en-US" sz="2800" dirty="0" smtClean="0">
              <a:solidFill>
                <a:schemeClr val="tx2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  <a:p>
            <a:pPr algn="ctr"/>
            <a:r>
              <a:rPr lang="bn-BD" sz="2800" dirty="0" smtClean="0">
                <a:solidFill>
                  <a:schemeClr val="tx2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এসএসকে </a:t>
            </a:r>
            <a:r>
              <a:rPr lang="bn-BD" sz="2800" dirty="0">
                <a:solidFill>
                  <a:schemeClr val="tx2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ম্যানেজমেন্ট সিস্টেম</a:t>
            </a:r>
            <a:endParaRPr 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4774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1A885F9B-51A3-F2EB-E8B6-9BF9074123B0}"/>
              </a:ext>
            </a:extLst>
          </p:cNvPr>
          <p:cNvGrpSpPr/>
          <p:nvPr/>
        </p:nvGrpSpPr>
        <p:grpSpPr>
          <a:xfrm>
            <a:off x="1122236" y="794789"/>
            <a:ext cx="9947528" cy="5268422"/>
            <a:chOff x="1122236" y="794789"/>
            <a:chExt cx="9947528" cy="5268422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xmlns="" id="{C70D360D-CF39-4039-8BF6-77480AF95D16}"/>
                </a:ext>
              </a:extLst>
            </p:cNvPr>
            <p:cNvSpPr txBox="1"/>
            <p:nvPr/>
          </p:nvSpPr>
          <p:spPr>
            <a:xfrm rot="16200000">
              <a:off x="-1164444" y="3081469"/>
              <a:ext cx="5268422" cy="69506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  <a:scene3d>
                <a:camera prst="orthographicFront"/>
                <a:lightRig rig="harsh" dir="t"/>
              </a:scene3d>
              <a:sp3d extrusionH="57150" prstMaterial="matte">
                <a:bevelT w="63500" h="12700" prst="angle"/>
                <a:contourClr>
                  <a:schemeClr val="bg1">
                    <a:lumMod val="65000"/>
                  </a:schemeClr>
                </a:contourClr>
              </a:sp3d>
            </a:bodyPr>
            <a:lstStyle/>
            <a:p>
              <a:pPr algn="ctr" defTabSz="914217">
                <a:lnSpc>
                  <a:spcPts val="4700"/>
                </a:lnSpc>
              </a:pPr>
              <a:r>
                <a:rPr lang="bn-IN" sz="6000" b="1" dirty="0">
                  <a:ln/>
                  <a:solidFill>
                    <a:schemeClr val="accent3">
                      <a:lumMod val="50000"/>
                    </a:schemeClr>
                  </a:solidFill>
                  <a:latin typeface="Nikosh" panose="02000000000000000000" pitchFamily="2" charset="0"/>
                  <a:cs typeface="Nikosh" panose="02000000000000000000" pitchFamily="2" charset="0"/>
                </a:rPr>
                <a:t>এক নজরে উপস্থাপনা</a:t>
              </a:r>
              <a:endParaRPr lang="en-US" sz="6000" b="1" dirty="0">
                <a:ln/>
                <a:solidFill>
                  <a:schemeClr val="accent3">
                    <a:lumMod val="50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xmlns="" id="{8D298246-36D3-E33F-8696-9E5265444455}"/>
                </a:ext>
              </a:extLst>
            </p:cNvPr>
            <p:cNvGrpSpPr/>
            <p:nvPr/>
          </p:nvGrpSpPr>
          <p:grpSpPr>
            <a:xfrm>
              <a:off x="2283073" y="1093569"/>
              <a:ext cx="8786691" cy="4670862"/>
              <a:chOff x="2283073" y="1507203"/>
              <a:chExt cx="8786691" cy="4670862"/>
            </a:xfrm>
          </p:grpSpPr>
          <p:sp>
            <p:nvSpPr>
              <p:cNvPr id="55" name="Freeform 64">
                <a:extLst>
                  <a:ext uri="{FF2B5EF4-FFF2-40B4-BE49-F238E27FC236}">
                    <a16:creationId xmlns:a16="http://schemas.microsoft.com/office/drawing/2014/main" xmlns="" id="{E59CEF40-9819-4C6A-B1A3-AD998724C1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5067" y="1507203"/>
                <a:ext cx="3869658" cy="1249370"/>
              </a:xfrm>
              <a:custGeom>
                <a:avLst/>
                <a:gdLst>
                  <a:gd name="T0" fmla="*/ 3039732 w 8565"/>
                  <a:gd name="T1" fmla="*/ 395768 h 2764"/>
                  <a:gd name="T2" fmla="*/ 2812247 w 8565"/>
                  <a:gd name="T3" fmla="*/ 74184 h 2764"/>
                  <a:gd name="T4" fmla="*/ 2812247 w 8565"/>
                  <a:gd name="T5" fmla="*/ 74184 h 2764"/>
                  <a:gd name="T6" fmla="*/ 2668989 w 8565"/>
                  <a:gd name="T7" fmla="*/ 0 h 2764"/>
                  <a:gd name="T8" fmla="*/ 2396151 w 8565"/>
                  <a:gd name="T9" fmla="*/ 0 h 2764"/>
                  <a:gd name="T10" fmla="*/ 2321282 w 8565"/>
                  <a:gd name="T11" fmla="*/ 0 h 2764"/>
                  <a:gd name="T12" fmla="*/ 2146709 w 8565"/>
                  <a:gd name="T13" fmla="*/ 0 h 2764"/>
                  <a:gd name="T14" fmla="*/ 2048444 w 8565"/>
                  <a:gd name="T15" fmla="*/ 0 h 2764"/>
                  <a:gd name="T16" fmla="*/ 1799363 w 8565"/>
                  <a:gd name="T17" fmla="*/ 0 h 2764"/>
                  <a:gd name="T18" fmla="*/ 403138 w 8565"/>
                  <a:gd name="T19" fmla="*/ 0 h 2764"/>
                  <a:gd name="T20" fmla="*/ 55791 w 8565"/>
                  <a:gd name="T21" fmla="*/ 0 h 2764"/>
                  <a:gd name="T22" fmla="*/ 55791 w 8565"/>
                  <a:gd name="T23" fmla="*/ 0 h 2764"/>
                  <a:gd name="T24" fmla="*/ 0 w 8565"/>
                  <a:gd name="T25" fmla="*/ 55818 h 2764"/>
                  <a:gd name="T26" fmla="*/ 0 w 8565"/>
                  <a:gd name="T27" fmla="*/ 939185 h 2764"/>
                  <a:gd name="T28" fmla="*/ 0 w 8565"/>
                  <a:gd name="T29" fmla="*/ 939185 h 2764"/>
                  <a:gd name="T30" fmla="*/ 55791 w 8565"/>
                  <a:gd name="T31" fmla="*/ 995003 h 2764"/>
                  <a:gd name="T32" fmla="*/ 403138 w 8565"/>
                  <a:gd name="T33" fmla="*/ 995003 h 2764"/>
                  <a:gd name="T34" fmla="*/ 1799363 w 8565"/>
                  <a:gd name="T35" fmla="*/ 995003 h 2764"/>
                  <a:gd name="T36" fmla="*/ 2048444 w 8565"/>
                  <a:gd name="T37" fmla="*/ 995003 h 2764"/>
                  <a:gd name="T38" fmla="*/ 2146709 w 8565"/>
                  <a:gd name="T39" fmla="*/ 995003 h 2764"/>
                  <a:gd name="T40" fmla="*/ 2321282 w 8565"/>
                  <a:gd name="T41" fmla="*/ 995003 h 2764"/>
                  <a:gd name="T42" fmla="*/ 2396151 w 8565"/>
                  <a:gd name="T43" fmla="*/ 995003 h 2764"/>
                  <a:gd name="T44" fmla="*/ 2668989 w 8565"/>
                  <a:gd name="T45" fmla="*/ 995003 h 2764"/>
                  <a:gd name="T46" fmla="*/ 2668989 w 8565"/>
                  <a:gd name="T47" fmla="*/ 995003 h 2764"/>
                  <a:gd name="T48" fmla="*/ 2812247 w 8565"/>
                  <a:gd name="T49" fmla="*/ 920459 h 2764"/>
                  <a:gd name="T50" fmla="*/ 3039732 w 8565"/>
                  <a:gd name="T51" fmla="*/ 599234 h 2764"/>
                  <a:gd name="T52" fmla="*/ 3039732 w 8565"/>
                  <a:gd name="T53" fmla="*/ 599234 h 2764"/>
                  <a:gd name="T54" fmla="*/ 3039732 w 8565"/>
                  <a:gd name="T55" fmla="*/ 395768 h 2764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8565" h="2764">
                    <a:moveTo>
                      <a:pt x="8445" y="1099"/>
                    </a:moveTo>
                    <a:lnTo>
                      <a:pt x="7813" y="206"/>
                    </a:lnTo>
                    <a:cubicBezTo>
                      <a:pt x="7722" y="77"/>
                      <a:pt x="7573" y="0"/>
                      <a:pt x="7415" y="0"/>
                    </a:cubicBezTo>
                    <a:lnTo>
                      <a:pt x="6657" y="0"/>
                    </a:lnTo>
                    <a:lnTo>
                      <a:pt x="6449" y="0"/>
                    </a:lnTo>
                    <a:lnTo>
                      <a:pt x="5964" y="0"/>
                    </a:lnTo>
                    <a:lnTo>
                      <a:pt x="5691" y="0"/>
                    </a:lnTo>
                    <a:lnTo>
                      <a:pt x="4999" y="0"/>
                    </a:lnTo>
                    <a:lnTo>
                      <a:pt x="1120" y="0"/>
                    </a:lnTo>
                    <a:lnTo>
                      <a:pt x="155" y="0"/>
                    </a:lnTo>
                    <a:cubicBezTo>
                      <a:pt x="70" y="0"/>
                      <a:pt x="0" y="70"/>
                      <a:pt x="0" y="155"/>
                    </a:cubicBezTo>
                    <a:lnTo>
                      <a:pt x="0" y="2608"/>
                    </a:lnTo>
                    <a:cubicBezTo>
                      <a:pt x="0" y="2693"/>
                      <a:pt x="70" y="2763"/>
                      <a:pt x="155" y="2763"/>
                    </a:cubicBezTo>
                    <a:lnTo>
                      <a:pt x="1120" y="2763"/>
                    </a:lnTo>
                    <a:lnTo>
                      <a:pt x="4999" y="2763"/>
                    </a:lnTo>
                    <a:lnTo>
                      <a:pt x="5691" y="2763"/>
                    </a:lnTo>
                    <a:lnTo>
                      <a:pt x="5964" y="2763"/>
                    </a:lnTo>
                    <a:lnTo>
                      <a:pt x="6449" y="2763"/>
                    </a:lnTo>
                    <a:lnTo>
                      <a:pt x="6657" y="2763"/>
                    </a:lnTo>
                    <a:lnTo>
                      <a:pt x="7415" y="2763"/>
                    </a:lnTo>
                    <a:cubicBezTo>
                      <a:pt x="7573" y="2763"/>
                      <a:pt x="7722" y="2686"/>
                      <a:pt x="7813" y="2556"/>
                    </a:cubicBezTo>
                    <a:lnTo>
                      <a:pt x="8445" y="1664"/>
                    </a:lnTo>
                    <a:cubicBezTo>
                      <a:pt x="8564" y="1494"/>
                      <a:pt x="8564" y="1268"/>
                      <a:pt x="8445" y="109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defTabSz="914217"/>
                <a:endParaRPr lang="en-US" dirty="0">
                  <a:solidFill>
                    <a:schemeClr val="accent3">
                      <a:lumMod val="10000"/>
                    </a:schemeClr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63" name="Freeform 68">
                <a:extLst>
                  <a:ext uri="{FF2B5EF4-FFF2-40B4-BE49-F238E27FC236}">
                    <a16:creationId xmlns:a16="http://schemas.microsoft.com/office/drawing/2014/main" xmlns="" id="{FEB75A87-550E-4F2E-A3C0-FF2A856CE6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8112" y="1507204"/>
                <a:ext cx="3871652" cy="1249369"/>
              </a:xfrm>
              <a:custGeom>
                <a:avLst/>
                <a:gdLst>
                  <a:gd name="T0" fmla="*/ 3040947 w 8567"/>
                  <a:gd name="T1" fmla="*/ 395911 h 2763"/>
                  <a:gd name="T2" fmla="*/ 2813398 w 8567"/>
                  <a:gd name="T3" fmla="*/ 73851 h 2763"/>
                  <a:gd name="T4" fmla="*/ 2813398 w 8567"/>
                  <a:gd name="T5" fmla="*/ 73851 h 2763"/>
                  <a:gd name="T6" fmla="*/ 2669740 w 8567"/>
                  <a:gd name="T7" fmla="*/ 0 h 2763"/>
                  <a:gd name="T8" fmla="*/ 2396825 w 8567"/>
                  <a:gd name="T9" fmla="*/ 0 h 2763"/>
                  <a:gd name="T10" fmla="*/ 2322296 w 8567"/>
                  <a:gd name="T11" fmla="*/ 0 h 2763"/>
                  <a:gd name="T12" fmla="*/ 2148034 w 8567"/>
                  <a:gd name="T13" fmla="*/ 0 h 2763"/>
                  <a:gd name="T14" fmla="*/ 2049381 w 8567"/>
                  <a:gd name="T15" fmla="*/ 0 h 2763"/>
                  <a:gd name="T16" fmla="*/ 1800229 w 8567"/>
                  <a:gd name="T17" fmla="*/ 0 h 2763"/>
                  <a:gd name="T18" fmla="*/ 403611 w 8567"/>
                  <a:gd name="T19" fmla="*/ 0 h 2763"/>
                  <a:gd name="T20" fmla="*/ 55807 w 8567"/>
                  <a:gd name="T21" fmla="*/ 0 h 2763"/>
                  <a:gd name="T22" fmla="*/ 55807 w 8567"/>
                  <a:gd name="T23" fmla="*/ 0 h 2763"/>
                  <a:gd name="T24" fmla="*/ 0 w 8567"/>
                  <a:gd name="T25" fmla="*/ 55478 h 2763"/>
                  <a:gd name="T26" fmla="*/ 0 w 8567"/>
                  <a:gd name="T27" fmla="*/ 939163 h 2763"/>
                  <a:gd name="T28" fmla="*/ 0 w 8567"/>
                  <a:gd name="T29" fmla="*/ 939163 h 2763"/>
                  <a:gd name="T30" fmla="*/ 55807 w 8567"/>
                  <a:gd name="T31" fmla="*/ 995002 h 2763"/>
                  <a:gd name="T32" fmla="*/ 403611 w 8567"/>
                  <a:gd name="T33" fmla="*/ 995002 h 2763"/>
                  <a:gd name="T34" fmla="*/ 1800229 w 8567"/>
                  <a:gd name="T35" fmla="*/ 995002 h 2763"/>
                  <a:gd name="T36" fmla="*/ 2049381 w 8567"/>
                  <a:gd name="T37" fmla="*/ 995002 h 2763"/>
                  <a:gd name="T38" fmla="*/ 2148034 w 8567"/>
                  <a:gd name="T39" fmla="*/ 995002 h 2763"/>
                  <a:gd name="T40" fmla="*/ 2322296 w 8567"/>
                  <a:gd name="T41" fmla="*/ 995002 h 2763"/>
                  <a:gd name="T42" fmla="*/ 2396825 w 8567"/>
                  <a:gd name="T43" fmla="*/ 995002 h 2763"/>
                  <a:gd name="T44" fmla="*/ 2669740 w 8567"/>
                  <a:gd name="T45" fmla="*/ 995002 h 2763"/>
                  <a:gd name="T46" fmla="*/ 2669740 w 8567"/>
                  <a:gd name="T47" fmla="*/ 995002 h 2763"/>
                  <a:gd name="T48" fmla="*/ 2813398 w 8567"/>
                  <a:gd name="T49" fmla="*/ 920791 h 2763"/>
                  <a:gd name="T50" fmla="*/ 3040947 w 8567"/>
                  <a:gd name="T51" fmla="*/ 598730 h 2763"/>
                  <a:gd name="T52" fmla="*/ 3040947 w 8567"/>
                  <a:gd name="T53" fmla="*/ 598730 h 2763"/>
                  <a:gd name="T54" fmla="*/ 3040947 w 8567"/>
                  <a:gd name="T55" fmla="*/ 395911 h 276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8567" h="2763">
                    <a:moveTo>
                      <a:pt x="8446" y="1099"/>
                    </a:moveTo>
                    <a:lnTo>
                      <a:pt x="7814" y="205"/>
                    </a:lnTo>
                    <a:cubicBezTo>
                      <a:pt x="7722" y="76"/>
                      <a:pt x="7574" y="0"/>
                      <a:pt x="7415" y="0"/>
                    </a:cubicBezTo>
                    <a:lnTo>
                      <a:pt x="6657" y="0"/>
                    </a:lnTo>
                    <a:lnTo>
                      <a:pt x="6450" y="0"/>
                    </a:lnTo>
                    <a:lnTo>
                      <a:pt x="5966" y="0"/>
                    </a:lnTo>
                    <a:lnTo>
                      <a:pt x="5692" y="0"/>
                    </a:lnTo>
                    <a:lnTo>
                      <a:pt x="5000" y="0"/>
                    </a:lnTo>
                    <a:lnTo>
                      <a:pt x="1121" y="0"/>
                    </a:lnTo>
                    <a:lnTo>
                      <a:pt x="155" y="0"/>
                    </a:lnTo>
                    <a:cubicBezTo>
                      <a:pt x="70" y="0"/>
                      <a:pt x="0" y="70"/>
                      <a:pt x="0" y="154"/>
                    </a:cubicBezTo>
                    <a:lnTo>
                      <a:pt x="0" y="2607"/>
                    </a:lnTo>
                    <a:cubicBezTo>
                      <a:pt x="0" y="2692"/>
                      <a:pt x="70" y="2762"/>
                      <a:pt x="155" y="2762"/>
                    </a:cubicBezTo>
                    <a:lnTo>
                      <a:pt x="1121" y="2762"/>
                    </a:lnTo>
                    <a:lnTo>
                      <a:pt x="5000" y="2762"/>
                    </a:lnTo>
                    <a:lnTo>
                      <a:pt x="5692" y="2762"/>
                    </a:lnTo>
                    <a:lnTo>
                      <a:pt x="5966" y="2762"/>
                    </a:lnTo>
                    <a:lnTo>
                      <a:pt x="6450" y="2762"/>
                    </a:lnTo>
                    <a:lnTo>
                      <a:pt x="6657" y="2762"/>
                    </a:lnTo>
                    <a:lnTo>
                      <a:pt x="7415" y="2762"/>
                    </a:lnTo>
                    <a:cubicBezTo>
                      <a:pt x="7574" y="2762"/>
                      <a:pt x="7722" y="2685"/>
                      <a:pt x="7814" y="2556"/>
                    </a:cubicBezTo>
                    <a:lnTo>
                      <a:pt x="8446" y="1662"/>
                    </a:lnTo>
                    <a:cubicBezTo>
                      <a:pt x="8566" y="1494"/>
                      <a:pt x="8566" y="1267"/>
                      <a:pt x="8446" y="1099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defTabSz="914217"/>
                <a:endParaRPr lang="en-US" dirty="0">
                  <a:solidFill>
                    <a:schemeClr val="accent3">
                      <a:lumMod val="10000"/>
                    </a:schemeClr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65" name="Freeform 69">
                <a:extLst>
                  <a:ext uri="{FF2B5EF4-FFF2-40B4-BE49-F238E27FC236}">
                    <a16:creationId xmlns:a16="http://schemas.microsoft.com/office/drawing/2014/main" xmlns="" id="{2427A4C6-ECEA-4F73-83B0-7418909AAD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8112" y="3257478"/>
                <a:ext cx="3871652" cy="1249370"/>
              </a:xfrm>
              <a:custGeom>
                <a:avLst/>
                <a:gdLst>
                  <a:gd name="T0" fmla="*/ 3040947 w 8567"/>
                  <a:gd name="T1" fmla="*/ 395768 h 2764"/>
                  <a:gd name="T2" fmla="*/ 2813398 w 8567"/>
                  <a:gd name="T3" fmla="*/ 74544 h 2764"/>
                  <a:gd name="T4" fmla="*/ 2813398 w 8567"/>
                  <a:gd name="T5" fmla="*/ 74544 h 2764"/>
                  <a:gd name="T6" fmla="*/ 2669740 w 8567"/>
                  <a:gd name="T7" fmla="*/ 0 h 2764"/>
                  <a:gd name="T8" fmla="*/ 2396825 w 8567"/>
                  <a:gd name="T9" fmla="*/ 0 h 2764"/>
                  <a:gd name="T10" fmla="*/ 2322296 w 8567"/>
                  <a:gd name="T11" fmla="*/ 0 h 2764"/>
                  <a:gd name="T12" fmla="*/ 2148034 w 8567"/>
                  <a:gd name="T13" fmla="*/ 0 h 2764"/>
                  <a:gd name="T14" fmla="*/ 2049381 w 8567"/>
                  <a:gd name="T15" fmla="*/ 0 h 2764"/>
                  <a:gd name="T16" fmla="*/ 1800229 w 8567"/>
                  <a:gd name="T17" fmla="*/ 0 h 2764"/>
                  <a:gd name="T18" fmla="*/ 403611 w 8567"/>
                  <a:gd name="T19" fmla="*/ 0 h 2764"/>
                  <a:gd name="T20" fmla="*/ 55807 w 8567"/>
                  <a:gd name="T21" fmla="*/ 0 h 2764"/>
                  <a:gd name="T22" fmla="*/ 55807 w 8567"/>
                  <a:gd name="T23" fmla="*/ 0 h 2764"/>
                  <a:gd name="T24" fmla="*/ 0 w 8567"/>
                  <a:gd name="T25" fmla="*/ 55818 h 2764"/>
                  <a:gd name="T26" fmla="*/ 0 w 8567"/>
                  <a:gd name="T27" fmla="*/ 939185 h 2764"/>
                  <a:gd name="T28" fmla="*/ 0 w 8567"/>
                  <a:gd name="T29" fmla="*/ 939185 h 2764"/>
                  <a:gd name="T30" fmla="*/ 55807 w 8567"/>
                  <a:gd name="T31" fmla="*/ 995003 h 2764"/>
                  <a:gd name="T32" fmla="*/ 403611 w 8567"/>
                  <a:gd name="T33" fmla="*/ 995003 h 2764"/>
                  <a:gd name="T34" fmla="*/ 1800229 w 8567"/>
                  <a:gd name="T35" fmla="*/ 995003 h 2764"/>
                  <a:gd name="T36" fmla="*/ 2049381 w 8567"/>
                  <a:gd name="T37" fmla="*/ 995003 h 2764"/>
                  <a:gd name="T38" fmla="*/ 2148034 w 8567"/>
                  <a:gd name="T39" fmla="*/ 995003 h 2764"/>
                  <a:gd name="T40" fmla="*/ 2322296 w 8567"/>
                  <a:gd name="T41" fmla="*/ 995003 h 2764"/>
                  <a:gd name="T42" fmla="*/ 2396825 w 8567"/>
                  <a:gd name="T43" fmla="*/ 995003 h 2764"/>
                  <a:gd name="T44" fmla="*/ 2669740 w 8567"/>
                  <a:gd name="T45" fmla="*/ 995003 h 2764"/>
                  <a:gd name="T46" fmla="*/ 2669740 w 8567"/>
                  <a:gd name="T47" fmla="*/ 995003 h 2764"/>
                  <a:gd name="T48" fmla="*/ 2813398 w 8567"/>
                  <a:gd name="T49" fmla="*/ 920819 h 2764"/>
                  <a:gd name="T50" fmla="*/ 3040947 w 8567"/>
                  <a:gd name="T51" fmla="*/ 599234 h 2764"/>
                  <a:gd name="T52" fmla="*/ 3040947 w 8567"/>
                  <a:gd name="T53" fmla="*/ 599234 h 2764"/>
                  <a:gd name="T54" fmla="*/ 3040947 w 8567"/>
                  <a:gd name="T55" fmla="*/ 395768 h 2764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8567" h="2764">
                    <a:moveTo>
                      <a:pt x="8446" y="1099"/>
                    </a:moveTo>
                    <a:lnTo>
                      <a:pt x="7814" y="207"/>
                    </a:lnTo>
                    <a:cubicBezTo>
                      <a:pt x="7722" y="77"/>
                      <a:pt x="7574" y="0"/>
                      <a:pt x="7415" y="0"/>
                    </a:cubicBezTo>
                    <a:lnTo>
                      <a:pt x="6657" y="0"/>
                    </a:lnTo>
                    <a:lnTo>
                      <a:pt x="6450" y="0"/>
                    </a:lnTo>
                    <a:lnTo>
                      <a:pt x="5966" y="0"/>
                    </a:lnTo>
                    <a:lnTo>
                      <a:pt x="5692" y="0"/>
                    </a:lnTo>
                    <a:lnTo>
                      <a:pt x="5000" y="0"/>
                    </a:lnTo>
                    <a:lnTo>
                      <a:pt x="1121" y="0"/>
                    </a:lnTo>
                    <a:lnTo>
                      <a:pt x="155" y="0"/>
                    </a:lnTo>
                    <a:cubicBezTo>
                      <a:pt x="70" y="0"/>
                      <a:pt x="0" y="70"/>
                      <a:pt x="0" y="155"/>
                    </a:cubicBezTo>
                    <a:lnTo>
                      <a:pt x="0" y="2608"/>
                    </a:lnTo>
                    <a:cubicBezTo>
                      <a:pt x="0" y="2693"/>
                      <a:pt x="70" y="2763"/>
                      <a:pt x="155" y="2763"/>
                    </a:cubicBezTo>
                    <a:lnTo>
                      <a:pt x="1121" y="2763"/>
                    </a:lnTo>
                    <a:lnTo>
                      <a:pt x="5000" y="2763"/>
                    </a:lnTo>
                    <a:lnTo>
                      <a:pt x="5692" y="2763"/>
                    </a:lnTo>
                    <a:lnTo>
                      <a:pt x="5966" y="2763"/>
                    </a:lnTo>
                    <a:lnTo>
                      <a:pt x="6450" y="2763"/>
                    </a:lnTo>
                    <a:lnTo>
                      <a:pt x="6657" y="2763"/>
                    </a:lnTo>
                    <a:lnTo>
                      <a:pt x="7415" y="2763"/>
                    </a:lnTo>
                    <a:cubicBezTo>
                      <a:pt x="7574" y="2763"/>
                      <a:pt x="7722" y="2686"/>
                      <a:pt x="7814" y="2557"/>
                    </a:cubicBezTo>
                    <a:lnTo>
                      <a:pt x="8446" y="1664"/>
                    </a:lnTo>
                    <a:cubicBezTo>
                      <a:pt x="8566" y="1495"/>
                      <a:pt x="8566" y="1269"/>
                      <a:pt x="8446" y="1099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defTabSz="914217"/>
                <a:endParaRPr lang="en-US" dirty="0">
                  <a:solidFill>
                    <a:schemeClr val="accent3">
                      <a:lumMod val="10000"/>
                    </a:schemeClr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67" name="Freeform 70">
                <a:extLst>
                  <a:ext uri="{FF2B5EF4-FFF2-40B4-BE49-F238E27FC236}">
                    <a16:creationId xmlns:a16="http://schemas.microsoft.com/office/drawing/2014/main" xmlns="" id="{61D5FEBF-A4BF-41EF-93CC-B9FA84BFBB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18572" y="1610820"/>
                <a:ext cx="1042137" cy="1042137"/>
              </a:xfrm>
              <a:prstGeom prst="roundRect">
                <a:avLst>
                  <a:gd name="adj" fmla="val 6430"/>
                </a:avLst>
              </a:pr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defTabSz="914217"/>
                <a:endParaRPr lang="en-US" dirty="0">
                  <a:solidFill>
                    <a:schemeClr val="accent3">
                      <a:lumMod val="10000"/>
                    </a:schemeClr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xmlns="" id="{EA58D390-B8B4-40D9-8AE6-FD1616EA43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39588" y="1610820"/>
                <a:ext cx="1042137" cy="1042138"/>
              </a:xfrm>
              <a:prstGeom prst="roundRect">
                <a:avLst>
                  <a:gd name="adj" fmla="val 7344"/>
                </a:avLst>
              </a:pr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defTabSz="914217"/>
                <a:endParaRPr lang="en-US" dirty="0">
                  <a:solidFill>
                    <a:schemeClr val="accent3">
                      <a:lumMod val="10000"/>
                    </a:schemeClr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77" name="Freeform 75">
                <a:extLst>
                  <a:ext uri="{FF2B5EF4-FFF2-40B4-BE49-F238E27FC236}">
                    <a16:creationId xmlns:a16="http://schemas.microsoft.com/office/drawing/2014/main" xmlns="" id="{C4904D4E-578D-4DD9-BF02-454019B578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39588" y="3361094"/>
                <a:ext cx="1042137" cy="1042138"/>
              </a:xfrm>
              <a:prstGeom prst="roundRect">
                <a:avLst>
                  <a:gd name="adj" fmla="val 7710"/>
                </a:avLst>
              </a:pr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defTabSz="914217"/>
                <a:endParaRPr lang="en-US" dirty="0">
                  <a:solidFill>
                    <a:schemeClr val="accent3">
                      <a:lumMod val="10000"/>
                    </a:schemeClr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xmlns="" id="{7303D0DB-722E-4368-8843-A55B18825C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2119" y="1814293"/>
                <a:ext cx="675044" cy="635192"/>
              </a:xfrm>
              <a:custGeom>
                <a:avLst/>
                <a:gdLst>
                  <a:gd name="connsiteX0" fmla="*/ 944962 w 1350088"/>
                  <a:gd name="connsiteY0" fmla="*/ 932053 h 1270383"/>
                  <a:gd name="connsiteX1" fmla="*/ 824422 w 1350088"/>
                  <a:gd name="connsiteY1" fmla="*/ 1052691 h 1270383"/>
                  <a:gd name="connsiteX2" fmla="*/ 824422 w 1350088"/>
                  <a:gd name="connsiteY2" fmla="*/ 1202354 h 1270383"/>
                  <a:gd name="connsiteX3" fmla="*/ 857956 w 1350088"/>
                  <a:gd name="connsiteY3" fmla="*/ 1235915 h 1270383"/>
                  <a:gd name="connsiteX4" fmla="*/ 901459 w 1350088"/>
                  <a:gd name="connsiteY4" fmla="*/ 1235915 h 1270383"/>
                  <a:gd name="connsiteX5" fmla="*/ 901459 w 1350088"/>
                  <a:gd name="connsiteY5" fmla="*/ 1102579 h 1270383"/>
                  <a:gd name="connsiteX6" fmla="*/ 918679 w 1350088"/>
                  <a:gd name="connsiteY6" fmla="*/ 1085345 h 1270383"/>
                  <a:gd name="connsiteX7" fmla="*/ 936806 w 1350088"/>
                  <a:gd name="connsiteY7" fmla="*/ 1102579 h 1270383"/>
                  <a:gd name="connsiteX8" fmla="*/ 936806 w 1350088"/>
                  <a:gd name="connsiteY8" fmla="*/ 1235915 h 1270383"/>
                  <a:gd name="connsiteX9" fmla="*/ 1202358 w 1350088"/>
                  <a:gd name="connsiteY9" fmla="*/ 1235915 h 1270383"/>
                  <a:gd name="connsiteX10" fmla="*/ 1202358 w 1350088"/>
                  <a:gd name="connsiteY10" fmla="*/ 1102579 h 1270383"/>
                  <a:gd name="connsiteX11" fmla="*/ 1219578 w 1350088"/>
                  <a:gd name="connsiteY11" fmla="*/ 1085345 h 1270383"/>
                  <a:gd name="connsiteX12" fmla="*/ 1237704 w 1350088"/>
                  <a:gd name="connsiteY12" fmla="*/ 1102579 h 1270383"/>
                  <a:gd name="connsiteX13" fmla="*/ 1237704 w 1350088"/>
                  <a:gd name="connsiteY13" fmla="*/ 1235915 h 1270383"/>
                  <a:gd name="connsiteX14" fmla="*/ 1282114 w 1350088"/>
                  <a:gd name="connsiteY14" fmla="*/ 1235915 h 1270383"/>
                  <a:gd name="connsiteX15" fmla="*/ 1315648 w 1350088"/>
                  <a:gd name="connsiteY15" fmla="*/ 1202354 h 1270383"/>
                  <a:gd name="connsiteX16" fmla="*/ 1315648 w 1350088"/>
                  <a:gd name="connsiteY16" fmla="*/ 1052691 h 1270383"/>
                  <a:gd name="connsiteX17" fmla="*/ 1194201 w 1350088"/>
                  <a:gd name="connsiteY17" fmla="*/ 932053 h 1270383"/>
                  <a:gd name="connsiteX18" fmla="*/ 155887 w 1350088"/>
                  <a:gd name="connsiteY18" fmla="*/ 932053 h 1270383"/>
                  <a:gd name="connsiteX19" fmla="*/ 34440 w 1350088"/>
                  <a:gd name="connsiteY19" fmla="*/ 1052691 h 1270383"/>
                  <a:gd name="connsiteX20" fmla="*/ 34440 w 1350088"/>
                  <a:gd name="connsiteY20" fmla="*/ 1202354 h 1270383"/>
                  <a:gd name="connsiteX21" fmla="*/ 67974 w 1350088"/>
                  <a:gd name="connsiteY21" fmla="*/ 1235915 h 1270383"/>
                  <a:gd name="connsiteX22" fmla="*/ 112384 w 1350088"/>
                  <a:gd name="connsiteY22" fmla="*/ 1235915 h 1270383"/>
                  <a:gd name="connsiteX23" fmla="*/ 112384 w 1350088"/>
                  <a:gd name="connsiteY23" fmla="*/ 1102579 h 1270383"/>
                  <a:gd name="connsiteX24" fmla="*/ 129604 w 1350088"/>
                  <a:gd name="connsiteY24" fmla="*/ 1085345 h 1270383"/>
                  <a:gd name="connsiteX25" fmla="*/ 146824 w 1350088"/>
                  <a:gd name="connsiteY25" fmla="*/ 1102579 h 1270383"/>
                  <a:gd name="connsiteX26" fmla="*/ 146824 w 1350088"/>
                  <a:gd name="connsiteY26" fmla="*/ 1235915 h 1270383"/>
                  <a:gd name="connsiteX27" fmla="*/ 413283 w 1350088"/>
                  <a:gd name="connsiteY27" fmla="*/ 1235915 h 1270383"/>
                  <a:gd name="connsiteX28" fmla="*/ 413283 w 1350088"/>
                  <a:gd name="connsiteY28" fmla="*/ 1102579 h 1270383"/>
                  <a:gd name="connsiteX29" fmla="*/ 430503 w 1350088"/>
                  <a:gd name="connsiteY29" fmla="*/ 1085345 h 1270383"/>
                  <a:gd name="connsiteX30" fmla="*/ 447723 w 1350088"/>
                  <a:gd name="connsiteY30" fmla="*/ 1102579 h 1270383"/>
                  <a:gd name="connsiteX31" fmla="*/ 447723 w 1350088"/>
                  <a:gd name="connsiteY31" fmla="*/ 1235915 h 1270383"/>
                  <a:gd name="connsiteX32" fmla="*/ 492133 w 1350088"/>
                  <a:gd name="connsiteY32" fmla="*/ 1235915 h 1270383"/>
                  <a:gd name="connsiteX33" fmla="*/ 525666 w 1350088"/>
                  <a:gd name="connsiteY33" fmla="*/ 1202354 h 1270383"/>
                  <a:gd name="connsiteX34" fmla="*/ 525666 w 1350088"/>
                  <a:gd name="connsiteY34" fmla="*/ 1052691 h 1270383"/>
                  <a:gd name="connsiteX35" fmla="*/ 405126 w 1350088"/>
                  <a:gd name="connsiteY35" fmla="*/ 932053 h 1270383"/>
                  <a:gd name="connsiteX36" fmla="*/ 944962 w 1350088"/>
                  <a:gd name="connsiteY36" fmla="*/ 896678 h 1270383"/>
                  <a:gd name="connsiteX37" fmla="*/ 1194201 w 1350088"/>
                  <a:gd name="connsiteY37" fmla="*/ 896678 h 1270383"/>
                  <a:gd name="connsiteX38" fmla="*/ 1350088 w 1350088"/>
                  <a:gd name="connsiteY38" fmla="*/ 1052691 h 1270383"/>
                  <a:gd name="connsiteX39" fmla="*/ 1350088 w 1350088"/>
                  <a:gd name="connsiteY39" fmla="*/ 1202354 h 1270383"/>
                  <a:gd name="connsiteX40" fmla="*/ 1282114 w 1350088"/>
                  <a:gd name="connsiteY40" fmla="*/ 1270383 h 1270383"/>
                  <a:gd name="connsiteX41" fmla="*/ 857956 w 1350088"/>
                  <a:gd name="connsiteY41" fmla="*/ 1270383 h 1270383"/>
                  <a:gd name="connsiteX42" fmla="*/ 789075 w 1350088"/>
                  <a:gd name="connsiteY42" fmla="*/ 1202354 h 1270383"/>
                  <a:gd name="connsiteX43" fmla="*/ 789075 w 1350088"/>
                  <a:gd name="connsiteY43" fmla="*/ 1052691 h 1270383"/>
                  <a:gd name="connsiteX44" fmla="*/ 944962 w 1350088"/>
                  <a:gd name="connsiteY44" fmla="*/ 896678 h 1270383"/>
                  <a:gd name="connsiteX45" fmla="*/ 155887 w 1350088"/>
                  <a:gd name="connsiteY45" fmla="*/ 896678 h 1270383"/>
                  <a:gd name="connsiteX46" fmla="*/ 405126 w 1350088"/>
                  <a:gd name="connsiteY46" fmla="*/ 896678 h 1270383"/>
                  <a:gd name="connsiteX47" fmla="*/ 561013 w 1350088"/>
                  <a:gd name="connsiteY47" fmla="*/ 1052691 h 1270383"/>
                  <a:gd name="connsiteX48" fmla="*/ 561013 w 1350088"/>
                  <a:gd name="connsiteY48" fmla="*/ 1202354 h 1270383"/>
                  <a:gd name="connsiteX49" fmla="*/ 492133 w 1350088"/>
                  <a:gd name="connsiteY49" fmla="*/ 1270383 h 1270383"/>
                  <a:gd name="connsiteX50" fmla="*/ 67974 w 1350088"/>
                  <a:gd name="connsiteY50" fmla="*/ 1270383 h 1270383"/>
                  <a:gd name="connsiteX51" fmla="*/ 0 w 1350088"/>
                  <a:gd name="connsiteY51" fmla="*/ 1202354 h 1270383"/>
                  <a:gd name="connsiteX52" fmla="*/ 0 w 1350088"/>
                  <a:gd name="connsiteY52" fmla="*/ 1052691 h 1270383"/>
                  <a:gd name="connsiteX53" fmla="*/ 155887 w 1350088"/>
                  <a:gd name="connsiteY53" fmla="*/ 896678 h 1270383"/>
                  <a:gd name="connsiteX54" fmla="*/ 1067142 w 1350088"/>
                  <a:gd name="connsiteY54" fmla="*/ 556354 h 1270383"/>
                  <a:gd name="connsiteX55" fmla="*/ 935758 w 1350088"/>
                  <a:gd name="connsiteY55" fmla="*/ 688994 h 1270383"/>
                  <a:gd name="connsiteX56" fmla="*/ 1067142 w 1350088"/>
                  <a:gd name="connsiteY56" fmla="*/ 820732 h 1270383"/>
                  <a:gd name="connsiteX57" fmla="*/ 1199426 w 1350088"/>
                  <a:gd name="connsiteY57" fmla="*/ 688994 h 1270383"/>
                  <a:gd name="connsiteX58" fmla="*/ 1067142 w 1350088"/>
                  <a:gd name="connsiteY58" fmla="*/ 556354 h 1270383"/>
                  <a:gd name="connsiteX59" fmla="*/ 278514 w 1350088"/>
                  <a:gd name="connsiteY59" fmla="*/ 556354 h 1270383"/>
                  <a:gd name="connsiteX60" fmla="*/ 145874 w 1350088"/>
                  <a:gd name="connsiteY60" fmla="*/ 688994 h 1270383"/>
                  <a:gd name="connsiteX61" fmla="*/ 278514 w 1350088"/>
                  <a:gd name="connsiteY61" fmla="*/ 820732 h 1270383"/>
                  <a:gd name="connsiteX62" fmla="*/ 411155 w 1350088"/>
                  <a:gd name="connsiteY62" fmla="*/ 688994 h 1270383"/>
                  <a:gd name="connsiteX63" fmla="*/ 278514 w 1350088"/>
                  <a:gd name="connsiteY63" fmla="*/ 556354 h 1270383"/>
                  <a:gd name="connsiteX64" fmla="*/ 1067142 w 1350088"/>
                  <a:gd name="connsiteY64" fmla="*/ 522066 h 1270383"/>
                  <a:gd name="connsiteX65" fmla="*/ 1234521 w 1350088"/>
                  <a:gd name="connsiteY65" fmla="*/ 688994 h 1270383"/>
                  <a:gd name="connsiteX66" fmla="*/ 1067142 w 1350088"/>
                  <a:gd name="connsiteY66" fmla="*/ 855922 h 1270383"/>
                  <a:gd name="connsiteX67" fmla="*/ 900662 w 1350088"/>
                  <a:gd name="connsiteY67" fmla="*/ 688994 h 1270383"/>
                  <a:gd name="connsiteX68" fmla="*/ 1067142 w 1350088"/>
                  <a:gd name="connsiteY68" fmla="*/ 522066 h 1270383"/>
                  <a:gd name="connsiteX69" fmla="*/ 278514 w 1350088"/>
                  <a:gd name="connsiteY69" fmla="*/ 522066 h 1270383"/>
                  <a:gd name="connsiteX70" fmla="*/ 445443 w 1350088"/>
                  <a:gd name="connsiteY70" fmla="*/ 688994 h 1270383"/>
                  <a:gd name="connsiteX71" fmla="*/ 278514 w 1350088"/>
                  <a:gd name="connsiteY71" fmla="*/ 855922 h 1270383"/>
                  <a:gd name="connsiteX72" fmla="*/ 111586 w 1350088"/>
                  <a:gd name="connsiteY72" fmla="*/ 688994 h 1270383"/>
                  <a:gd name="connsiteX73" fmla="*/ 278514 w 1350088"/>
                  <a:gd name="connsiteY73" fmla="*/ 522066 h 1270383"/>
                  <a:gd name="connsiteX74" fmla="*/ 771990 w 1350088"/>
                  <a:gd name="connsiteY74" fmla="*/ 169316 h 1270383"/>
                  <a:gd name="connsiteX75" fmla="*/ 771990 w 1350088"/>
                  <a:gd name="connsiteY75" fmla="*/ 320524 h 1270383"/>
                  <a:gd name="connsiteX76" fmla="*/ 681645 w 1350088"/>
                  <a:gd name="connsiteY76" fmla="*/ 411973 h 1270383"/>
                  <a:gd name="connsiteX77" fmla="*/ 473851 w 1350088"/>
                  <a:gd name="connsiteY77" fmla="*/ 411973 h 1270383"/>
                  <a:gd name="connsiteX78" fmla="*/ 473851 w 1350088"/>
                  <a:gd name="connsiteY78" fmla="*/ 454529 h 1270383"/>
                  <a:gd name="connsiteX79" fmla="*/ 529865 w 1350088"/>
                  <a:gd name="connsiteY79" fmla="*/ 509760 h 1270383"/>
                  <a:gd name="connsiteX80" fmla="*/ 921060 w 1350088"/>
                  <a:gd name="connsiteY80" fmla="*/ 509760 h 1270383"/>
                  <a:gd name="connsiteX81" fmla="*/ 924673 w 1350088"/>
                  <a:gd name="connsiteY81" fmla="*/ 507044 h 1270383"/>
                  <a:gd name="connsiteX82" fmla="*/ 923770 w 1350088"/>
                  <a:gd name="connsiteY82" fmla="*/ 502517 h 1270383"/>
                  <a:gd name="connsiteX83" fmla="*/ 898473 w 1350088"/>
                  <a:gd name="connsiteY83" fmla="*/ 474448 h 1270383"/>
                  <a:gd name="connsiteX84" fmla="*/ 885825 w 1350088"/>
                  <a:gd name="connsiteY84" fmla="*/ 441853 h 1270383"/>
                  <a:gd name="connsiteX85" fmla="*/ 885825 w 1350088"/>
                  <a:gd name="connsiteY85" fmla="*/ 225453 h 1270383"/>
                  <a:gd name="connsiteX86" fmla="*/ 830714 w 1350088"/>
                  <a:gd name="connsiteY86" fmla="*/ 169316 h 1270383"/>
                  <a:gd name="connsiteX87" fmla="*/ 637184 w 1350088"/>
                  <a:gd name="connsiteY87" fmla="*/ 167380 h 1270383"/>
                  <a:gd name="connsiteX88" fmla="*/ 672597 w 1350088"/>
                  <a:gd name="connsiteY88" fmla="*/ 202804 h 1270383"/>
                  <a:gd name="connsiteX89" fmla="*/ 637184 w 1350088"/>
                  <a:gd name="connsiteY89" fmla="*/ 238228 h 1270383"/>
                  <a:gd name="connsiteX90" fmla="*/ 601771 w 1350088"/>
                  <a:gd name="connsiteY90" fmla="*/ 202804 h 1270383"/>
                  <a:gd name="connsiteX91" fmla="*/ 637184 w 1350088"/>
                  <a:gd name="connsiteY91" fmla="*/ 167380 h 1270383"/>
                  <a:gd name="connsiteX92" fmla="*/ 526051 w 1350088"/>
                  <a:gd name="connsiteY92" fmla="*/ 167380 h 1270383"/>
                  <a:gd name="connsiteX93" fmla="*/ 561022 w 1350088"/>
                  <a:gd name="connsiteY93" fmla="*/ 202804 h 1270383"/>
                  <a:gd name="connsiteX94" fmla="*/ 526051 w 1350088"/>
                  <a:gd name="connsiteY94" fmla="*/ 238228 h 1270383"/>
                  <a:gd name="connsiteX95" fmla="*/ 490184 w 1350088"/>
                  <a:gd name="connsiteY95" fmla="*/ 202804 h 1270383"/>
                  <a:gd name="connsiteX96" fmla="*/ 526051 w 1350088"/>
                  <a:gd name="connsiteY96" fmla="*/ 167380 h 1270383"/>
                  <a:gd name="connsiteX97" fmla="*/ 410479 w 1350088"/>
                  <a:gd name="connsiteY97" fmla="*/ 167380 h 1270383"/>
                  <a:gd name="connsiteX98" fmla="*/ 445450 w 1350088"/>
                  <a:gd name="connsiteY98" fmla="*/ 202804 h 1270383"/>
                  <a:gd name="connsiteX99" fmla="*/ 410479 w 1350088"/>
                  <a:gd name="connsiteY99" fmla="*/ 238228 h 1270383"/>
                  <a:gd name="connsiteX100" fmla="*/ 374612 w 1350088"/>
                  <a:gd name="connsiteY100" fmla="*/ 202804 h 1270383"/>
                  <a:gd name="connsiteX101" fmla="*/ 410479 w 1350088"/>
                  <a:gd name="connsiteY101" fmla="*/ 167380 h 1270383"/>
                  <a:gd name="connsiteX102" fmla="*/ 380795 w 1350088"/>
                  <a:gd name="connsiteY102" fmla="*/ 35312 h 1270383"/>
                  <a:gd name="connsiteX103" fmla="*/ 324781 w 1350088"/>
                  <a:gd name="connsiteY103" fmla="*/ 91449 h 1270383"/>
                  <a:gd name="connsiteX104" fmla="*/ 324781 w 1350088"/>
                  <a:gd name="connsiteY104" fmla="*/ 308753 h 1270383"/>
                  <a:gd name="connsiteX105" fmla="*/ 312133 w 1350088"/>
                  <a:gd name="connsiteY105" fmla="*/ 340444 h 1270383"/>
                  <a:gd name="connsiteX106" fmla="*/ 286836 w 1350088"/>
                  <a:gd name="connsiteY106" fmla="*/ 368512 h 1270383"/>
                  <a:gd name="connsiteX107" fmla="*/ 285933 w 1350088"/>
                  <a:gd name="connsiteY107" fmla="*/ 373039 h 1270383"/>
                  <a:gd name="connsiteX108" fmla="*/ 289546 w 1350088"/>
                  <a:gd name="connsiteY108" fmla="*/ 375756 h 1270383"/>
                  <a:gd name="connsiteX109" fmla="*/ 681645 w 1350088"/>
                  <a:gd name="connsiteY109" fmla="*/ 375756 h 1270383"/>
                  <a:gd name="connsiteX110" fmla="*/ 736755 w 1350088"/>
                  <a:gd name="connsiteY110" fmla="*/ 320524 h 1270383"/>
                  <a:gd name="connsiteX111" fmla="*/ 736755 w 1350088"/>
                  <a:gd name="connsiteY111" fmla="*/ 91449 h 1270383"/>
                  <a:gd name="connsiteX112" fmla="*/ 681645 w 1350088"/>
                  <a:gd name="connsiteY112" fmla="*/ 35312 h 1270383"/>
                  <a:gd name="connsiteX113" fmla="*/ 380795 w 1350088"/>
                  <a:gd name="connsiteY113" fmla="*/ 0 h 1270383"/>
                  <a:gd name="connsiteX114" fmla="*/ 681645 w 1350088"/>
                  <a:gd name="connsiteY114" fmla="*/ 0 h 1270383"/>
                  <a:gd name="connsiteX115" fmla="*/ 771990 w 1350088"/>
                  <a:gd name="connsiteY115" fmla="*/ 91449 h 1270383"/>
                  <a:gd name="connsiteX116" fmla="*/ 771990 w 1350088"/>
                  <a:gd name="connsiteY116" fmla="*/ 134004 h 1270383"/>
                  <a:gd name="connsiteX117" fmla="*/ 830714 w 1350088"/>
                  <a:gd name="connsiteY117" fmla="*/ 134004 h 1270383"/>
                  <a:gd name="connsiteX118" fmla="*/ 921060 w 1350088"/>
                  <a:gd name="connsiteY118" fmla="*/ 225453 h 1270383"/>
                  <a:gd name="connsiteX119" fmla="*/ 921060 w 1350088"/>
                  <a:gd name="connsiteY119" fmla="*/ 441853 h 1270383"/>
                  <a:gd name="connsiteX120" fmla="*/ 924673 w 1350088"/>
                  <a:gd name="connsiteY120" fmla="*/ 450907 h 1270383"/>
                  <a:gd name="connsiteX121" fmla="*/ 949970 w 1350088"/>
                  <a:gd name="connsiteY121" fmla="*/ 478975 h 1270383"/>
                  <a:gd name="connsiteX122" fmla="*/ 957198 w 1350088"/>
                  <a:gd name="connsiteY122" fmla="*/ 521531 h 1270383"/>
                  <a:gd name="connsiteX123" fmla="*/ 921060 w 1350088"/>
                  <a:gd name="connsiteY123" fmla="*/ 545072 h 1270383"/>
                  <a:gd name="connsiteX124" fmla="*/ 529865 w 1350088"/>
                  <a:gd name="connsiteY124" fmla="*/ 545072 h 1270383"/>
                  <a:gd name="connsiteX125" fmla="*/ 438616 w 1350088"/>
                  <a:gd name="connsiteY125" fmla="*/ 454529 h 1270383"/>
                  <a:gd name="connsiteX126" fmla="*/ 438616 w 1350088"/>
                  <a:gd name="connsiteY126" fmla="*/ 411973 h 1270383"/>
                  <a:gd name="connsiteX127" fmla="*/ 289546 w 1350088"/>
                  <a:gd name="connsiteY127" fmla="*/ 411973 h 1270383"/>
                  <a:gd name="connsiteX128" fmla="*/ 253408 w 1350088"/>
                  <a:gd name="connsiteY128" fmla="*/ 387526 h 1270383"/>
                  <a:gd name="connsiteX129" fmla="*/ 260636 w 1350088"/>
                  <a:gd name="connsiteY129" fmla="*/ 344971 h 1270383"/>
                  <a:gd name="connsiteX130" fmla="*/ 285933 w 1350088"/>
                  <a:gd name="connsiteY130" fmla="*/ 316902 h 1270383"/>
                  <a:gd name="connsiteX131" fmla="*/ 289546 w 1350088"/>
                  <a:gd name="connsiteY131" fmla="*/ 308753 h 1270383"/>
                  <a:gd name="connsiteX132" fmla="*/ 289546 w 1350088"/>
                  <a:gd name="connsiteY132" fmla="*/ 91449 h 1270383"/>
                  <a:gd name="connsiteX133" fmla="*/ 380795 w 1350088"/>
                  <a:gd name="connsiteY133" fmla="*/ 0 h 1270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</a:cxnLst>
                <a:rect l="l" t="t" r="r" b="b"/>
                <a:pathLst>
                  <a:path w="1350088" h="1270383">
                    <a:moveTo>
                      <a:pt x="944962" y="932053"/>
                    </a:moveTo>
                    <a:cubicBezTo>
                      <a:pt x="878801" y="932053"/>
                      <a:pt x="824422" y="986476"/>
                      <a:pt x="824422" y="1052691"/>
                    </a:cubicBezTo>
                    <a:lnTo>
                      <a:pt x="824422" y="1202354"/>
                    </a:lnTo>
                    <a:cubicBezTo>
                      <a:pt x="824422" y="1220495"/>
                      <a:pt x="839829" y="1235915"/>
                      <a:pt x="857956" y="1235915"/>
                    </a:cubicBezTo>
                    <a:lnTo>
                      <a:pt x="901459" y="1235915"/>
                    </a:lnTo>
                    <a:lnTo>
                      <a:pt x="901459" y="1102579"/>
                    </a:lnTo>
                    <a:cubicBezTo>
                      <a:pt x="901459" y="1092601"/>
                      <a:pt x="909616" y="1085345"/>
                      <a:pt x="918679" y="1085345"/>
                    </a:cubicBezTo>
                    <a:cubicBezTo>
                      <a:pt x="928649" y="1085345"/>
                      <a:pt x="936806" y="1092601"/>
                      <a:pt x="936806" y="1102579"/>
                    </a:cubicBezTo>
                    <a:lnTo>
                      <a:pt x="936806" y="1235915"/>
                    </a:lnTo>
                    <a:lnTo>
                      <a:pt x="1202358" y="1235915"/>
                    </a:lnTo>
                    <a:lnTo>
                      <a:pt x="1202358" y="1102579"/>
                    </a:lnTo>
                    <a:cubicBezTo>
                      <a:pt x="1202358" y="1092601"/>
                      <a:pt x="1210514" y="1085345"/>
                      <a:pt x="1219578" y="1085345"/>
                    </a:cubicBezTo>
                    <a:cubicBezTo>
                      <a:pt x="1229547" y="1085345"/>
                      <a:pt x="1237704" y="1092601"/>
                      <a:pt x="1237704" y="1102579"/>
                    </a:cubicBezTo>
                    <a:lnTo>
                      <a:pt x="1237704" y="1235915"/>
                    </a:lnTo>
                    <a:lnTo>
                      <a:pt x="1282114" y="1235915"/>
                    </a:lnTo>
                    <a:cubicBezTo>
                      <a:pt x="1300240" y="1235915"/>
                      <a:pt x="1315648" y="1220495"/>
                      <a:pt x="1315648" y="1202354"/>
                    </a:cubicBezTo>
                    <a:lnTo>
                      <a:pt x="1315648" y="1052691"/>
                    </a:lnTo>
                    <a:cubicBezTo>
                      <a:pt x="1315648" y="986476"/>
                      <a:pt x="1261268" y="932053"/>
                      <a:pt x="1194201" y="932053"/>
                    </a:cubicBezTo>
                    <a:close/>
                    <a:moveTo>
                      <a:pt x="155887" y="932053"/>
                    </a:moveTo>
                    <a:cubicBezTo>
                      <a:pt x="88820" y="932053"/>
                      <a:pt x="34440" y="986476"/>
                      <a:pt x="34440" y="1052691"/>
                    </a:cubicBezTo>
                    <a:lnTo>
                      <a:pt x="34440" y="1202354"/>
                    </a:lnTo>
                    <a:cubicBezTo>
                      <a:pt x="34440" y="1220495"/>
                      <a:pt x="48941" y="1235915"/>
                      <a:pt x="67974" y="1235915"/>
                    </a:cubicBezTo>
                    <a:lnTo>
                      <a:pt x="112384" y="1235915"/>
                    </a:lnTo>
                    <a:lnTo>
                      <a:pt x="112384" y="1102579"/>
                    </a:lnTo>
                    <a:cubicBezTo>
                      <a:pt x="112384" y="1092601"/>
                      <a:pt x="120541" y="1085345"/>
                      <a:pt x="129604" y="1085345"/>
                    </a:cubicBezTo>
                    <a:cubicBezTo>
                      <a:pt x="139574" y="1085345"/>
                      <a:pt x="146824" y="1092601"/>
                      <a:pt x="146824" y="1102579"/>
                    </a:cubicBezTo>
                    <a:lnTo>
                      <a:pt x="146824" y="1235915"/>
                    </a:lnTo>
                    <a:lnTo>
                      <a:pt x="413283" y="1235915"/>
                    </a:lnTo>
                    <a:lnTo>
                      <a:pt x="413283" y="1102579"/>
                    </a:lnTo>
                    <a:cubicBezTo>
                      <a:pt x="413283" y="1092601"/>
                      <a:pt x="420533" y="1085345"/>
                      <a:pt x="430503" y="1085345"/>
                    </a:cubicBezTo>
                    <a:cubicBezTo>
                      <a:pt x="440472" y="1085345"/>
                      <a:pt x="447723" y="1092601"/>
                      <a:pt x="447723" y="1102579"/>
                    </a:cubicBezTo>
                    <a:lnTo>
                      <a:pt x="447723" y="1235915"/>
                    </a:lnTo>
                    <a:lnTo>
                      <a:pt x="492133" y="1235915"/>
                    </a:lnTo>
                    <a:cubicBezTo>
                      <a:pt x="511165" y="1235915"/>
                      <a:pt x="525666" y="1220495"/>
                      <a:pt x="525666" y="1202354"/>
                    </a:cubicBezTo>
                    <a:lnTo>
                      <a:pt x="525666" y="1052691"/>
                    </a:lnTo>
                    <a:cubicBezTo>
                      <a:pt x="525666" y="986476"/>
                      <a:pt x="472193" y="932053"/>
                      <a:pt x="405126" y="932053"/>
                    </a:cubicBezTo>
                    <a:close/>
                    <a:moveTo>
                      <a:pt x="944962" y="896678"/>
                    </a:moveTo>
                    <a:lnTo>
                      <a:pt x="1194201" y="896678"/>
                    </a:lnTo>
                    <a:cubicBezTo>
                      <a:pt x="1280301" y="896678"/>
                      <a:pt x="1350088" y="966521"/>
                      <a:pt x="1350088" y="1052691"/>
                    </a:cubicBezTo>
                    <a:lnTo>
                      <a:pt x="1350088" y="1202354"/>
                    </a:lnTo>
                    <a:cubicBezTo>
                      <a:pt x="1350088" y="1240451"/>
                      <a:pt x="1319273" y="1270383"/>
                      <a:pt x="1282114" y="1270383"/>
                    </a:cubicBezTo>
                    <a:lnTo>
                      <a:pt x="857956" y="1270383"/>
                    </a:lnTo>
                    <a:cubicBezTo>
                      <a:pt x="819890" y="1270383"/>
                      <a:pt x="789075" y="1240451"/>
                      <a:pt x="789075" y="1202354"/>
                    </a:cubicBezTo>
                    <a:lnTo>
                      <a:pt x="789075" y="1052691"/>
                    </a:lnTo>
                    <a:cubicBezTo>
                      <a:pt x="789075" y="966521"/>
                      <a:pt x="858862" y="896678"/>
                      <a:pt x="944962" y="896678"/>
                    </a:cubicBezTo>
                    <a:close/>
                    <a:moveTo>
                      <a:pt x="155887" y="896678"/>
                    </a:moveTo>
                    <a:lnTo>
                      <a:pt x="405126" y="896678"/>
                    </a:lnTo>
                    <a:cubicBezTo>
                      <a:pt x="491226" y="896678"/>
                      <a:pt x="561013" y="966521"/>
                      <a:pt x="561013" y="1052691"/>
                    </a:cubicBezTo>
                    <a:lnTo>
                      <a:pt x="561013" y="1202354"/>
                    </a:lnTo>
                    <a:cubicBezTo>
                      <a:pt x="561013" y="1240451"/>
                      <a:pt x="530198" y="1270383"/>
                      <a:pt x="492133" y="1270383"/>
                    </a:cubicBezTo>
                    <a:lnTo>
                      <a:pt x="67974" y="1270383"/>
                    </a:lnTo>
                    <a:cubicBezTo>
                      <a:pt x="29909" y="1270383"/>
                      <a:pt x="0" y="1240451"/>
                      <a:pt x="0" y="1202354"/>
                    </a:cubicBezTo>
                    <a:lnTo>
                      <a:pt x="0" y="1052691"/>
                    </a:lnTo>
                    <a:cubicBezTo>
                      <a:pt x="0" y="966521"/>
                      <a:pt x="68881" y="896678"/>
                      <a:pt x="155887" y="896678"/>
                    </a:cubicBezTo>
                    <a:close/>
                    <a:moveTo>
                      <a:pt x="1067142" y="556354"/>
                    </a:moveTo>
                    <a:cubicBezTo>
                      <a:pt x="994251" y="556354"/>
                      <a:pt x="935758" y="615907"/>
                      <a:pt x="935758" y="688994"/>
                    </a:cubicBezTo>
                    <a:cubicBezTo>
                      <a:pt x="935758" y="761179"/>
                      <a:pt x="994251" y="820732"/>
                      <a:pt x="1067142" y="820732"/>
                    </a:cubicBezTo>
                    <a:cubicBezTo>
                      <a:pt x="1140033" y="820732"/>
                      <a:pt x="1199426" y="761179"/>
                      <a:pt x="1199426" y="688994"/>
                    </a:cubicBezTo>
                    <a:cubicBezTo>
                      <a:pt x="1199426" y="615907"/>
                      <a:pt x="1140033" y="556354"/>
                      <a:pt x="1067142" y="556354"/>
                    </a:cubicBezTo>
                    <a:close/>
                    <a:moveTo>
                      <a:pt x="278514" y="556354"/>
                    </a:moveTo>
                    <a:cubicBezTo>
                      <a:pt x="205427" y="556354"/>
                      <a:pt x="145874" y="615907"/>
                      <a:pt x="145874" y="688994"/>
                    </a:cubicBezTo>
                    <a:cubicBezTo>
                      <a:pt x="145874" y="761179"/>
                      <a:pt x="205427" y="820732"/>
                      <a:pt x="278514" y="820732"/>
                    </a:cubicBezTo>
                    <a:cubicBezTo>
                      <a:pt x="351602" y="820732"/>
                      <a:pt x="411155" y="761179"/>
                      <a:pt x="411155" y="688994"/>
                    </a:cubicBezTo>
                    <a:cubicBezTo>
                      <a:pt x="411155" y="615907"/>
                      <a:pt x="351602" y="556354"/>
                      <a:pt x="278514" y="556354"/>
                    </a:cubicBezTo>
                    <a:close/>
                    <a:moveTo>
                      <a:pt x="1067142" y="522066"/>
                    </a:moveTo>
                    <a:cubicBezTo>
                      <a:pt x="1159831" y="522066"/>
                      <a:pt x="1234521" y="596056"/>
                      <a:pt x="1234521" y="688994"/>
                    </a:cubicBezTo>
                    <a:cubicBezTo>
                      <a:pt x="1234521" y="781030"/>
                      <a:pt x="1159831" y="855922"/>
                      <a:pt x="1067142" y="855922"/>
                    </a:cubicBezTo>
                    <a:cubicBezTo>
                      <a:pt x="975353" y="855922"/>
                      <a:pt x="900662" y="781030"/>
                      <a:pt x="900662" y="688994"/>
                    </a:cubicBezTo>
                    <a:cubicBezTo>
                      <a:pt x="900662" y="596056"/>
                      <a:pt x="975353" y="522066"/>
                      <a:pt x="1067142" y="522066"/>
                    </a:cubicBezTo>
                    <a:close/>
                    <a:moveTo>
                      <a:pt x="278514" y="522066"/>
                    </a:moveTo>
                    <a:cubicBezTo>
                      <a:pt x="370551" y="522066"/>
                      <a:pt x="445443" y="596056"/>
                      <a:pt x="445443" y="688994"/>
                    </a:cubicBezTo>
                    <a:cubicBezTo>
                      <a:pt x="445443" y="781030"/>
                      <a:pt x="370551" y="855922"/>
                      <a:pt x="278514" y="855922"/>
                    </a:cubicBezTo>
                    <a:cubicBezTo>
                      <a:pt x="186478" y="855922"/>
                      <a:pt x="111586" y="781030"/>
                      <a:pt x="111586" y="688994"/>
                    </a:cubicBezTo>
                    <a:cubicBezTo>
                      <a:pt x="111586" y="596056"/>
                      <a:pt x="186478" y="522066"/>
                      <a:pt x="278514" y="522066"/>
                    </a:cubicBezTo>
                    <a:close/>
                    <a:moveTo>
                      <a:pt x="771990" y="169316"/>
                    </a:moveTo>
                    <a:lnTo>
                      <a:pt x="771990" y="320524"/>
                    </a:lnTo>
                    <a:cubicBezTo>
                      <a:pt x="771990" y="370323"/>
                      <a:pt x="731335" y="411973"/>
                      <a:pt x="681645" y="411973"/>
                    </a:cubicBezTo>
                    <a:lnTo>
                      <a:pt x="473851" y="411973"/>
                    </a:lnTo>
                    <a:lnTo>
                      <a:pt x="473851" y="454529"/>
                    </a:lnTo>
                    <a:cubicBezTo>
                      <a:pt x="473851" y="485314"/>
                      <a:pt x="498244" y="509760"/>
                      <a:pt x="529865" y="509760"/>
                    </a:cubicBezTo>
                    <a:lnTo>
                      <a:pt x="921060" y="509760"/>
                    </a:lnTo>
                    <a:cubicBezTo>
                      <a:pt x="922866" y="509760"/>
                      <a:pt x="923770" y="509760"/>
                      <a:pt x="924673" y="507044"/>
                    </a:cubicBezTo>
                    <a:cubicBezTo>
                      <a:pt x="925577" y="505233"/>
                      <a:pt x="925577" y="504328"/>
                      <a:pt x="923770" y="502517"/>
                    </a:cubicBezTo>
                    <a:lnTo>
                      <a:pt x="898473" y="474448"/>
                    </a:lnTo>
                    <a:cubicBezTo>
                      <a:pt x="890342" y="465394"/>
                      <a:pt x="885825" y="454529"/>
                      <a:pt x="885825" y="441853"/>
                    </a:cubicBezTo>
                    <a:lnTo>
                      <a:pt x="885825" y="225453"/>
                    </a:lnTo>
                    <a:cubicBezTo>
                      <a:pt x="885825" y="194669"/>
                      <a:pt x="860528" y="169316"/>
                      <a:pt x="830714" y="169316"/>
                    </a:cubicBezTo>
                    <a:close/>
                    <a:moveTo>
                      <a:pt x="637184" y="167380"/>
                    </a:moveTo>
                    <a:cubicBezTo>
                      <a:pt x="656253" y="167380"/>
                      <a:pt x="672597" y="183321"/>
                      <a:pt x="672597" y="202804"/>
                    </a:cubicBezTo>
                    <a:cubicBezTo>
                      <a:pt x="672597" y="222287"/>
                      <a:pt x="656253" y="238228"/>
                      <a:pt x="637184" y="238228"/>
                    </a:cubicBezTo>
                    <a:cubicBezTo>
                      <a:pt x="617208" y="238228"/>
                      <a:pt x="601771" y="222287"/>
                      <a:pt x="601771" y="202804"/>
                    </a:cubicBezTo>
                    <a:cubicBezTo>
                      <a:pt x="601771" y="183321"/>
                      <a:pt x="617208" y="167380"/>
                      <a:pt x="637184" y="167380"/>
                    </a:cubicBezTo>
                    <a:close/>
                    <a:moveTo>
                      <a:pt x="526051" y="167380"/>
                    </a:moveTo>
                    <a:cubicBezTo>
                      <a:pt x="544881" y="167380"/>
                      <a:pt x="561022" y="184206"/>
                      <a:pt x="561022" y="202804"/>
                    </a:cubicBezTo>
                    <a:cubicBezTo>
                      <a:pt x="561022" y="222287"/>
                      <a:pt x="544881" y="238228"/>
                      <a:pt x="526051" y="238228"/>
                    </a:cubicBezTo>
                    <a:cubicBezTo>
                      <a:pt x="506324" y="238228"/>
                      <a:pt x="490184" y="222287"/>
                      <a:pt x="490184" y="202804"/>
                    </a:cubicBezTo>
                    <a:cubicBezTo>
                      <a:pt x="490184" y="184206"/>
                      <a:pt x="506324" y="167380"/>
                      <a:pt x="526051" y="167380"/>
                    </a:cubicBezTo>
                    <a:close/>
                    <a:moveTo>
                      <a:pt x="410479" y="167380"/>
                    </a:moveTo>
                    <a:cubicBezTo>
                      <a:pt x="430206" y="167380"/>
                      <a:pt x="445450" y="184206"/>
                      <a:pt x="445450" y="202804"/>
                    </a:cubicBezTo>
                    <a:cubicBezTo>
                      <a:pt x="445450" y="222287"/>
                      <a:pt x="430206" y="238228"/>
                      <a:pt x="410479" y="238228"/>
                    </a:cubicBezTo>
                    <a:cubicBezTo>
                      <a:pt x="390752" y="238228"/>
                      <a:pt x="374612" y="222287"/>
                      <a:pt x="374612" y="202804"/>
                    </a:cubicBezTo>
                    <a:cubicBezTo>
                      <a:pt x="374612" y="184206"/>
                      <a:pt x="390752" y="167380"/>
                      <a:pt x="410479" y="167380"/>
                    </a:cubicBezTo>
                    <a:close/>
                    <a:moveTo>
                      <a:pt x="380795" y="35312"/>
                    </a:moveTo>
                    <a:cubicBezTo>
                      <a:pt x="350078" y="35312"/>
                      <a:pt x="324781" y="60664"/>
                      <a:pt x="324781" y="91449"/>
                    </a:cubicBezTo>
                    <a:lnTo>
                      <a:pt x="324781" y="308753"/>
                    </a:lnTo>
                    <a:cubicBezTo>
                      <a:pt x="324781" y="320524"/>
                      <a:pt x="320264" y="332295"/>
                      <a:pt x="312133" y="340444"/>
                    </a:cubicBezTo>
                    <a:lnTo>
                      <a:pt x="286836" y="368512"/>
                    </a:lnTo>
                    <a:cubicBezTo>
                      <a:pt x="285029" y="370323"/>
                      <a:pt x="285029" y="372134"/>
                      <a:pt x="285933" y="373039"/>
                    </a:cubicBezTo>
                    <a:cubicBezTo>
                      <a:pt x="286836" y="374850"/>
                      <a:pt x="287739" y="375756"/>
                      <a:pt x="289546" y="375756"/>
                    </a:cubicBezTo>
                    <a:lnTo>
                      <a:pt x="681645" y="375756"/>
                    </a:lnTo>
                    <a:cubicBezTo>
                      <a:pt x="712362" y="375756"/>
                      <a:pt x="736755" y="351309"/>
                      <a:pt x="736755" y="320524"/>
                    </a:cubicBezTo>
                    <a:lnTo>
                      <a:pt x="736755" y="91449"/>
                    </a:lnTo>
                    <a:cubicBezTo>
                      <a:pt x="736755" y="60664"/>
                      <a:pt x="712362" y="35312"/>
                      <a:pt x="681645" y="35312"/>
                    </a:cubicBezTo>
                    <a:close/>
                    <a:moveTo>
                      <a:pt x="380795" y="0"/>
                    </a:moveTo>
                    <a:lnTo>
                      <a:pt x="681645" y="0"/>
                    </a:lnTo>
                    <a:cubicBezTo>
                      <a:pt x="731335" y="0"/>
                      <a:pt x="771990" y="41650"/>
                      <a:pt x="771990" y="91449"/>
                    </a:cubicBezTo>
                    <a:lnTo>
                      <a:pt x="771990" y="134004"/>
                    </a:lnTo>
                    <a:lnTo>
                      <a:pt x="830714" y="134004"/>
                    </a:lnTo>
                    <a:cubicBezTo>
                      <a:pt x="880404" y="134004"/>
                      <a:pt x="921060" y="174749"/>
                      <a:pt x="921060" y="225453"/>
                    </a:cubicBezTo>
                    <a:lnTo>
                      <a:pt x="921060" y="441853"/>
                    </a:lnTo>
                    <a:cubicBezTo>
                      <a:pt x="921060" y="445474"/>
                      <a:pt x="922866" y="448191"/>
                      <a:pt x="924673" y="450907"/>
                    </a:cubicBezTo>
                    <a:lnTo>
                      <a:pt x="949970" y="478975"/>
                    </a:lnTo>
                    <a:cubicBezTo>
                      <a:pt x="960811" y="490746"/>
                      <a:pt x="963522" y="507044"/>
                      <a:pt x="957198" y="521531"/>
                    </a:cubicBezTo>
                    <a:cubicBezTo>
                      <a:pt x="950873" y="536018"/>
                      <a:pt x="937322" y="545072"/>
                      <a:pt x="921060" y="545072"/>
                    </a:cubicBezTo>
                    <a:lnTo>
                      <a:pt x="529865" y="545072"/>
                    </a:lnTo>
                    <a:cubicBezTo>
                      <a:pt x="479271" y="545072"/>
                      <a:pt x="438616" y="504328"/>
                      <a:pt x="438616" y="454529"/>
                    </a:cubicBezTo>
                    <a:lnTo>
                      <a:pt x="438616" y="411973"/>
                    </a:lnTo>
                    <a:lnTo>
                      <a:pt x="289546" y="411973"/>
                    </a:lnTo>
                    <a:cubicBezTo>
                      <a:pt x="273284" y="411973"/>
                      <a:pt x="259732" y="402013"/>
                      <a:pt x="253408" y="387526"/>
                    </a:cubicBezTo>
                    <a:cubicBezTo>
                      <a:pt x="247084" y="373039"/>
                      <a:pt x="249794" y="356742"/>
                      <a:pt x="260636" y="344971"/>
                    </a:cubicBezTo>
                    <a:lnTo>
                      <a:pt x="285933" y="316902"/>
                    </a:lnTo>
                    <a:cubicBezTo>
                      <a:pt x="288643" y="315092"/>
                      <a:pt x="289546" y="311470"/>
                      <a:pt x="289546" y="308753"/>
                    </a:cubicBezTo>
                    <a:lnTo>
                      <a:pt x="289546" y="91449"/>
                    </a:lnTo>
                    <a:cubicBezTo>
                      <a:pt x="289546" y="41650"/>
                      <a:pt x="330202" y="0"/>
                      <a:pt x="380795" y="0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pPr defTabSz="914217"/>
                <a:endParaRPr lang="en-US" dirty="0">
                  <a:solidFill>
                    <a:schemeClr val="accent3">
                      <a:lumMod val="10000"/>
                    </a:schemeClr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xmlns="" id="{439D6155-99A9-44F6-8FA6-FA2D235410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4130" y="1853149"/>
                <a:ext cx="673053" cy="557480"/>
              </a:xfrm>
              <a:custGeom>
                <a:avLst/>
                <a:gdLst>
                  <a:gd name="connsiteX0" fmla="*/ 1084111 w 1346105"/>
                  <a:gd name="connsiteY0" fmla="*/ 964926 h 1114960"/>
                  <a:gd name="connsiteX1" fmla="*/ 1084111 w 1346105"/>
                  <a:gd name="connsiteY1" fmla="*/ 968541 h 1114960"/>
                  <a:gd name="connsiteX2" fmla="*/ 1084111 w 1346105"/>
                  <a:gd name="connsiteY2" fmla="*/ 1005598 h 1114960"/>
                  <a:gd name="connsiteX3" fmla="*/ 1296416 w 1346105"/>
                  <a:gd name="connsiteY3" fmla="*/ 1005598 h 1114960"/>
                  <a:gd name="connsiteX4" fmla="*/ 1310871 w 1346105"/>
                  <a:gd name="connsiteY4" fmla="*/ 990233 h 1114960"/>
                  <a:gd name="connsiteX5" fmla="*/ 1310871 w 1346105"/>
                  <a:gd name="connsiteY5" fmla="*/ 964926 h 1114960"/>
                  <a:gd name="connsiteX6" fmla="*/ 637819 w 1346105"/>
                  <a:gd name="connsiteY6" fmla="*/ 964926 h 1114960"/>
                  <a:gd name="connsiteX7" fmla="*/ 637819 w 1346105"/>
                  <a:gd name="connsiteY7" fmla="*/ 968541 h 1114960"/>
                  <a:gd name="connsiteX8" fmla="*/ 637819 w 1346105"/>
                  <a:gd name="connsiteY8" fmla="*/ 1005598 h 1114960"/>
                  <a:gd name="connsiteX9" fmla="*/ 708286 w 1346105"/>
                  <a:gd name="connsiteY9" fmla="*/ 1005598 h 1114960"/>
                  <a:gd name="connsiteX10" fmla="*/ 708286 w 1346105"/>
                  <a:gd name="connsiteY10" fmla="*/ 968541 h 1114960"/>
                  <a:gd name="connsiteX11" fmla="*/ 708286 w 1346105"/>
                  <a:gd name="connsiteY11" fmla="*/ 964926 h 1114960"/>
                  <a:gd name="connsiteX12" fmla="*/ 34330 w 1346105"/>
                  <a:gd name="connsiteY12" fmla="*/ 964926 h 1114960"/>
                  <a:gd name="connsiteX13" fmla="*/ 34330 w 1346105"/>
                  <a:gd name="connsiteY13" fmla="*/ 990233 h 1114960"/>
                  <a:gd name="connsiteX14" fmla="*/ 48785 w 1346105"/>
                  <a:gd name="connsiteY14" fmla="*/ 1005598 h 1114960"/>
                  <a:gd name="connsiteX15" fmla="*/ 261090 w 1346105"/>
                  <a:gd name="connsiteY15" fmla="*/ 1005598 h 1114960"/>
                  <a:gd name="connsiteX16" fmla="*/ 261090 w 1346105"/>
                  <a:gd name="connsiteY16" fmla="*/ 968541 h 1114960"/>
                  <a:gd name="connsiteX17" fmla="*/ 261994 w 1346105"/>
                  <a:gd name="connsiteY17" fmla="*/ 964926 h 1114960"/>
                  <a:gd name="connsiteX18" fmla="*/ 814890 w 1346105"/>
                  <a:gd name="connsiteY18" fmla="*/ 896235 h 1114960"/>
                  <a:gd name="connsiteX19" fmla="*/ 742616 w 1346105"/>
                  <a:gd name="connsiteY19" fmla="*/ 968541 h 1114960"/>
                  <a:gd name="connsiteX20" fmla="*/ 742616 w 1346105"/>
                  <a:gd name="connsiteY20" fmla="*/ 1065250 h 1114960"/>
                  <a:gd name="connsiteX21" fmla="*/ 758878 w 1346105"/>
                  <a:gd name="connsiteY21" fmla="*/ 1080615 h 1114960"/>
                  <a:gd name="connsiteX22" fmla="*/ 1032616 w 1346105"/>
                  <a:gd name="connsiteY22" fmla="*/ 1080615 h 1114960"/>
                  <a:gd name="connsiteX23" fmla="*/ 1048878 w 1346105"/>
                  <a:gd name="connsiteY23" fmla="*/ 1065250 h 1114960"/>
                  <a:gd name="connsiteX24" fmla="*/ 1048878 w 1346105"/>
                  <a:gd name="connsiteY24" fmla="*/ 968541 h 1114960"/>
                  <a:gd name="connsiteX25" fmla="*/ 976603 w 1346105"/>
                  <a:gd name="connsiteY25" fmla="*/ 896235 h 1114960"/>
                  <a:gd name="connsiteX26" fmla="*/ 368598 w 1346105"/>
                  <a:gd name="connsiteY26" fmla="*/ 896235 h 1114960"/>
                  <a:gd name="connsiteX27" fmla="*/ 297227 w 1346105"/>
                  <a:gd name="connsiteY27" fmla="*/ 968541 h 1114960"/>
                  <a:gd name="connsiteX28" fmla="*/ 297227 w 1346105"/>
                  <a:gd name="connsiteY28" fmla="*/ 1065250 h 1114960"/>
                  <a:gd name="connsiteX29" fmla="*/ 312585 w 1346105"/>
                  <a:gd name="connsiteY29" fmla="*/ 1080615 h 1114960"/>
                  <a:gd name="connsiteX30" fmla="*/ 587227 w 1346105"/>
                  <a:gd name="connsiteY30" fmla="*/ 1080615 h 1114960"/>
                  <a:gd name="connsiteX31" fmla="*/ 602585 w 1346105"/>
                  <a:gd name="connsiteY31" fmla="*/ 1065250 h 1114960"/>
                  <a:gd name="connsiteX32" fmla="*/ 602585 w 1346105"/>
                  <a:gd name="connsiteY32" fmla="*/ 968541 h 1114960"/>
                  <a:gd name="connsiteX33" fmla="*/ 531214 w 1346105"/>
                  <a:gd name="connsiteY33" fmla="*/ 896235 h 1114960"/>
                  <a:gd name="connsiteX34" fmla="*/ 896676 w 1346105"/>
                  <a:gd name="connsiteY34" fmla="*/ 636216 h 1114960"/>
                  <a:gd name="connsiteX35" fmla="*/ 816318 w 1346105"/>
                  <a:gd name="connsiteY35" fmla="*/ 716890 h 1114960"/>
                  <a:gd name="connsiteX36" fmla="*/ 896676 w 1346105"/>
                  <a:gd name="connsiteY36" fmla="*/ 797563 h 1114960"/>
                  <a:gd name="connsiteX37" fmla="*/ 976132 w 1346105"/>
                  <a:gd name="connsiteY37" fmla="*/ 716890 h 1114960"/>
                  <a:gd name="connsiteX38" fmla="*/ 896676 w 1346105"/>
                  <a:gd name="connsiteY38" fmla="*/ 636216 h 1114960"/>
                  <a:gd name="connsiteX39" fmla="*/ 450330 w 1346105"/>
                  <a:gd name="connsiteY39" fmla="*/ 636216 h 1114960"/>
                  <a:gd name="connsiteX40" fmla="*/ 370875 w 1346105"/>
                  <a:gd name="connsiteY40" fmla="*/ 716890 h 1114960"/>
                  <a:gd name="connsiteX41" fmla="*/ 450330 w 1346105"/>
                  <a:gd name="connsiteY41" fmla="*/ 797563 h 1114960"/>
                  <a:gd name="connsiteX42" fmla="*/ 529786 w 1346105"/>
                  <a:gd name="connsiteY42" fmla="*/ 716890 h 1114960"/>
                  <a:gd name="connsiteX43" fmla="*/ 450330 w 1346105"/>
                  <a:gd name="connsiteY43" fmla="*/ 636216 h 1114960"/>
                  <a:gd name="connsiteX44" fmla="*/ 896676 w 1346105"/>
                  <a:gd name="connsiteY44" fmla="*/ 601771 h 1114960"/>
                  <a:gd name="connsiteX45" fmla="*/ 1011345 w 1346105"/>
                  <a:gd name="connsiteY45" fmla="*/ 716890 h 1114960"/>
                  <a:gd name="connsiteX46" fmla="*/ 896676 w 1346105"/>
                  <a:gd name="connsiteY46" fmla="*/ 832008 h 1114960"/>
                  <a:gd name="connsiteX47" fmla="*/ 781105 w 1346105"/>
                  <a:gd name="connsiteY47" fmla="*/ 716890 h 1114960"/>
                  <a:gd name="connsiteX48" fmla="*/ 896676 w 1346105"/>
                  <a:gd name="connsiteY48" fmla="*/ 601771 h 1114960"/>
                  <a:gd name="connsiteX49" fmla="*/ 450330 w 1346105"/>
                  <a:gd name="connsiteY49" fmla="*/ 601771 h 1114960"/>
                  <a:gd name="connsiteX50" fmla="*/ 564999 w 1346105"/>
                  <a:gd name="connsiteY50" fmla="*/ 716890 h 1114960"/>
                  <a:gd name="connsiteX51" fmla="*/ 450330 w 1346105"/>
                  <a:gd name="connsiteY51" fmla="*/ 832008 h 1114960"/>
                  <a:gd name="connsiteX52" fmla="*/ 334759 w 1346105"/>
                  <a:gd name="connsiteY52" fmla="*/ 716890 h 1114960"/>
                  <a:gd name="connsiteX53" fmla="*/ 450330 w 1346105"/>
                  <a:gd name="connsiteY53" fmla="*/ 601771 h 1114960"/>
                  <a:gd name="connsiteX54" fmla="*/ 130997 w 1346105"/>
                  <a:gd name="connsiteY54" fmla="*/ 515727 h 1114960"/>
                  <a:gd name="connsiteX55" fmla="*/ 102991 w 1346105"/>
                  <a:gd name="connsiteY55" fmla="*/ 540130 h 1114960"/>
                  <a:gd name="connsiteX56" fmla="*/ 37944 w 1346105"/>
                  <a:gd name="connsiteY56" fmla="*/ 929677 h 1114960"/>
                  <a:gd name="connsiteX57" fmla="*/ 269221 w 1346105"/>
                  <a:gd name="connsiteY57" fmla="*/ 929677 h 1114960"/>
                  <a:gd name="connsiteX58" fmla="*/ 368598 w 1346105"/>
                  <a:gd name="connsiteY58" fmla="*/ 860986 h 1114960"/>
                  <a:gd name="connsiteX59" fmla="*/ 531214 w 1346105"/>
                  <a:gd name="connsiteY59" fmla="*/ 860986 h 1114960"/>
                  <a:gd name="connsiteX60" fmla="*/ 630591 w 1346105"/>
                  <a:gd name="connsiteY60" fmla="*/ 929677 h 1114960"/>
                  <a:gd name="connsiteX61" fmla="*/ 714610 w 1346105"/>
                  <a:gd name="connsiteY61" fmla="*/ 929677 h 1114960"/>
                  <a:gd name="connsiteX62" fmla="*/ 814890 w 1346105"/>
                  <a:gd name="connsiteY62" fmla="*/ 860986 h 1114960"/>
                  <a:gd name="connsiteX63" fmla="*/ 976603 w 1346105"/>
                  <a:gd name="connsiteY63" fmla="*/ 860986 h 1114960"/>
                  <a:gd name="connsiteX64" fmla="*/ 1076884 w 1346105"/>
                  <a:gd name="connsiteY64" fmla="*/ 929677 h 1114960"/>
                  <a:gd name="connsiteX65" fmla="*/ 1307257 w 1346105"/>
                  <a:gd name="connsiteY65" fmla="*/ 929677 h 1114960"/>
                  <a:gd name="connsiteX66" fmla="*/ 1243114 w 1346105"/>
                  <a:gd name="connsiteY66" fmla="*/ 540130 h 1114960"/>
                  <a:gd name="connsiteX67" fmla="*/ 1214204 w 1346105"/>
                  <a:gd name="connsiteY67" fmla="*/ 515727 h 1114960"/>
                  <a:gd name="connsiteX68" fmla="*/ 814890 w 1346105"/>
                  <a:gd name="connsiteY68" fmla="*/ 293386 h 1114960"/>
                  <a:gd name="connsiteX69" fmla="*/ 742616 w 1346105"/>
                  <a:gd name="connsiteY69" fmla="*/ 366596 h 1114960"/>
                  <a:gd name="connsiteX70" fmla="*/ 742616 w 1346105"/>
                  <a:gd name="connsiteY70" fmla="*/ 462401 h 1114960"/>
                  <a:gd name="connsiteX71" fmla="*/ 758878 w 1346105"/>
                  <a:gd name="connsiteY71" fmla="*/ 478670 h 1114960"/>
                  <a:gd name="connsiteX72" fmla="*/ 1032616 w 1346105"/>
                  <a:gd name="connsiteY72" fmla="*/ 478670 h 1114960"/>
                  <a:gd name="connsiteX73" fmla="*/ 1048878 w 1346105"/>
                  <a:gd name="connsiteY73" fmla="*/ 462401 h 1114960"/>
                  <a:gd name="connsiteX74" fmla="*/ 1048878 w 1346105"/>
                  <a:gd name="connsiteY74" fmla="*/ 366596 h 1114960"/>
                  <a:gd name="connsiteX75" fmla="*/ 976603 w 1346105"/>
                  <a:gd name="connsiteY75" fmla="*/ 293386 h 1114960"/>
                  <a:gd name="connsiteX76" fmla="*/ 368598 w 1346105"/>
                  <a:gd name="connsiteY76" fmla="*/ 293386 h 1114960"/>
                  <a:gd name="connsiteX77" fmla="*/ 297227 w 1346105"/>
                  <a:gd name="connsiteY77" fmla="*/ 366596 h 1114960"/>
                  <a:gd name="connsiteX78" fmla="*/ 297227 w 1346105"/>
                  <a:gd name="connsiteY78" fmla="*/ 462401 h 1114960"/>
                  <a:gd name="connsiteX79" fmla="*/ 312585 w 1346105"/>
                  <a:gd name="connsiteY79" fmla="*/ 478670 h 1114960"/>
                  <a:gd name="connsiteX80" fmla="*/ 587227 w 1346105"/>
                  <a:gd name="connsiteY80" fmla="*/ 478670 h 1114960"/>
                  <a:gd name="connsiteX81" fmla="*/ 602585 w 1346105"/>
                  <a:gd name="connsiteY81" fmla="*/ 462401 h 1114960"/>
                  <a:gd name="connsiteX82" fmla="*/ 602585 w 1346105"/>
                  <a:gd name="connsiteY82" fmla="*/ 366596 h 1114960"/>
                  <a:gd name="connsiteX83" fmla="*/ 531214 w 1346105"/>
                  <a:gd name="connsiteY83" fmla="*/ 293386 h 1114960"/>
                  <a:gd name="connsiteX84" fmla="*/ 368598 w 1346105"/>
                  <a:gd name="connsiteY84" fmla="*/ 259041 h 1114960"/>
                  <a:gd name="connsiteX85" fmla="*/ 531214 w 1346105"/>
                  <a:gd name="connsiteY85" fmla="*/ 259041 h 1114960"/>
                  <a:gd name="connsiteX86" fmla="*/ 637819 w 1346105"/>
                  <a:gd name="connsiteY86" fmla="*/ 366596 h 1114960"/>
                  <a:gd name="connsiteX87" fmla="*/ 637819 w 1346105"/>
                  <a:gd name="connsiteY87" fmla="*/ 462401 h 1114960"/>
                  <a:gd name="connsiteX88" fmla="*/ 634205 w 1346105"/>
                  <a:gd name="connsiteY88" fmla="*/ 480478 h 1114960"/>
                  <a:gd name="connsiteX89" fmla="*/ 710996 w 1346105"/>
                  <a:gd name="connsiteY89" fmla="*/ 480478 h 1114960"/>
                  <a:gd name="connsiteX90" fmla="*/ 708286 w 1346105"/>
                  <a:gd name="connsiteY90" fmla="*/ 462401 h 1114960"/>
                  <a:gd name="connsiteX91" fmla="*/ 708286 w 1346105"/>
                  <a:gd name="connsiteY91" fmla="*/ 366596 h 1114960"/>
                  <a:gd name="connsiteX92" fmla="*/ 814890 w 1346105"/>
                  <a:gd name="connsiteY92" fmla="*/ 259041 h 1114960"/>
                  <a:gd name="connsiteX93" fmla="*/ 976603 w 1346105"/>
                  <a:gd name="connsiteY93" fmla="*/ 259041 h 1114960"/>
                  <a:gd name="connsiteX94" fmla="*/ 1084111 w 1346105"/>
                  <a:gd name="connsiteY94" fmla="*/ 366596 h 1114960"/>
                  <a:gd name="connsiteX95" fmla="*/ 1084111 w 1346105"/>
                  <a:gd name="connsiteY95" fmla="*/ 462401 h 1114960"/>
                  <a:gd name="connsiteX96" fmla="*/ 1081401 w 1346105"/>
                  <a:gd name="connsiteY96" fmla="*/ 480478 h 1114960"/>
                  <a:gd name="connsiteX97" fmla="*/ 1214204 w 1346105"/>
                  <a:gd name="connsiteY97" fmla="*/ 480478 h 1114960"/>
                  <a:gd name="connsiteX98" fmla="*/ 1277444 w 1346105"/>
                  <a:gd name="connsiteY98" fmla="*/ 533803 h 1114960"/>
                  <a:gd name="connsiteX99" fmla="*/ 1346105 w 1346105"/>
                  <a:gd name="connsiteY99" fmla="*/ 945042 h 1114960"/>
                  <a:gd name="connsiteX100" fmla="*/ 1346105 w 1346105"/>
                  <a:gd name="connsiteY100" fmla="*/ 945945 h 1114960"/>
                  <a:gd name="connsiteX101" fmla="*/ 1346105 w 1346105"/>
                  <a:gd name="connsiteY101" fmla="*/ 947753 h 1114960"/>
                  <a:gd name="connsiteX102" fmla="*/ 1346105 w 1346105"/>
                  <a:gd name="connsiteY102" fmla="*/ 990233 h 1114960"/>
                  <a:gd name="connsiteX103" fmla="*/ 1296416 w 1346105"/>
                  <a:gd name="connsiteY103" fmla="*/ 1040847 h 1114960"/>
                  <a:gd name="connsiteX104" fmla="*/ 1084111 w 1346105"/>
                  <a:gd name="connsiteY104" fmla="*/ 1040847 h 1114960"/>
                  <a:gd name="connsiteX105" fmla="*/ 1084111 w 1346105"/>
                  <a:gd name="connsiteY105" fmla="*/ 1065250 h 1114960"/>
                  <a:gd name="connsiteX106" fmla="*/ 1032616 w 1346105"/>
                  <a:gd name="connsiteY106" fmla="*/ 1114960 h 1114960"/>
                  <a:gd name="connsiteX107" fmla="*/ 758878 w 1346105"/>
                  <a:gd name="connsiteY107" fmla="*/ 1114960 h 1114960"/>
                  <a:gd name="connsiteX108" fmla="*/ 708286 w 1346105"/>
                  <a:gd name="connsiteY108" fmla="*/ 1065250 h 1114960"/>
                  <a:gd name="connsiteX109" fmla="*/ 708286 w 1346105"/>
                  <a:gd name="connsiteY109" fmla="*/ 1040847 h 1114960"/>
                  <a:gd name="connsiteX110" fmla="*/ 637819 w 1346105"/>
                  <a:gd name="connsiteY110" fmla="*/ 1040847 h 1114960"/>
                  <a:gd name="connsiteX111" fmla="*/ 637819 w 1346105"/>
                  <a:gd name="connsiteY111" fmla="*/ 1065250 h 1114960"/>
                  <a:gd name="connsiteX112" fmla="*/ 587227 w 1346105"/>
                  <a:gd name="connsiteY112" fmla="*/ 1114960 h 1114960"/>
                  <a:gd name="connsiteX113" fmla="*/ 312585 w 1346105"/>
                  <a:gd name="connsiteY113" fmla="*/ 1114960 h 1114960"/>
                  <a:gd name="connsiteX114" fmla="*/ 261090 w 1346105"/>
                  <a:gd name="connsiteY114" fmla="*/ 1065250 h 1114960"/>
                  <a:gd name="connsiteX115" fmla="*/ 261090 w 1346105"/>
                  <a:gd name="connsiteY115" fmla="*/ 1040847 h 1114960"/>
                  <a:gd name="connsiteX116" fmla="*/ 48785 w 1346105"/>
                  <a:gd name="connsiteY116" fmla="*/ 1040847 h 1114960"/>
                  <a:gd name="connsiteX117" fmla="*/ 0 w 1346105"/>
                  <a:gd name="connsiteY117" fmla="*/ 990233 h 1114960"/>
                  <a:gd name="connsiteX118" fmla="*/ 0 w 1346105"/>
                  <a:gd name="connsiteY118" fmla="*/ 947753 h 1114960"/>
                  <a:gd name="connsiteX119" fmla="*/ 0 w 1346105"/>
                  <a:gd name="connsiteY119" fmla="*/ 945945 h 1114960"/>
                  <a:gd name="connsiteX120" fmla="*/ 0 w 1346105"/>
                  <a:gd name="connsiteY120" fmla="*/ 945042 h 1114960"/>
                  <a:gd name="connsiteX121" fmla="*/ 68660 w 1346105"/>
                  <a:gd name="connsiteY121" fmla="*/ 533803 h 1114960"/>
                  <a:gd name="connsiteX122" fmla="*/ 130997 w 1346105"/>
                  <a:gd name="connsiteY122" fmla="*/ 480478 h 1114960"/>
                  <a:gd name="connsiteX123" fmla="*/ 265607 w 1346105"/>
                  <a:gd name="connsiteY123" fmla="*/ 480478 h 1114960"/>
                  <a:gd name="connsiteX124" fmla="*/ 261090 w 1346105"/>
                  <a:gd name="connsiteY124" fmla="*/ 462401 h 1114960"/>
                  <a:gd name="connsiteX125" fmla="*/ 261090 w 1346105"/>
                  <a:gd name="connsiteY125" fmla="*/ 366596 h 1114960"/>
                  <a:gd name="connsiteX126" fmla="*/ 368598 w 1346105"/>
                  <a:gd name="connsiteY126" fmla="*/ 259041 h 1114960"/>
                  <a:gd name="connsiteX127" fmla="*/ 896676 w 1346105"/>
                  <a:gd name="connsiteY127" fmla="*/ 35351 h 1114960"/>
                  <a:gd name="connsiteX128" fmla="*/ 816318 w 1346105"/>
                  <a:gd name="connsiteY128" fmla="*/ 115118 h 1114960"/>
                  <a:gd name="connsiteX129" fmla="*/ 896676 w 1346105"/>
                  <a:gd name="connsiteY129" fmla="*/ 195791 h 1114960"/>
                  <a:gd name="connsiteX130" fmla="*/ 976132 w 1346105"/>
                  <a:gd name="connsiteY130" fmla="*/ 115118 h 1114960"/>
                  <a:gd name="connsiteX131" fmla="*/ 896676 w 1346105"/>
                  <a:gd name="connsiteY131" fmla="*/ 35351 h 1114960"/>
                  <a:gd name="connsiteX132" fmla="*/ 450330 w 1346105"/>
                  <a:gd name="connsiteY132" fmla="*/ 35351 h 1114960"/>
                  <a:gd name="connsiteX133" fmla="*/ 370875 w 1346105"/>
                  <a:gd name="connsiteY133" fmla="*/ 115118 h 1114960"/>
                  <a:gd name="connsiteX134" fmla="*/ 450330 w 1346105"/>
                  <a:gd name="connsiteY134" fmla="*/ 195791 h 1114960"/>
                  <a:gd name="connsiteX135" fmla="*/ 529786 w 1346105"/>
                  <a:gd name="connsiteY135" fmla="*/ 115118 h 1114960"/>
                  <a:gd name="connsiteX136" fmla="*/ 450330 w 1346105"/>
                  <a:gd name="connsiteY136" fmla="*/ 35351 h 1114960"/>
                  <a:gd name="connsiteX137" fmla="*/ 896676 w 1346105"/>
                  <a:gd name="connsiteY137" fmla="*/ 0 h 1114960"/>
                  <a:gd name="connsiteX138" fmla="*/ 1011345 w 1346105"/>
                  <a:gd name="connsiteY138" fmla="*/ 115118 h 1114960"/>
                  <a:gd name="connsiteX139" fmla="*/ 896676 w 1346105"/>
                  <a:gd name="connsiteY139" fmla="*/ 230236 h 1114960"/>
                  <a:gd name="connsiteX140" fmla="*/ 781105 w 1346105"/>
                  <a:gd name="connsiteY140" fmla="*/ 115118 h 1114960"/>
                  <a:gd name="connsiteX141" fmla="*/ 896676 w 1346105"/>
                  <a:gd name="connsiteY141" fmla="*/ 0 h 1114960"/>
                  <a:gd name="connsiteX142" fmla="*/ 450330 w 1346105"/>
                  <a:gd name="connsiteY142" fmla="*/ 0 h 1114960"/>
                  <a:gd name="connsiteX143" fmla="*/ 564999 w 1346105"/>
                  <a:gd name="connsiteY143" fmla="*/ 115118 h 1114960"/>
                  <a:gd name="connsiteX144" fmla="*/ 450330 w 1346105"/>
                  <a:gd name="connsiteY144" fmla="*/ 230236 h 1114960"/>
                  <a:gd name="connsiteX145" fmla="*/ 334759 w 1346105"/>
                  <a:gd name="connsiteY145" fmla="*/ 115118 h 1114960"/>
                  <a:gd name="connsiteX146" fmla="*/ 450330 w 1346105"/>
                  <a:gd name="connsiteY146" fmla="*/ 0 h 1114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</a:cxnLst>
                <a:rect l="l" t="t" r="r" b="b"/>
                <a:pathLst>
                  <a:path w="1346105" h="1114960">
                    <a:moveTo>
                      <a:pt x="1084111" y="964926"/>
                    </a:moveTo>
                    <a:cubicBezTo>
                      <a:pt x="1084111" y="966733"/>
                      <a:pt x="1084111" y="967637"/>
                      <a:pt x="1084111" y="968541"/>
                    </a:cubicBezTo>
                    <a:lnTo>
                      <a:pt x="1084111" y="1005598"/>
                    </a:lnTo>
                    <a:lnTo>
                      <a:pt x="1296416" y="1005598"/>
                    </a:lnTo>
                    <a:cubicBezTo>
                      <a:pt x="1304547" y="1005598"/>
                      <a:pt x="1310871" y="998367"/>
                      <a:pt x="1310871" y="990233"/>
                    </a:cubicBezTo>
                    <a:lnTo>
                      <a:pt x="1310871" y="964926"/>
                    </a:lnTo>
                    <a:close/>
                    <a:moveTo>
                      <a:pt x="637819" y="964926"/>
                    </a:moveTo>
                    <a:cubicBezTo>
                      <a:pt x="637819" y="966733"/>
                      <a:pt x="637819" y="967637"/>
                      <a:pt x="637819" y="968541"/>
                    </a:cubicBezTo>
                    <a:lnTo>
                      <a:pt x="637819" y="1005598"/>
                    </a:lnTo>
                    <a:lnTo>
                      <a:pt x="708286" y="1005598"/>
                    </a:lnTo>
                    <a:lnTo>
                      <a:pt x="708286" y="968541"/>
                    </a:lnTo>
                    <a:cubicBezTo>
                      <a:pt x="708286" y="967637"/>
                      <a:pt x="708286" y="966733"/>
                      <a:pt x="708286" y="964926"/>
                    </a:cubicBezTo>
                    <a:close/>
                    <a:moveTo>
                      <a:pt x="34330" y="964926"/>
                    </a:moveTo>
                    <a:lnTo>
                      <a:pt x="34330" y="990233"/>
                    </a:lnTo>
                    <a:cubicBezTo>
                      <a:pt x="34330" y="998367"/>
                      <a:pt x="41558" y="1005598"/>
                      <a:pt x="48785" y="1005598"/>
                    </a:cubicBezTo>
                    <a:lnTo>
                      <a:pt x="261090" y="1005598"/>
                    </a:lnTo>
                    <a:lnTo>
                      <a:pt x="261090" y="968541"/>
                    </a:lnTo>
                    <a:cubicBezTo>
                      <a:pt x="261090" y="967637"/>
                      <a:pt x="261994" y="966733"/>
                      <a:pt x="261994" y="964926"/>
                    </a:cubicBezTo>
                    <a:close/>
                    <a:moveTo>
                      <a:pt x="814890" y="896235"/>
                    </a:moveTo>
                    <a:cubicBezTo>
                      <a:pt x="775139" y="896235"/>
                      <a:pt x="742616" y="928773"/>
                      <a:pt x="742616" y="968541"/>
                    </a:cubicBezTo>
                    <a:lnTo>
                      <a:pt x="742616" y="1065250"/>
                    </a:lnTo>
                    <a:cubicBezTo>
                      <a:pt x="742616" y="1073384"/>
                      <a:pt x="749844" y="1080615"/>
                      <a:pt x="758878" y="1080615"/>
                    </a:cubicBezTo>
                    <a:lnTo>
                      <a:pt x="1032616" y="1080615"/>
                    </a:lnTo>
                    <a:cubicBezTo>
                      <a:pt x="1042554" y="1080615"/>
                      <a:pt x="1048878" y="1073384"/>
                      <a:pt x="1048878" y="1065250"/>
                    </a:cubicBezTo>
                    <a:lnTo>
                      <a:pt x="1048878" y="968541"/>
                    </a:lnTo>
                    <a:cubicBezTo>
                      <a:pt x="1048878" y="928773"/>
                      <a:pt x="1017258" y="896235"/>
                      <a:pt x="976603" y="896235"/>
                    </a:cubicBezTo>
                    <a:close/>
                    <a:moveTo>
                      <a:pt x="368598" y="896235"/>
                    </a:moveTo>
                    <a:cubicBezTo>
                      <a:pt x="329750" y="896235"/>
                      <a:pt x="297227" y="928773"/>
                      <a:pt x="297227" y="968541"/>
                    </a:cubicBezTo>
                    <a:lnTo>
                      <a:pt x="297227" y="1065250"/>
                    </a:lnTo>
                    <a:cubicBezTo>
                      <a:pt x="297227" y="1073384"/>
                      <a:pt x="304455" y="1080615"/>
                      <a:pt x="312585" y="1080615"/>
                    </a:cubicBezTo>
                    <a:lnTo>
                      <a:pt x="587227" y="1080615"/>
                    </a:lnTo>
                    <a:cubicBezTo>
                      <a:pt x="595358" y="1080615"/>
                      <a:pt x="602585" y="1073384"/>
                      <a:pt x="602585" y="1065250"/>
                    </a:cubicBezTo>
                    <a:lnTo>
                      <a:pt x="602585" y="968541"/>
                    </a:lnTo>
                    <a:cubicBezTo>
                      <a:pt x="602585" y="928773"/>
                      <a:pt x="570965" y="896235"/>
                      <a:pt x="531214" y="896235"/>
                    </a:cubicBezTo>
                    <a:close/>
                    <a:moveTo>
                      <a:pt x="896676" y="636216"/>
                    </a:moveTo>
                    <a:cubicBezTo>
                      <a:pt x="852434" y="636216"/>
                      <a:pt x="816318" y="672474"/>
                      <a:pt x="816318" y="716890"/>
                    </a:cubicBezTo>
                    <a:cubicBezTo>
                      <a:pt x="816318" y="761305"/>
                      <a:pt x="852434" y="797563"/>
                      <a:pt x="896676" y="797563"/>
                    </a:cubicBezTo>
                    <a:cubicBezTo>
                      <a:pt x="940016" y="797563"/>
                      <a:pt x="976132" y="761305"/>
                      <a:pt x="976132" y="716890"/>
                    </a:cubicBezTo>
                    <a:cubicBezTo>
                      <a:pt x="976132" y="672474"/>
                      <a:pt x="940016" y="636216"/>
                      <a:pt x="896676" y="636216"/>
                    </a:cubicBezTo>
                    <a:close/>
                    <a:moveTo>
                      <a:pt x="450330" y="636216"/>
                    </a:moveTo>
                    <a:cubicBezTo>
                      <a:pt x="406991" y="636216"/>
                      <a:pt x="370875" y="672474"/>
                      <a:pt x="370875" y="716890"/>
                    </a:cubicBezTo>
                    <a:cubicBezTo>
                      <a:pt x="370875" y="761305"/>
                      <a:pt x="406991" y="797563"/>
                      <a:pt x="450330" y="797563"/>
                    </a:cubicBezTo>
                    <a:cubicBezTo>
                      <a:pt x="494573" y="797563"/>
                      <a:pt x="529786" y="761305"/>
                      <a:pt x="529786" y="716890"/>
                    </a:cubicBezTo>
                    <a:cubicBezTo>
                      <a:pt x="529786" y="672474"/>
                      <a:pt x="494573" y="636216"/>
                      <a:pt x="450330" y="636216"/>
                    </a:cubicBezTo>
                    <a:close/>
                    <a:moveTo>
                      <a:pt x="896676" y="601771"/>
                    </a:moveTo>
                    <a:cubicBezTo>
                      <a:pt x="959880" y="601771"/>
                      <a:pt x="1011345" y="653439"/>
                      <a:pt x="1011345" y="716890"/>
                    </a:cubicBezTo>
                    <a:cubicBezTo>
                      <a:pt x="1011345" y="780341"/>
                      <a:pt x="959880" y="832008"/>
                      <a:pt x="896676" y="832008"/>
                    </a:cubicBezTo>
                    <a:cubicBezTo>
                      <a:pt x="833473" y="832008"/>
                      <a:pt x="781105" y="780341"/>
                      <a:pt x="781105" y="716890"/>
                    </a:cubicBezTo>
                    <a:cubicBezTo>
                      <a:pt x="781105" y="653439"/>
                      <a:pt x="833473" y="601771"/>
                      <a:pt x="896676" y="601771"/>
                    </a:cubicBezTo>
                    <a:close/>
                    <a:moveTo>
                      <a:pt x="450330" y="601771"/>
                    </a:moveTo>
                    <a:cubicBezTo>
                      <a:pt x="514437" y="601771"/>
                      <a:pt x="564999" y="653439"/>
                      <a:pt x="564999" y="716890"/>
                    </a:cubicBezTo>
                    <a:cubicBezTo>
                      <a:pt x="564999" y="780341"/>
                      <a:pt x="514437" y="832008"/>
                      <a:pt x="450330" y="832008"/>
                    </a:cubicBezTo>
                    <a:cubicBezTo>
                      <a:pt x="387127" y="832008"/>
                      <a:pt x="334759" y="780341"/>
                      <a:pt x="334759" y="716890"/>
                    </a:cubicBezTo>
                    <a:cubicBezTo>
                      <a:pt x="334759" y="653439"/>
                      <a:pt x="387127" y="601771"/>
                      <a:pt x="450330" y="601771"/>
                    </a:cubicBezTo>
                    <a:close/>
                    <a:moveTo>
                      <a:pt x="130997" y="515727"/>
                    </a:moveTo>
                    <a:cubicBezTo>
                      <a:pt x="117445" y="515727"/>
                      <a:pt x="105701" y="525669"/>
                      <a:pt x="102991" y="540130"/>
                    </a:cubicBezTo>
                    <a:lnTo>
                      <a:pt x="37944" y="929677"/>
                    </a:lnTo>
                    <a:lnTo>
                      <a:pt x="269221" y="929677"/>
                    </a:lnTo>
                    <a:cubicBezTo>
                      <a:pt x="284579" y="889909"/>
                      <a:pt x="323426" y="860986"/>
                      <a:pt x="368598" y="860986"/>
                    </a:cubicBezTo>
                    <a:lnTo>
                      <a:pt x="531214" y="860986"/>
                    </a:lnTo>
                    <a:cubicBezTo>
                      <a:pt x="576386" y="860986"/>
                      <a:pt x="615233" y="889909"/>
                      <a:pt x="630591" y="929677"/>
                    </a:cubicBezTo>
                    <a:lnTo>
                      <a:pt x="714610" y="929677"/>
                    </a:lnTo>
                    <a:cubicBezTo>
                      <a:pt x="729968" y="889909"/>
                      <a:pt x="769719" y="860986"/>
                      <a:pt x="814890" y="860986"/>
                    </a:cubicBezTo>
                    <a:lnTo>
                      <a:pt x="976603" y="860986"/>
                    </a:lnTo>
                    <a:cubicBezTo>
                      <a:pt x="1022678" y="860986"/>
                      <a:pt x="1061525" y="889909"/>
                      <a:pt x="1076884" y="929677"/>
                    </a:cubicBezTo>
                    <a:lnTo>
                      <a:pt x="1307257" y="929677"/>
                    </a:lnTo>
                    <a:lnTo>
                      <a:pt x="1243114" y="540130"/>
                    </a:lnTo>
                    <a:cubicBezTo>
                      <a:pt x="1240404" y="525669"/>
                      <a:pt x="1228659" y="515727"/>
                      <a:pt x="1214204" y="515727"/>
                    </a:cubicBezTo>
                    <a:close/>
                    <a:moveTo>
                      <a:pt x="814890" y="293386"/>
                    </a:moveTo>
                    <a:cubicBezTo>
                      <a:pt x="775139" y="293386"/>
                      <a:pt x="742616" y="326828"/>
                      <a:pt x="742616" y="366596"/>
                    </a:cubicBezTo>
                    <a:lnTo>
                      <a:pt x="742616" y="462401"/>
                    </a:lnTo>
                    <a:cubicBezTo>
                      <a:pt x="742616" y="471439"/>
                      <a:pt x="749844" y="478670"/>
                      <a:pt x="758878" y="478670"/>
                    </a:cubicBezTo>
                    <a:lnTo>
                      <a:pt x="1032616" y="478670"/>
                    </a:lnTo>
                    <a:cubicBezTo>
                      <a:pt x="1042554" y="478670"/>
                      <a:pt x="1048878" y="471439"/>
                      <a:pt x="1048878" y="462401"/>
                    </a:cubicBezTo>
                    <a:lnTo>
                      <a:pt x="1048878" y="366596"/>
                    </a:lnTo>
                    <a:cubicBezTo>
                      <a:pt x="1048878" y="326828"/>
                      <a:pt x="1017258" y="293386"/>
                      <a:pt x="976603" y="293386"/>
                    </a:cubicBezTo>
                    <a:close/>
                    <a:moveTo>
                      <a:pt x="368598" y="293386"/>
                    </a:moveTo>
                    <a:cubicBezTo>
                      <a:pt x="329750" y="293386"/>
                      <a:pt x="297227" y="326828"/>
                      <a:pt x="297227" y="366596"/>
                    </a:cubicBezTo>
                    <a:lnTo>
                      <a:pt x="297227" y="462401"/>
                    </a:lnTo>
                    <a:cubicBezTo>
                      <a:pt x="297227" y="471439"/>
                      <a:pt x="304455" y="478670"/>
                      <a:pt x="312585" y="478670"/>
                    </a:cubicBezTo>
                    <a:lnTo>
                      <a:pt x="587227" y="478670"/>
                    </a:lnTo>
                    <a:cubicBezTo>
                      <a:pt x="595358" y="478670"/>
                      <a:pt x="602585" y="471439"/>
                      <a:pt x="602585" y="462401"/>
                    </a:cubicBezTo>
                    <a:lnTo>
                      <a:pt x="602585" y="366596"/>
                    </a:lnTo>
                    <a:cubicBezTo>
                      <a:pt x="602585" y="326828"/>
                      <a:pt x="570965" y="293386"/>
                      <a:pt x="531214" y="293386"/>
                    </a:cubicBezTo>
                    <a:close/>
                    <a:moveTo>
                      <a:pt x="368598" y="259041"/>
                    </a:moveTo>
                    <a:lnTo>
                      <a:pt x="531214" y="259041"/>
                    </a:lnTo>
                    <a:cubicBezTo>
                      <a:pt x="589937" y="259041"/>
                      <a:pt x="637819" y="306944"/>
                      <a:pt x="637819" y="366596"/>
                    </a:cubicBezTo>
                    <a:lnTo>
                      <a:pt x="637819" y="462401"/>
                    </a:lnTo>
                    <a:cubicBezTo>
                      <a:pt x="637819" y="468728"/>
                      <a:pt x="636915" y="474151"/>
                      <a:pt x="634205" y="480478"/>
                    </a:cubicBezTo>
                    <a:lnTo>
                      <a:pt x="710996" y="480478"/>
                    </a:lnTo>
                    <a:cubicBezTo>
                      <a:pt x="709189" y="474151"/>
                      <a:pt x="708286" y="468728"/>
                      <a:pt x="708286" y="462401"/>
                    </a:cubicBezTo>
                    <a:lnTo>
                      <a:pt x="708286" y="366596"/>
                    </a:lnTo>
                    <a:cubicBezTo>
                      <a:pt x="708286" y="306944"/>
                      <a:pt x="756168" y="259041"/>
                      <a:pt x="814890" y="259041"/>
                    </a:cubicBezTo>
                    <a:lnTo>
                      <a:pt x="976603" y="259041"/>
                    </a:lnTo>
                    <a:cubicBezTo>
                      <a:pt x="1036230" y="259041"/>
                      <a:pt x="1084111" y="306944"/>
                      <a:pt x="1084111" y="366596"/>
                    </a:cubicBezTo>
                    <a:lnTo>
                      <a:pt x="1084111" y="462401"/>
                    </a:lnTo>
                    <a:cubicBezTo>
                      <a:pt x="1084111" y="468728"/>
                      <a:pt x="1082304" y="474151"/>
                      <a:pt x="1081401" y="480478"/>
                    </a:cubicBezTo>
                    <a:lnTo>
                      <a:pt x="1214204" y="480478"/>
                    </a:lnTo>
                    <a:cubicBezTo>
                      <a:pt x="1245824" y="480478"/>
                      <a:pt x="1272927" y="502169"/>
                      <a:pt x="1277444" y="533803"/>
                    </a:cubicBezTo>
                    <a:lnTo>
                      <a:pt x="1346105" y="945042"/>
                    </a:lnTo>
                    <a:lnTo>
                      <a:pt x="1346105" y="945945"/>
                    </a:lnTo>
                    <a:cubicBezTo>
                      <a:pt x="1346105" y="946849"/>
                      <a:pt x="1346105" y="947753"/>
                      <a:pt x="1346105" y="947753"/>
                    </a:cubicBezTo>
                    <a:lnTo>
                      <a:pt x="1346105" y="990233"/>
                    </a:lnTo>
                    <a:cubicBezTo>
                      <a:pt x="1346105" y="1017347"/>
                      <a:pt x="1323519" y="1040847"/>
                      <a:pt x="1296416" y="1040847"/>
                    </a:cubicBezTo>
                    <a:lnTo>
                      <a:pt x="1084111" y="1040847"/>
                    </a:lnTo>
                    <a:lnTo>
                      <a:pt x="1084111" y="1065250"/>
                    </a:lnTo>
                    <a:cubicBezTo>
                      <a:pt x="1084111" y="1092365"/>
                      <a:pt x="1061525" y="1114960"/>
                      <a:pt x="1032616" y="1114960"/>
                    </a:cubicBezTo>
                    <a:lnTo>
                      <a:pt x="758878" y="1114960"/>
                    </a:lnTo>
                    <a:cubicBezTo>
                      <a:pt x="730872" y="1114960"/>
                      <a:pt x="708286" y="1092365"/>
                      <a:pt x="708286" y="1065250"/>
                    </a:cubicBezTo>
                    <a:lnTo>
                      <a:pt x="708286" y="1040847"/>
                    </a:lnTo>
                    <a:lnTo>
                      <a:pt x="637819" y="1040847"/>
                    </a:lnTo>
                    <a:lnTo>
                      <a:pt x="637819" y="1065250"/>
                    </a:lnTo>
                    <a:cubicBezTo>
                      <a:pt x="637819" y="1092365"/>
                      <a:pt x="614330" y="1114960"/>
                      <a:pt x="587227" y="1114960"/>
                    </a:cubicBezTo>
                    <a:lnTo>
                      <a:pt x="312585" y="1114960"/>
                    </a:lnTo>
                    <a:cubicBezTo>
                      <a:pt x="284579" y="1114960"/>
                      <a:pt x="261090" y="1092365"/>
                      <a:pt x="261090" y="1065250"/>
                    </a:cubicBezTo>
                    <a:lnTo>
                      <a:pt x="261090" y="1040847"/>
                    </a:lnTo>
                    <a:lnTo>
                      <a:pt x="48785" y="1040847"/>
                    </a:lnTo>
                    <a:cubicBezTo>
                      <a:pt x="21682" y="1040847"/>
                      <a:pt x="0" y="1017347"/>
                      <a:pt x="0" y="990233"/>
                    </a:cubicBezTo>
                    <a:lnTo>
                      <a:pt x="0" y="947753"/>
                    </a:lnTo>
                    <a:cubicBezTo>
                      <a:pt x="0" y="947753"/>
                      <a:pt x="0" y="946849"/>
                      <a:pt x="0" y="945945"/>
                    </a:cubicBezTo>
                    <a:lnTo>
                      <a:pt x="0" y="945042"/>
                    </a:lnTo>
                    <a:lnTo>
                      <a:pt x="68660" y="533803"/>
                    </a:lnTo>
                    <a:cubicBezTo>
                      <a:pt x="73178" y="502169"/>
                      <a:pt x="100280" y="480478"/>
                      <a:pt x="130997" y="480478"/>
                    </a:cubicBezTo>
                    <a:lnTo>
                      <a:pt x="265607" y="480478"/>
                    </a:lnTo>
                    <a:cubicBezTo>
                      <a:pt x="262897" y="474151"/>
                      <a:pt x="261090" y="468728"/>
                      <a:pt x="261090" y="462401"/>
                    </a:cubicBezTo>
                    <a:lnTo>
                      <a:pt x="261090" y="366596"/>
                    </a:lnTo>
                    <a:cubicBezTo>
                      <a:pt x="261090" y="306944"/>
                      <a:pt x="310778" y="259041"/>
                      <a:pt x="368598" y="259041"/>
                    </a:cubicBezTo>
                    <a:close/>
                    <a:moveTo>
                      <a:pt x="896676" y="35351"/>
                    </a:moveTo>
                    <a:cubicBezTo>
                      <a:pt x="852434" y="35351"/>
                      <a:pt x="816318" y="70702"/>
                      <a:pt x="816318" y="115118"/>
                    </a:cubicBezTo>
                    <a:cubicBezTo>
                      <a:pt x="816318" y="159534"/>
                      <a:pt x="852434" y="195791"/>
                      <a:pt x="896676" y="195791"/>
                    </a:cubicBezTo>
                    <a:cubicBezTo>
                      <a:pt x="940016" y="195791"/>
                      <a:pt x="976132" y="159534"/>
                      <a:pt x="976132" y="115118"/>
                    </a:cubicBezTo>
                    <a:cubicBezTo>
                      <a:pt x="976132" y="70702"/>
                      <a:pt x="940016" y="35351"/>
                      <a:pt x="896676" y="35351"/>
                    </a:cubicBezTo>
                    <a:close/>
                    <a:moveTo>
                      <a:pt x="450330" y="35351"/>
                    </a:moveTo>
                    <a:cubicBezTo>
                      <a:pt x="406991" y="35351"/>
                      <a:pt x="370875" y="70702"/>
                      <a:pt x="370875" y="115118"/>
                    </a:cubicBezTo>
                    <a:cubicBezTo>
                      <a:pt x="370875" y="159534"/>
                      <a:pt x="406991" y="195791"/>
                      <a:pt x="450330" y="195791"/>
                    </a:cubicBezTo>
                    <a:cubicBezTo>
                      <a:pt x="494573" y="195791"/>
                      <a:pt x="529786" y="159534"/>
                      <a:pt x="529786" y="115118"/>
                    </a:cubicBezTo>
                    <a:cubicBezTo>
                      <a:pt x="529786" y="70702"/>
                      <a:pt x="494573" y="35351"/>
                      <a:pt x="450330" y="35351"/>
                    </a:cubicBezTo>
                    <a:close/>
                    <a:moveTo>
                      <a:pt x="896676" y="0"/>
                    </a:moveTo>
                    <a:cubicBezTo>
                      <a:pt x="959880" y="0"/>
                      <a:pt x="1011345" y="50761"/>
                      <a:pt x="1011345" y="115118"/>
                    </a:cubicBezTo>
                    <a:cubicBezTo>
                      <a:pt x="1011345" y="178569"/>
                      <a:pt x="959880" y="230236"/>
                      <a:pt x="896676" y="230236"/>
                    </a:cubicBezTo>
                    <a:cubicBezTo>
                      <a:pt x="833473" y="230236"/>
                      <a:pt x="781105" y="178569"/>
                      <a:pt x="781105" y="115118"/>
                    </a:cubicBezTo>
                    <a:cubicBezTo>
                      <a:pt x="781105" y="50761"/>
                      <a:pt x="833473" y="0"/>
                      <a:pt x="896676" y="0"/>
                    </a:cubicBezTo>
                    <a:close/>
                    <a:moveTo>
                      <a:pt x="450330" y="0"/>
                    </a:moveTo>
                    <a:cubicBezTo>
                      <a:pt x="514437" y="0"/>
                      <a:pt x="564999" y="50761"/>
                      <a:pt x="564999" y="115118"/>
                    </a:cubicBezTo>
                    <a:cubicBezTo>
                      <a:pt x="564999" y="178569"/>
                      <a:pt x="514437" y="230236"/>
                      <a:pt x="450330" y="230236"/>
                    </a:cubicBezTo>
                    <a:cubicBezTo>
                      <a:pt x="387127" y="230236"/>
                      <a:pt x="334759" y="178569"/>
                      <a:pt x="334759" y="115118"/>
                    </a:cubicBezTo>
                    <a:cubicBezTo>
                      <a:pt x="334759" y="50761"/>
                      <a:pt x="387127" y="0"/>
                      <a:pt x="450330" y="0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pPr defTabSz="914217"/>
                <a:endParaRPr lang="en-US" dirty="0">
                  <a:solidFill>
                    <a:schemeClr val="accent3">
                      <a:lumMod val="10000"/>
                    </a:schemeClr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89" name="Freeform 107">
                <a:extLst>
                  <a:ext uri="{FF2B5EF4-FFF2-40B4-BE49-F238E27FC236}">
                    <a16:creationId xmlns:a16="http://schemas.microsoft.com/office/drawing/2014/main" xmlns="" id="{9392FAB4-B261-473F-9E5C-71D5F771EB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21912" y="3683898"/>
                <a:ext cx="677489" cy="396530"/>
              </a:xfrm>
              <a:custGeom>
                <a:avLst/>
                <a:gdLst>
                  <a:gd name="T0" fmla="*/ 261959 w 1500"/>
                  <a:gd name="T1" fmla="*/ 149321 h 878"/>
                  <a:gd name="T2" fmla="*/ 537951 w 1500"/>
                  <a:gd name="T3" fmla="*/ 127732 h 878"/>
                  <a:gd name="T4" fmla="*/ 418126 w 1500"/>
                  <a:gd name="T5" fmla="*/ 44616 h 878"/>
                  <a:gd name="T6" fmla="*/ 261959 w 1500"/>
                  <a:gd name="T7" fmla="*/ 0 h 878"/>
                  <a:gd name="T8" fmla="*/ 121264 w 1500"/>
                  <a:gd name="T9" fmla="*/ 78078 h 878"/>
                  <a:gd name="T10" fmla="*/ 92477 w 1500"/>
                  <a:gd name="T11" fmla="*/ 84555 h 878"/>
                  <a:gd name="T12" fmla="*/ 29506 w 1500"/>
                  <a:gd name="T13" fmla="*/ 272735 h 878"/>
                  <a:gd name="T14" fmla="*/ 43540 w 1500"/>
                  <a:gd name="T15" fmla="*/ 308356 h 878"/>
                  <a:gd name="T16" fmla="*/ 15473 w 1500"/>
                  <a:gd name="T17" fmla="*/ 170549 h 878"/>
                  <a:gd name="T18" fmla="*/ 149691 w 1500"/>
                  <a:gd name="T19" fmla="*/ 116938 h 878"/>
                  <a:gd name="T20" fmla="*/ 180277 w 1500"/>
                  <a:gd name="T21" fmla="*/ 199334 h 878"/>
                  <a:gd name="T22" fmla="*/ 181356 w 1500"/>
                  <a:gd name="T23" fmla="*/ 207250 h 878"/>
                  <a:gd name="T24" fmla="*/ 172000 w 1500"/>
                  <a:gd name="T25" fmla="*/ 207969 h 878"/>
                  <a:gd name="T26" fmla="*/ 164084 w 1500"/>
                  <a:gd name="T27" fmla="*/ 221642 h 878"/>
                  <a:gd name="T28" fmla="*/ 124862 w 1500"/>
                  <a:gd name="T29" fmla="*/ 258702 h 878"/>
                  <a:gd name="T30" fmla="*/ 88879 w 1500"/>
                  <a:gd name="T31" fmla="*/ 252226 h 878"/>
                  <a:gd name="T32" fmla="*/ 124862 w 1500"/>
                  <a:gd name="T33" fmla="*/ 272735 h 878"/>
                  <a:gd name="T34" fmla="*/ 125582 w 1500"/>
                  <a:gd name="T35" fmla="*/ 309795 h 878"/>
                  <a:gd name="T36" fmla="*/ 133858 w 1500"/>
                  <a:gd name="T37" fmla="*/ 315552 h 878"/>
                  <a:gd name="T38" fmla="*/ 138896 w 1500"/>
                  <a:gd name="T39" fmla="*/ 272735 h 878"/>
                  <a:gd name="T40" fmla="*/ 182795 w 1500"/>
                  <a:gd name="T41" fmla="*/ 221282 h 878"/>
                  <a:gd name="T42" fmla="*/ 196829 w 1500"/>
                  <a:gd name="T43" fmla="*/ 208689 h 878"/>
                  <a:gd name="T44" fmla="*/ 178477 w 1500"/>
                  <a:gd name="T45" fmla="*/ 169110 h 878"/>
                  <a:gd name="T46" fmla="*/ 135297 w 1500"/>
                  <a:gd name="T47" fmla="*/ 90672 h 878"/>
                  <a:gd name="T48" fmla="*/ 225975 w 1500"/>
                  <a:gd name="T49" fmla="*/ 127012 h 878"/>
                  <a:gd name="T50" fmla="*/ 299381 w 1500"/>
                  <a:gd name="T51" fmla="*/ 169110 h 878"/>
                  <a:gd name="T52" fmla="*/ 196469 w 1500"/>
                  <a:gd name="T53" fmla="*/ 224880 h 878"/>
                  <a:gd name="T54" fmla="*/ 202946 w 1500"/>
                  <a:gd name="T55" fmla="*/ 234955 h 878"/>
                  <a:gd name="T56" fmla="*/ 313415 w 1500"/>
                  <a:gd name="T57" fmla="*/ 169110 h 878"/>
                  <a:gd name="T58" fmla="*/ 336444 w 1500"/>
                  <a:gd name="T59" fmla="*/ 192857 h 878"/>
                  <a:gd name="T60" fmla="*/ 328168 w 1500"/>
                  <a:gd name="T61" fmla="*/ 153278 h 878"/>
                  <a:gd name="T62" fmla="*/ 313415 w 1500"/>
                  <a:gd name="T63" fmla="*/ 78078 h 878"/>
                  <a:gd name="T64" fmla="*/ 261959 w 1500"/>
                  <a:gd name="T65" fmla="*/ 14033 h 878"/>
                  <a:gd name="T66" fmla="*/ 404093 w 1500"/>
                  <a:gd name="T67" fmla="*/ 48934 h 878"/>
                  <a:gd name="T68" fmla="*/ 360553 w 1500"/>
                  <a:gd name="T69" fmla="*/ 127012 h 878"/>
                  <a:gd name="T70" fmla="*/ 350118 w 1500"/>
                  <a:gd name="T71" fmla="*/ 146802 h 878"/>
                  <a:gd name="T72" fmla="*/ 356595 w 1500"/>
                  <a:gd name="T73" fmla="*/ 179545 h 878"/>
                  <a:gd name="T74" fmla="*/ 400135 w 1500"/>
                  <a:gd name="T75" fmla="*/ 230637 h 878"/>
                  <a:gd name="T76" fmla="*/ 399775 w 1500"/>
                  <a:gd name="T77" fmla="*/ 265179 h 878"/>
                  <a:gd name="T78" fmla="*/ 413449 w 1500"/>
                  <a:gd name="T79" fmla="*/ 267698 h 878"/>
                  <a:gd name="T80" fmla="*/ 414528 w 1500"/>
                  <a:gd name="T81" fmla="*/ 230637 h 878"/>
                  <a:gd name="T82" fmla="*/ 450511 w 1500"/>
                  <a:gd name="T83" fmla="*/ 209768 h 878"/>
                  <a:gd name="T84" fmla="*/ 380704 w 1500"/>
                  <a:gd name="T85" fmla="*/ 216605 h 878"/>
                  <a:gd name="T86" fmla="*/ 374946 w 1500"/>
                  <a:gd name="T87" fmla="*/ 179904 h 878"/>
                  <a:gd name="T88" fmla="*/ 367750 w 1500"/>
                  <a:gd name="T89" fmla="*/ 165512 h 878"/>
                  <a:gd name="T90" fmla="*/ 358034 w 1500"/>
                  <a:gd name="T91" fmla="*/ 165512 h 878"/>
                  <a:gd name="T92" fmla="*/ 359114 w 1500"/>
                  <a:gd name="T93" fmla="*/ 157596 h 878"/>
                  <a:gd name="T94" fmla="*/ 374587 w 1500"/>
                  <a:gd name="T95" fmla="*/ 113340 h 878"/>
                  <a:gd name="T96" fmla="*/ 446193 w 1500"/>
                  <a:gd name="T97" fmla="*/ 56490 h 878"/>
                  <a:gd name="T98" fmla="*/ 495850 w 1500"/>
                  <a:gd name="T99" fmla="*/ 230278 h 878"/>
                  <a:gd name="T100" fmla="*/ 509884 w 1500"/>
                  <a:gd name="T101" fmla="*/ 266618 h 878"/>
                  <a:gd name="T102" fmla="*/ 537951 w 1500"/>
                  <a:gd name="T103" fmla="*/ 127732 h 878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1500" h="878">
                    <a:moveTo>
                      <a:pt x="771" y="155"/>
                    </a:moveTo>
                    <a:lnTo>
                      <a:pt x="771" y="155"/>
                    </a:lnTo>
                    <a:cubicBezTo>
                      <a:pt x="804" y="155"/>
                      <a:pt x="832" y="183"/>
                      <a:pt x="832" y="217"/>
                    </a:cubicBezTo>
                    <a:lnTo>
                      <a:pt x="832" y="415"/>
                    </a:lnTo>
                    <a:lnTo>
                      <a:pt x="728" y="415"/>
                    </a:lnTo>
                    <a:cubicBezTo>
                      <a:pt x="694" y="415"/>
                      <a:pt x="667" y="387"/>
                      <a:pt x="667" y="353"/>
                    </a:cubicBezTo>
                    <a:lnTo>
                      <a:pt x="667" y="155"/>
                    </a:lnTo>
                    <a:lnTo>
                      <a:pt x="771" y="155"/>
                    </a:lnTo>
                    <a:close/>
                    <a:moveTo>
                      <a:pt x="1495" y="355"/>
                    </a:moveTo>
                    <a:lnTo>
                      <a:pt x="1495" y="355"/>
                    </a:lnTo>
                    <a:cubicBezTo>
                      <a:pt x="1486" y="234"/>
                      <a:pt x="1371" y="126"/>
                      <a:pt x="1241" y="118"/>
                    </a:cubicBezTo>
                    <a:lnTo>
                      <a:pt x="1211" y="119"/>
                    </a:lnTo>
                    <a:cubicBezTo>
                      <a:pt x="1194" y="119"/>
                      <a:pt x="1178" y="120"/>
                      <a:pt x="1162" y="124"/>
                    </a:cubicBezTo>
                    <a:lnTo>
                      <a:pt x="1162" y="100"/>
                    </a:lnTo>
                    <a:cubicBezTo>
                      <a:pt x="1162" y="45"/>
                      <a:pt x="1117" y="0"/>
                      <a:pt x="1062" y="0"/>
                    </a:cubicBezTo>
                    <a:lnTo>
                      <a:pt x="728" y="0"/>
                    </a:lnTo>
                    <a:cubicBezTo>
                      <a:pt x="673" y="0"/>
                      <a:pt x="628" y="45"/>
                      <a:pt x="628" y="100"/>
                    </a:cubicBezTo>
                    <a:lnTo>
                      <a:pt x="628" y="116"/>
                    </a:lnTo>
                    <a:lnTo>
                      <a:pt x="437" y="116"/>
                    </a:lnTo>
                    <a:cubicBezTo>
                      <a:pt x="382" y="116"/>
                      <a:pt x="337" y="162"/>
                      <a:pt x="337" y="217"/>
                    </a:cubicBezTo>
                    <a:lnTo>
                      <a:pt x="337" y="240"/>
                    </a:lnTo>
                    <a:cubicBezTo>
                      <a:pt x="321" y="237"/>
                      <a:pt x="305" y="235"/>
                      <a:pt x="288" y="235"/>
                    </a:cubicBezTo>
                    <a:lnTo>
                      <a:pt x="257" y="235"/>
                    </a:lnTo>
                    <a:cubicBezTo>
                      <a:pt x="128" y="243"/>
                      <a:pt x="12" y="351"/>
                      <a:pt x="4" y="471"/>
                    </a:cubicBezTo>
                    <a:cubicBezTo>
                      <a:pt x="0" y="523"/>
                      <a:pt x="13" y="575"/>
                      <a:pt x="41" y="619"/>
                    </a:cubicBezTo>
                    <a:cubicBezTo>
                      <a:pt x="68" y="661"/>
                      <a:pt x="82" y="708"/>
                      <a:pt x="82" y="758"/>
                    </a:cubicBezTo>
                    <a:lnTo>
                      <a:pt x="82" y="857"/>
                    </a:lnTo>
                    <a:cubicBezTo>
                      <a:pt x="82" y="868"/>
                      <a:pt x="90" y="877"/>
                      <a:pt x="102" y="877"/>
                    </a:cubicBezTo>
                    <a:cubicBezTo>
                      <a:pt x="112" y="877"/>
                      <a:pt x="121" y="868"/>
                      <a:pt x="121" y="857"/>
                    </a:cubicBezTo>
                    <a:lnTo>
                      <a:pt x="121" y="758"/>
                    </a:lnTo>
                    <a:cubicBezTo>
                      <a:pt x="121" y="701"/>
                      <a:pt x="105" y="646"/>
                      <a:pt x="75" y="598"/>
                    </a:cubicBezTo>
                    <a:cubicBezTo>
                      <a:pt x="51" y="561"/>
                      <a:pt x="39" y="518"/>
                      <a:pt x="43" y="474"/>
                    </a:cubicBezTo>
                    <a:cubicBezTo>
                      <a:pt x="49" y="373"/>
                      <a:pt x="150" y="280"/>
                      <a:pt x="257" y="274"/>
                    </a:cubicBezTo>
                    <a:lnTo>
                      <a:pt x="288" y="274"/>
                    </a:lnTo>
                    <a:cubicBezTo>
                      <a:pt x="338" y="274"/>
                      <a:pt x="384" y="292"/>
                      <a:pt x="416" y="325"/>
                    </a:cubicBezTo>
                    <a:cubicBezTo>
                      <a:pt x="444" y="353"/>
                      <a:pt x="458" y="390"/>
                      <a:pt x="458" y="432"/>
                    </a:cubicBezTo>
                    <a:lnTo>
                      <a:pt x="457" y="470"/>
                    </a:lnTo>
                    <a:cubicBezTo>
                      <a:pt x="456" y="504"/>
                      <a:pt x="473" y="536"/>
                      <a:pt x="501" y="554"/>
                    </a:cubicBezTo>
                    <a:lnTo>
                      <a:pt x="504" y="557"/>
                    </a:lnTo>
                    <a:cubicBezTo>
                      <a:pt x="509" y="560"/>
                      <a:pt x="511" y="566"/>
                      <a:pt x="510" y="570"/>
                    </a:cubicBezTo>
                    <a:cubicBezTo>
                      <a:pt x="509" y="571"/>
                      <a:pt x="508" y="575"/>
                      <a:pt x="504" y="576"/>
                    </a:cubicBezTo>
                    <a:lnTo>
                      <a:pt x="479" y="578"/>
                    </a:lnTo>
                    <a:cubicBezTo>
                      <a:pt x="479" y="578"/>
                      <a:pt x="479" y="576"/>
                      <a:pt x="478" y="576"/>
                    </a:cubicBezTo>
                    <a:lnTo>
                      <a:pt x="478" y="578"/>
                    </a:lnTo>
                    <a:lnTo>
                      <a:pt x="456" y="578"/>
                    </a:lnTo>
                    <a:cubicBezTo>
                      <a:pt x="445" y="578"/>
                      <a:pt x="437" y="586"/>
                      <a:pt x="437" y="597"/>
                    </a:cubicBezTo>
                    <a:cubicBezTo>
                      <a:pt x="437" y="608"/>
                      <a:pt x="446" y="616"/>
                      <a:pt x="456" y="616"/>
                    </a:cubicBezTo>
                    <a:lnTo>
                      <a:pt x="459" y="616"/>
                    </a:lnTo>
                    <a:lnTo>
                      <a:pt x="459" y="701"/>
                    </a:lnTo>
                    <a:cubicBezTo>
                      <a:pt x="459" y="711"/>
                      <a:pt x="450" y="719"/>
                      <a:pt x="441" y="719"/>
                    </a:cubicBezTo>
                    <a:lnTo>
                      <a:pt x="347" y="719"/>
                    </a:lnTo>
                    <a:cubicBezTo>
                      <a:pt x="327" y="719"/>
                      <a:pt x="308" y="714"/>
                      <a:pt x="291" y="704"/>
                    </a:cubicBezTo>
                    <a:lnTo>
                      <a:pt x="274" y="693"/>
                    </a:lnTo>
                    <a:cubicBezTo>
                      <a:pt x="264" y="688"/>
                      <a:pt x="253" y="691"/>
                      <a:pt x="247" y="701"/>
                    </a:cubicBezTo>
                    <a:cubicBezTo>
                      <a:pt x="241" y="710"/>
                      <a:pt x="245" y="721"/>
                      <a:pt x="254" y="726"/>
                    </a:cubicBezTo>
                    <a:lnTo>
                      <a:pt x="272" y="738"/>
                    </a:lnTo>
                    <a:cubicBezTo>
                      <a:pt x="294" y="751"/>
                      <a:pt x="321" y="758"/>
                      <a:pt x="347" y="758"/>
                    </a:cubicBezTo>
                    <a:lnTo>
                      <a:pt x="344" y="772"/>
                    </a:lnTo>
                    <a:cubicBezTo>
                      <a:pt x="341" y="795"/>
                      <a:pt x="341" y="818"/>
                      <a:pt x="346" y="840"/>
                    </a:cubicBezTo>
                    <a:lnTo>
                      <a:pt x="349" y="861"/>
                    </a:lnTo>
                    <a:cubicBezTo>
                      <a:pt x="351" y="871"/>
                      <a:pt x="359" y="877"/>
                      <a:pt x="369" y="877"/>
                    </a:cubicBezTo>
                    <a:cubicBezTo>
                      <a:pt x="370" y="877"/>
                      <a:pt x="371" y="877"/>
                      <a:pt x="372" y="877"/>
                    </a:cubicBezTo>
                    <a:cubicBezTo>
                      <a:pt x="383" y="874"/>
                      <a:pt x="390" y="864"/>
                      <a:pt x="387" y="854"/>
                    </a:cubicBezTo>
                    <a:lnTo>
                      <a:pt x="384" y="834"/>
                    </a:lnTo>
                    <a:cubicBezTo>
                      <a:pt x="380" y="815"/>
                      <a:pt x="380" y="797"/>
                      <a:pt x="383" y="779"/>
                    </a:cubicBezTo>
                    <a:lnTo>
                      <a:pt x="386" y="758"/>
                    </a:lnTo>
                    <a:lnTo>
                      <a:pt x="441" y="758"/>
                    </a:lnTo>
                    <a:cubicBezTo>
                      <a:pt x="472" y="758"/>
                      <a:pt x="498" y="732"/>
                      <a:pt x="498" y="701"/>
                    </a:cubicBezTo>
                    <a:lnTo>
                      <a:pt x="498" y="616"/>
                    </a:lnTo>
                    <a:lnTo>
                      <a:pt x="508" y="615"/>
                    </a:lnTo>
                    <a:cubicBezTo>
                      <a:pt x="510" y="615"/>
                      <a:pt x="512" y="615"/>
                      <a:pt x="514" y="615"/>
                    </a:cubicBezTo>
                    <a:cubicBezTo>
                      <a:pt x="531" y="609"/>
                      <a:pt x="542" y="597"/>
                      <a:pt x="547" y="580"/>
                    </a:cubicBezTo>
                    <a:cubicBezTo>
                      <a:pt x="553" y="560"/>
                      <a:pt x="545" y="537"/>
                      <a:pt x="526" y="524"/>
                    </a:cubicBezTo>
                    <a:lnTo>
                      <a:pt x="523" y="523"/>
                    </a:lnTo>
                    <a:cubicBezTo>
                      <a:pt x="505" y="511"/>
                      <a:pt x="496" y="492"/>
                      <a:pt x="496" y="471"/>
                    </a:cubicBezTo>
                    <a:lnTo>
                      <a:pt x="496" y="470"/>
                    </a:lnTo>
                    <a:lnTo>
                      <a:pt x="497" y="432"/>
                    </a:lnTo>
                    <a:cubicBezTo>
                      <a:pt x="497" y="380"/>
                      <a:pt x="479" y="333"/>
                      <a:pt x="443" y="297"/>
                    </a:cubicBezTo>
                    <a:cubicBezTo>
                      <a:pt x="424" y="277"/>
                      <a:pt x="401" y="263"/>
                      <a:pt x="376" y="252"/>
                    </a:cubicBezTo>
                    <a:lnTo>
                      <a:pt x="376" y="217"/>
                    </a:lnTo>
                    <a:cubicBezTo>
                      <a:pt x="376" y="183"/>
                      <a:pt x="403" y="155"/>
                      <a:pt x="437" y="155"/>
                    </a:cubicBezTo>
                    <a:lnTo>
                      <a:pt x="628" y="155"/>
                    </a:lnTo>
                    <a:lnTo>
                      <a:pt x="628" y="353"/>
                    </a:lnTo>
                    <a:cubicBezTo>
                      <a:pt x="628" y="409"/>
                      <a:pt x="673" y="453"/>
                      <a:pt x="728" y="453"/>
                    </a:cubicBezTo>
                    <a:lnTo>
                      <a:pt x="832" y="453"/>
                    </a:lnTo>
                    <a:lnTo>
                      <a:pt x="832" y="470"/>
                    </a:lnTo>
                    <a:cubicBezTo>
                      <a:pt x="832" y="504"/>
                      <a:pt x="804" y="531"/>
                      <a:pt x="771" y="531"/>
                    </a:cubicBezTo>
                    <a:lnTo>
                      <a:pt x="604" y="531"/>
                    </a:lnTo>
                    <a:cubicBezTo>
                      <a:pt x="596" y="531"/>
                      <a:pt x="589" y="535"/>
                      <a:pt x="586" y="542"/>
                    </a:cubicBezTo>
                    <a:lnTo>
                      <a:pt x="546" y="625"/>
                    </a:lnTo>
                    <a:cubicBezTo>
                      <a:pt x="542" y="634"/>
                      <a:pt x="546" y="646"/>
                      <a:pt x="555" y="652"/>
                    </a:cubicBezTo>
                    <a:cubicBezTo>
                      <a:pt x="558" y="652"/>
                      <a:pt x="561" y="653"/>
                      <a:pt x="564" y="653"/>
                    </a:cubicBezTo>
                    <a:cubicBezTo>
                      <a:pt x="571" y="653"/>
                      <a:pt x="578" y="649"/>
                      <a:pt x="581" y="642"/>
                    </a:cubicBezTo>
                    <a:lnTo>
                      <a:pt x="616" y="570"/>
                    </a:lnTo>
                    <a:lnTo>
                      <a:pt x="771" y="570"/>
                    </a:lnTo>
                    <a:cubicBezTo>
                      <a:pt x="826" y="570"/>
                      <a:pt x="871" y="525"/>
                      <a:pt x="871" y="470"/>
                    </a:cubicBezTo>
                    <a:lnTo>
                      <a:pt x="871" y="453"/>
                    </a:lnTo>
                    <a:lnTo>
                      <a:pt x="883" y="453"/>
                    </a:lnTo>
                    <a:lnTo>
                      <a:pt x="918" y="525"/>
                    </a:lnTo>
                    <a:cubicBezTo>
                      <a:pt x="921" y="533"/>
                      <a:pt x="928" y="536"/>
                      <a:pt x="935" y="536"/>
                    </a:cubicBezTo>
                    <a:cubicBezTo>
                      <a:pt x="937" y="536"/>
                      <a:pt x="941" y="536"/>
                      <a:pt x="943" y="535"/>
                    </a:cubicBezTo>
                    <a:cubicBezTo>
                      <a:pt x="954" y="530"/>
                      <a:pt x="957" y="518"/>
                      <a:pt x="953" y="508"/>
                    </a:cubicBezTo>
                    <a:lnTo>
                      <a:pt x="912" y="426"/>
                    </a:lnTo>
                    <a:cubicBezTo>
                      <a:pt x="910" y="419"/>
                      <a:pt x="902" y="415"/>
                      <a:pt x="896" y="415"/>
                    </a:cubicBezTo>
                    <a:lnTo>
                      <a:pt x="871" y="415"/>
                    </a:lnTo>
                    <a:lnTo>
                      <a:pt x="871" y="217"/>
                    </a:lnTo>
                    <a:cubicBezTo>
                      <a:pt x="871" y="162"/>
                      <a:pt x="826" y="116"/>
                      <a:pt x="771" y="116"/>
                    </a:cubicBezTo>
                    <a:lnTo>
                      <a:pt x="667" y="116"/>
                    </a:lnTo>
                    <a:lnTo>
                      <a:pt x="667" y="100"/>
                    </a:lnTo>
                    <a:cubicBezTo>
                      <a:pt x="667" y="67"/>
                      <a:pt x="694" y="39"/>
                      <a:pt x="728" y="39"/>
                    </a:cubicBezTo>
                    <a:lnTo>
                      <a:pt x="1062" y="39"/>
                    </a:lnTo>
                    <a:cubicBezTo>
                      <a:pt x="1095" y="39"/>
                      <a:pt x="1123" y="67"/>
                      <a:pt x="1123" y="100"/>
                    </a:cubicBezTo>
                    <a:lnTo>
                      <a:pt x="1123" y="136"/>
                    </a:lnTo>
                    <a:cubicBezTo>
                      <a:pt x="1098" y="146"/>
                      <a:pt x="1074" y="161"/>
                      <a:pt x="1056" y="181"/>
                    </a:cubicBezTo>
                    <a:cubicBezTo>
                      <a:pt x="1020" y="217"/>
                      <a:pt x="1002" y="263"/>
                      <a:pt x="1002" y="315"/>
                    </a:cubicBezTo>
                    <a:lnTo>
                      <a:pt x="1002" y="353"/>
                    </a:lnTo>
                    <a:cubicBezTo>
                      <a:pt x="1002" y="353"/>
                      <a:pt x="1002" y="354"/>
                      <a:pt x="1002" y="355"/>
                    </a:cubicBezTo>
                    <a:cubicBezTo>
                      <a:pt x="1003" y="375"/>
                      <a:pt x="993" y="394"/>
                      <a:pt x="977" y="406"/>
                    </a:cubicBezTo>
                    <a:lnTo>
                      <a:pt x="973" y="408"/>
                    </a:lnTo>
                    <a:cubicBezTo>
                      <a:pt x="954" y="421"/>
                      <a:pt x="945" y="443"/>
                      <a:pt x="951" y="464"/>
                    </a:cubicBezTo>
                    <a:cubicBezTo>
                      <a:pt x="956" y="480"/>
                      <a:pt x="969" y="493"/>
                      <a:pt x="985" y="498"/>
                    </a:cubicBezTo>
                    <a:cubicBezTo>
                      <a:pt x="986" y="499"/>
                      <a:pt x="989" y="499"/>
                      <a:pt x="991" y="499"/>
                    </a:cubicBezTo>
                    <a:lnTo>
                      <a:pt x="1001" y="499"/>
                    </a:lnTo>
                    <a:lnTo>
                      <a:pt x="1001" y="583"/>
                    </a:lnTo>
                    <a:cubicBezTo>
                      <a:pt x="1001" y="615"/>
                      <a:pt x="1027" y="641"/>
                      <a:pt x="1058" y="641"/>
                    </a:cubicBezTo>
                    <a:lnTo>
                      <a:pt x="1112" y="641"/>
                    </a:lnTo>
                    <a:lnTo>
                      <a:pt x="1116" y="662"/>
                    </a:lnTo>
                    <a:cubicBezTo>
                      <a:pt x="1119" y="680"/>
                      <a:pt x="1119" y="699"/>
                      <a:pt x="1116" y="717"/>
                    </a:cubicBezTo>
                    <a:lnTo>
                      <a:pt x="1111" y="737"/>
                    </a:lnTo>
                    <a:cubicBezTo>
                      <a:pt x="1110" y="748"/>
                      <a:pt x="1116" y="758"/>
                      <a:pt x="1127" y="760"/>
                    </a:cubicBezTo>
                    <a:cubicBezTo>
                      <a:pt x="1128" y="760"/>
                      <a:pt x="1129" y="760"/>
                      <a:pt x="1131" y="760"/>
                    </a:cubicBezTo>
                    <a:cubicBezTo>
                      <a:pt x="1140" y="760"/>
                      <a:pt x="1147" y="754"/>
                      <a:pt x="1149" y="744"/>
                    </a:cubicBezTo>
                    <a:lnTo>
                      <a:pt x="1153" y="724"/>
                    </a:lnTo>
                    <a:cubicBezTo>
                      <a:pt x="1158" y="701"/>
                      <a:pt x="1158" y="679"/>
                      <a:pt x="1154" y="656"/>
                    </a:cubicBezTo>
                    <a:lnTo>
                      <a:pt x="1152" y="641"/>
                    </a:lnTo>
                    <a:cubicBezTo>
                      <a:pt x="1179" y="641"/>
                      <a:pt x="1204" y="634"/>
                      <a:pt x="1227" y="620"/>
                    </a:cubicBezTo>
                    <a:lnTo>
                      <a:pt x="1245" y="610"/>
                    </a:lnTo>
                    <a:cubicBezTo>
                      <a:pt x="1254" y="604"/>
                      <a:pt x="1257" y="593"/>
                      <a:pt x="1252" y="583"/>
                    </a:cubicBezTo>
                    <a:cubicBezTo>
                      <a:pt x="1246" y="574"/>
                      <a:pt x="1234" y="571"/>
                      <a:pt x="1225" y="576"/>
                    </a:cubicBezTo>
                    <a:lnTo>
                      <a:pt x="1207" y="588"/>
                    </a:lnTo>
                    <a:cubicBezTo>
                      <a:pt x="1190" y="597"/>
                      <a:pt x="1171" y="602"/>
                      <a:pt x="1152" y="602"/>
                    </a:cubicBezTo>
                    <a:lnTo>
                      <a:pt x="1058" y="602"/>
                    </a:lnTo>
                    <a:cubicBezTo>
                      <a:pt x="1048" y="602"/>
                      <a:pt x="1040" y="594"/>
                      <a:pt x="1040" y="583"/>
                    </a:cubicBezTo>
                    <a:lnTo>
                      <a:pt x="1040" y="499"/>
                    </a:lnTo>
                    <a:lnTo>
                      <a:pt x="1042" y="500"/>
                    </a:lnTo>
                    <a:cubicBezTo>
                      <a:pt x="1054" y="500"/>
                      <a:pt x="1062" y="491"/>
                      <a:pt x="1062" y="480"/>
                    </a:cubicBezTo>
                    <a:cubicBezTo>
                      <a:pt x="1062" y="470"/>
                      <a:pt x="1053" y="460"/>
                      <a:pt x="1042" y="460"/>
                    </a:cubicBezTo>
                    <a:lnTo>
                      <a:pt x="1022" y="460"/>
                    </a:lnTo>
                    <a:cubicBezTo>
                      <a:pt x="1021" y="460"/>
                      <a:pt x="1021" y="460"/>
                      <a:pt x="1020" y="460"/>
                    </a:cubicBezTo>
                    <a:lnTo>
                      <a:pt x="995" y="460"/>
                    </a:lnTo>
                    <a:cubicBezTo>
                      <a:pt x="991" y="458"/>
                      <a:pt x="989" y="455"/>
                      <a:pt x="989" y="453"/>
                    </a:cubicBezTo>
                    <a:cubicBezTo>
                      <a:pt x="987" y="449"/>
                      <a:pt x="990" y="443"/>
                      <a:pt x="994" y="440"/>
                    </a:cubicBezTo>
                    <a:lnTo>
                      <a:pt x="998" y="438"/>
                    </a:lnTo>
                    <a:cubicBezTo>
                      <a:pt x="1026" y="419"/>
                      <a:pt x="1042" y="388"/>
                      <a:pt x="1041" y="354"/>
                    </a:cubicBezTo>
                    <a:lnTo>
                      <a:pt x="1041" y="353"/>
                    </a:lnTo>
                    <a:lnTo>
                      <a:pt x="1041" y="315"/>
                    </a:lnTo>
                    <a:cubicBezTo>
                      <a:pt x="1041" y="273"/>
                      <a:pt x="1056" y="236"/>
                      <a:pt x="1084" y="207"/>
                    </a:cubicBezTo>
                    <a:cubicBezTo>
                      <a:pt x="1115" y="175"/>
                      <a:pt x="1160" y="157"/>
                      <a:pt x="1211" y="157"/>
                    </a:cubicBezTo>
                    <a:lnTo>
                      <a:pt x="1240" y="157"/>
                    </a:lnTo>
                    <a:cubicBezTo>
                      <a:pt x="1348" y="163"/>
                      <a:pt x="1449" y="257"/>
                      <a:pt x="1456" y="357"/>
                    </a:cubicBezTo>
                    <a:cubicBezTo>
                      <a:pt x="1460" y="401"/>
                      <a:pt x="1448" y="444"/>
                      <a:pt x="1424" y="482"/>
                    </a:cubicBezTo>
                    <a:cubicBezTo>
                      <a:pt x="1393" y="529"/>
                      <a:pt x="1378" y="584"/>
                      <a:pt x="1378" y="640"/>
                    </a:cubicBezTo>
                    <a:lnTo>
                      <a:pt x="1378" y="741"/>
                    </a:lnTo>
                    <a:cubicBezTo>
                      <a:pt x="1378" y="751"/>
                      <a:pt x="1387" y="760"/>
                      <a:pt x="1397" y="760"/>
                    </a:cubicBezTo>
                    <a:cubicBezTo>
                      <a:pt x="1408" y="760"/>
                      <a:pt x="1417" y="751"/>
                      <a:pt x="1417" y="741"/>
                    </a:cubicBezTo>
                    <a:lnTo>
                      <a:pt x="1417" y="640"/>
                    </a:lnTo>
                    <a:cubicBezTo>
                      <a:pt x="1417" y="592"/>
                      <a:pt x="1431" y="544"/>
                      <a:pt x="1457" y="503"/>
                    </a:cubicBezTo>
                    <a:cubicBezTo>
                      <a:pt x="1485" y="458"/>
                      <a:pt x="1499" y="407"/>
                      <a:pt x="1495" y="355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defTabSz="914217"/>
                <a:endParaRPr lang="en-US" dirty="0">
                  <a:solidFill>
                    <a:schemeClr val="accent3">
                      <a:lumMod val="10000"/>
                    </a:schemeClr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xmlns="" id="{153A54C1-4872-4C76-9900-4BA5507ABCA1}"/>
                  </a:ext>
                </a:extLst>
              </p:cNvPr>
              <p:cNvSpPr txBox="1"/>
              <p:nvPr/>
            </p:nvSpPr>
            <p:spPr>
              <a:xfrm>
                <a:off x="3551271" y="1957784"/>
                <a:ext cx="2642656" cy="406265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 defTabSz="914217">
                  <a:lnSpc>
                    <a:spcPct val="80000"/>
                  </a:lnSpc>
                </a:pPr>
                <a:r>
                  <a:rPr lang="en-US" sz="2400" b="1" spc="-15" dirty="0" err="1" smtClean="0">
                    <a:solidFill>
                      <a:schemeClr val="accent3">
                        <a:lumMod val="10000"/>
                      </a:schemeClr>
                    </a:solidFill>
                    <a:latin typeface="Nikosh" panose="02000000000000000000" pitchFamily="2" charset="0"/>
                    <a:cs typeface="Nikosh" panose="02000000000000000000" pitchFamily="2" charset="0"/>
                  </a:rPr>
                  <a:t>লিষ্টিং</a:t>
                </a:r>
                <a:r>
                  <a:rPr lang="en-US" sz="2400" b="1" spc="-15" dirty="0" smtClean="0">
                    <a:solidFill>
                      <a:schemeClr val="accent3">
                        <a:lumMod val="10000"/>
                      </a:schemeClr>
                    </a:solidFill>
                    <a:latin typeface="Nikosh" panose="02000000000000000000" pitchFamily="2" charset="0"/>
                    <a:cs typeface="Nikosh" panose="02000000000000000000" pitchFamily="2" charset="0"/>
                  </a:rPr>
                  <a:t> </a:t>
                </a:r>
                <a:r>
                  <a:rPr lang="en-US" sz="2400" b="1" spc="-15" dirty="0" err="1" smtClean="0">
                    <a:solidFill>
                      <a:schemeClr val="accent3">
                        <a:lumMod val="10000"/>
                      </a:schemeClr>
                    </a:solidFill>
                    <a:latin typeface="Nikosh" panose="02000000000000000000" pitchFamily="2" charset="0"/>
                    <a:cs typeface="Nikosh" panose="02000000000000000000" pitchFamily="2" charset="0"/>
                  </a:rPr>
                  <a:t>প্রক্রিয়া</a:t>
                </a:r>
                <a:endParaRPr lang="en-US" sz="2400" b="1" spc="-15" dirty="0">
                  <a:solidFill>
                    <a:schemeClr val="accent3">
                      <a:lumMod val="10000"/>
                    </a:schemeClr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xmlns="" id="{302A1EC6-74B5-1A84-AC8D-7FFD98AD3E13}"/>
                  </a:ext>
                </a:extLst>
              </p:cNvPr>
              <p:cNvGrpSpPr/>
              <p:nvPr/>
            </p:nvGrpSpPr>
            <p:grpSpPr>
              <a:xfrm>
                <a:off x="2285067" y="3257478"/>
                <a:ext cx="3869658" cy="1249370"/>
                <a:chOff x="2285067" y="4418220"/>
                <a:chExt cx="3869658" cy="1249370"/>
              </a:xfrm>
            </p:grpSpPr>
            <p:sp>
              <p:nvSpPr>
                <p:cNvPr id="59" name="Freeform 66">
                  <a:extLst>
                    <a:ext uri="{FF2B5EF4-FFF2-40B4-BE49-F238E27FC236}">
                      <a16:creationId xmlns:a16="http://schemas.microsoft.com/office/drawing/2014/main" xmlns="" id="{938D97CB-F7CE-481C-9497-252300B231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85067" y="4418220"/>
                  <a:ext cx="3869658" cy="1249370"/>
                </a:xfrm>
                <a:custGeom>
                  <a:avLst/>
                  <a:gdLst>
                    <a:gd name="T0" fmla="*/ 3039732 w 8565"/>
                    <a:gd name="T1" fmla="*/ 395768 h 2764"/>
                    <a:gd name="T2" fmla="*/ 2812247 w 8565"/>
                    <a:gd name="T3" fmla="*/ 74544 h 2764"/>
                    <a:gd name="T4" fmla="*/ 2812247 w 8565"/>
                    <a:gd name="T5" fmla="*/ 74544 h 2764"/>
                    <a:gd name="T6" fmla="*/ 2668989 w 8565"/>
                    <a:gd name="T7" fmla="*/ 0 h 2764"/>
                    <a:gd name="T8" fmla="*/ 2396151 w 8565"/>
                    <a:gd name="T9" fmla="*/ 0 h 2764"/>
                    <a:gd name="T10" fmla="*/ 2321282 w 8565"/>
                    <a:gd name="T11" fmla="*/ 0 h 2764"/>
                    <a:gd name="T12" fmla="*/ 2146709 w 8565"/>
                    <a:gd name="T13" fmla="*/ 0 h 2764"/>
                    <a:gd name="T14" fmla="*/ 2048444 w 8565"/>
                    <a:gd name="T15" fmla="*/ 0 h 2764"/>
                    <a:gd name="T16" fmla="*/ 1799363 w 8565"/>
                    <a:gd name="T17" fmla="*/ 0 h 2764"/>
                    <a:gd name="T18" fmla="*/ 403138 w 8565"/>
                    <a:gd name="T19" fmla="*/ 0 h 2764"/>
                    <a:gd name="T20" fmla="*/ 55791 w 8565"/>
                    <a:gd name="T21" fmla="*/ 0 h 2764"/>
                    <a:gd name="T22" fmla="*/ 55791 w 8565"/>
                    <a:gd name="T23" fmla="*/ 0 h 2764"/>
                    <a:gd name="T24" fmla="*/ 0 w 8565"/>
                    <a:gd name="T25" fmla="*/ 55818 h 2764"/>
                    <a:gd name="T26" fmla="*/ 0 w 8565"/>
                    <a:gd name="T27" fmla="*/ 939185 h 2764"/>
                    <a:gd name="T28" fmla="*/ 0 w 8565"/>
                    <a:gd name="T29" fmla="*/ 939185 h 2764"/>
                    <a:gd name="T30" fmla="*/ 55791 w 8565"/>
                    <a:gd name="T31" fmla="*/ 995003 h 2764"/>
                    <a:gd name="T32" fmla="*/ 403138 w 8565"/>
                    <a:gd name="T33" fmla="*/ 995003 h 2764"/>
                    <a:gd name="T34" fmla="*/ 1799363 w 8565"/>
                    <a:gd name="T35" fmla="*/ 995003 h 2764"/>
                    <a:gd name="T36" fmla="*/ 2048444 w 8565"/>
                    <a:gd name="T37" fmla="*/ 995003 h 2764"/>
                    <a:gd name="T38" fmla="*/ 2146709 w 8565"/>
                    <a:gd name="T39" fmla="*/ 995003 h 2764"/>
                    <a:gd name="T40" fmla="*/ 2321282 w 8565"/>
                    <a:gd name="T41" fmla="*/ 995003 h 2764"/>
                    <a:gd name="T42" fmla="*/ 2396151 w 8565"/>
                    <a:gd name="T43" fmla="*/ 995003 h 2764"/>
                    <a:gd name="T44" fmla="*/ 2668989 w 8565"/>
                    <a:gd name="T45" fmla="*/ 995003 h 2764"/>
                    <a:gd name="T46" fmla="*/ 2668989 w 8565"/>
                    <a:gd name="T47" fmla="*/ 995003 h 2764"/>
                    <a:gd name="T48" fmla="*/ 2812247 w 8565"/>
                    <a:gd name="T49" fmla="*/ 920819 h 2764"/>
                    <a:gd name="T50" fmla="*/ 3039732 w 8565"/>
                    <a:gd name="T51" fmla="*/ 599234 h 2764"/>
                    <a:gd name="T52" fmla="*/ 3039732 w 8565"/>
                    <a:gd name="T53" fmla="*/ 599234 h 2764"/>
                    <a:gd name="T54" fmla="*/ 3039732 w 8565"/>
                    <a:gd name="T55" fmla="*/ 395768 h 27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8565" h="2764">
                      <a:moveTo>
                        <a:pt x="8445" y="1099"/>
                      </a:moveTo>
                      <a:lnTo>
                        <a:pt x="7813" y="207"/>
                      </a:lnTo>
                      <a:cubicBezTo>
                        <a:pt x="7722" y="77"/>
                        <a:pt x="7573" y="0"/>
                        <a:pt x="7415" y="0"/>
                      </a:cubicBezTo>
                      <a:lnTo>
                        <a:pt x="6657" y="0"/>
                      </a:lnTo>
                      <a:lnTo>
                        <a:pt x="6449" y="0"/>
                      </a:lnTo>
                      <a:lnTo>
                        <a:pt x="5964" y="0"/>
                      </a:lnTo>
                      <a:lnTo>
                        <a:pt x="5691" y="0"/>
                      </a:lnTo>
                      <a:lnTo>
                        <a:pt x="4999" y="0"/>
                      </a:lnTo>
                      <a:lnTo>
                        <a:pt x="1120" y="0"/>
                      </a:lnTo>
                      <a:lnTo>
                        <a:pt x="155" y="0"/>
                      </a:lnTo>
                      <a:cubicBezTo>
                        <a:pt x="70" y="0"/>
                        <a:pt x="0" y="70"/>
                        <a:pt x="0" y="155"/>
                      </a:cubicBezTo>
                      <a:lnTo>
                        <a:pt x="0" y="2608"/>
                      </a:lnTo>
                      <a:cubicBezTo>
                        <a:pt x="0" y="2693"/>
                        <a:pt x="70" y="2763"/>
                        <a:pt x="155" y="2763"/>
                      </a:cubicBezTo>
                      <a:lnTo>
                        <a:pt x="1120" y="2763"/>
                      </a:lnTo>
                      <a:lnTo>
                        <a:pt x="4999" y="2763"/>
                      </a:lnTo>
                      <a:lnTo>
                        <a:pt x="5691" y="2763"/>
                      </a:lnTo>
                      <a:lnTo>
                        <a:pt x="5964" y="2763"/>
                      </a:lnTo>
                      <a:lnTo>
                        <a:pt x="6449" y="2763"/>
                      </a:lnTo>
                      <a:lnTo>
                        <a:pt x="6657" y="2763"/>
                      </a:lnTo>
                      <a:lnTo>
                        <a:pt x="7415" y="2763"/>
                      </a:lnTo>
                      <a:cubicBezTo>
                        <a:pt x="7573" y="2763"/>
                        <a:pt x="7722" y="2686"/>
                        <a:pt x="7813" y="2557"/>
                      </a:cubicBezTo>
                      <a:lnTo>
                        <a:pt x="8445" y="1664"/>
                      </a:lnTo>
                      <a:cubicBezTo>
                        <a:pt x="8564" y="1495"/>
                        <a:pt x="8564" y="1269"/>
                        <a:pt x="8445" y="1099"/>
                      </a:cubicBezTo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defTabSz="914217"/>
                  <a:endParaRPr lang="en-US" dirty="0">
                    <a:solidFill>
                      <a:schemeClr val="accent3">
                        <a:lumMod val="10000"/>
                      </a:schemeClr>
                    </a:solidFill>
                    <a:latin typeface="Nikosh" panose="02000000000000000000" pitchFamily="2" charset="0"/>
                    <a:cs typeface="Nikosh" panose="02000000000000000000" pitchFamily="2" charset="0"/>
                  </a:endParaRPr>
                </a:p>
              </p:txBody>
            </p:sp>
            <p:sp>
              <p:nvSpPr>
                <p:cNvPr id="71" name="Freeform 72">
                  <a:extLst>
                    <a:ext uri="{FF2B5EF4-FFF2-40B4-BE49-F238E27FC236}">
                      <a16:creationId xmlns:a16="http://schemas.microsoft.com/office/drawing/2014/main" xmlns="" id="{A89785DD-CE41-4902-BEC7-4169689D68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18572" y="4521836"/>
                  <a:ext cx="1042137" cy="1042138"/>
                </a:xfrm>
                <a:prstGeom prst="roundRect">
                  <a:avLst>
                    <a:gd name="adj" fmla="val 8076"/>
                  </a:avLst>
                </a:prstGeom>
                <a:solidFill>
                  <a:schemeClr val="bg2"/>
                </a:solidFill>
                <a:ln>
                  <a:noFill/>
                </a:ln>
                <a:effectLst/>
              </p:spPr>
              <p:txBody>
                <a:bodyPr wrap="none" anchor="ctr"/>
                <a:lstStyle/>
                <a:p>
                  <a:pPr defTabSz="914217"/>
                  <a:endParaRPr lang="en-US" dirty="0">
                    <a:solidFill>
                      <a:schemeClr val="accent3">
                        <a:lumMod val="10000"/>
                      </a:schemeClr>
                    </a:solidFill>
                    <a:latin typeface="Nikosh" panose="02000000000000000000" pitchFamily="2" charset="0"/>
                    <a:cs typeface="Nikosh" panose="02000000000000000000" pitchFamily="2" charset="0"/>
                  </a:endParaRPr>
                </a:p>
              </p:txBody>
            </p:sp>
            <p:sp>
              <p:nvSpPr>
                <p:cNvPr id="83" name="Freeform: Shape 82">
                  <a:extLst>
                    <a:ext uri="{FF2B5EF4-FFF2-40B4-BE49-F238E27FC236}">
                      <a16:creationId xmlns:a16="http://schemas.microsoft.com/office/drawing/2014/main" xmlns="" id="{88814701-1D77-495F-B7A3-AD58E9B1BE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602990" y="4706379"/>
                  <a:ext cx="673301" cy="673053"/>
                </a:xfrm>
                <a:custGeom>
                  <a:avLst/>
                  <a:gdLst>
                    <a:gd name="connsiteX0" fmla="*/ 729342 w 1346602"/>
                    <a:gd name="connsiteY0" fmla="*/ 852839 h 1346105"/>
                    <a:gd name="connsiteX1" fmla="*/ 744827 w 1346602"/>
                    <a:gd name="connsiteY1" fmla="*/ 868325 h 1346105"/>
                    <a:gd name="connsiteX2" fmla="*/ 729342 w 1346602"/>
                    <a:gd name="connsiteY2" fmla="*/ 883810 h 1346105"/>
                    <a:gd name="connsiteX3" fmla="*/ 713856 w 1346602"/>
                    <a:gd name="connsiteY3" fmla="*/ 868325 h 1346105"/>
                    <a:gd name="connsiteX4" fmla="*/ 729342 w 1346602"/>
                    <a:gd name="connsiteY4" fmla="*/ 852839 h 1346105"/>
                    <a:gd name="connsiteX5" fmla="*/ 729342 w 1346602"/>
                    <a:gd name="connsiteY5" fmla="*/ 797046 h 1346105"/>
                    <a:gd name="connsiteX6" fmla="*/ 744827 w 1346602"/>
                    <a:gd name="connsiteY6" fmla="*/ 812532 h 1346105"/>
                    <a:gd name="connsiteX7" fmla="*/ 729342 w 1346602"/>
                    <a:gd name="connsiteY7" fmla="*/ 828017 h 1346105"/>
                    <a:gd name="connsiteX8" fmla="*/ 713856 w 1346602"/>
                    <a:gd name="connsiteY8" fmla="*/ 812532 h 1346105"/>
                    <a:gd name="connsiteX9" fmla="*/ 729342 w 1346602"/>
                    <a:gd name="connsiteY9" fmla="*/ 797046 h 1346105"/>
                    <a:gd name="connsiteX10" fmla="*/ 599442 w 1346602"/>
                    <a:gd name="connsiteY10" fmla="*/ 679830 h 1346105"/>
                    <a:gd name="connsiteX11" fmla="*/ 676449 w 1346602"/>
                    <a:gd name="connsiteY11" fmla="*/ 763588 h 1346105"/>
                    <a:gd name="connsiteX12" fmla="*/ 751644 w 1346602"/>
                    <a:gd name="connsiteY12" fmla="*/ 679830 h 1346105"/>
                    <a:gd name="connsiteX13" fmla="*/ 511564 w 1346602"/>
                    <a:gd name="connsiteY13" fmla="*/ 679830 h 1346105"/>
                    <a:gd name="connsiteX14" fmla="*/ 346679 w 1346602"/>
                    <a:gd name="connsiteY14" fmla="*/ 843743 h 1346105"/>
                    <a:gd name="connsiteX15" fmla="*/ 346679 w 1346602"/>
                    <a:gd name="connsiteY15" fmla="*/ 1038276 h 1346105"/>
                    <a:gd name="connsiteX16" fmla="*/ 396507 w 1346602"/>
                    <a:gd name="connsiteY16" fmla="*/ 1087810 h 1346105"/>
                    <a:gd name="connsiteX17" fmla="*/ 955485 w 1346602"/>
                    <a:gd name="connsiteY17" fmla="*/ 1087810 h 1346105"/>
                    <a:gd name="connsiteX18" fmla="*/ 1004407 w 1346602"/>
                    <a:gd name="connsiteY18" fmla="*/ 1038276 h 1346105"/>
                    <a:gd name="connsiteX19" fmla="*/ 1004407 w 1346602"/>
                    <a:gd name="connsiteY19" fmla="*/ 843743 h 1346105"/>
                    <a:gd name="connsiteX20" fmla="*/ 840428 w 1346602"/>
                    <a:gd name="connsiteY20" fmla="*/ 679830 h 1346105"/>
                    <a:gd name="connsiteX21" fmla="*/ 798754 w 1346602"/>
                    <a:gd name="connsiteY21" fmla="*/ 679830 h 1346105"/>
                    <a:gd name="connsiteX22" fmla="*/ 701816 w 1346602"/>
                    <a:gd name="connsiteY22" fmla="*/ 787004 h 1346105"/>
                    <a:gd name="connsiteX23" fmla="*/ 692756 w 1346602"/>
                    <a:gd name="connsiteY23" fmla="*/ 793308 h 1346105"/>
                    <a:gd name="connsiteX24" fmla="*/ 692756 w 1346602"/>
                    <a:gd name="connsiteY24" fmla="*/ 886072 h 1346105"/>
                    <a:gd name="connsiteX25" fmla="*/ 675543 w 1346602"/>
                    <a:gd name="connsiteY25" fmla="*/ 903184 h 1346105"/>
                    <a:gd name="connsiteX26" fmla="*/ 657424 w 1346602"/>
                    <a:gd name="connsiteY26" fmla="*/ 886072 h 1346105"/>
                    <a:gd name="connsiteX27" fmla="*/ 657424 w 1346602"/>
                    <a:gd name="connsiteY27" fmla="*/ 793308 h 1346105"/>
                    <a:gd name="connsiteX28" fmla="*/ 650176 w 1346602"/>
                    <a:gd name="connsiteY28" fmla="*/ 787004 h 1346105"/>
                    <a:gd name="connsiteX29" fmla="*/ 551426 w 1346602"/>
                    <a:gd name="connsiteY29" fmla="*/ 679830 h 1346105"/>
                    <a:gd name="connsiteX30" fmla="*/ 511564 w 1346602"/>
                    <a:gd name="connsiteY30" fmla="*/ 645607 h 1346105"/>
                    <a:gd name="connsiteX31" fmla="*/ 840428 w 1346602"/>
                    <a:gd name="connsiteY31" fmla="*/ 645607 h 1346105"/>
                    <a:gd name="connsiteX32" fmla="*/ 1039739 w 1346602"/>
                    <a:gd name="connsiteY32" fmla="*/ 843743 h 1346105"/>
                    <a:gd name="connsiteX33" fmla="*/ 1039739 w 1346602"/>
                    <a:gd name="connsiteY33" fmla="*/ 1038276 h 1346105"/>
                    <a:gd name="connsiteX34" fmla="*/ 955485 w 1346602"/>
                    <a:gd name="connsiteY34" fmla="*/ 1122934 h 1346105"/>
                    <a:gd name="connsiteX35" fmla="*/ 396507 w 1346602"/>
                    <a:gd name="connsiteY35" fmla="*/ 1122934 h 1346105"/>
                    <a:gd name="connsiteX36" fmla="*/ 311347 w 1346602"/>
                    <a:gd name="connsiteY36" fmla="*/ 1038276 h 1346105"/>
                    <a:gd name="connsiteX37" fmla="*/ 311347 w 1346602"/>
                    <a:gd name="connsiteY37" fmla="*/ 843743 h 1346105"/>
                    <a:gd name="connsiteX38" fmla="*/ 511564 w 1346602"/>
                    <a:gd name="connsiteY38" fmla="*/ 645607 h 1346105"/>
                    <a:gd name="connsiteX39" fmla="*/ 673553 w 1346602"/>
                    <a:gd name="connsiteY39" fmla="*/ 186629 h 1346105"/>
                    <a:gd name="connsiteX40" fmla="*/ 493992 w 1346602"/>
                    <a:gd name="connsiteY40" fmla="*/ 366190 h 1346105"/>
                    <a:gd name="connsiteX41" fmla="*/ 673553 w 1346602"/>
                    <a:gd name="connsiteY41" fmla="*/ 545751 h 1346105"/>
                    <a:gd name="connsiteX42" fmla="*/ 854017 w 1346602"/>
                    <a:gd name="connsiteY42" fmla="*/ 366190 h 1346105"/>
                    <a:gd name="connsiteX43" fmla="*/ 673553 w 1346602"/>
                    <a:gd name="connsiteY43" fmla="*/ 186629 h 1346105"/>
                    <a:gd name="connsiteX44" fmla="*/ 673553 w 1346602"/>
                    <a:gd name="connsiteY44" fmla="*/ 151439 h 1346105"/>
                    <a:gd name="connsiteX45" fmla="*/ 888305 w 1346602"/>
                    <a:gd name="connsiteY45" fmla="*/ 366190 h 1346105"/>
                    <a:gd name="connsiteX46" fmla="*/ 673553 w 1346602"/>
                    <a:gd name="connsiteY46" fmla="*/ 580942 h 1346105"/>
                    <a:gd name="connsiteX47" fmla="*/ 458802 w 1346602"/>
                    <a:gd name="connsiteY47" fmla="*/ 366190 h 1346105"/>
                    <a:gd name="connsiteX48" fmla="*/ 673553 w 1346602"/>
                    <a:gd name="connsiteY48" fmla="*/ 151439 h 1346105"/>
                    <a:gd name="connsiteX49" fmla="*/ 673181 w 1346602"/>
                    <a:gd name="connsiteY49" fmla="*/ 0 h 1346105"/>
                    <a:gd name="connsiteX50" fmla="*/ 1281520 w 1346602"/>
                    <a:gd name="connsiteY50" fmla="*/ 383956 h 1346105"/>
                    <a:gd name="connsiteX51" fmla="*/ 1310445 w 1346602"/>
                    <a:gd name="connsiteY51" fmla="*/ 371308 h 1346105"/>
                    <a:gd name="connsiteX52" fmla="*/ 1330332 w 1346602"/>
                    <a:gd name="connsiteY52" fmla="*/ 385763 h 1346105"/>
                    <a:gd name="connsiteX53" fmla="*/ 1319485 w 1346602"/>
                    <a:gd name="connsiteY53" fmla="*/ 480623 h 1346105"/>
                    <a:gd name="connsiteX54" fmla="*/ 1296887 w 1346602"/>
                    <a:gd name="connsiteY54" fmla="*/ 490560 h 1346105"/>
                    <a:gd name="connsiteX55" fmla="*/ 1219149 w 1346602"/>
                    <a:gd name="connsiteY55" fmla="*/ 433644 h 1346105"/>
                    <a:gd name="connsiteX56" fmla="*/ 1222765 w 1346602"/>
                    <a:gd name="connsiteY56" fmla="*/ 410155 h 1346105"/>
                    <a:gd name="connsiteX57" fmla="*/ 1249883 w 1346602"/>
                    <a:gd name="connsiteY57" fmla="*/ 397507 h 1346105"/>
                    <a:gd name="connsiteX58" fmla="*/ 673181 w 1346602"/>
                    <a:gd name="connsiteY58" fmla="*/ 34330 h 1346105"/>
                    <a:gd name="connsiteX59" fmla="*/ 213085 w 1346602"/>
                    <a:gd name="connsiteY59" fmla="*/ 230374 h 1346105"/>
                    <a:gd name="connsiteX60" fmla="*/ 35916 w 1346602"/>
                    <a:gd name="connsiteY60" fmla="*/ 698348 h 1346105"/>
                    <a:gd name="connsiteX61" fmla="*/ 648775 w 1346602"/>
                    <a:gd name="connsiteY61" fmla="*/ 1309968 h 1346105"/>
                    <a:gd name="connsiteX62" fmla="*/ 1116102 w 1346602"/>
                    <a:gd name="connsiteY62" fmla="*/ 1132896 h 1346105"/>
                    <a:gd name="connsiteX63" fmla="*/ 1311349 w 1346602"/>
                    <a:gd name="connsiteY63" fmla="*/ 673052 h 1346105"/>
                    <a:gd name="connsiteX64" fmla="*/ 1329428 w 1346602"/>
                    <a:gd name="connsiteY64" fmla="*/ 654984 h 1346105"/>
                    <a:gd name="connsiteX65" fmla="*/ 1346602 w 1346602"/>
                    <a:gd name="connsiteY65" fmla="*/ 673052 h 1346105"/>
                    <a:gd name="connsiteX66" fmla="*/ 1140508 w 1346602"/>
                    <a:gd name="connsiteY66" fmla="*/ 1157289 h 1346105"/>
                    <a:gd name="connsiteX67" fmla="*/ 674084 w 1346602"/>
                    <a:gd name="connsiteY67" fmla="*/ 1346105 h 1346105"/>
                    <a:gd name="connsiteX68" fmla="*/ 646967 w 1346602"/>
                    <a:gd name="connsiteY68" fmla="*/ 1345201 h 1346105"/>
                    <a:gd name="connsiteX69" fmla="*/ 663 w 1346602"/>
                    <a:gd name="connsiteY69" fmla="*/ 698348 h 1346105"/>
                    <a:gd name="connsiteX70" fmla="*/ 187775 w 1346602"/>
                    <a:gd name="connsiteY70" fmla="*/ 205981 h 1346105"/>
                    <a:gd name="connsiteX71" fmla="*/ 673181 w 1346602"/>
                    <a:gd name="connsiteY71" fmla="*/ 0 h 13461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</a:cxnLst>
                  <a:rect l="l" t="t" r="r" b="b"/>
                  <a:pathLst>
                    <a:path w="1346602" h="1346105">
                      <a:moveTo>
                        <a:pt x="729342" y="852839"/>
                      </a:moveTo>
                      <a:cubicBezTo>
                        <a:pt x="737540" y="852839"/>
                        <a:pt x="744827" y="860126"/>
                        <a:pt x="744827" y="868325"/>
                      </a:cubicBezTo>
                      <a:cubicBezTo>
                        <a:pt x="744827" y="876523"/>
                        <a:pt x="737540" y="883810"/>
                        <a:pt x="729342" y="883810"/>
                      </a:cubicBezTo>
                      <a:cubicBezTo>
                        <a:pt x="720233" y="883810"/>
                        <a:pt x="713856" y="876523"/>
                        <a:pt x="713856" y="868325"/>
                      </a:cubicBezTo>
                      <a:cubicBezTo>
                        <a:pt x="713856" y="860126"/>
                        <a:pt x="720233" y="852839"/>
                        <a:pt x="729342" y="852839"/>
                      </a:cubicBezTo>
                      <a:close/>
                      <a:moveTo>
                        <a:pt x="729342" y="797046"/>
                      </a:moveTo>
                      <a:cubicBezTo>
                        <a:pt x="737540" y="797046"/>
                        <a:pt x="744827" y="804333"/>
                        <a:pt x="744827" y="812532"/>
                      </a:cubicBezTo>
                      <a:cubicBezTo>
                        <a:pt x="744827" y="820730"/>
                        <a:pt x="737540" y="828017"/>
                        <a:pt x="729342" y="828017"/>
                      </a:cubicBezTo>
                      <a:cubicBezTo>
                        <a:pt x="720233" y="828017"/>
                        <a:pt x="713856" y="820730"/>
                        <a:pt x="713856" y="812532"/>
                      </a:cubicBezTo>
                      <a:cubicBezTo>
                        <a:pt x="713856" y="804333"/>
                        <a:pt x="720233" y="797046"/>
                        <a:pt x="729342" y="797046"/>
                      </a:cubicBezTo>
                      <a:close/>
                      <a:moveTo>
                        <a:pt x="599442" y="679830"/>
                      </a:moveTo>
                      <a:lnTo>
                        <a:pt x="676449" y="763588"/>
                      </a:lnTo>
                      <a:lnTo>
                        <a:pt x="751644" y="679830"/>
                      </a:lnTo>
                      <a:close/>
                      <a:moveTo>
                        <a:pt x="511564" y="679830"/>
                      </a:moveTo>
                      <a:cubicBezTo>
                        <a:pt x="420062" y="679830"/>
                        <a:pt x="346679" y="753681"/>
                        <a:pt x="346679" y="843743"/>
                      </a:cubicBezTo>
                      <a:lnTo>
                        <a:pt x="346679" y="1038276"/>
                      </a:lnTo>
                      <a:cubicBezTo>
                        <a:pt x="346679" y="1066195"/>
                        <a:pt x="369328" y="1087810"/>
                        <a:pt x="396507" y="1087810"/>
                      </a:cubicBezTo>
                      <a:lnTo>
                        <a:pt x="955485" y="1087810"/>
                      </a:lnTo>
                      <a:cubicBezTo>
                        <a:pt x="982664" y="1087810"/>
                        <a:pt x="1004407" y="1066195"/>
                        <a:pt x="1004407" y="1038276"/>
                      </a:cubicBezTo>
                      <a:lnTo>
                        <a:pt x="1004407" y="843743"/>
                      </a:lnTo>
                      <a:cubicBezTo>
                        <a:pt x="1004407" y="753681"/>
                        <a:pt x="930118" y="679830"/>
                        <a:pt x="840428" y="679830"/>
                      </a:cubicBezTo>
                      <a:lnTo>
                        <a:pt x="798754" y="679830"/>
                      </a:lnTo>
                      <a:lnTo>
                        <a:pt x="701816" y="787004"/>
                      </a:lnTo>
                      <a:cubicBezTo>
                        <a:pt x="699098" y="790606"/>
                        <a:pt x="696380" y="791507"/>
                        <a:pt x="692756" y="793308"/>
                      </a:cubicBezTo>
                      <a:lnTo>
                        <a:pt x="692756" y="886072"/>
                      </a:lnTo>
                      <a:cubicBezTo>
                        <a:pt x="692756" y="895078"/>
                        <a:pt x="685508" y="903184"/>
                        <a:pt x="675543" y="903184"/>
                      </a:cubicBezTo>
                      <a:cubicBezTo>
                        <a:pt x="665577" y="903184"/>
                        <a:pt x="657424" y="895078"/>
                        <a:pt x="657424" y="886072"/>
                      </a:cubicBezTo>
                      <a:lnTo>
                        <a:pt x="657424" y="793308"/>
                      </a:lnTo>
                      <a:cubicBezTo>
                        <a:pt x="654706" y="791507"/>
                        <a:pt x="652894" y="790606"/>
                        <a:pt x="650176" y="787004"/>
                      </a:cubicBezTo>
                      <a:lnTo>
                        <a:pt x="551426" y="679830"/>
                      </a:lnTo>
                      <a:close/>
                      <a:moveTo>
                        <a:pt x="511564" y="645607"/>
                      </a:moveTo>
                      <a:lnTo>
                        <a:pt x="840428" y="645607"/>
                      </a:lnTo>
                      <a:cubicBezTo>
                        <a:pt x="950049" y="645607"/>
                        <a:pt x="1039739" y="733868"/>
                        <a:pt x="1039739" y="843743"/>
                      </a:cubicBezTo>
                      <a:lnTo>
                        <a:pt x="1039739" y="1038276"/>
                      </a:lnTo>
                      <a:cubicBezTo>
                        <a:pt x="1039739" y="1085108"/>
                        <a:pt x="1001689" y="1122934"/>
                        <a:pt x="955485" y="1122934"/>
                      </a:cubicBezTo>
                      <a:lnTo>
                        <a:pt x="396507" y="1122934"/>
                      </a:lnTo>
                      <a:cubicBezTo>
                        <a:pt x="349397" y="1122934"/>
                        <a:pt x="311347" y="1085108"/>
                        <a:pt x="311347" y="1038276"/>
                      </a:cubicBezTo>
                      <a:lnTo>
                        <a:pt x="311347" y="843743"/>
                      </a:lnTo>
                      <a:cubicBezTo>
                        <a:pt x="311347" y="733868"/>
                        <a:pt x="401037" y="645607"/>
                        <a:pt x="511564" y="645607"/>
                      </a:cubicBezTo>
                      <a:close/>
                      <a:moveTo>
                        <a:pt x="673553" y="186629"/>
                      </a:moveTo>
                      <a:cubicBezTo>
                        <a:pt x="574298" y="186629"/>
                        <a:pt x="493992" y="266936"/>
                        <a:pt x="493992" y="366190"/>
                      </a:cubicBezTo>
                      <a:cubicBezTo>
                        <a:pt x="493992" y="465445"/>
                        <a:pt x="574298" y="545751"/>
                        <a:pt x="673553" y="545751"/>
                      </a:cubicBezTo>
                      <a:cubicBezTo>
                        <a:pt x="772808" y="545751"/>
                        <a:pt x="854017" y="465445"/>
                        <a:pt x="854017" y="366190"/>
                      </a:cubicBezTo>
                      <a:cubicBezTo>
                        <a:pt x="854017" y="266936"/>
                        <a:pt x="772808" y="186629"/>
                        <a:pt x="673553" y="186629"/>
                      </a:cubicBezTo>
                      <a:close/>
                      <a:moveTo>
                        <a:pt x="673553" y="151439"/>
                      </a:moveTo>
                      <a:cubicBezTo>
                        <a:pt x="791757" y="151439"/>
                        <a:pt x="888305" y="247987"/>
                        <a:pt x="888305" y="366190"/>
                      </a:cubicBezTo>
                      <a:cubicBezTo>
                        <a:pt x="888305" y="485296"/>
                        <a:pt x="791757" y="580942"/>
                        <a:pt x="673553" y="580942"/>
                      </a:cubicBezTo>
                      <a:cubicBezTo>
                        <a:pt x="555350" y="580942"/>
                        <a:pt x="458802" y="485296"/>
                        <a:pt x="458802" y="366190"/>
                      </a:cubicBezTo>
                      <a:cubicBezTo>
                        <a:pt x="458802" y="247987"/>
                        <a:pt x="555350" y="151439"/>
                        <a:pt x="673553" y="151439"/>
                      </a:cubicBezTo>
                      <a:close/>
                      <a:moveTo>
                        <a:pt x="673181" y="0"/>
                      </a:moveTo>
                      <a:cubicBezTo>
                        <a:pt x="933510" y="0"/>
                        <a:pt x="1170338" y="149969"/>
                        <a:pt x="1281520" y="383956"/>
                      </a:cubicBezTo>
                      <a:lnTo>
                        <a:pt x="1310445" y="371308"/>
                      </a:lnTo>
                      <a:cubicBezTo>
                        <a:pt x="1320389" y="366791"/>
                        <a:pt x="1330332" y="374922"/>
                        <a:pt x="1330332" y="385763"/>
                      </a:cubicBezTo>
                      <a:lnTo>
                        <a:pt x="1319485" y="480623"/>
                      </a:lnTo>
                      <a:cubicBezTo>
                        <a:pt x="1317677" y="491464"/>
                        <a:pt x="1305926" y="496884"/>
                        <a:pt x="1296887" y="490560"/>
                      </a:cubicBezTo>
                      <a:lnTo>
                        <a:pt x="1219149" y="433644"/>
                      </a:lnTo>
                      <a:cubicBezTo>
                        <a:pt x="1211014" y="427320"/>
                        <a:pt x="1212822" y="413769"/>
                        <a:pt x="1222765" y="410155"/>
                      </a:cubicBezTo>
                      <a:lnTo>
                        <a:pt x="1249883" y="397507"/>
                      </a:lnTo>
                      <a:cubicBezTo>
                        <a:pt x="1144124" y="176168"/>
                        <a:pt x="919951" y="34330"/>
                        <a:pt x="673181" y="34330"/>
                      </a:cubicBezTo>
                      <a:cubicBezTo>
                        <a:pt x="497820" y="34330"/>
                        <a:pt x="335114" y="103894"/>
                        <a:pt x="213085" y="230374"/>
                      </a:cubicBezTo>
                      <a:cubicBezTo>
                        <a:pt x="91959" y="355950"/>
                        <a:pt x="28685" y="522180"/>
                        <a:pt x="35916" y="698348"/>
                      </a:cubicBezTo>
                      <a:cubicBezTo>
                        <a:pt x="47667" y="1029002"/>
                        <a:pt x="317036" y="1298223"/>
                        <a:pt x="648775" y="1309968"/>
                      </a:cubicBezTo>
                      <a:cubicBezTo>
                        <a:pt x="824136" y="1317195"/>
                        <a:pt x="990457" y="1253955"/>
                        <a:pt x="1116102" y="1132896"/>
                      </a:cubicBezTo>
                      <a:cubicBezTo>
                        <a:pt x="1241747" y="1010934"/>
                        <a:pt x="1311349" y="848317"/>
                        <a:pt x="1311349" y="673052"/>
                      </a:cubicBezTo>
                      <a:cubicBezTo>
                        <a:pt x="1311349" y="663115"/>
                        <a:pt x="1320389" y="654984"/>
                        <a:pt x="1329428" y="654984"/>
                      </a:cubicBezTo>
                      <a:cubicBezTo>
                        <a:pt x="1339371" y="654984"/>
                        <a:pt x="1346602" y="663115"/>
                        <a:pt x="1346602" y="673052"/>
                      </a:cubicBezTo>
                      <a:cubicBezTo>
                        <a:pt x="1346602" y="857351"/>
                        <a:pt x="1273385" y="1029906"/>
                        <a:pt x="1140508" y="1157289"/>
                      </a:cubicBezTo>
                      <a:cubicBezTo>
                        <a:pt x="1013959" y="1279251"/>
                        <a:pt x="849446" y="1346105"/>
                        <a:pt x="674084" y="1346105"/>
                      </a:cubicBezTo>
                      <a:cubicBezTo>
                        <a:pt x="665045" y="1346105"/>
                        <a:pt x="655102" y="1346105"/>
                        <a:pt x="646967" y="1345201"/>
                      </a:cubicBezTo>
                      <a:cubicBezTo>
                        <a:pt x="298053" y="1332553"/>
                        <a:pt x="13318" y="1047974"/>
                        <a:pt x="663" y="698348"/>
                      </a:cubicBezTo>
                      <a:cubicBezTo>
                        <a:pt x="-7472" y="514049"/>
                        <a:pt x="59418" y="338785"/>
                        <a:pt x="187775" y="205981"/>
                      </a:cubicBezTo>
                      <a:cubicBezTo>
                        <a:pt x="315228" y="72274"/>
                        <a:pt x="488781" y="0"/>
                        <a:pt x="673181" y="0"/>
                      </a:cubicBezTo>
                      <a:close/>
                    </a:path>
                  </a:pathLst>
                </a:custGeom>
                <a:solidFill>
                  <a:schemeClr val="tx2"/>
                </a:solidFill>
                <a:ln>
                  <a:noFill/>
                </a:ln>
                <a:effectLst/>
              </p:spPr>
              <p:txBody>
                <a:bodyPr wrap="square" anchor="ctr">
                  <a:noAutofit/>
                </a:bodyPr>
                <a:lstStyle/>
                <a:p>
                  <a:pPr defTabSz="914217"/>
                  <a:endParaRPr lang="en-US" dirty="0">
                    <a:solidFill>
                      <a:schemeClr val="accent3">
                        <a:lumMod val="10000"/>
                      </a:schemeClr>
                    </a:solidFill>
                    <a:latin typeface="Nikosh" panose="02000000000000000000" pitchFamily="2" charset="0"/>
                    <a:cs typeface="Nikosh" panose="02000000000000000000" pitchFamily="2" charset="0"/>
                  </a:endParaRP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xmlns="" id="{4E657603-05C6-4D2D-84FF-30D856A4FBE9}"/>
                    </a:ext>
                  </a:extLst>
                </p:cNvPr>
                <p:cNvSpPr txBox="1"/>
                <p:nvPr/>
              </p:nvSpPr>
              <p:spPr>
                <a:xfrm>
                  <a:off x="3566041" y="4943684"/>
                  <a:ext cx="2388657" cy="357790"/>
                </a:xfrm>
                <a:prstGeom prst="rect">
                  <a:avLst/>
                </a:prstGeom>
                <a:noFill/>
              </p:spPr>
              <p:txBody>
                <a:bodyPr wrap="square" rtlCol="0" anchor="b">
                  <a:spAutoFit/>
                </a:bodyPr>
                <a:lstStyle/>
                <a:p>
                  <a:pPr defTabSz="914217">
                    <a:lnSpc>
                      <a:spcPts val="1750"/>
                    </a:lnSpc>
                  </a:pPr>
                  <a:r>
                    <a:rPr lang="en-US" sz="2400" b="1" spc="-15" dirty="0" err="1" smtClean="0">
                      <a:solidFill>
                        <a:schemeClr val="accent3">
                          <a:lumMod val="10000"/>
                        </a:schemeClr>
                      </a:solidFill>
                      <a:latin typeface="Nikosh" panose="02000000000000000000" pitchFamily="2" charset="0"/>
                      <a:cs typeface="Nikosh" panose="02000000000000000000" pitchFamily="2" charset="0"/>
                    </a:rPr>
                    <a:t>ক্লেইম</a:t>
                  </a:r>
                  <a:r>
                    <a:rPr lang="en-US" sz="2400" b="1" spc="-15" dirty="0" smtClean="0">
                      <a:solidFill>
                        <a:schemeClr val="accent3">
                          <a:lumMod val="10000"/>
                        </a:schemeClr>
                      </a:solidFill>
                      <a:latin typeface="Nikosh" panose="02000000000000000000" pitchFamily="2" charset="0"/>
                      <a:cs typeface="Nikosh" panose="02000000000000000000" pitchFamily="2" charset="0"/>
                    </a:rPr>
                    <a:t> </a:t>
                  </a:r>
                  <a:r>
                    <a:rPr lang="en-US" sz="2400" b="1" spc="-15" dirty="0" err="1" smtClean="0">
                      <a:solidFill>
                        <a:schemeClr val="accent3">
                          <a:lumMod val="10000"/>
                        </a:schemeClr>
                      </a:solidFill>
                      <a:latin typeface="Nikosh" panose="02000000000000000000" pitchFamily="2" charset="0"/>
                      <a:cs typeface="Nikosh" panose="02000000000000000000" pitchFamily="2" charset="0"/>
                    </a:rPr>
                    <a:t>ম্যানেজমেন্ট</a:t>
                  </a:r>
                  <a:endParaRPr lang="bn-BD" sz="2400" b="1" spc="-15" dirty="0">
                    <a:solidFill>
                      <a:schemeClr val="accent3">
                        <a:lumMod val="10000"/>
                      </a:schemeClr>
                    </a:solidFill>
                    <a:latin typeface="Nikosh" panose="02000000000000000000" pitchFamily="2" charset="0"/>
                    <a:cs typeface="Nikosh" panose="02000000000000000000" pitchFamily="2" charset="0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xmlns="" id="{E0B91F20-CF57-42BD-AC68-2F79E2D07119}"/>
                  </a:ext>
                </a:extLst>
              </p:cNvPr>
              <p:cNvSpPr txBox="1"/>
              <p:nvPr/>
            </p:nvSpPr>
            <p:spPr>
              <a:xfrm>
                <a:off x="8476739" y="1786637"/>
                <a:ext cx="2339023" cy="588623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 algn="ctr" defTabSz="914217">
                  <a:lnSpc>
                    <a:spcPts val="1750"/>
                  </a:lnSpc>
                </a:pPr>
                <a:r>
                  <a:rPr lang="bn-BD" sz="2400" dirty="0">
                    <a:solidFill>
                      <a:schemeClr val="tx2"/>
                    </a:solidFill>
                    <a:latin typeface="Nikosh" panose="02000000000000000000" pitchFamily="2" charset="0"/>
                    <a:cs typeface="Nikosh" panose="02000000000000000000" pitchFamily="2" charset="0"/>
                  </a:rPr>
                  <a:t>এসএসকে হাসপাতাল অটোমেশন </a:t>
                </a:r>
                <a:endParaRPr lang="bn-BD" sz="2400" b="1" spc="-15" dirty="0">
                  <a:solidFill>
                    <a:schemeClr val="tx2"/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xmlns="" id="{F63D4134-EE3C-4F95-8F17-8A37FB63B20D}"/>
                  </a:ext>
                </a:extLst>
              </p:cNvPr>
              <p:cNvSpPr txBox="1"/>
              <p:nvPr/>
            </p:nvSpPr>
            <p:spPr>
              <a:xfrm>
                <a:off x="8454626" y="3638473"/>
                <a:ext cx="2361136" cy="588623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 algn="ctr" defTabSz="914217">
                  <a:lnSpc>
                    <a:spcPts val="1750"/>
                  </a:lnSpc>
                </a:pPr>
                <a:r>
                  <a:rPr lang="bn-BD" sz="2400" dirty="0">
                    <a:solidFill>
                      <a:schemeClr val="tx2"/>
                    </a:solidFill>
                    <a:latin typeface="Nikosh" pitchFamily="2" charset="0"/>
                    <a:cs typeface="Nikosh" pitchFamily="2" charset="0"/>
                  </a:rPr>
                  <a:t>এসএসকে ম্যানেজমেন্ট সিস্টেম</a:t>
                </a:r>
                <a:endParaRPr lang="bn-IN" sz="2400" b="1" spc="-15" dirty="0">
                  <a:solidFill>
                    <a:schemeClr val="tx2"/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2" name="Freeform 68">
                <a:extLst>
                  <a:ext uri="{FF2B5EF4-FFF2-40B4-BE49-F238E27FC236}">
                    <a16:creationId xmlns:a16="http://schemas.microsoft.com/office/drawing/2014/main" xmlns="" id="{209E0595-CD9E-8B8F-C722-9AB9B8D7E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3073" y="4928696"/>
                <a:ext cx="3871652" cy="1249369"/>
              </a:xfrm>
              <a:custGeom>
                <a:avLst/>
                <a:gdLst>
                  <a:gd name="T0" fmla="*/ 3040947 w 8567"/>
                  <a:gd name="T1" fmla="*/ 395911 h 2763"/>
                  <a:gd name="T2" fmla="*/ 2813398 w 8567"/>
                  <a:gd name="T3" fmla="*/ 73851 h 2763"/>
                  <a:gd name="T4" fmla="*/ 2813398 w 8567"/>
                  <a:gd name="T5" fmla="*/ 73851 h 2763"/>
                  <a:gd name="T6" fmla="*/ 2669740 w 8567"/>
                  <a:gd name="T7" fmla="*/ 0 h 2763"/>
                  <a:gd name="T8" fmla="*/ 2396825 w 8567"/>
                  <a:gd name="T9" fmla="*/ 0 h 2763"/>
                  <a:gd name="T10" fmla="*/ 2322296 w 8567"/>
                  <a:gd name="T11" fmla="*/ 0 h 2763"/>
                  <a:gd name="T12" fmla="*/ 2148034 w 8567"/>
                  <a:gd name="T13" fmla="*/ 0 h 2763"/>
                  <a:gd name="T14" fmla="*/ 2049381 w 8567"/>
                  <a:gd name="T15" fmla="*/ 0 h 2763"/>
                  <a:gd name="T16" fmla="*/ 1800229 w 8567"/>
                  <a:gd name="T17" fmla="*/ 0 h 2763"/>
                  <a:gd name="T18" fmla="*/ 403611 w 8567"/>
                  <a:gd name="T19" fmla="*/ 0 h 2763"/>
                  <a:gd name="T20" fmla="*/ 55807 w 8567"/>
                  <a:gd name="T21" fmla="*/ 0 h 2763"/>
                  <a:gd name="T22" fmla="*/ 55807 w 8567"/>
                  <a:gd name="T23" fmla="*/ 0 h 2763"/>
                  <a:gd name="T24" fmla="*/ 0 w 8567"/>
                  <a:gd name="T25" fmla="*/ 55478 h 2763"/>
                  <a:gd name="T26" fmla="*/ 0 w 8567"/>
                  <a:gd name="T27" fmla="*/ 939163 h 2763"/>
                  <a:gd name="T28" fmla="*/ 0 w 8567"/>
                  <a:gd name="T29" fmla="*/ 939163 h 2763"/>
                  <a:gd name="T30" fmla="*/ 55807 w 8567"/>
                  <a:gd name="T31" fmla="*/ 995002 h 2763"/>
                  <a:gd name="T32" fmla="*/ 403611 w 8567"/>
                  <a:gd name="T33" fmla="*/ 995002 h 2763"/>
                  <a:gd name="T34" fmla="*/ 1800229 w 8567"/>
                  <a:gd name="T35" fmla="*/ 995002 h 2763"/>
                  <a:gd name="T36" fmla="*/ 2049381 w 8567"/>
                  <a:gd name="T37" fmla="*/ 995002 h 2763"/>
                  <a:gd name="T38" fmla="*/ 2148034 w 8567"/>
                  <a:gd name="T39" fmla="*/ 995002 h 2763"/>
                  <a:gd name="T40" fmla="*/ 2322296 w 8567"/>
                  <a:gd name="T41" fmla="*/ 995002 h 2763"/>
                  <a:gd name="T42" fmla="*/ 2396825 w 8567"/>
                  <a:gd name="T43" fmla="*/ 995002 h 2763"/>
                  <a:gd name="T44" fmla="*/ 2669740 w 8567"/>
                  <a:gd name="T45" fmla="*/ 995002 h 2763"/>
                  <a:gd name="T46" fmla="*/ 2669740 w 8567"/>
                  <a:gd name="T47" fmla="*/ 995002 h 2763"/>
                  <a:gd name="T48" fmla="*/ 2813398 w 8567"/>
                  <a:gd name="T49" fmla="*/ 920791 h 2763"/>
                  <a:gd name="T50" fmla="*/ 3040947 w 8567"/>
                  <a:gd name="T51" fmla="*/ 598730 h 2763"/>
                  <a:gd name="T52" fmla="*/ 3040947 w 8567"/>
                  <a:gd name="T53" fmla="*/ 598730 h 2763"/>
                  <a:gd name="T54" fmla="*/ 3040947 w 8567"/>
                  <a:gd name="T55" fmla="*/ 395911 h 276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8567" h="2763">
                    <a:moveTo>
                      <a:pt x="8446" y="1099"/>
                    </a:moveTo>
                    <a:lnTo>
                      <a:pt x="7814" y="205"/>
                    </a:lnTo>
                    <a:cubicBezTo>
                      <a:pt x="7722" y="76"/>
                      <a:pt x="7574" y="0"/>
                      <a:pt x="7415" y="0"/>
                    </a:cubicBezTo>
                    <a:lnTo>
                      <a:pt x="6657" y="0"/>
                    </a:lnTo>
                    <a:lnTo>
                      <a:pt x="6450" y="0"/>
                    </a:lnTo>
                    <a:lnTo>
                      <a:pt x="5966" y="0"/>
                    </a:lnTo>
                    <a:lnTo>
                      <a:pt x="5692" y="0"/>
                    </a:lnTo>
                    <a:lnTo>
                      <a:pt x="5000" y="0"/>
                    </a:lnTo>
                    <a:lnTo>
                      <a:pt x="1121" y="0"/>
                    </a:lnTo>
                    <a:lnTo>
                      <a:pt x="155" y="0"/>
                    </a:lnTo>
                    <a:cubicBezTo>
                      <a:pt x="70" y="0"/>
                      <a:pt x="0" y="70"/>
                      <a:pt x="0" y="154"/>
                    </a:cubicBezTo>
                    <a:lnTo>
                      <a:pt x="0" y="2607"/>
                    </a:lnTo>
                    <a:cubicBezTo>
                      <a:pt x="0" y="2692"/>
                      <a:pt x="70" y="2762"/>
                      <a:pt x="155" y="2762"/>
                    </a:cubicBezTo>
                    <a:lnTo>
                      <a:pt x="1121" y="2762"/>
                    </a:lnTo>
                    <a:lnTo>
                      <a:pt x="5000" y="2762"/>
                    </a:lnTo>
                    <a:lnTo>
                      <a:pt x="5692" y="2762"/>
                    </a:lnTo>
                    <a:lnTo>
                      <a:pt x="5966" y="2762"/>
                    </a:lnTo>
                    <a:lnTo>
                      <a:pt x="6450" y="2762"/>
                    </a:lnTo>
                    <a:lnTo>
                      <a:pt x="6657" y="2762"/>
                    </a:lnTo>
                    <a:lnTo>
                      <a:pt x="7415" y="2762"/>
                    </a:lnTo>
                    <a:cubicBezTo>
                      <a:pt x="7574" y="2762"/>
                      <a:pt x="7722" y="2685"/>
                      <a:pt x="7814" y="2556"/>
                    </a:cubicBezTo>
                    <a:lnTo>
                      <a:pt x="8446" y="1662"/>
                    </a:lnTo>
                    <a:cubicBezTo>
                      <a:pt x="8566" y="1494"/>
                      <a:pt x="8566" y="1267"/>
                      <a:pt x="8446" y="1099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defTabSz="914217"/>
                <a:endParaRPr lang="en-US" dirty="0">
                  <a:solidFill>
                    <a:schemeClr val="accent3">
                      <a:lumMod val="10000"/>
                    </a:schemeClr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3" name="Freeform 74">
                <a:extLst>
                  <a:ext uri="{FF2B5EF4-FFF2-40B4-BE49-F238E27FC236}">
                    <a16:creationId xmlns:a16="http://schemas.microsoft.com/office/drawing/2014/main" xmlns="" id="{F71C738D-752C-679D-13EA-C56B3AEB72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4549" y="5032312"/>
                <a:ext cx="1042137" cy="1042138"/>
              </a:xfrm>
              <a:prstGeom prst="roundRect">
                <a:avLst>
                  <a:gd name="adj" fmla="val 7344"/>
                </a:avLst>
              </a:pr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defTabSz="914217"/>
                <a:endParaRPr lang="en-US" dirty="0">
                  <a:solidFill>
                    <a:schemeClr val="accent3">
                      <a:lumMod val="10000"/>
                    </a:schemeClr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xmlns="" id="{EAC22EC4-3EA9-D21C-271D-2F34319B4B1A}"/>
                  </a:ext>
                </a:extLst>
              </p:cNvPr>
              <p:cNvSpPr txBox="1"/>
              <p:nvPr/>
            </p:nvSpPr>
            <p:spPr>
              <a:xfrm>
                <a:off x="3561700" y="5438962"/>
                <a:ext cx="2339023" cy="357790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 defTabSz="914217">
                  <a:lnSpc>
                    <a:spcPts val="1750"/>
                  </a:lnSpc>
                </a:pPr>
                <a:r>
                  <a:rPr lang="en-US" sz="2400" b="1" spc="-15" dirty="0" err="1" smtClean="0">
                    <a:solidFill>
                      <a:schemeClr val="accent3">
                        <a:lumMod val="10000"/>
                      </a:schemeClr>
                    </a:solidFill>
                    <a:latin typeface="Nikosh" panose="02000000000000000000" pitchFamily="2" charset="0"/>
                    <a:cs typeface="Nikosh" panose="02000000000000000000" pitchFamily="2" charset="0"/>
                  </a:rPr>
                  <a:t>এ্যাপস</a:t>
                </a:r>
                <a:r>
                  <a:rPr lang="en-US" sz="2400" b="1" spc="-15" dirty="0" smtClean="0">
                    <a:solidFill>
                      <a:schemeClr val="accent3">
                        <a:lumMod val="10000"/>
                      </a:schemeClr>
                    </a:solidFill>
                    <a:latin typeface="Nikosh" panose="02000000000000000000" pitchFamily="2" charset="0"/>
                    <a:cs typeface="Nikosh" panose="02000000000000000000" pitchFamily="2" charset="0"/>
                  </a:rPr>
                  <a:t> </a:t>
                </a:r>
                <a:r>
                  <a:rPr lang="en-US" sz="2400" b="1" spc="-15" dirty="0" err="1">
                    <a:solidFill>
                      <a:schemeClr val="accent3">
                        <a:lumMod val="10000"/>
                      </a:schemeClr>
                    </a:solidFill>
                    <a:latin typeface="Nikosh" panose="02000000000000000000" pitchFamily="2" charset="0"/>
                    <a:cs typeface="Nikosh" panose="02000000000000000000" pitchFamily="2" charset="0"/>
                  </a:rPr>
                  <a:t>পরিচিতি</a:t>
                </a:r>
                <a:endParaRPr lang="bn-BD" sz="2400" b="1" spc="-15" dirty="0">
                  <a:solidFill>
                    <a:schemeClr val="accent3">
                      <a:lumMod val="10000"/>
                    </a:schemeClr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xmlns="" id="{BA5E4198-5672-9D8E-470C-A0B7FFE18A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15970" y="5157516"/>
                <a:ext cx="791728" cy="791728"/>
              </a:xfrm>
              <a:prstGeom prst="rect">
                <a:avLst/>
              </a:prstGeom>
            </p:spPr>
          </p:pic>
          <p:sp>
            <p:nvSpPr>
              <p:cNvPr id="9" name="Freeform 68">
                <a:extLst>
                  <a:ext uri="{FF2B5EF4-FFF2-40B4-BE49-F238E27FC236}">
                    <a16:creationId xmlns:a16="http://schemas.microsoft.com/office/drawing/2014/main" xmlns="" id="{2BC8FED0-08B3-B913-6A01-B6BF1C42E9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8112" y="4928696"/>
                <a:ext cx="3871652" cy="1249369"/>
              </a:xfrm>
              <a:custGeom>
                <a:avLst/>
                <a:gdLst>
                  <a:gd name="T0" fmla="*/ 3040947 w 8567"/>
                  <a:gd name="T1" fmla="*/ 395911 h 2763"/>
                  <a:gd name="T2" fmla="*/ 2813398 w 8567"/>
                  <a:gd name="T3" fmla="*/ 73851 h 2763"/>
                  <a:gd name="T4" fmla="*/ 2813398 w 8567"/>
                  <a:gd name="T5" fmla="*/ 73851 h 2763"/>
                  <a:gd name="T6" fmla="*/ 2669740 w 8567"/>
                  <a:gd name="T7" fmla="*/ 0 h 2763"/>
                  <a:gd name="T8" fmla="*/ 2396825 w 8567"/>
                  <a:gd name="T9" fmla="*/ 0 h 2763"/>
                  <a:gd name="T10" fmla="*/ 2322296 w 8567"/>
                  <a:gd name="T11" fmla="*/ 0 h 2763"/>
                  <a:gd name="T12" fmla="*/ 2148034 w 8567"/>
                  <a:gd name="T13" fmla="*/ 0 h 2763"/>
                  <a:gd name="T14" fmla="*/ 2049381 w 8567"/>
                  <a:gd name="T15" fmla="*/ 0 h 2763"/>
                  <a:gd name="T16" fmla="*/ 1800229 w 8567"/>
                  <a:gd name="T17" fmla="*/ 0 h 2763"/>
                  <a:gd name="T18" fmla="*/ 403611 w 8567"/>
                  <a:gd name="T19" fmla="*/ 0 h 2763"/>
                  <a:gd name="T20" fmla="*/ 55807 w 8567"/>
                  <a:gd name="T21" fmla="*/ 0 h 2763"/>
                  <a:gd name="T22" fmla="*/ 55807 w 8567"/>
                  <a:gd name="T23" fmla="*/ 0 h 2763"/>
                  <a:gd name="T24" fmla="*/ 0 w 8567"/>
                  <a:gd name="T25" fmla="*/ 55478 h 2763"/>
                  <a:gd name="T26" fmla="*/ 0 w 8567"/>
                  <a:gd name="T27" fmla="*/ 939163 h 2763"/>
                  <a:gd name="T28" fmla="*/ 0 w 8567"/>
                  <a:gd name="T29" fmla="*/ 939163 h 2763"/>
                  <a:gd name="T30" fmla="*/ 55807 w 8567"/>
                  <a:gd name="T31" fmla="*/ 995002 h 2763"/>
                  <a:gd name="T32" fmla="*/ 403611 w 8567"/>
                  <a:gd name="T33" fmla="*/ 995002 h 2763"/>
                  <a:gd name="T34" fmla="*/ 1800229 w 8567"/>
                  <a:gd name="T35" fmla="*/ 995002 h 2763"/>
                  <a:gd name="T36" fmla="*/ 2049381 w 8567"/>
                  <a:gd name="T37" fmla="*/ 995002 h 2763"/>
                  <a:gd name="T38" fmla="*/ 2148034 w 8567"/>
                  <a:gd name="T39" fmla="*/ 995002 h 2763"/>
                  <a:gd name="T40" fmla="*/ 2322296 w 8567"/>
                  <a:gd name="T41" fmla="*/ 995002 h 2763"/>
                  <a:gd name="T42" fmla="*/ 2396825 w 8567"/>
                  <a:gd name="T43" fmla="*/ 995002 h 2763"/>
                  <a:gd name="T44" fmla="*/ 2669740 w 8567"/>
                  <a:gd name="T45" fmla="*/ 995002 h 2763"/>
                  <a:gd name="T46" fmla="*/ 2669740 w 8567"/>
                  <a:gd name="T47" fmla="*/ 995002 h 2763"/>
                  <a:gd name="T48" fmla="*/ 2813398 w 8567"/>
                  <a:gd name="T49" fmla="*/ 920791 h 2763"/>
                  <a:gd name="T50" fmla="*/ 3040947 w 8567"/>
                  <a:gd name="T51" fmla="*/ 598730 h 2763"/>
                  <a:gd name="T52" fmla="*/ 3040947 w 8567"/>
                  <a:gd name="T53" fmla="*/ 598730 h 2763"/>
                  <a:gd name="T54" fmla="*/ 3040947 w 8567"/>
                  <a:gd name="T55" fmla="*/ 395911 h 2763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8567" h="2763">
                    <a:moveTo>
                      <a:pt x="8446" y="1099"/>
                    </a:moveTo>
                    <a:lnTo>
                      <a:pt x="7814" y="205"/>
                    </a:lnTo>
                    <a:cubicBezTo>
                      <a:pt x="7722" y="76"/>
                      <a:pt x="7574" y="0"/>
                      <a:pt x="7415" y="0"/>
                    </a:cubicBezTo>
                    <a:lnTo>
                      <a:pt x="6657" y="0"/>
                    </a:lnTo>
                    <a:lnTo>
                      <a:pt x="6450" y="0"/>
                    </a:lnTo>
                    <a:lnTo>
                      <a:pt x="5966" y="0"/>
                    </a:lnTo>
                    <a:lnTo>
                      <a:pt x="5692" y="0"/>
                    </a:lnTo>
                    <a:lnTo>
                      <a:pt x="5000" y="0"/>
                    </a:lnTo>
                    <a:lnTo>
                      <a:pt x="1121" y="0"/>
                    </a:lnTo>
                    <a:lnTo>
                      <a:pt x="155" y="0"/>
                    </a:lnTo>
                    <a:cubicBezTo>
                      <a:pt x="70" y="0"/>
                      <a:pt x="0" y="70"/>
                      <a:pt x="0" y="154"/>
                    </a:cubicBezTo>
                    <a:lnTo>
                      <a:pt x="0" y="2607"/>
                    </a:lnTo>
                    <a:cubicBezTo>
                      <a:pt x="0" y="2692"/>
                      <a:pt x="70" y="2762"/>
                      <a:pt x="155" y="2762"/>
                    </a:cubicBezTo>
                    <a:lnTo>
                      <a:pt x="1121" y="2762"/>
                    </a:lnTo>
                    <a:lnTo>
                      <a:pt x="5000" y="2762"/>
                    </a:lnTo>
                    <a:lnTo>
                      <a:pt x="5692" y="2762"/>
                    </a:lnTo>
                    <a:lnTo>
                      <a:pt x="5966" y="2762"/>
                    </a:lnTo>
                    <a:lnTo>
                      <a:pt x="6450" y="2762"/>
                    </a:lnTo>
                    <a:lnTo>
                      <a:pt x="6657" y="2762"/>
                    </a:lnTo>
                    <a:lnTo>
                      <a:pt x="7415" y="2762"/>
                    </a:lnTo>
                    <a:cubicBezTo>
                      <a:pt x="7574" y="2762"/>
                      <a:pt x="7722" y="2685"/>
                      <a:pt x="7814" y="2556"/>
                    </a:cubicBezTo>
                    <a:lnTo>
                      <a:pt x="8446" y="1662"/>
                    </a:lnTo>
                    <a:cubicBezTo>
                      <a:pt x="8566" y="1494"/>
                      <a:pt x="8566" y="1267"/>
                      <a:pt x="8446" y="1099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defTabSz="914217"/>
                <a:endParaRPr lang="en-US" dirty="0">
                  <a:solidFill>
                    <a:schemeClr val="accent3">
                      <a:lumMod val="10000"/>
                    </a:schemeClr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10" name="Freeform 74">
                <a:extLst>
                  <a:ext uri="{FF2B5EF4-FFF2-40B4-BE49-F238E27FC236}">
                    <a16:creationId xmlns:a16="http://schemas.microsoft.com/office/drawing/2014/main" xmlns="" id="{6E275861-FA99-453E-2DC9-9215DAED00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39588" y="5032312"/>
                <a:ext cx="1042137" cy="1042138"/>
              </a:xfrm>
              <a:prstGeom prst="roundRect">
                <a:avLst>
                  <a:gd name="adj" fmla="val 7344"/>
                </a:avLst>
              </a:pr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defTabSz="914217"/>
                <a:endParaRPr lang="en-US" dirty="0">
                  <a:solidFill>
                    <a:schemeClr val="accent3">
                      <a:lumMod val="10000"/>
                    </a:schemeClr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="" id="{97A14F11-0F5F-E093-A0C8-934478B0F9ED}"/>
                  </a:ext>
                </a:extLst>
              </p:cNvPr>
              <p:cNvSpPr txBox="1"/>
              <p:nvPr/>
            </p:nvSpPr>
            <p:spPr>
              <a:xfrm>
                <a:off x="8476739" y="5438962"/>
                <a:ext cx="2339023" cy="357790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 defTabSz="914217">
                  <a:lnSpc>
                    <a:spcPts val="1750"/>
                  </a:lnSpc>
                </a:pPr>
                <a:r>
                  <a:rPr lang="en-US" sz="2400" b="1" spc="-15" dirty="0" err="1">
                    <a:solidFill>
                      <a:schemeClr val="accent3">
                        <a:lumMod val="10000"/>
                      </a:schemeClr>
                    </a:solidFill>
                    <a:latin typeface="Nikosh" panose="02000000000000000000" pitchFamily="2" charset="0"/>
                    <a:cs typeface="Nikosh" panose="02000000000000000000" pitchFamily="2" charset="0"/>
                  </a:rPr>
                  <a:t>এ্যাপস</a:t>
                </a:r>
                <a:r>
                  <a:rPr lang="en-US" sz="2400" b="1" spc="-15" dirty="0">
                    <a:solidFill>
                      <a:schemeClr val="accent3">
                        <a:lumMod val="10000"/>
                      </a:schemeClr>
                    </a:solidFill>
                    <a:latin typeface="Nikosh" panose="02000000000000000000" pitchFamily="2" charset="0"/>
                    <a:cs typeface="Nikosh" panose="02000000000000000000" pitchFamily="2" charset="0"/>
                  </a:rPr>
                  <a:t> </a:t>
                </a:r>
                <a:r>
                  <a:rPr lang="en-US" sz="2400" b="1" spc="-15" dirty="0" err="1">
                    <a:solidFill>
                      <a:schemeClr val="accent3">
                        <a:lumMod val="10000"/>
                      </a:schemeClr>
                    </a:solidFill>
                    <a:latin typeface="Nikosh" panose="02000000000000000000" pitchFamily="2" charset="0"/>
                    <a:cs typeface="Nikosh" panose="02000000000000000000" pitchFamily="2" charset="0"/>
                  </a:rPr>
                  <a:t>এর</a:t>
                </a:r>
                <a:r>
                  <a:rPr lang="en-US" sz="2400" b="1" spc="-15" dirty="0">
                    <a:solidFill>
                      <a:schemeClr val="accent3">
                        <a:lumMod val="10000"/>
                      </a:schemeClr>
                    </a:solidFill>
                    <a:latin typeface="Nikosh" panose="02000000000000000000" pitchFamily="2" charset="0"/>
                    <a:cs typeface="Nikosh" panose="02000000000000000000" pitchFamily="2" charset="0"/>
                  </a:rPr>
                  <a:t> </a:t>
                </a:r>
                <a:r>
                  <a:rPr lang="en-US" sz="2400" b="1" spc="-15" dirty="0" err="1">
                    <a:solidFill>
                      <a:schemeClr val="accent3">
                        <a:lumMod val="10000"/>
                      </a:schemeClr>
                    </a:solidFill>
                    <a:latin typeface="Nikosh" panose="02000000000000000000" pitchFamily="2" charset="0"/>
                    <a:cs typeface="Nikosh" panose="02000000000000000000" pitchFamily="2" charset="0"/>
                  </a:rPr>
                  <a:t>কার্যপ্রণালী</a:t>
                </a:r>
                <a:endParaRPr lang="bn-BD" sz="2400" b="1" spc="-15" dirty="0">
                  <a:solidFill>
                    <a:schemeClr val="accent3">
                      <a:lumMod val="10000"/>
                    </a:schemeClr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xmlns="" id="{BF3A10E2-0279-1B98-12B1-5C9131EB2E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7431009" y="5157516"/>
                <a:ext cx="791728" cy="79172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862467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29BAD77-E885-DEBB-470B-3B7FC433A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B9AAC-297A-4046-929D-8F089284F37C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xmlns="" id="{4542D9FF-DD15-C573-C57B-E79ECFCF57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4034260"/>
              </p:ext>
            </p:extLst>
          </p:nvPr>
        </p:nvGraphicFramePr>
        <p:xfrm>
          <a:off x="1957589" y="949689"/>
          <a:ext cx="8276822" cy="59010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itle 1">
            <a:extLst>
              <a:ext uri="{FF2B5EF4-FFF2-40B4-BE49-F238E27FC236}">
                <a16:creationId xmlns:a16="http://schemas.microsoft.com/office/drawing/2014/main" xmlns="" id="{4623FD0D-01C1-EF06-3DC0-69AC839C55B0}"/>
              </a:ext>
            </a:extLst>
          </p:cNvPr>
          <p:cNvSpPr txBox="1">
            <a:spLocks/>
          </p:cNvSpPr>
          <p:nvPr/>
        </p:nvSpPr>
        <p:spPr>
          <a:xfrm>
            <a:off x="2258114" y="392641"/>
            <a:ext cx="7675773" cy="6707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algn="ctr" defTabSz="914400" rtl="0">
              <a:spcBef>
                <a:spcPct val="0"/>
              </a:spcBef>
            </a:pPr>
            <a:r>
              <a:rPr lang="en-US" sz="2400" kern="0" dirty="0">
                <a:solidFill>
                  <a:schemeClr val="tx2"/>
                </a:solidFill>
                <a:latin typeface="Gill Sans MT" panose="020B0502020104020203" pitchFamily="34" charset="0"/>
                <a:cs typeface="Nikosh" panose="02000000000000000000" pitchFamily="2" charset="0"/>
              </a:rPr>
              <a:t>Developing Software with Modules and Digital Features 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BE90F060-9DE8-BCC8-2EF6-75C0212AA0B9}"/>
              </a:ext>
            </a:extLst>
          </p:cNvPr>
          <p:cNvSpPr txBox="1">
            <a:spLocks/>
          </p:cNvSpPr>
          <p:nvPr/>
        </p:nvSpPr>
        <p:spPr>
          <a:xfrm>
            <a:off x="9383438" y="6304103"/>
            <a:ext cx="1807301" cy="25816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1E707DA-24D1-48D4-A4B4-C462D2AADF2B}" type="datetime3">
              <a:rPr lang="en-US" sz="1400" smtClean="0">
                <a:solidFill>
                  <a:schemeClr val="bg1">
                    <a:alpha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12 April 2023</a:t>
            </a:fld>
            <a:endParaRPr lang="en-US" sz="1400" dirty="0">
              <a:solidFill>
                <a:schemeClr val="bg1">
                  <a:alpha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449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8997BB7-0C94-F3D4-D4E6-F0B8957E1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B9AAC-297A-4046-929D-8F089284F37C}" type="slidenum">
              <a:rPr lang="en-US" smtClean="0"/>
              <a:t>4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365EE2CC-A9C0-4777-8669-21F9000390AC}"/>
              </a:ext>
            </a:extLst>
          </p:cNvPr>
          <p:cNvSpPr txBox="1">
            <a:spLocks/>
          </p:cNvSpPr>
          <p:nvPr/>
        </p:nvSpPr>
        <p:spPr>
          <a:xfrm>
            <a:off x="373487" y="679572"/>
            <a:ext cx="9979053" cy="635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eaLnBrk="1" hangingPunct="1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</a:pPr>
            <a:r>
              <a:rPr lang="en-US" sz="2300" dirty="0">
                <a:solidFill>
                  <a:srgbClr val="00B4B0"/>
                </a:solidFill>
                <a:latin typeface="Gill Sans MT" panose="020B0502020104020203" pitchFamily="34" charset="0"/>
                <a:cs typeface="Times New Roman" panose="02020603050405020304" pitchFamily="18" charset="0"/>
              </a:rPr>
              <a:t>DATABASE MANAGEMENT (Listing, Registration, Health Card Distribution, etc.)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432404CF-694B-B4E6-CF98-36AA8EFA24B4}"/>
              </a:ext>
            </a:extLst>
          </p:cNvPr>
          <p:cNvSpPr/>
          <p:nvPr/>
        </p:nvSpPr>
        <p:spPr>
          <a:xfrm>
            <a:off x="2445636" y="1802801"/>
            <a:ext cx="7300729" cy="635599"/>
          </a:xfrm>
          <a:prstGeom prst="roundRect">
            <a:avLst>
              <a:gd name="adj" fmla="val 13527"/>
            </a:avLst>
          </a:prstGeom>
          <a:solidFill>
            <a:srgbClr val="00D0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rgbClr val="002060"/>
                </a:solidFill>
                <a:latin typeface="Gill Sans MT" panose="020B0502020104020203" pitchFamily="34" charset="0"/>
              </a:rPr>
              <a:t>Survey Management (BPL, etc.)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xmlns="" id="{2B719C8C-236C-9DE0-D983-2ED58556DA94}"/>
              </a:ext>
            </a:extLst>
          </p:cNvPr>
          <p:cNvSpPr/>
          <p:nvPr/>
        </p:nvSpPr>
        <p:spPr>
          <a:xfrm>
            <a:off x="2445636" y="2891066"/>
            <a:ext cx="7300729" cy="635599"/>
          </a:xfrm>
          <a:prstGeom prst="roundRect">
            <a:avLst>
              <a:gd name="adj" fmla="val 13527"/>
            </a:avLst>
          </a:prstGeom>
          <a:solidFill>
            <a:srgbClr val="00F2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200" dirty="0">
                <a:solidFill>
                  <a:srgbClr val="002060"/>
                </a:solidFill>
                <a:latin typeface="Gill Sans MT" panose="020B0502020104020203" pitchFamily="34" charset="0"/>
              </a:rPr>
              <a:t>BPL Household Registration &amp; Profile Management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xmlns="" id="{CD542C11-E8C3-D8D1-0964-A22B7A03E97E}"/>
              </a:ext>
            </a:extLst>
          </p:cNvPr>
          <p:cNvSpPr/>
          <p:nvPr/>
        </p:nvSpPr>
        <p:spPr>
          <a:xfrm>
            <a:off x="2445636" y="3979331"/>
            <a:ext cx="7300729" cy="635599"/>
          </a:xfrm>
          <a:prstGeom prst="roundRect">
            <a:avLst>
              <a:gd name="adj" fmla="val 13527"/>
            </a:avLst>
          </a:prstGeom>
          <a:solidFill>
            <a:srgbClr val="00FA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200" dirty="0">
                <a:solidFill>
                  <a:srgbClr val="002060"/>
                </a:solidFill>
                <a:latin typeface="Gill Sans MT" panose="020B0502020104020203" pitchFamily="34" charset="0"/>
              </a:rPr>
              <a:t>Health Card Management (Printing and Distribution Module)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xmlns="" id="{8B4BE7B8-3528-06E7-4FA7-8CC9E6C0444D}"/>
              </a:ext>
            </a:extLst>
          </p:cNvPr>
          <p:cNvSpPr/>
          <p:nvPr/>
        </p:nvSpPr>
        <p:spPr>
          <a:xfrm>
            <a:off x="2445636" y="5067596"/>
            <a:ext cx="7300729" cy="635599"/>
          </a:xfrm>
          <a:prstGeom prst="roundRect">
            <a:avLst>
              <a:gd name="adj" fmla="val 13527"/>
            </a:avLst>
          </a:prstGeom>
          <a:solidFill>
            <a:srgbClr val="21FF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200">
                <a:solidFill>
                  <a:srgbClr val="002060"/>
                </a:solidFill>
                <a:latin typeface="Gill Sans MT" panose="020B0502020104020203" pitchFamily="34" charset="0"/>
              </a:rPr>
              <a:t>Information, Communication &amp; Education (ICE) Management</a:t>
            </a:r>
            <a:endParaRPr lang="en-US" sz="2200" dirty="0">
              <a:solidFill>
                <a:srgbClr val="002060"/>
              </a:solidFill>
              <a:latin typeface="Gill Sans MT" panose="020B0502020104020203" pitchFamily="34" charset="0"/>
            </a:endParaRP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8272CA31-7F2C-A67E-BE7C-B5FA5F6FC2F7}"/>
              </a:ext>
            </a:extLst>
          </p:cNvPr>
          <p:cNvSpPr txBox="1">
            <a:spLocks/>
          </p:cNvSpPr>
          <p:nvPr/>
        </p:nvSpPr>
        <p:spPr>
          <a:xfrm>
            <a:off x="9383438" y="6304103"/>
            <a:ext cx="1807301" cy="25816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1E707DA-24D1-48D4-A4B4-C462D2AADF2B}" type="datetime3">
              <a:rPr lang="en-US" sz="1400" smtClean="0">
                <a:solidFill>
                  <a:schemeClr val="bg1">
                    <a:alpha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12 April 2023</a:t>
            </a:fld>
            <a:endParaRPr lang="en-US" sz="1400" dirty="0">
              <a:solidFill>
                <a:schemeClr val="bg1">
                  <a:alpha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445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F460E455-565B-E401-C02C-3843E3216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B9AAC-297A-4046-929D-8F089284F37C}" type="slidenum">
              <a:rPr lang="en-US" smtClean="0"/>
              <a:t>5</a:t>
            </a:fld>
            <a:endParaRPr lang="en-US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xmlns="" id="{B611F943-079B-FE30-C9E0-0377E86E89DC}"/>
              </a:ext>
            </a:extLst>
          </p:cNvPr>
          <p:cNvSpPr txBox="1">
            <a:spLocks/>
          </p:cNvSpPr>
          <p:nvPr/>
        </p:nvSpPr>
        <p:spPr>
          <a:xfrm>
            <a:off x="231820" y="888573"/>
            <a:ext cx="10266719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sz="2300" dirty="0">
                <a:solidFill>
                  <a:srgbClr val="7030A0"/>
                </a:solidFill>
                <a:latin typeface="Gill Sans MT" panose="020B0502020104020203" pitchFamily="34" charset="0"/>
              </a:rPr>
              <a:t>HEALTH SERVICE MANAGEMENT (Booth Operations,  Admission, Pharmacy, etc.)</a:t>
            </a:r>
          </a:p>
          <a:p>
            <a:endParaRPr lang="en-US" sz="2300" dirty="0">
              <a:solidFill>
                <a:srgbClr val="7030A0"/>
              </a:solidFill>
              <a:latin typeface="Gill Sans MT" panose="020B0502020104020203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xmlns="" id="{C624A7AB-9FA6-50EB-BA4C-FE9C98AE10E1}"/>
              </a:ext>
            </a:extLst>
          </p:cNvPr>
          <p:cNvSpPr/>
          <p:nvPr/>
        </p:nvSpPr>
        <p:spPr>
          <a:xfrm>
            <a:off x="1641816" y="1802801"/>
            <a:ext cx="8284062" cy="635599"/>
          </a:xfrm>
          <a:prstGeom prst="roundRect">
            <a:avLst>
              <a:gd name="adj" fmla="val 13527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dirty="0">
                <a:solidFill>
                  <a:schemeClr val="bg1"/>
                </a:solidFill>
                <a:latin typeface="Gill Sans MT" panose="020B0502020104020203" pitchFamily="34" charset="0"/>
              </a:rPr>
              <a:t>Card Verification &amp; Generation of Patient ID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xmlns="" id="{005F8676-07EF-9C58-0F0F-CDA1E222F94E}"/>
              </a:ext>
            </a:extLst>
          </p:cNvPr>
          <p:cNvSpPr/>
          <p:nvPr/>
        </p:nvSpPr>
        <p:spPr>
          <a:xfrm>
            <a:off x="1641816" y="2899334"/>
            <a:ext cx="8284062" cy="635599"/>
          </a:xfrm>
          <a:prstGeom prst="roundRect">
            <a:avLst>
              <a:gd name="adj" fmla="val 13527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dirty="0">
                <a:solidFill>
                  <a:schemeClr val="bg1"/>
                </a:solidFill>
                <a:latin typeface="Gill Sans MT" panose="020B0502020104020203" pitchFamily="34" charset="0"/>
              </a:rPr>
              <a:t>Outdoor Patient Department (</a:t>
            </a:r>
            <a:r>
              <a:rPr lang="en-US" sz="2200" kern="1200" dirty="0">
                <a:solidFill>
                  <a:schemeClr val="bg1"/>
                </a:solidFill>
                <a:latin typeface="Gill Sans MT" panose="020B0502020104020203" pitchFamily="34" charset="0"/>
              </a:rPr>
              <a:t>OPD) Management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xmlns="" id="{5A343C3D-5247-F1E4-BCD8-C05155105016}"/>
              </a:ext>
            </a:extLst>
          </p:cNvPr>
          <p:cNvSpPr/>
          <p:nvPr/>
        </p:nvSpPr>
        <p:spPr>
          <a:xfrm>
            <a:off x="1641816" y="3995867"/>
            <a:ext cx="8284062" cy="807953"/>
          </a:xfrm>
          <a:prstGeom prst="roundRect">
            <a:avLst>
              <a:gd name="adj" fmla="val 13527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dirty="0">
                <a:solidFill>
                  <a:schemeClr val="bg1"/>
                </a:solidFill>
                <a:latin typeface="Gill Sans MT" panose="020B0502020104020203" pitchFamily="34" charset="0"/>
              </a:rPr>
              <a:t>Indoor Patient Department (IPD) Management</a:t>
            </a:r>
          </a:p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Gill Sans MT" panose="020B0502020104020203" pitchFamily="34" charset="0"/>
              </a:rPr>
              <a:t>(Patient Admission &amp; Treatment)</a:t>
            </a:r>
            <a:r>
              <a:rPr lang="en-US" kern="1200" dirty="0">
                <a:solidFill>
                  <a:schemeClr val="bg1"/>
                </a:solidFill>
                <a:latin typeface="Gill Sans MT" panose="020B0502020104020203" pitchFamily="34" charset="0"/>
              </a:rPr>
              <a:t> 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xmlns="" id="{F648414F-7567-23AE-2307-67E4AAE1D6A6}"/>
              </a:ext>
            </a:extLst>
          </p:cNvPr>
          <p:cNvSpPr/>
          <p:nvPr/>
        </p:nvSpPr>
        <p:spPr>
          <a:xfrm>
            <a:off x="1641816" y="5092399"/>
            <a:ext cx="8284062" cy="1037945"/>
          </a:xfrm>
          <a:prstGeom prst="roundRect">
            <a:avLst>
              <a:gd name="adj" fmla="val 13527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200" kern="1200" dirty="0">
                <a:solidFill>
                  <a:schemeClr val="bg1"/>
                </a:solidFill>
                <a:latin typeface="Gill Sans MT" panose="020B0502020104020203" pitchFamily="34" charset="0"/>
              </a:rPr>
              <a:t>Hospital Automation (SSK, etc.)</a:t>
            </a:r>
          </a:p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>
                <a:solidFill>
                  <a:schemeClr val="bg1"/>
                </a:solidFill>
                <a:latin typeface="Gill Sans MT" panose="020B0502020104020203" pitchFamily="34" charset="0"/>
              </a:rPr>
              <a:t>(Doctor Prescriptions, LIS, SSK Pharmacy, Discharge &amp; Birth/Death Certificate  etc.)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506D2D4A-E40E-EE50-7688-BBCA914D8437}"/>
              </a:ext>
            </a:extLst>
          </p:cNvPr>
          <p:cNvSpPr txBox="1">
            <a:spLocks/>
          </p:cNvSpPr>
          <p:nvPr/>
        </p:nvSpPr>
        <p:spPr>
          <a:xfrm>
            <a:off x="9383438" y="6304103"/>
            <a:ext cx="1807301" cy="25816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1E707DA-24D1-48D4-A4B4-C462D2AADF2B}" type="datetime3">
              <a:rPr lang="en-US" sz="1400" smtClean="0">
                <a:solidFill>
                  <a:schemeClr val="bg1">
                    <a:alpha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12 April 2023</a:t>
            </a:fld>
            <a:endParaRPr lang="en-US" sz="1400" dirty="0">
              <a:solidFill>
                <a:schemeClr val="bg1">
                  <a:alpha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93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A109F015-7A89-CDB9-D4A6-7B1B5DCB9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B9AAC-297A-4046-929D-8F089284F37C}" type="slidenum">
              <a:rPr lang="en-US" smtClean="0"/>
              <a:t>6</a:t>
            </a:fld>
            <a:endParaRPr lang="en-US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xmlns="" id="{B3C89AC9-801C-EBAC-99DB-DFEA535ABCAA}"/>
              </a:ext>
            </a:extLst>
          </p:cNvPr>
          <p:cNvSpPr txBox="1">
            <a:spLocks/>
          </p:cNvSpPr>
          <p:nvPr/>
        </p:nvSpPr>
        <p:spPr>
          <a:xfrm>
            <a:off x="1204539" y="1177561"/>
            <a:ext cx="9782922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</a:pPr>
            <a:r>
              <a:rPr lang="en-US" sz="2300" dirty="0">
                <a:solidFill>
                  <a:srgbClr val="007635"/>
                </a:solidFill>
                <a:latin typeface="Gill Sans MT" panose="020B0502020104020203" pitchFamily="34" charset="0"/>
                <a:cs typeface="Nikosh" panose="02000000000000000000" pitchFamily="2" charset="0"/>
              </a:rPr>
              <a:t>CLAIM  MANAGEMENT (Processing, Payment &amp; Account Management, etc.)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xmlns="" id="{CF24012D-3EFF-70FE-26B3-F8A17715F08A}"/>
              </a:ext>
            </a:extLst>
          </p:cNvPr>
          <p:cNvGrpSpPr/>
          <p:nvPr/>
        </p:nvGrpSpPr>
        <p:grpSpPr>
          <a:xfrm>
            <a:off x="2293004" y="2077172"/>
            <a:ext cx="7075904" cy="3510417"/>
            <a:chOff x="2293004" y="1467572"/>
            <a:chExt cx="7075904" cy="3510417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xmlns="" id="{4912DC0E-0186-70D6-D19A-6BD59A0002E9}"/>
                </a:ext>
              </a:extLst>
            </p:cNvPr>
            <p:cNvSpPr/>
            <p:nvPr/>
          </p:nvSpPr>
          <p:spPr>
            <a:xfrm>
              <a:off x="2293004" y="1467572"/>
              <a:ext cx="7075904" cy="824879"/>
            </a:xfrm>
            <a:prstGeom prst="roundRect">
              <a:avLst/>
            </a:prstGeom>
            <a:solidFill>
              <a:srgbClr val="00AC4E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1179" tIns="161179" rIns="161179" bIns="161179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solidFill>
                    <a:schemeClr val="bg1"/>
                  </a:solidFill>
                  <a:latin typeface="Gill Sans MT" panose="020B0502020104020203" pitchFamily="34" charset="0"/>
                </a:rPr>
                <a:t>Claim Preparation &amp; Submission 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xmlns="" id="{8D603E7B-B60A-8BBF-E4E7-A02E0450031C}"/>
                </a:ext>
              </a:extLst>
            </p:cNvPr>
            <p:cNvSpPr/>
            <p:nvPr/>
          </p:nvSpPr>
          <p:spPr>
            <a:xfrm>
              <a:off x="2301574" y="2810341"/>
              <a:ext cx="7058764" cy="824879"/>
            </a:xfrm>
            <a:prstGeom prst="roundRect">
              <a:avLst/>
            </a:prstGeom>
            <a:solidFill>
              <a:srgbClr val="00AC4E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1179" tIns="161179" rIns="161179" bIns="161179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solidFill>
                    <a:schemeClr val="bg1"/>
                  </a:solidFill>
                  <a:latin typeface="Gill Sans MT" panose="020B0502020104020203" pitchFamily="34" charset="0"/>
                </a:rPr>
                <a:t>Claim File Review &amp; Approval Management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xmlns="" id="{0DBE8E46-370E-F412-6EA1-5863318EADCE}"/>
                </a:ext>
              </a:extLst>
            </p:cNvPr>
            <p:cNvSpPr/>
            <p:nvPr/>
          </p:nvSpPr>
          <p:spPr>
            <a:xfrm>
              <a:off x="2293004" y="4153110"/>
              <a:ext cx="7058765" cy="824879"/>
            </a:xfrm>
            <a:prstGeom prst="roundRect">
              <a:avLst/>
            </a:prstGeom>
            <a:solidFill>
              <a:srgbClr val="00AC4E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1179" tIns="161179" rIns="161179" bIns="161179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kern="1200" dirty="0">
                  <a:solidFill>
                    <a:schemeClr val="bg1"/>
                  </a:solidFill>
                  <a:latin typeface="Gill Sans MT" panose="020B0502020104020203" pitchFamily="34" charset="0"/>
                </a:rPr>
                <a:t>Payment &amp; Fund Management</a:t>
              </a:r>
            </a:p>
          </p:txBody>
        </p:sp>
      </p:grpSp>
      <p:sp>
        <p:nvSpPr>
          <p:cNvPr id="6" name="Date Placeholder 3">
            <a:extLst>
              <a:ext uri="{FF2B5EF4-FFF2-40B4-BE49-F238E27FC236}">
                <a16:creationId xmlns:a16="http://schemas.microsoft.com/office/drawing/2014/main" xmlns="" id="{AC6EC2F8-DAAB-B304-4596-F5D6FF288A81}"/>
              </a:ext>
            </a:extLst>
          </p:cNvPr>
          <p:cNvSpPr txBox="1">
            <a:spLocks/>
          </p:cNvSpPr>
          <p:nvPr/>
        </p:nvSpPr>
        <p:spPr>
          <a:xfrm>
            <a:off x="9383438" y="6304103"/>
            <a:ext cx="1807301" cy="25816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1E707DA-24D1-48D4-A4B4-C462D2AADF2B}" type="datetime3">
              <a:rPr lang="en-US" sz="1400" smtClean="0">
                <a:solidFill>
                  <a:schemeClr val="bg1">
                    <a:alpha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12 April 2023</a:t>
            </a:fld>
            <a:endParaRPr lang="en-US" sz="1400" dirty="0">
              <a:solidFill>
                <a:schemeClr val="bg1">
                  <a:alpha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54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55A12FCD-EE2C-43F7-4A09-207B2875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B9AAC-297A-4046-929D-8F089284F37C}" type="slidenum">
              <a:rPr lang="en-US" smtClean="0"/>
              <a:t>7</a:t>
            </a:fld>
            <a:endParaRPr lang="en-US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xmlns="" id="{0FC5EE9D-5506-47B1-D6A9-70DBB3B5B15B}"/>
              </a:ext>
            </a:extLst>
          </p:cNvPr>
          <p:cNvSpPr txBox="1">
            <a:spLocks/>
          </p:cNvSpPr>
          <p:nvPr/>
        </p:nvSpPr>
        <p:spPr>
          <a:xfrm>
            <a:off x="2552700" y="530016"/>
            <a:ext cx="70866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b="1" dirty="0">
                <a:solidFill>
                  <a:srgbClr val="939E06"/>
                </a:solidFill>
              </a:rPr>
              <a:t>MIS (Reporting, Dashboard Management, etc.) </a:t>
            </a:r>
            <a:endParaRPr lang="en-US" dirty="0">
              <a:solidFill>
                <a:srgbClr val="939E06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4811A750-7A9B-F123-8CCF-FFE66DD35E80}"/>
              </a:ext>
            </a:extLst>
          </p:cNvPr>
          <p:cNvSpPr/>
          <p:nvPr/>
        </p:nvSpPr>
        <p:spPr>
          <a:xfrm>
            <a:off x="1731064" y="1336361"/>
            <a:ext cx="8721624" cy="544159"/>
          </a:xfrm>
          <a:prstGeom prst="roundRect">
            <a:avLst/>
          </a:prstGeom>
          <a:solidFill>
            <a:srgbClr val="939E06"/>
          </a:solidFill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03851" tIns="203851" rIns="203851" bIns="203851" numCol="1" spcCol="1270" anchor="ctr" anchorCtr="0">
            <a:noAutofit/>
          </a:bodyPr>
          <a:lstStyle/>
          <a:p>
            <a:pPr marL="0" lvl="0" indent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b="1" kern="1200" dirty="0">
                <a:solidFill>
                  <a:schemeClr val="bg1"/>
                </a:solidFill>
              </a:rPr>
              <a:t>Database Report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C86ED9B2-3E34-457B-0AA1-85C4F28B9A10}"/>
              </a:ext>
            </a:extLst>
          </p:cNvPr>
          <p:cNvSpPr/>
          <p:nvPr/>
        </p:nvSpPr>
        <p:spPr>
          <a:xfrm>
            <a:off x="1731064" y="2040532"/>
            <a:ext cx="8721624" cy="544159"/>
          </a:xfrm>
          <a:prstGeom prst="roundRect">
            <a:avLst/>
          </a:prstGeom>
          <a:solidFill>
            <a:srgbClr val="939E06"/>
          </a:solidFill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03851" tIns="203851" rIns="203851" bIns="203851" numCol="1" spcCol="1270" anchor="ctr" anchorCtr="0">
            <a:noAutofit/>
          </a:bodyPr>
          <a:lstStyle/>
          <a:p>
            <a:pPr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chemeClr val="bg1"/>
                </a:solidFill>
              </a:rPr>
              <a:t>Pharmacy Stock Report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xmlns="" id="{BF90B140-5E07-B388-0D7E-1A5D5E0E215F}"/>
              </a:ext>
            </a:extLst>
          </p:cNvPr>
          <p:cNvSpPr/>
          <p:nvPr/>
        </p:nvSpPr>
        <p:spPr>
          <a:xfrm>
            <a:off x="1731065" y="2744703"/>
            <a:ext cx="8721622" cy="544159"/>
          </a:xfrm>
          <a:prstGeom prst="roundRect">
            <a:avLst/>
          </a:prstGeom>
          <a:solidFill>
            <a:srgbClr val="939E06"/>
          </a:solidFill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03851" tIns="203851" rIns="203851" bIns="203851" numCol="1" spcCol="1270" anchor="ctr" anchorCtr="0">
            <a:noAutofit/>
          </a:bodyPr>
          <a:lstStyle/>
          <a:p>
            <a:pPr marL="0" lvl="0" indent="0"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b="1" kern="1200" dirty="0">
                <a:solidFill>
                  <a:schemeClr val="bg1"/>
                </a:solidFill>
              </a:rPr>
              <a:t>Service Delivery Report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xmlns="" id="{1115CAD2-71D3-91F2-98F7-AC618BF93C4B}"/>
              </a:ext>
            </a:extLst>
          </p:cNvPr>
          <p:cNvSpPr/>
          <p:nvPr/>
        </p:nvSpPr>
        <p:spPr>
          <a:xfrm>
            <a:off x="1722813" y="3448874"/>
            <a:ext cx="8738126" cy="544159"/>
          </a:xfrm>
          <a:prstGeom prst="roundRect">
            <a:avLst/>
          </a:prstGeom>
          <a:solidFill>
            <a:srgbClr val="939E06"/>
          </a:solidFill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03851" tIns="203851" rIns="203851" bIns="203851" numCol="1" spcCol="1270" anchor="ctr" anchorCtr="0">
            <a:noAutofit/>
          </a:bodyPr>
          <a:lstStyle/>
          <a:p>
            <a:pPr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chemeClr val="bg1"/>
                </a:solidFill>
              </a:rPr>
              <a:t>Provider’s Attendance Report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xmlns="" id="{3D451203-E144-5125-7DFC-47EA0F3BFCD2}"/>
              </a:ext>
            </a:extLst>
          </p:cNvPr>
          <p:cNvSpPr/>
          <p:nvPr/>
        </p:nvSpPr>
        <p:spPr>
          <a:xfrm>
            <a:off x="1722813" y="4153045"/>
            <a:ext cx="8738126" cy="621478"/>
          </a:xfrm>
          <a:prstGeom prst="roundRect">
            <a:avLst/>
          </a:prstGeom>
          <a:solidFill>
            <a:srgbClr val="939E06"/>
          </a:solidFill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03851" tIns="203851" rIns="203851" bIns="203851" numCol="1" spcCol="1270" anchor="ctr" anchorCtr="0">
            <a:noAutofit/>
          </a:bodyPr>
          <a:lstStyle/>
          <a:p>
            <a:pPr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chemeClr val="bg1"/>
                </a:solidFill>
              </a:rPr>
              <a:t>Financial Report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xmlns="" id="{47A8AEC6-0C50-2A78-13AD-4B87A64E922B}"/>
              </a:ext>
            </a:extLst>
          </p:cNvPr>
          <p:cNvSpPr/>
          <p:nvPr/>
        </p:nvSpPr>
        <p:spPr>
          <a:xfrm>
            <a:off x="1722812" y="4934535"/>
            <a:ext cx="8738126" cy="594432"/>
          </a:xfrm>
          <a:prstGeom prst="roundRect">
            <a:avLst/>
          </a:prstGeom>
          <a:solidFill>
            <a:srgbClr val="939E06"/>
          </a:solidFill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03851" tIns="203851" rIns="203851" bIns="203851" numCol="1" spcCol="1270" anchor="ctr" anchorCtr="0">
            <a:noAutofit/>
          </a:bodyPr>
          <a:lstStyle/>
          <a:p>
            <a:pPr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chemeClr val="bg1"/>
                </a:solidFill>
              </a:rPr>
              <a:t>Daily Summary Report of different services 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xmlns="" id="{BAD823E0-E736-6343-E594-D5719B5048B3}"/>
              </a:ext>
            </a:extLst>
          </p:cNvPr>
          <p:cNvSpPr/>
          <p:nvPr/>
        </p:nvSpPr>
        <p:spPr>
          <a:xfrm>
            <a:off x="1731063" y="5688980"/>
            <a:ext cx="8738125" cy="639003"/>
          </a:xfrm>
          <a:prstGeom prst="roundRect">
            <a:avLst/>
          </a:prstGeom>
          <a:solidFill>
            <a:srgbClr val="939E06"/>
          </a:solidFill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5">
              <a:hueOff val="0"/>
              <a:satOff val="0"/>
              <a:lumOff val="0"/>
              <a:alphaOff val="0"/>
            </a:schemeClr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03851" tIns="203851" rIns="203851" bIns="203851" numCol="1" spcCol="1270" anchor="ctr" anchorCtr="0">
            <a:noAutofit/>
          </a:bodyPr>
          <a:lstStyle/>
          <a:p>
            <a:pPr algn="ctr" defTabSz="10223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b="1" dirty="0">
                <a:solidFill>
                  <a:schemeClr val="bg1"/>
                </a:solidFill>
              </a:rPr>
              <a:t>Maintenance &amp;  Updates (Dashboard &amp; Notification Management, etc.)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xmlns="" id="{FD6D1ACC-2346-17E8-B4C1-FC792750FDAE}"/>
              </a:ext>
            </a:extLst>
          </p:cNvPr>
          <p:cNvSpPr txBox="1">
            <a:spLocks/>
          </p:cNvSpPr>
          <p:nvPr/>
        </p:nvSpPr>
        <p:spPr>
          <a:xfrm>
            <a:off x="9383438" y="6304103"/>
            <a:ext cx="1807301" cy="25816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1E707DA-24D1-48D4-A4B4-C462D2AADF2B}" type="datetime3">
              <a:rPr lang="en-US" sz="1400" smtClean="0">
                <a:solidFill>
                  <a:schemeClr val="bg1">
                    <a:alpha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12 April 2023</a:t>
            </a:fld>
            <a:endParaRPr lang="en-US" sz="1400" dirty="0">
              <a:solidFill>
                <a:schemeClr val="bg1">
                  <a:alpha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306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xmlns="" id="{BD322324-2BD8-2944-AE2F-4019C4BF809C}"/>
              </a:ext>
            </a:extLst>
          </p:cNvPr>
          <p:cNvGrpSpPr/>
          <p:nvPr/>
        </p:nvGrpSpPr>
        <p:grpSpPr>
          <a:xfrm>
            <a:off x="8439187" y="1814655"/>
            <a:ext cx="2778419" cy="4559710"/>
            <a:chOff x="16745404" y="2287703"/>
            <a:chExt cx="5880975" cy="9651367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xmlns="" id="{BC8F32BD-43BE-8749-A0E7-4A36A7B39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45404" y="10730600"/>
              <a:ext cx="5880975" cy="1208470"/>
            </a:xfrm>
            <a:custGeom>
              <a:avLst/>
              <a:gdLst>
                <a:gd name="T0" fmla="*/ 1104720 w 6137"/>
                <a:gd name="T1" fmla="*/ 0 h 969"/>
                <a:gd name="T2" fmla="*/ 1104720 w 6137"/>
                <a:gd name="T3" fmla="*/ 0 h 969"/>
                <a:gd name="T4" fmla="*/ 0 w 6137"/>
                <a:gd name="T5" fmla="*/ 174445 h 969"/>
                <a:gd name="T6" fmla="*/ 0 w 6137"/>
                <a:gd name="T7" fmla="*/ 174445 h 969"/>
                <a:gd name="T8" fmla="*/ 1104720 w 6137"/>
                <a:gd name="T9" fmla="*/ 348890 h 969"/>
                <a:gd name="T10" fmla="*/ 1104720 w 6137"/>
                <a:gd name="T11" fmla="*/ 348890 h 969"/>
                <a:gd name="T12" fmla="*/ 2209440 w 6137"/>
                <a:gd name="T13" fmla="*/ 174445 h 969"/>
                <a:gd name="T14" fmla="*/ 2209440 w 6137"/>
                <a:gd name="T15" fmla="*/ 174445 h 969"/>
                <a:gd name="T16" fmla="*/ 1104720 w 6137"/>
                <a:gd name="T17" fmla="*/ 0 h 96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137" h="969">
                  <a:moveTo>
                    <a:pt x="3068" y="0"/>
                  </a:moveTo>
                  <a:lnTo>
                    <a:pt x="3068" y="0"/>
                  </a:lnTo>
                  <a:cubicBezTo>
                    <a:pt x="1374" y="0"/>
                    <a:pt x="0" y="217"/>
                    <a:pt x="0" y="484"/>
                  </a:cubicBezTo>
                  <a:cubicBezTo>
                    <a:pt x="0" y="751"/>
                    <a:pt x="1374" y="968"/>
                    <a:pt x="3068" y="968"/>
                  </a:cubicBezTo>
                  <a:cubicBezTo>
                    <a:pt x="4762" y="968"/>
                    <a:pt x="6136" y="751"/>
                    <a:pt x="6136" y="484"/>
                  </a:cubicBezTo>
                  <a:cubicBezTo>
                    <a:pt x="6136" y="217"/>
                    <a:pt x="4762" y="0"/>
                    <a:pt x="3068" y="0"/>
                  </a:cubicBezTo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xmlns="" id="{50108D6F-8EC0-6C4D-BC46-248773FB8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63127" y="7133631"/>
              <a:ext cx="4129873" cy="4455532"/>
            </a:xfrm>
            <a:custGeom>
              <a:avLst/>
              <a:gdLst>
                <a:gd name="connsiteX0" fmla="*/ 1667002 w 4129873"/>
                <a:gd name="connsiteY0" fmla="*/ 1007 h 4455532"/>
                <a:gd name="connsiteX1" fmla="*/ 1776690 w 4129873"/>
                <a:gd name="connsiteY1" fmla="*/ 80780 h 4455532"/>
                <a:gd name="connsiteX2" fmla="*/ 1801936 w 4129873"/>
                <a:gd name="connsiteY2" fmla="*/ 240089 h 4455532"/>
                <a:gd name="connsiteX3" fmla="*/ 1878910 w 4129873"/>
                <a:gd name="connsiteY3" fmla="*/ 64941 h 4455532"/>
                <a:gd name="connsiteX4" fmla="*/ 4118778 w 4129873"/>
                <a:gd name="connsiteY4" fmla="*/ 4315875 h 4455532"/>
                <a:gd name="connsiteX5" fmla="*/ 4078892 w 4129873"/>
                <a:gd name="connsiteY5" fmla="*/ 4444200 h 4455532"/>
                <a:gd name="connsiteX6" fmla="*/ 3949262 w 4129873"/>
                <a:gd name="connsiteY6" fmla="*/ 4404332 h 4455532"/>
                <a:gd name="connsiteX7" fmla="*/ 1895114 w 4129873"/>
                <a:gd name="connsiteY7" fmla="*/ 502244 h 4455532"/>
                <a:gd name="connsiteX8" fmla="*/ 1857164 w 4129873"/>
                <a:gd name="connsiteY8" fmla="*/ 588574 h 4455532"/>
                <a:gd name="connsiteX9" fmla="*/ 2367504 w 4129873"/>
                <a:gd name="connsiteY9" fmla="*/ 3808876 h 4455532"/>
                <a:gd name="connsiteX10" fmla="*/ 2287732 w 4129873"/>
                <a:gd name="connsiteY10" fmla="*/ 3917316 h 4455532"/>
                <a:gd name="connsiteX11" fmla="*/ 2274020 w 4129873"/>
                <a:gd name="connsiteY11" fmla="*/ 3919808 h 4455532"/>
                <a:gd name="connsiteX12" fmla="*/ 2179290 w 4129873"/>
                <a:gd name="connsiteY12" fmla="*/ 3840036 h 4455532"/>
                <a:gd name="connsiteX13" fmla="*/ 1715308 w 4129873"/>
                <a:gd name="connsiteY13" fmla="*/ 911268 h 4455532"/>
                <a:gd name="connsiteX14" fmla="*/ 182492 w 4129873"/>
                <a:gd name="connsiteY14" fmla="*/ 4398103 h 4455532"/>
                <a:gd name="connsiteX15" fmla="*/ 95242 w 4129873"/>
                <a:gd name="connsiteY15" fmla="*/ 4455414 h 4455532"/>
                <a:gd name="connsiteX16" fmla="*/ 57848 w 4129873"/>
                <a:gd name="connsiteY16" fmla="*/ 4446692 h 4455532"/>
                <a:gd name="connsiteX17" fmla="*/ 7990 w 4129873"/>
                <a:gd name="connsiteY17" fmla="*/ 4322104 h 4455532"/>
                <a:gd name="connsiteX18" fmla="*/ 1660104 w 4129873"/>
                <a:gd name="connsiteY18" fmla="*/ 562819 h 4455532"/>
                <a:gd name="connsiteX19" fmla="*/ 1588478 w 4129873"/>
                <a:gd name="connsiteY19" fmla="*/ 110694 h 4455532"/>
                <a:gd name="connsiteX20" fmla="*/ 1667002 w 4129873"/>
                <a:gd name="connsiteY20" fmla="*/ 1007 h 4455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129873" h="4455532">
                  <a:moveTo>
                    <a:pt x="1667002" y="1007"/>
                  </a:moveTo>
                  <a:cubicBezTo>
                    <a:pt x="1719354" y="-6471"/>
                    <a:pt x="1767964" y="28429"/>
                    <a:pt x="1776690" y="80780"/>
                  </a:cubicBezTo>
                  <a:lnTo>
                    <a:pt x="1801936" y="240089"/>
                  </a:lnTo>
                  <a:lnTo>
                    <a:pt x="1878910" y="64941"/>
                  </a:lnTo>
                  <a:lnTo>
                    <a:pt x="4118778" y="4315875"/>
                  </a:lnTo>
                  <a:cubicBezTo>
                    <a:pt x="4143708" y="4361972"/>
                    <a:pt x="4125010" y="4419283"/>
                    <a:pt x="4078892" y="4444200"/>
                  </a:cubicBezTo>
                  <a:cubicBezTo>
                    <a:pt x="4031528" y="4469118"/>
                    <a:pt x="3974190" y="4451676"/>
                    <a:pt x="3949262" y="4404332"/>
                  </a:cubicBezTo>
                  <a:lnTo>
                    <a:pt x="1895114" y="502244"/>
                  </a:lnTo>
                  <a:lnTo>
                    <a:pt x="1857164" y="588574"/>
                  </a:lnTo>
                  <a:lnTo>
                    <a:pt x="2367504" y="3808876"/>
                  </a:lnTo>
                  <a:cubicBezTo>
                    <a:pt x="2374982" y="3861226"/>
                    <a:pt x="2340082" y="3909837"/>
                    <a:pt x="2287732" y="3917316"/>
                  </a:cubicBezTo>
                  <a:cubicBezTo>
                    <a:pt x="2282746" y="3919808"/>
                    <a:pt x="2277760" y="3919808"/>
                    <a:pt x="2274020" y="3919808"/>
                  </a:cubicBezTo>
                  <a:cubicBezTo>
                    <a:pt x="2226656" y="3919808"/>
                    <a:pt x="2186770" y="3886155"/>
                    <a:pt x="2179290" y="3840036"/>
                  </a:cubicBezTo>
                  <a:lnTo>
                    <a:pt x="1715308" y="911268"/>
                  </a:lnTo>
                  <a:lnTo>
                    <a:pt x="182492" y="4398103"/>
                  </a:lnTo>
                  <a:cubicBezTo>
                    <a:pt x="166288" y="4432988"/>
                    <a:pt x="131388" y="4455414"/>
                    <a:pt x="95242" y="4455414"/>
                  </a:cubicBezTo>
                  <a:cubicBezTo>
                    <a:pt x="81530" y="4455414"/>
                    <a:pt x="69066" y="4452922"/>
                    <a:pt x="57848" y="4446692"/>
                  </a:cubicBezTo>
                  <a:cubicBezTo>
                    <a:pt x="9236" y="4425512"/>
                    <a:pt x="-13200" y="4369448"/>
                    <a:pt x="7990" y="4322104"/>
                  </a:cubicBezTo>
                  <a:lnTo>
                    <a:pt x="1660104" y="562819"/>
                  </a:lnTo>
                  <a:lnTo>
                    <a:pt x="1588478" y="110694"/>
                  </a:lnTo>
                  <a:cubicBezTo>
                    <a:pt x="1579752" y="58344"/>
                    <a:pt x="1615898" y="9732"/>
                    <a:pt x="1667002" y="1007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xmlns="" id="{5D1C2DB7-2556-8048-8EF0-624D2F211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68422" y="2326243"/>
              <a:ext cx="4167700" cy="8122091"/>
            </a:xfrm>
            <a:custGeom>
              <a:avLst/>
              <a:gdLst>
                <a:gd name="connsiteX0" fmla="*/ 3204129 w 4167700"/>
                <a:gd name="connsiteY0" fmla="*/ 0 h 8122091"/>
                <a:gd name="connsiteX1" fmla="*/ 3609185 w 4167700"/>
                <a:gd name="connsiteY1" fmla="*/ 159512 h 8122091"/>
                <a:gd name="connsiteX2" fmla="*/ 3629037 w 4167700"/>
                <a:gd name="connsiteY2" fmla="*/ 164158 h 8122091"/>
                <a:gd name="connsiteX3" fmla="*/ 3483345 w 4167700"/>
                <a:gd name="connsiteY3" fmla="*/ 4670322 h 8122091"/>
                <a:gd name="connsiteX4" fmla="*/ 539591 w 4167700"/>
                <a:gd name="connsiteY4" fmla="*/ 8083893 h 8122091"/>
                <a:gd name="connsiteX5" fmla="*/ 539361 w 4167700"/>
                <a:gd name="connsiteY5" fmla="*/ 8083764 h 8122091"/>
                <a:gd name="connsiteX6" fmla="*/ 539071 w 4167700"/>
                <a:gd name="connsiteY6" fmla="*/ 8084506 h 8122091"/>
                <a:gd name="connsiteX7" fmla="*/ 117845 w 4167700"/>
                <a:gd name="connsiteY7" fmla="*/ 7918567 h 8122091"/>
                <a:gd name="connsiteX8" fmla="*/ 150057 w 4167700"/>
                <a:gd name="connsiteY8" fmla="*/ 7833083 h 8122091"/>
                <a:gd name="connsiteX9" fmla="*/ 283841 w 4167700"/>
                <a:gd name="connsiteY9" fmla="*/ 7885631 h 8122091"/>
                <a:gd name="connsiteX10" fmla="*/ 192787 w 4167700"/>
                <a:gd name="connsiteY10" fmla="*/ 7743564 h 8122091"/>
                <a:gd name="connsiteX11" fmla="*/ 685285 w 4167700"/>
                <a:gd name="connsiteY11" fmla="*/ 3578976 h 8122091"/>
                <a:gd name="connsiteX12" fmla="*/ 3165325 w 4167700"/>
                <a:gd name="connsiteY12" fmla="*/ 172113 h 8122091"/>
                <a:gd name="connsiteX13" fmla="*/ 3305839 w 4167700"/>
                <a:gd name="connsiteY13" fmla="*/ 137955 h 8122091"/>
                <a:gd name="connsiteX14" fmla="*/ 3171917 w 4167700"/>
                <a:gd name="connsiteY14" fmla="*/ 85060 h 8122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67700" h="8122091">
                  <a:moveTo>
                    <a:pt x="3204129" y="0"/>
                  </a:moveTo>
                  <a:lnTo>
                    <a:pt x="3609185" y="159512"/>
                  </a:lnTo>
                  <a:lnTo>
                    <a:pt x="3629037" y="164158"/>
                  </a:lnTo>
                  <a:cubicBezTo>
                    <a:pt x="4401089" y="465650"/>
                    <a:pt x="4335089" y="2483892"/>
                    <a:pt x="3483345" y="4670322"/>
                  </a:cubicBezTo>
                  <a:cubicBezTo>
                    <a:pt x="2630353" y="6856752"/>
                    <a:pt x="1311641" y="8386630"/>
                    <a:pt x="539591" y="8083893"/>
                  </a:cubicBezTo>
                  <a:lnTo>
                    <a:pt x="539361" y="8083764"/>
                  </a:lnTo>
                  <a:lnTo>
                    <a:pt x="539071" y="8084506"/>
                  </a:lnTo>
                  <a:lnTo>
                    <a:pt x="117845" y="7918567"/>
                  </a:lnTo>
                  <a:lnTo>
                    <a:pt x="150057" y="7833083"/>
                  </a:lnTo>
                  <a:lnTo>
                    <a:pt x="283841" y="7885631"/>
                  </a:lnTo>
                  <a:lnTo>
                    <a:pt x="192787" y="7743564"/>
                  </a:lnTo>
                  <a:cubicBezTo>
                    <a:pt x="-181287" y="7020073"/>
                    <a:pt x="-7771" y="5355450"/>
                    <a:pt x="685285" y="3578976"/>
                  </a:cubicBezTo>
                  <a:cubicBezTo>
                    <a:pt x="1385003" y="1784398"/>
                    <a:pt x="2397275" y="433299"/>
                    <a:pt x="3165325" y="172113"/>
                  </a:cubicBezTo>
                  <a:lnTo>
                    <a:pt x="3305839" y="137955"/>
                  </a:lnTo>
                  <a:lnTo>
                    <a:pt x="3171917" y="8506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xmlns="" id="{07848DFA-2D6F-944C-9DB3-47B54C740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68422" y="2326243"/>
              <a:ext cx="4167700" cy="8122091"/>
            </a:xfrm>
            <a:custGeom>
              <a:avLst/>
              <a:gdLst>
                <a:gd name="connsiteX0" fmla="*/ 3204129 w 4167700"/>
                <a:gd name="connsiteY0" fmla="*/ 0 h 8122091"/>
                <a:gd name="connsiteX1" fmla="*/ 3609185 w 4167700"/>
                <a:gd name="connsiteY1" fmla="*/ 159512 h 8122091"/>
                <a:gd name="connsiteX2" fmla="*/ 3629037 w 4167700"/>
                <a:gd name="connsiteY2" fmla="*/ 164158 h 8122091"/>
                <a:gd name="connsiteX3" fmla="*/ 3483345 w 4167700"/>
                <a:gd name="connsiteY3" fmla="*/ 4670322 h 8122091"/>
                <a:gd name="connsiteX4" fmla="*/ 539591 w 4167700"/>
                <a:gd name="connsiteY4" fmla="*/ 8083893 h 8122091"/>
                <a:gd name="connsiteX5" fmla="*/ 539361 w 4167700"/>
                <a:gd name="connsiteY5" fmla="*/ 8083764 h 8122091"/>
                <a:gd name="connsiteX6" fmla="*/ 539071 w 4167700"/>
                <a:gd name="connsiteY6" fmla="*/ 8084506 h 8122091"/>
                <a:gd name="connsiteX7" fmla="*/ 117845 w 4167700"/>
                <a:gd name="connsiteY7" fmla="*/ 7918567 h 8122091"/>
                <a:gd name="connsiteX8" fmla="*/ 150057 w 4167700"/>
                <a:gd name="connsiteY8" fmla="*/ 7833083 h 8122091"/>
                <a:gd name="connsiteX9" fmla="*/ 283841 w 4167700"/>
                <a:gd name="connsiteY9" fmla="*/ 7885631 h 8122091"/>
                <a:gd name="connsiteX10" fmla="*/ 192787 w 4167700"/>
                <a:gd name="connsiteY10" fmla="*/ 7743564 h 8122091"/>
                <a:gd name="connsiteX11" fmla="*/ 685285 w 4167700"/>
                <a:gd name="connsiteY11" fmla="*/ 3578976 h 8122091"/>
                <a:gd name="connsiteX12" fmla="*/ 3165325 w 4167700"/>
                <a:gd name="connsiteY12" fmla="*/ 172113 h 8122091"/>
                <a:gd name="connsiteX13" fmla="*/ 3305839 w 4167700"/>
                <a:gd name="connsiteY13" fmla="*/ 137955 h 8122091"/>
                <a:gd name="connsiteX14" fmla="*/ 3171917 w 4167700"/>
                <a:gd name="connsiteY14" fmla="*/ 85060 h 8122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167700" h="8122091">
                  <a:moveTo>
                    <a:pt x="3204129" y="0"/>
                  </a:moveTo>
                  <a:lnTo>
                    <a:pt x="3609185" y="159512"/>
                  </a:lnTo>
                  <a:lnTo>
                    <a:pt x="3629037" y="164158"/>
                  </a:lnTo>
                  <a:cubicBezTo>
                    <a:pt x="4401089" y="465650"/>
                    <a:pt x="4335089" y="2483892"/>
                    <a:pt x="3483345" y="4670322"/>
                  </a:cubicBezTo>
                  <a:cubicBezTo>
                    <a:pt x="2630353" y="6856752"/>
                    <a:pt x="1311641" y="8386630"/>
                    <a:pt x="539591" y="8083893"/>
                  </a:cubicBezTo>
                  <a:lnTo>
                    <a:pt x="539361" y="8083764"/>
                  </a:lnTo>
                  <a:lnTo>
                    <a:pt x="539071" y="8084506"/>
                  </a:lnTo>
                  <a:lnTo>
                    <a:pt x="117845" y="7918567"/>
                  </a:lnTo>
                  <a:lnTo>
                    <a:pt x="150057" y="7833083"/>
                  </a:lnTo>
                  <a:lnTo>
                    <a:pt x="283841" y="7885631"/>
                  </a:lnTo>
                  <a:lnTo>
                    <a:pt x="192787" y="7743564"/>
                  </a:lnTo>
                  <a:cubicBezTo>
                    <a:pt x="-181287" y="7020073"/>
                    <a:pt x="-7771" y="5355450"/>
                    <a:pt x="685285" y="3578976"/>
                  </a:cubicBezTo>
                  <a:cubicBezTo>
                    <a:pt x="1385003" y="1784398"/>
                    <a:pt x="2397275" y="433299"/>
                    <a:pt x="3165325" y="172113"/>
                  </a:cubicBezTo>
                  <a:lnTo>
                    <a:pt x="3305839" y="137955"/>
                  </a:lnTo>
                  <a:lnTo>
                    <a:pt x="3171917" y="85060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xmlns="" id="{9E299B94-BD74-A94A-AD11-10B0D7926FAD}"/>
                </a:ext>
              </a:extLst>
            </p:cNvPr>
            <p:cNvSpPr/>
            <p:nvPr/>
          </p:nvSpPr>
          <p:spPr>
            <a:xfrm>
              <a:off x="16745404" y="2287703"/>
              <a:ext cx="4167511" cy="7996796"/>
            </a:xfrm>
            <a:custGeom>
              <a:avLst/>
              <a:gdLst>
                <a:gd name="connsiteX0" fmla="*/ 3477186 w 4167511"/>
                <a:gd name="connsiteY0" fmla="*/ 2552 h 7996796"/>
                <a:gd name="connsiteX1" fmla="*/ 3628064 w 4167511"/>
                <a:gd name="connsiteY1" fmla="*/ 37907 h 7996796"/>
                <a:gd name="connsiteX2" fmla="*/ 3482410 w 4167511"/>
                <a:gd name="connsiteY2" fmla="*/ 4545316 h 7996796"/>
                <a:gd name="connsiteX3" fmla="*/ 539448 w 4167511"/>
                <a:gd name="connsiteY3" fmla="*/ 7958888 h 7996796"/>
                <a:gd name="connsiteX4" fmla="*/ 685102 w 4167511"/>
                <a:gd name="connsiteY4" fmla="*/ 3452724 h 7996796"/>
                <a:gd name="connsiteX5" fmla="*/ 3477186 w 4167511"/>
                <a:gd name="connsiteY5" fmla="*/ 2552 h 7996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67511" h="7996796">
                  <a:moveTo>
                    <a:pt x="3477186" y="2552"/>
                  </a:moveTo>
                  <a:cubicBezTo>
                    <a:pt x="3529448" y="7374"/>
                    <a:pt x="3579824" y="19063"/>
                    <a:pt x="3628064" y="37907"/>
                  </a:cubicBezTo>
                  <a:cubicBezTo>
                    <a:pt x="4401152" y="339397"/>
                    <a:pt x="4335172" y="2357640"/>
                    <a:pt x="3482410" y="4545316"/>
                  </a:cubicBezTo>
                  <a:cubicBezTo>
                    <a:pt x="2629648" y="6730500"/>
                    <a:pt x="1311290" y="8260378"/>
                    <a:pt x="539448" y="7958888"/>
                  </a:cubicBezTo>
                  <a:cubicBezTo>
                    <a:pt x="-233641" y="7657397"/>
                    <a:pt x="-167661" y="5639154"/>
                    <a:pt x="685102" y="3452724"/>
                  </a:cubicBezTo>
                  <a:cubicBezTo>
                    <a:pt x="1484566" y="1402946"/>
                    <a:pt x="2693244" y="-69785"/>
                    <a:pt x="3477186" y="255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xmlns="" id="{295285C8-621D-B14B-9149-A86D9003D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45404" y="2287703"/>
              <a:ext cx="4167511" cy="7996796"/>
            </a:xfrm>
            <a:custGeom>
              <a:avLst/>
              <a:gdLst>
                <a:gd name="connsiteX0" fmla="*/ 1902654 w 4167511"/>
                <a:gd name="connsiteY0" fmla="*/ 3138546 h 7996796"/>
                <a:gd name="connsiteX1" fmla="*/ 1955272 w 4167511"/>
                <a:gd name="connsiteY1" fmla="*/ 3142577 h 7996796"/>
                <a:gd name="connsiteX2" fmla="*/ 1915546 w 4167511"/>
                <a:gd name="connsiteY2" fmla="*/ 3933547 h 7996796"/>
                <a:gd name="connsiteX3" fmla="*/ 1410282 w 4167511"/>
                <a:gd name="connsiteY3" fmla="*/ 4542370 h 7996796"/>
                <a:gd name="connsiteX4" fmla="*/ 1450008 w 4167511"/>
                <a:gd name="connsiteY4" fmla="*/ 3751399 h 7996796"/>
                <a:gd name="connsiteX5" fmla="*/ 1902654 w 4167511"/>
                <a:gd name="connsiteY5" fmla="*/ 3138546 h 7996796"/>
                <a:gd name="connsiteX6" fmla="*/ 2274142 w 4167511"/>
                <a:gd name="connsiteY6" fmla="*/ 2349268 h 7996796"/>
                <a:gd name="connsiteX7" fmla="*/ 1234542 w 4167511"/>
                <a:gd name="connsiteY7" fmla="*/ 3666500 h 7996796"/>
                <a:gd name="connsiteX8" fmla="*/ 1156096 w 4167511"/>
                <a:gd name="connsiteY8" fmla="*/ 5365857 h 7996796"/>
                <a:gd name="connsiteX9" fmla="*/ 2251846 w 4167511"/>
                <a:gd name="connsiteY9" fmla="*/ 4062394 h 7996796"/>
                <a:gd name="connsiteX10" fmla="*/ 2329046 w 4167511"/>
                <a:gd name="connsiteY10" fmla="*/ 2361793 h 7996796"/>
                <a:gd name="connsiteX11" fmla="*/ 2274142 w 4167511"/>
                <a:gd name="connsiteY11" fmla="*/ 2349268 h 7996796"/>
                <a:gd name="connsiteX12" fmla="*/ 2643620 w 4167511"/>
                <a:gd name="connsiteY12" fmla="*/ 1571381 h 7996796"/>
                <a:gd name="connsiteX13" fmla="*/ 2730544 w 4167511"/>
                <a:gd name="connsiteY13" fmla="*/ 1591744 h 7996796"/>
                <a:gd name="connsiteX14" fmla="*/ 2635930 w 4167511"/>
                <a:gd name="connsiteY14" fmla="*/ 4214788 h 7996796"/>
                <a:gd name="connsiteX15" fmla="*/ 930376 w 4167511"/>
                <a:gd name="connsiteY15" fmla="*/ 6208550 h 7996796"/>
                <a:gd name="connsiteX16" fmla="*/ 1026236 w 4167511"/>
                <a:gd name="connsiteY16" fmla="*/ 3585507 h 7996796"/>
                <a:gd name="connsiteX17" fmla="*/ 2643620 w 4167511"/>
                <a:gd name="connsiteY17" fmla="*/ 1571381 h 7996796"/>
                <a:gd name="connsiteX18" fmla="*/ 3008834 w 4167511"/>
                <a:gd name="connsiteY18" fmla="*/ 792302 h 7996796"/>
                <a:gd name="connsiteX19" fmla="*/ 812434 w 4167511"/>
                <a:gd name="connsiteY19" fmla="*/ 3503360 h 7996796"/>
                <a:gd name="connsiteX20" fmla="*/ 699156 w 4167511"/>
                <a:gd name="connsiteY20" fmla="*/ 7044700 h 7996796"/>
                <a:gd name="connsiteX21" fmla="*/ 3014512 w 4167511"/>
                <a:gd name="connsiteY21" fmla="*/ 4362848 h 7996796"/>
                <a:gd name="connsiteX22" fmla="*/ 3127792 w 4167511"/>
                <a:gd name="connsiteY22" fmla="*/ 820263 h 7996796"/>
                <a:gd name="connsiteX23" fmla="*/ 3008834 w 4167511"/>
                <a:gd name="connsiteY23" fmla="*/ 792302 h 7996796"/>
                <a:gd name="connsiteX24" fmla="*/ 3477186 w 4167511"/>
                <a:gd name="connsiteY24" fmla="*/ 2552 h 7996796"/>
                <a:gd name="connsiteX25" fmla="*/ 3628064 w 4167511"/>
                <a:gd name="connsiteY25" fmla="*/ 37907 h 7996796"/>
                <a:gd name="connsiteX26" fmla="*/ 3482410 w 4167511"/>
                <a:gd name="connsiteY26" fmla="*/ 4545316 h 7996796"/>
                <a:gd name="connsiteX27" fmla="*/ 539448 w 4167511"/>
                <a:gd name="connsiteY27" fmla="*/ 7958888 h 7996796"/>
                <a:gd name="connsiteX28" fmla="*/ 685102 w 4167511"/>
                <a:gd name="connsiteY28" fmla="*/ 3452724 h 7996796"/>
                <a:gd name="connsiteX29" fmla="*/ 3477186 w 4167511"/>
                <a:gd name="connsiteY29" fmla="*/ 2552 h 7996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167511" h="7996796">
                  <a:moveTo>
                    <a:pt x="1902654" y="3138546"/>
                  </a:moveTo>
                  <a:cubicBezTo>
                    <a:pt x="1921482" y="3135130"/>
                    <a:pt x="1939134" y="3136339"/>
                    <a:pt x="1955272" y="3142577"/>
                  </a:cubicBezTo>
                  <a:cubicBezTo>
                    <a:pt x="2083140" y="3193728"/>
                    <a:pt x="2065760" y="3546795"/>
                    <a:pt x="1915546" y="3933547"/>
                  </a:cubicBezTo>
                  <a:cubicBezTo>
                    <a:pt x="1764090" y="4320299"/>
                    <a:pt x="1539390" y="4591026"/>
                    <a:pt x="1410282" y="4542370"/>
                  </a:cubicBezTo>
                  <a:cubicBezTo>
                    <a:pt x="1282412" y="4492466"/>
                    <a:pt x="1299794" y="4138151"/>
                    <a:pt x="1450008" y="3751399"/>
                  </a:cubicBezTo>
                  <a:cubicBezTo>
                    <a:pt x="1581446" y="3412991"/>
                    <a:pt x="1770860" y="3162460"/>
                    <a:pt x="1902654" y="3138546"/>
                  </a:cubicBezTo>
                  <a:close/>
                  <a:moveTo>
                    <a:pt x="2274142" y="2349268"/>
                  </a:moveTo>
                  <a:cubicBezTo>
                    <a:pt x="1988210" y="2326185"/>
                    <a:pt x="1538052" y="2888018"/>
                    <a:pt x="1234542" y="3666500"/>
                  </a:cubicBezTo>
                  <a:cubicBezTo>
                    <a:pt x="910796" y="4495637"/>
                    <a:pt x="875932" y="5256301"/>
                    <a:pt x="1156096" y="5365857"/>
                  </a:cubicBezTo>
                  <a:cubicBezTo>
                    <a:pt x="1437504" y="5475412"/>
                    <a:pt x="1928102" y="4891531"/>
                    <a:pt x="2251846" y="4062394"/>
                  </a:cubicBezTo>
                  <a:cubicBezTo>
                    <a:pt x="2575590" y="3233258"/>
                    <a:pt x="2610454" y="2471348"/>
                    <a:pt x="2329046" y="2361793"/>
                  </a:cubicBezTo>
                  <a:cubicBezTo>
                    <a:pt x="2311536" y="2354946"/>
                    <a:pt x="2293204" y="2350807"/>
                    <a:pt x="2274142" y="2349268"/>
                  </a:cubicBezTo>
                  <a:close/>
                  <a:moveTo>
                    <a:pt x="2643620" y="1571381"/>
                  </a:moveTo>
                  <a:cubicBezTo>
                    <a:pt x="2673744" y="1574109"/>
                    <a:pt x="2702766" y="1580841"/>
                    <a:pt x="2730544" y="1591744"/>
                  </a:cubicBezTo>
                  <a:cubicBezTo>
                    <a:pt x="3176230" y="1764952"/>
                    <a:pt x="3132658" y="2938780"/>
                    <a:pt x="2635930" y="4214788"/>
                  </a:cubicBezTo>
                  <a:cubicBezTo>
                    <a:pt x="2139204" y="5488303"/>
                    <a:pt x="1374816" y="6381758"/>
                    <a:pt x="930376" y="6208550"/>
                  </a:cubicBezTo>
                  <a:cubicBezTo>
                    <a:pt x="485936" y="6034096"/>
                    <a:pt x="528264" y="4860268"/>
                    <a:pt x="1026236" y="3585507"/>
                  </a:cubicBezTo>
                  <a:cubicBezTo>
                    <a:pt x="1491916" y="2390417"/>
                    <a:pt x="2191752" y="1530462"/>
                    <a:pt x="2643620" y="1571381"/>
                  </a:cubicBezTo>
                  <a:close/>
                  <a:moveTo>
                    <a:pt x="3008834" y="792302"/>
                  </a:moveTo>
                  <a:cubicBezTo>
                    <a:pt x="2390894" y="734620"/>
                    <a:pt x="1440288" y="1891820"/>
                    <a:pt x="812434" y="3503360"/>
                  </a:cubicBezTo>
                  <a:cubicBezTo>
                    <a:pt x="141478" y="5221091"/>
                    <a:pt x="90440" y="6808029"/>
                    <a:pt x="699156" y="7044700"/>
                  </a:cubicBezTo>
                  <a:cubicBezTo>
                    <a:pt x="1307870" y="7282617"/>
                    <a:pt x="2344802" y="6081825"/>
                    <a:pt x="3014512" y="4362848"/>
                  </a:cubicBezTo>
                  <a:cubicBezTo>
                    <a:pt x="3685468" y="2645118"/>
                    <a:pt x="3736506" y="1058179"/>
                    <a:pt x="3127792" y="820263"/>
                  </a:cubicBezTo>
                  <a:cubicBezTo>
                    <a:pt x="3089748" y="805393"/>
                    <a:pt x="3050030" y="796148"/>
                    <a:pt x="3008834" y="792302"/>
                  </a:cubicBezTo>
                  <a:close/>
                  <a:moveTo>
                    <a:pt x="3477186" y="2552"/>
                  </a:moveTo>
                  <a:cubicBezTo>
                    <a:pt x="3529448" y="7374"/>
                    <a:pt x="3579824" y="19063"/>
                    <a:pt x="3628064" y="37907"/>
                  </a:cubicBezTo>
                  <a:cubicBezTo>
                    <a:pt x="4401152" y="339397"/>
                    <a:pt x="4335172" y="2357640"/>
                    <a:pt x="3482410" y="4545316"/>
                  </a:cubicBezTo>
                  <a:cubicBezTo>
                    <a:pt x="2629648" y="6730500"/>
                    <a:pt x="1311290" y="8260378"/>
                    <a:pt x="539448" y="7958888"/>
                  </a:cubicBezTo>
                  <a:cubicBezTo>
                    <a:pt x="-233641" y="7657397"/>
                    <a:pt x="-167661" y="5639154"/>
                    <a:pt x="685102" y="3452724"/>
                  </a:cubicBezTo>
                  <a:cubicBezTo>
                    <a:pt x="1484566" y="1402946"/>
                    <a:pt x="2693244" y="-69785"/>
                    <a:pt x="3477186" y="255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2992AEC6-91A7-F245-BAC7-B2BE7F81B000}"/>
              </a:ext>
            </a:extLst>
          </p:cNvPr>
          <p:cNvSpPr txBox="1"/>
          <p:nvPr/>
        </p:nvSpPr>
        <p:spPr>
          <a:xfrm>
            <a:off x="762001" y="329579"/>
            <a:ext cx="10668000" cy="6617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b">
            <a:spAutoFit/>
          </a:bodyPr>
          <a:lstStyle/>
          <a:p>
            <a:pPr defTabSz="914217"/>
            <a:r>
              <a:rPr lang="en-US" sz="3700" b="1" spc="-145" dirty="0" err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এসএসকে</a:t>
            </a:r>
            <a:r>
              <a:rPr lang="en-US" sz="3700" b="1" spc="-145" dirty="0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700" b="1" spc="-145" dirty="0" err="1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সার্ভের</a:t>
            </a:r>
            <a:r>
              <a:rPr lang="bn-IN" sz="3700" b="1" spc="-145" dirty="0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bn-BD" sz="3700" b="1" spc="-145" dirty="0">
                <a:solidFill>
                  <a:srgbClr val="00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উদ্দেশ‌্য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xmlns="" id="{243A6753-BD24-9145-817B-D0B41DA9D848}"/>
              </a:ext>
            </a:extLst>
          </p:cNvPr>
          <p:cNvSpPr txBox="1"/>
          <p:nvPr/>
        </p:nvSpPr>
        <p:spPr>
          <a:xfrm flipH="1">
            <a:off x="985438" y="1509297"/>
            <a:ext cx="72219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217"/>
            <a:r>
              <a:rPr lang="bn-IN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বিভাগ, জেলা, উপজেলা হতে শুরু করে মৌজা ও গ্রাম পর্যন্ত </a:t>
            </a:r>
            <a:r>
              <a:rPr lang="bn-BD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ভৌগোলিক অবস্থানভিত্তিক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দারিদ্রসীমার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নীচে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বসবাসরত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সকল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খানার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তথ্য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bn-BD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নিরূপণ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।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প্রদত্ত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তথ্যের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ভিত্তিতে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,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যাচাই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বাছাই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পূর্বক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রেজিস্ট্রেশন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সম্পন্ন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করে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স্বাস্থ্য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কার্ড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প্রদানের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মাধ্যমে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সুবিধাবঞ্চিত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ও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দারিদ্রসীমার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নীচে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বসবাসরত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পরিবারকে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সরকার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প্রদত্ত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বিনামূল্যে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স্বাস্থ্য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সেবার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আওতায়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নিয়ে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2400" spc="-10" dirty="0" err="1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আসা</a:t>
            </a:r>
            <a:r>
              <a:rPr lang="en-US" sz="2400" spc="-10" dirty="0">
                <a:solidFill>
                  <a:srgbClr val="27272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।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1EE73F4B-9F4F-6203-E78A-21572B2F4940}"/>
              </a:ext>
            </a:extLst>
          </p:cNvPr>
          <p:cNvGrpSpPr/>
          <p:nvPr/>
        </p:nvGrpSpPr>
        <p:grpSpPr>
          <a:xfrm>
            <a:off x="1615842" y="3394639"/>
            <a:ext cx="7601286" cy="2186798"/>
            <a:chOff x="974394" y="3394639"/>
            <a:chExt cx="7601286" cy="2186798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xmlns="" id="{60AEFFAD-67BF-DF4B-A920-4CEA97AC0B58}"/>
                </a:ext>
              </a:extLst>
            </p:cNvPr>
            <p:cNvGrpSpPr/>
            <p:nvPr/>
          </p:nvGrpSpPr>
          <p:grpSpPr>
            <a:xfrm>
              <a:off x="974394" y="4615673"/>
              <a:ext cx="1692269" cy="965764"/>
              <a:chOff x="2856328" y="9274944"/>
              <a:chExt cx="2098302" cy="1197484"/>
            </a:xfrm>
          </p:grpSpPr>
          <p:sp>
            <p:nvSpPr>
              <p:cNvPr id="46" name="Freeform 18">
                <a:extLst>
                  <a:ext uri="{FF2B5EF4-FFF2-40B4-BE49-F238E27FC236}">
                    <a16:creationId xmlns:a16="http://schemas.microsoft.com/office/drawing/2014/main" xmlns="" id="{F45A7065-D601-5B4F-8C80-E242CDD735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6328" y="9274944"/>
                <a:ext cx="2098302" cy="1197484"/>
              </a:xfrm>
              <a:custGeom>
                <a:avLst/>
                <a:gdLst>
                  <a:gd name="T0" fmla="*/ 0 w 1686"/>
                  <a:gd name="T1" fmla="*/ 146057 h 962"/>
                  <a:gd name="T2" fmla="*/ 123371 w 1686"/>
                  <a:gd name="T3" fmla="*/ 189586 h 962"/>
                  <a:gd name="T4" fmla="*/ 162577 w 1686"/>
                  <a:gd name="T5" fmla="*/ 338161 h 962"/>
                  <a:gd name="T6" fmla="*/ 233794 w 1686"/>
                  <a:gd name="T7" fmla="*/ 277723 h 962"/>
                  <a:gd name="T8" fmla="*/ 338461 w 1686"/>
                  <a:gd name="T9" fmla="*/ 345715 h 962"/>
                  <a:gd name="T10" fmla="*/ 606065 w 1686"/>
                  <a:gd name="T11" fmla="*/ 0 h 962"/>
                  <a:gd name="T12" fmla="*/ 0 w 1686"/>
                  <a:gd name="T13" fmla="*/ 146057 h 9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86" h="962">
                    <a:moveTo>
                      <a:pt x="0" y="406"/>
                    </a:moveTo>
                    <a:lnTo>
                      <a:pt x="343" y="527"/>
                    </a:lnTo>
                    <a:lnTo>
                      <a:pt x="452" y="940"/>
                    </a:lnTo>
                    <a:lnTo>
                      <a:pt x="650" y="772"/>
                    </a:lnTo>
                    <a:lnTo>
                      <a:pt x="941" y="961"/>
                    </a:lnTo>
                    <a:lnTo>
                      <a:pt x="1685" y="0"/>
                    </a:lnTo>
                    <a:lnTo>
                      <a:pt x="0" y="406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defTabSz="914217"/>
                <a:endParaRPr lang="en-US" dirty="0">
                  <a:solidFill>
                    <a:srgbClr val="272727"/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55" name="Freeform 54">
                <a:extLst>
                  <a:ext uri="{FF2B5EF4-FFF2-40B4-BE49-F238E27FC236}">
                    <a16:creationId xmlns:a16="http://schemas.microsoft.com/office/drawing/2014/main" xmlns="" id="{F70B8315-C71D-B14D-B1CA-5CE46404D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6328" y="9274945"/>
                <a:ext cx="2097058" cy="1196239"/>
              </a:xfrm>
              <a:custGeom>
                <a:avLst/>
                <a:gdLst>
                  <a:gd name="connsiteX0" fmla="*/ 2092949 w 2097058"/>
                  <a:gd name="connsiteY0" fmla="*/ 990 h 1196239"/>
                  <a:gd name="connsiteX1" fmla="*/ 2478 w 2097058"/>
                  <a:gd name="connsiteY1" fmla="*/ 506257 h 1196239"/>
                  <a:gd name="connsiteX2" fmla="*/ 0 w 2097058"/>
                  <a:gd name="connsiteY2" fmla="*/ 505383 h 1196239"/>
                  <a:gd name="connsiteX3" fmla="*/ 2097049 w 2097058"/>
                  <a:gd name="connsiteY3" fmla="*/ 2 h 1196239"/>
                  <a:gd name="connsiteX4" fmla="*/ 686612 w 2097058"/>
                  <a:gd name="connsiteY4" fmla="*/ 890022 h 1196239"/>
                  <a:gd name="connsiteX5" fmla="*/ 804541 w 2097058"/>
                  <a:gd name="connsiteY5" fmla="*/ 964720 h 1196239"/>
                  <a:gd name="connsiteX6" fmla="*/ 562534 w 2097058"/>
                  <a:gd name="connsiteY6" fmla="*/ 1170099 h 1196239"/>
                  <a:gd name="connsiteX7" fmla="*/ 427336 w 2097058"/>
                  <a:gd name="connsiteY7" fmla="*/ 657735 h 1196239"/>
                  <a:gd name="connsiteX8" fmla="*/ 2097039 w 2097058"/>
                  <a:gd name="connsiteY8" fmla="*/ 4 h 1196239"/>
                  <a:gd name="connsiteX9" fmla="*/ 2097058 w 2097058"/>
                  <a:gd name="connsiteY9" fmla="*/ 0 h 1196239"/>
                  <a:gd name="connsiteX10" fmla="*/ 1171117 w 2097058"/>
                  <a:gd name="connsiteY10" fmla="*/ 1196239 h 1196239"/>
                  <a:gd name="connsiteX11" fmla="*/ 1170407 w 2097058"/>
                  <a:gd name="connsiteY11" fmla="*/ 1195778 h 1196239"/>
                  <a:gd name="connsiteX12" fmla="*/ 2097051 w 2097058"/>
                  <a:gd name="connsiteY12" fmla="*/ 2 h 1196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97058" h="1196239">
                    <a:moveTo>
                      <a:pt x="2092949" y="990"/>
                    </a:moveTo>
                    <a:lnTo>
                      <a:pt x="2478" y="506257"/>
                    </a:lnTo>
                    <a:lnTo>
                      <a:pt x="0" y="505383"/>
                    </a:lnTo>
                    <a:close/>
                    <a:moveTo>
                      <a:pt x="2097049" y="2"/>
                    </a:moveTo>
                    <a:lnTo>
                      <a:pt x="686612" y="890022"/>
                    </a:lnTo>
                    <a:lnTo>
                      <a:pt x="804541" y="964720"/>
                    </a:lnTo>
                    <a:lnTo>
                      <a:pt x="562534" y="1170099"/>
                    </a:lnTo>
                    <a:lnTo>
                      <a:pt x="427336" y="657735"/>
                    </a:lnTo>
                    <a:lnTo>
                      <a:pt x="2097039" y="4"/>
                    </a:lnTo>
                    <a:close/>
                    <a:moveTo>
                      <a:pt x="2097058" y="0"/>
                    </a:moveTo>
                    <a:lnTo>
                      <a:pt x="1171117" y="1196239"/>
                    </a:lnTo>
                    <a:lnTo>
                      <a:pt x="1170407" y="1195778"/>
                    </a:lnTo>
                    <a:lnTo>
                      <a:pt x="2097051" y="2"/>
                    </a:lnTo>
                    <a:close/>
                  </a:path>
                </a:pathLst>
              </a:custGeom>
              <a:solidFill>
                <a:schemeClr val="tx2">
                  <a:alpha val="10000"/>
                </a:schemeClr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pPr defTabSz="914217"/>
                <a:endParaRPr lang="en-US" dirty="0">
                  <a:solidFill>
                    <a:srgbClr val="272727"/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49" name="Freeform 21">
                <a:extLst>
                  <a:ext uri="{FF2B5EF4-FFF2-40B4-BE49-F238E27FC236}">
                    <a16:creationId xmlns:a16="http://schemas.microsoft.com/office/drawing/2014/main" xmlns="" id="{25CB8586-4CE9-694F-842C-C866033B4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6607" y="10170309"/>
                <a:ext cx="247180" cy="280144"/>
              </a:xfrm>
              <a:custGeom>
                <a:avLst/>
                <a:gdLst>
                  <a:gd name="T0" fmla="*/ 36257 w 199"/>
                  <a:gd name="T1" fmla="*/ 0 h 226"/>
                  <a:gd name="T2" fmla="*/ 0 w 199"/>
                  <a:gd name="T3" fmla="*/ 80604 h 226"/>
                  <a:gd name="T4" fmla="*/ 71078 w 199"/>
                  <a:gd name="T5" fmla="*/ 20420 h 226"/>
                  <a:gd name="T6" fmla="*/ 36257 w 199"/>
                  <a:gd name="T7" fmla="*/ 0 h 2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9" h="226">
                    <a:moveTo>
                      <a:pt x="101" y="0"/>
                    </a:moveTo>
                    <a:lnTo>
                      <a:pt x="0" y="225"/>
                    </a:lnTo>
                    <a:lnTo>
                      <a:pt x="198" y="57"/>
                    </a:lnTo>
                    <a:lnTo>
                      <a:pt x="101" y="0"/>
                    </a:lnTo>
                  </a:path>
                </a:pathLst>
              </a:custGeom>
              <a:solidFill>
                <a:schemeClr val="tx2">
                  <a:alpha val="1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defTabSz="914217"/>
                <a:endParaRPr lang="en-US" dirty="0">
                  <a:solidFill>
                    <a:srgbClr val="272727"/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xmlns="" id="{DC750207-F138-7442-B864-0BABE890F9B1}"/>
                </a:ext>
              </a:extLst>
            </p:cNvPr>
            <p:cNvGrpSpPr/>
            <p:nvPr/>
          </p:nvGrpSpPr>
          <p:grpSpPr>
            <a:xfrm rot="444908">
              <a:off x="3096305" y="3828603"/>
              <a:ext cx="1325083" cy="756214"/>
              <a:chOff x="2856328" y="9274944"/>
              <a:chExt cx="2098302" cy="1197484"/>
            </a:xfrm>
          </p:grpSpPr>
          <p:sp>
            <p:nvSpPr>
              <p:cNvPr id="59" name="Freeform 18">
                <a:extLst>
                  <a:ext uri="{FF2B5EF4-FFF2-40B4-BE49-F238E27FC236}">
                    <a16:creationId xmlns:a16="http://schemas.microsoft.com/office/drawing/2014/main" xmlns="" id="{73AA36C0-5CBA-C84E-8BBD-774C6DD72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6328" y="9274944"/>
                <a:ext cx="2098302" cy="1197484"/>
              </a:xfrm>
              <a:custGeom>
                <a:avLst/>
                <a:gdLst>
                  <a:gd name="T0" fmla="*/ 0 w 1686"/>
                  <a:gd name="T1" fmla="*/ 146057 h 962"/>
                  <a:gd name="T2" fmla="*/ 123371 w 1686"/>
                  <a:gd name="T3" fmla="*/ 189586 h 962"/>
                  <a:gd name="T4" fmla="*/ 162577 w 1686"/>
                  <a:gd name="T5" fmla="*/ 338161 h 962"/>
                  <a:gd name="T6" fmla="*/ 233794 w 1686"/>
                  <a:gd name="T7" fmla="*/ 277723 h 962"/>
                  <a:gd name="T8" fmla="*/ 338461 w 1686"/>
                  <a:gd name="T9" fmla="*/ 345715 h 962"/>
                  <a:gd name="T10" fmla="*/ 606065 w 1686"/>
                  <a:gd name="T11" fmla="*/ 0 h 962"/>
                  <a:gd name="T12" fmla="*/ 0 w 1686"/>
                  <a:gd name="T13" fmla="*/ 146057 h 9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86" h="962">
                    <a:moveTo>
                      <a:pt x="0" y="406"/>
                    </a:moveTo>
                    <a:lnTo>
                      <a:pt x="343" y="527"/>
                    </a:lnTo>
                    <a:lnTo>
                      <a:pt x="452" y="940"/>
                    </a:lnTo>
                    <a:lnTo>
                      <a:pt x="650" y="772"/>
                    </a:lnTo>
                    <a:lnTo>
                      <a:pt x="941" y="961"/>
                    </a:lnTo>
                    <a:lnTo>
                      <a:pt x="1685" y="0"/>
                    </a:lnTo>
                    <a:lnTo>
                      <a:pt x="0" y="406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defTabSz="914217"/>
                <a:endParaRPr lang="en-US" dirty="0">
                  <a:solidFill>
                    <a:srgbClr val="272727"/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xmlns="" id="{1E332F15-D50E-A146-A2F9-CA7E357678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6328" y="9274945"/>
                <a:ext cx="2097058" cy="1196239"/>
              </a:xfrm>
              <a:custGeom>
                <a:avLst/>
                <a:gdLst>
                  <a:gd name="connsiteX0" fmla="*/ 2092949 w 2097058"/>
                  <a:gd name="connsiteY0" fmla="*/ 990 h 1196239"/>
                  <a:gd name="connsiteX1" fmla="*/ 2478 w 2097058"/>
                  <a:gd name="connsiteY1" fmla="*/ 506257 h 1196239"/>
                  <a:gd name="connsiteX2" fmla="*/ 0 w 2097058"/>
                  <a:gd name="connsiteY2" fmla="*/ 505383 h 1196239"/>
                  <a:gd name="connsiteX3" fmla="*/ 2097049 w 2097058"/>
                  <a:gd name="connsiteY3" fmla="*/ 2 h 1196239"/>
                  <a:gd name="connsiteX4" fmla="*/ 686612 w 2097058"/>
                  <a:gd name="connsiteY4" fmla="*/ 890022 h 1196239"/>
                  <a:gd name="connsiteX5" fmla="*/ 804541 w 2097058"/>
                  <a:gd name="connsiteY5" fmla="*/ 964720 h 1196239"/>
                  <a:gd name="connsiteX6" fmla="*/ 562534 w 2097058"/>
                  <a:gd name="connsiteY6" fmla="*/ 1170099 h 1196239"/>
                  <a:gd name="connsiteX7" fmla="*/ 427336 w 2097058"/>
                  <a:gd name="connsiteY7" fmla="*/ 657735 h 1196239"/>
                  <a:gd name="connsiteX8" fmla="*/ 2097039 w 2097058"/>
                  <a:gd name="connsiteY8" fmla="*/ 4 h 1196239"/>
                  <a:gd name="connsiteX9" fmla="*/ 2097058 w 2097058"/>
                  <a:gd name="connsiteY9" fmla="*/ 0 h 1196239"/>
                  <a:gd name="connsiteX10" fmla="*/ 1171117 w 2097058"/>
                  <a:gd name="connsiteY10" fmla="*/ 1196239 h 1196239"/>
                  <a:gd name="connsiteX11" fmla="*/ 1170407 w 2097058"/>
                  <a:gd name="connsiteY11" fmla="*/ 1195778 h 1196239"/>
                  <a:gd name="connsiteX12" fmla="*/ 2097051 w 2097058"/>
                  <a:gd name="connsiteY12" fmla="*/ 2 h 1196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97058" h="1196239">
                    <a:moveTo>
                      <a:pt x="2092949" y="990"/>
                    </a:moveTo>
                    <a:lnTo>
                      <a:pt x="2478" y="506257"/>
                    </a:lnTo>
                    <a:lnTo>
                      <a:pt x="0" y="505383"/>
                    </a:lnTo>
                    <a:close/>
                    <a:moveTo>
                      <a:pt x="2097049" y="2"/>
                    </a:moveTo>
                    <a:lnTo>
                      <a:pt x="686612" y="890022"/>
                    </a:lnTo>
                    <a:lnTo>
                      <a:pt x="804541" y="964720"/>
                    </a:lnTo>
                    <a:lnTo>
                      <a:pt x="562534" y="1170099"/>
                    </a:lnTo>
                    <a:lnTo>
                      <a:pt x="427336" y="657735"/>
                    </a:lnTo>
                    <a:lnTo>
                      <a:pt x="2097039" y="4"/>
                    </a:lnTo>
                    <a:close/>
                    <a:moveTo>
                      <a:pt x="2097058" y="0"/>
                    </a:moveTo>
                    <a:lnTo>
                      <a:pt x="1171117" y="1196239"/>
                    </a:lnTo>
                    <a:lnTo>
                      <a:pt x="1170407" y="1195778"/>
                    </a:lnTo>
                    <a:lnTo>
                      <a:pt x="2097051" y="2"/>
                    </a:lnTo>
                    <a:close/>
                  </a:path>
                </a:pathLst>
              </a:custGeom>
              <a:solidFill>
                <a:schemeClr val="tx2">
                  <a:alpha val="10000"/>
                </a:schemeClr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pPr defTabSz="914217"/>
                <a:endParaRPr lang="en-US" dirty="0">
                  <a:solidFill>
                    <a:srgbClr val="272727"/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61" name="Freeform 21">
                <a:extLst>
                  <a:ext uri="{FF2B5EF4-FFF2-40B4-BE49-F238E27FC236}">
                    <a16:creationId xmlns:a16="http://schemas.microsoft.com/office/drawing/2014/main" xmlns="" id="{232BF426-DEA6-2A47-9669-BC52F421B4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6607" y="10170309"/>
                <a:ext cx="247180" cy="280144"/>
              </a:xfrm>
              <a:custGeom>
                <a:avLst/>
                <a:gdLst>
                  <a:gd name="T0" fmla="*/ 36257 w 199"/>
                  <a:gd name="T1" fmla="*/ 0 h 226"/>
                  <a:gd name="T2" fmla="*/ 0 w 199"/>
                  <a:gd name="T3" fmla="*/ 80604 h 226"/>
                  <a:gd name="T4" fmla="*/ 71078 w 199"/>
                  <a:gd name="T5" fmla="*/ 20420 h 226"/>
                  <a:gd name="T6" fmla="*/ 36257 w 199"/>
                  <a:gd name="T7" fmla="*/ 0 h 2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9" h="226">
                    <a:moveTo>
                      <a:pt x="101" y="0"/>
                    </a:moveTo>
                    <a:lnTo>
                      <a:pt x="0" y="225"/>
                    </a:lnTo>
                    <a:lnTo>
                      <a:pt x="198" y="57"/>
                    </a:lnTo>
                    <a:lnTo>
                      <a:pt x="101" y="0"/>
                    </a:lnTo>
                  </a:path>
                </a:pathLst>
              </a:custGeom>
              <a:solidFill>
                <a:schemeClr val="tx2">
                  <a:alpha val="1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defTabSz="914217"/>
                <a:endParaRPr lang="en-US" dirty="0">
                  <a:solidFill>
                    <a:srgbClr val="272727"/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xmlns="" id="{3F58CE8F-AB5E-594E-B9AB-C7FB443184ED}"/>
                </a:ext>
              </a:extLst>
            </p:cNvPr>
            <p:cNvGrpSpPr/>
            <p:nvPr/>
          </p:nvGrpSpPr>
          <p:grpSpPr>
            <a:xfrm rot="925121">
              <a:off x="4989650" y="3470694"/>
              <a:ext cx="1049151" cy="598742"/>
              <a:chOff x="2856328" y="9274944"/>
              <a:chExt cx="2098302" cy="1197484"/>
            </a:xfrm>
          </p:grpSpPr>
          <p:sp>
            <p:nvSpPr>
              <p:cNvPr id="63" name="Freeform 18">
                <a:extLst>
                  <a:ext uri="{FF2B5EF4-FFF2-40B4-BE49-F238E27FC236}">
                    <a16:creationId xmlns:a16="http://schemas.microsoft.com/office/drawing/2014/main" xmlns="" id="{0C94BA0A-0B33-B34F-96C0-B77BE23D8F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6328" y="9274944"/>
                <a:ext cx="2098302" cy="1197484"/>
              </a:xfrm>
              <a:custGeom>
                <a:avLst/>
                <a:gdLst>
                  <a:gd name="T0" fmla="*/ 0 w 1686"/>
                  <a:gd name="T1" fmla="*/ 146057 h 962"/>
                  <a:gd name="T2" fmla="*/ 123371 w 1686"/>
                  <a:gd name="T3" fmla="*/ 189586 h 962"/>
                  <a:gd name="T4" fmla="*/ 162577 w 1686"/>
                  <a:gd name="T5" fmla="*/ 338161 h 962"/>
                  <a:gd name="T6" fmla="*/ 233794 w 1686"/>
                  <a:gd name="T7" fmla="*/ 277723 h 962"/>
                  <a:gd name="T8" fmla="*/ 338461 w 1686"/>
                  <a:gd name="T9" fmla="*/ 345715 h 962"/>
                  <a:gd name="T10" fmla="*/ 606065 w 1686"/>
                  <a:gd name="T11" fmla="*/ 0 h 962"/>
                  <a:gd name="T12" fmla="*/ 0 w 1686"/>
                  <a:gd name="T13" fmla="*/ 146057 h 9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86" h="962">
                    <a:moveTo>
                      <a:pt x="0" y="406"/>
                    </a:moveTo>
                    <a:lnTo>
                      <a:pt x="343" y="527"/>
                    </a:lnTo>
                    <a:lnTo>
                      <a:pt x="452" y="940"/>
                    </a:lnTo>
                    <a:lnTo>
                      <a:pt x="650" y="772"/>
                    </a:lnTo>
                    <a:lnTo>
                      <a:pt x="941" y="961"/>
                    </a:lnTo>
                    <a:lnTo>
                      <a:pt x="1685" y="0"/>
                    </a:lnTo>
                    <a:lnTo>
                      <a:pt x="0" y="406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defTabSz="914217"/>
                <a:endParaRPr lang="en-US" dirty="0">
                  <a:solidFill>
                    <a:srgbClr val="272727"/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xmlns="" id="{23F8067E-CAD1-B448-99EB-F6F7B08A85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6328" y="9274945"/>
                <a:ext cx="2097058" cy="1196239"/>
              </a:xfrm>
              <a:custGeom>
                <a:avLst/>
                <a:gdLst>
                  <a:gd name="connsiteX0" fmla="*/ 2092949 w 2097058"/>
                  <a:gd name="connsiteY0" fmla="*/ 990 h 1196239"/>
                  <a:gd name="connsiteX1" fmla="*/ 2478 w 2097058"/>
                  <a:gd name="connsiteY1" fmla="*/ 506257 h 1196239"/>
                  <a:gd name="connsiteX2" fmla="*/ 0 w 2097058"/>
                  <a:gd name="connsiteY2" fmla="*/ 505383 h 1196239"/>
                  <a:gd name="connsiteX3" fmla="*/ 2097049 w 2097058"/>
                  <a:gd name="connsiteY3" fmla="*/ 2 h 1196239"/>
                  <a:gd name="connsiteX4" fmla="*/ 686612 w 2097058"/>
                  <a:gd name="connsiteY4" fmla="*/ 890022 h 1196239"/>
                  <a:gd name="connsiteX5" fmla="*/ 804541 w 2097058"/>
                  <a:gd name="connsiteY5" fmla="*/ 964720 h 1196239"/>
                  <a:gd name="connsiteX6" fmla="*/ 562534 w 2097058"/>
                  <a:gd name="connsiteY6" fmla="*/ 1170099 h 1196239"/>
                  <a:gd name="connsiteX7" fmla="*/ 427336 w 2097058"/>
                  <a:gd name="connsiteY7" fmla="*/ 657735 h 1196239"/>
                  <a:gd name="connsiteX8" fmla="*/ 2097039 w 2097058"/>
                  <a:gd name="connsiteY8" fmla="*/ 4 h 1196239"/>
                  <a:gd name="connsiteX9" fmla="*/ 2097058 w 2097058"/>
                  <a:gd name="connsiteY9" fmla="*/ 0 h 1196239"/>
                  <a:gd name="connsiteX10" fmla="*/ 1171117 w 2097058"/>
                  <a:gd name="connsiteY10" fmla="*/ 1196239 h 1196239"/>
                  <a:gd name="connsiteX11" fmla="*/ 1170407 w 2097058"/>
                  <a:gd name="connsiteY11" fmla="*/ 1195778 h 1196239"/>
                  <a:gd name="connsiteX12" fmla="*/ 2097051 w 2097058"/>
                  <a:gd name="connsiteY12" fmla="*/ 2 h 1196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97058" h="1196239">
                    <a:moveTo>
                      <a:pt x="2092949" y="990"/>
                    </a:moveTo>
                    <a:lnTo>
                      <a:pt x="2478" y="506257"/>
                    </a:lnTo>
                    <a:lnTo>
                      <a:pt x="0" y="505383"/>
                    </a:lnTo>
                    <a:close/>
                    <a:moveTo>
                      <a:pt x="2097049" y="2"/>
                    </a:moveTo>
                    <a:lnTo>
                      <a:pt x="686612" y="890022"/>
                    </a:lnTo>
                    <a:lnTo>
                      <a:pt x="804541" y="964720"/>
                    </a:lnTo>
                    <a:lnTo>
                      <a:pt x="562534" y="1170099"/>
                    </a:lnTo>
                    <a:lnTo>
                      <a:pt x="427336" y="657735"/>
                    </a:lnTo>
                    <a:lnTo>
                      <a:pt x="2097039" y="4"/>
                    </a:lnTo>
                    <a:close/>
                    <a:moveTo>
                      <a:pt x="2097058" y="0"/>
                    </a:moveTo>
                    <a:lnTo>
                      <a:pt x="1171117" y="1196239"/>
                    </a:lnTo>
                    <a:lnTo>
                      <a:pt x="1170407" y="1195778"/>
                    </a:lnTo>
                    <a:lnTo>
                      <a:pt x="2097051" y="2"/>
                    </a:lnTo>
                    <a:close/>
                  </a:path>
                </a:pathLst>
              </a:custGeom>
              <a:solidFill>
                <a:schemeClr val="tx2">
                  <a:alpha val="10000"/>
                </a:schemeClr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pPr defTabSz="914217"/>
                <a:endParaRPr lang="en-US" dirty="0">
                  <a:solidFill>
                    <a:srgbClr val="272727"/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65" name="Freeform 21">
                <a:extLst>
                  <a:ext uri="{FF2B5EF4-FFF2-40B4-BE49-F238E27FC236}">
                    <a16:creationId xmlns:a16="http://schemas.microsoft.com/office/drawing/2014/main" xmlns="" id="{0F07873E-0643-C54F-8396-15318CAE31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6607" y="10170309"/>
                <a:ext cx="247180" cy="280144"/>
              </a:xfrm>
              <a:custGeom>
                <a:avLst/>
                <a:gdLst>
                  <a:gd name="T0" fmla="*/ 36257 w 199"/>
                  <a:gd name="T1" fmla="*/ 0 h 226"/>
                  <a:gd name="T2" fmla="*/ 0 w 199"/>
                  <a:gd name="T3" fmla="*/ 80604 h 226"/>
                  <a:gd name="T4" fmla="*/ 71078 w 199"/>
                  <a:gd name="T5" fmla="*/ 20420 h 226"/>
                  <a:gd name="T6" fmla="*/ 36257 w 199"/>
                  <a:gd name="T7" fmla="*/ 0 h 2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9" h="226">
                    <a:moveTo>
                      <a:pt x="101" y="0"/>
                    </a:moveTo>
                    <a:lnTo>
                      <a:pt x="0" y="225"/>
                    </a:lnTo>
                    <a:lnTo>
                      <a:pt x="198" y="57"/>
                    </a:lnTo>
                    <a:lnTo>
                      <a:pt x="101" y="0"/>
                    </a:lnTo>
                  </a:path>
                </a:pathLst>
              </a:custGeom>
              <a:solidFill>
                <a:schemeClr val="tx2">
                  <a:alpha val="1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defTabSz="914217"/>
                <a:endParaRPr lang="en-US" dirty="0">
                  <a:solidFill>
                    <a:srgbClr val="272727"/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xmlns="" id="{60AEFF75-BBE2-F042-B0FA-53D3D8858D1A}"/>
                </a:ext>
              </a:extLst>
            </p:cNvPr>
            <p:cNvGrpSpPr/>
            <p:nvPr/>
          </p:nvGrpSpPr>
          <p:grpSpPr>
            <a:xfrm rot="1658453">
              <a:off x="6718802" y="3394639"/>
              <a:ext cx="788178" cy="449807"/>
              <a:chOff x="2856328" y="9274944"/>
              <a:chExt cx="2098302" cy="1197484"/>
            </a:xfrm>
          </p:grpSpPr>
          <p:sp>
            <p:nvSpPr>
              <p:cNvPr id="67" name="Freeform 18">
                <a:extLst>
                  <a:ext uri="{FF2B5EF4-FFF2-40B4-BE49-F238E27FC236}">
                    <a16:creationId xmlns:a16="http://schemas.microsoft.com/office/drawing/2014/main" xmlns="" id="{6AB21B0F-5451-EB41-91A6-552221846C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6328" y="9274944"/>
                <a:ext cx="2098302" cy="1197484"/>
              </a:xfrm>
              <a:custGeom>
                <a:avLst/>
                <a:gdLst>
                  <a:gd name="T0" fmla="*/ 0 w 1686"/>
                  <a:gd name="T1" fmla="*/ 146057 h 962"/>
                  <a:gd name="T2" fmla="*/ 123371 w 1686"/>
                  <a:gd name="T3" fmla="*/ 189586 h 962"/>
                  <a:gd name="T4" fmla="*/ 162577 w 1686"/>
                  <a:gd name="T5" fmla="*/ 338161 h 962"/>
                  <a:gd name="T6" fmla="*/ 233794 w 1686"/>
                  <a:gd name="T7" fmla="*/ 277723 h 962"/>
                  <a:gd name="T8" fmla="*/ 338461 w 1686"/>
                  <a:gd name="T9" fmla="*/ 345715 h 962"/>
                  <a:gd name="T10" fmla="*/ 606065 w 1686"/>
                  <a:gd name="T11" fmla="*/ 0 h 962"/>
                  <a:gd name="T12" fmla="*/ 0 w 1686"/>
                  <a:gd name="T13" fmla="*/ 146057 h 9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86" h="962">
                    <a:moveTo>
                      <a:pt x="0" y="406"/>
                    </a:moveTo>
                    <a:lnTo>
                      <a:pt x="343" y="527"/>
                    </a:lnTo>
                    <a:lnTo>
                      <a:pt x="452" y="940"/>
                    </a:lnTo>
                    <a:lnTo>
                      <a:pt x="650" y="772"/>
                    </a:lnTo>
                    <a:lnTo>
                      <a:pt x="941" y="961"/>
                    </a:lnTo>
                    <a:lnTo>
                      <a:pt x="1685" y="0"/>
                    </a:lnTo>
                    <a:lnTo>
                      <a:pt x="0" y="406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defTabSz="914217"/>
                <a:endParaRPr lang="en-US" dirty="0">
                  <a:solidFill>
                    <a:srgbClr val="272727"/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xmlns="" id="{B8E97F5D-9F02-504E-8059-A9B3BBB86B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6328" y="9274945"/>
                <a:ext cx="2097058" cy="1196239"/>
              </a:xfrm>
              <a:custGeom>
                <a:avLst/>
                <a:gdLst>
                  <a:gd name="connsiteX0" fmla="*/ 2092949 w 2097058"/>
                  <a:gd name="connsiteY0" fmla="*/ 990 h 1196239"/>
                  <a:gd name="connsiteX1" fmla="*/ 2478 w 2097058"/>
                  <a:gd name="connsiteY1" fmla="*/ 506257 h 1196239"/>
                  <a:gd name="connsiteX2" fmla="*/ 0 w 2097058"/>
                  <a:gd name="connsiteY2" fmla="*/ 505383 h 1196239"/>
                  <a:gd name="connsiteX3" fmla="*/ 2097049 w 2097058"/>
                  <a:gd name="connsiteY3" fmla="*/ 2 h 1196239"/>
                  <a:gd name="connsiteX4" fmla="*/ 686612 w 2097058"/>
                  <a:gd name="connsiteY4" fmla="*/ 890022 h 1196239"/>
                  <a:gd name="connsiteX5" fmla="*/ 804541 w 2097058"/>
                  <a:gd name="connsiteY5" fmla="*/ 964720 h 1196239"/>
                  <a:gd name="connsiteX6" fmla="*/ 562534 w 2097058"/>
                  <a:gd name="connsiteY6" fmla="*/ 1170099 h 1196239"/>
                  <a:gd name="connsiteX7" fmla="*/ 427336 w 2097058"/>
                  <a:gd name="connsiteY7" fmla="*/ 657735 h 1196239"/>
                  <a:gd name="connsiteX8" fmla="*/ 2097039 w 2097058"/>
                  <a:gd name="connsiteY8" fmla="*/ 4 h 1196239"/>
                  <a:gd name="connsiteX9" fmla="*/ 2097058 w 2097058"/>
                  <a:gd name="connsiteY9" fmla="*/ 0 h 1196239"/>
                  <a:gd name="connsiteX10" fmla="*/ 1171117 w 2097058"/>
                  <a:gd name="connsiteY10" fmla="*/ 1196239 h 1196239"/>
                  <a:gd name="connsiteX11" fmla="*/ 1170407 w 2097058"/>
                  <a:gd name="connsiteY11" fmla="*/ 1195778 h 1196239"/>
                  <a:gd name="connsiteX12" fmla="*/ 2097051 w 2097058"/>
                  <a:gd name="connsiteY12" fmla="*/ 2 h 1196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97058" h="1196239">
                    <a:moveTo>
                      <a:pt x="2092949" y="990"/>
                    </a:moveTo>
                    <a:lnTo>
                      <a:pt x="2478" y="506257"/>
                    </a:lnTo>
                    <a:lnTo>
                      <a:pt x="0" y="505383"/>
                    </a:lnTo>
                    <a:close/>
                    <a:moveTo>
                      <a:pt x="2097049" y="2"/>
                    </a:moveTo>
                    <a:lnTo>
                      <a:pt x="686612" y="890022"/>
                    </a:lnTo>
                    <a:lnTo>
                      <a:pt x="804541" y="964720"/>
                    </a:lnTo>
                    <a:lnTo>
                      <a:pt x="562534" y="1170099"/>
                    </a:lnTo>
                    <a:lnTo>
                      <a:pt x="427336" y="657735"/>
                    </a:lnTo>
                    <a:lnTo>
                      <a:pt x="2097039" y="4"/>
                    </a:lnTo>
                    <a:close/>
                    <a:moveTo>
                      <a:pt x="2097058" y="0"/>
                    </a:moveTo>
                    <a:lnTo>
                      <a:pt x="1171117" y="1196239"/>
                    </a:lnTo>
                    <a:lnTo>
                      <a:pt x="1170407" y="1195778"/>
                    </a:lnTo>
                    <a:lnTo>
                      <a:pt x="2097051" y="2"/>
                    </a:lnTo>
                    <a:close/>
                  </a:path>
                </a:pathLst>
              </a:custGeom>
              <a:solidFill>
                <a:schemeClr val="tx2">
                  <a:alpha val="10000"/>
                </a:schemeClr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pPr defTabSz="914217"/>
                <a:endParaRPr lang="en-US" dirty="0">
                  <a:solidFill>
                    <a:srgbClr val="272727"/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69" name="Freeform 21">
                <a:extLst>
                  <a:ext uri="{FF2B5EF4-FFF2-40B4-BE49-F238E27FC236}">
                    <a16:creationId xmlns:a16="http://schemas.microsoft.com/office/drawing/2014/main" xmlns="" id="{DABF1E7B-64D4-9842-BDB7-75C9BDB9B9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6607" y="10170309"/>
                <a:ext cx="247180" cy="280144"/>
              </a:xfrm>
              <a:custGeom>
                <a:avLst/>
                <a:gdLst>
                  <a:gd name="T0" fmla="*/ 36257 w 199"/>
                  <a:gd name="T1" fmla="*/ 0 h 226"/>
                  <a:gd name="T2" fmla="*/ 0 w 199"/>
                  <a:gd name="T3" fmla="*/ 80604 h 226"/>
                  <a:gd name="T4" fmla="*/ 71078 w 199"/>
                  <a:gd name="T5" fmla="*/ 20420 h 226"/>
                  <a:gd name="T6" fmla="*/ 36257 w 199"/>
                  <a:gd name="T7" fmla="*/ 0 h 2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9" h="226">
                    <a:moveTo>
                      <a:pt x="101" y="0"/>
                    </a:moveTo>
                    <a:lnTo>
                      <a:pt x="0" y="225"/>
                    </a:lnTo>
                    <a:lnTo>
                      <a:pt x="198" y="57"/>
                    </a:lnTo>
                    <a:lnTo>
                      <a:pt x="101" y="0"/>
                    </a:lnTo>
                  </a:path>
                </a:pathLst>
              </a:custGeom>
              <a:solidFill>
                <a:schemeClr val="tx2">
                  <a:alpha val="1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pPr defTabSz="914217"/>
                <a:endParaRPr lang="en-US" dirty="0">
                  <a:solidFill>
                    <a:srgbClr val="272727"/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xmlns="" id="{0D79DF16-B87A-1737-62B5-84E414621CD2}"/>
                </a:ext>
              </a:extLst>
            </p:cNvPr>
            <p:cNvGrpSpPr/>
            <p:nvPr/>
          </p:nvGrpSpPr>
          <p:grpSpPr>
            <a:xfrm rot="1658453">
              <a:off x="8110925" y="3480196"/>
              <a:ext cx="464755" cy="265232"/>
              <a:chOff x="2856328" y="9274944"/>
              <a:chExt cx="2098302" cy="1197484"/>
            </a:xfrm>
            <a:solidFill>
              <a:srgbClr val="00B0F0"/>
            </a:solidFill>
          </p:grpSpPr>
          <p:sp>
            <p:nvSpPr>
              <p:cNvPr id="44" name="Freeform 18">
                <a:extLst>
                  <a:ext uri="{FF2B5EF4-FFF2-40B4-BE49-F238E27FC236}">
                    <a16:creationId xmlns:a16="http://schemas.microsoft.com/office/drawing/2014/main" xmlns="" id="{98B9BC5D-29BF-F294-74DC-4503DF628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6328" y="9274944"/>
                <a:ext cx="2098302" cy="1197484"/>
              </a:xfrm>
              <a:custGeom>
                <a:avLst/>
                <a:gdLst>
                  <a:gd name="T0" fmla="*/ 0 w 1686"/>
                  <a:gd name="T1" fmla="*/ 146057 h 962"/>
                  <a:gd name="T2" fmla="*/ 123371 w 1686"/>
                  <a:gd name="T3" fmla="*/ 189586 h 962"/>
                  <a:gd name="T4" fmla="*/ 162577 w 1686"/>
                  <a:gd name="T5" fmla="*/ 338161 h 962"/>
                  <a:gd name="T6" fmla="*/ 233794 w 1686"/>
                  <a:gd name="T7" fmla="*/ 277723 h 962"/>
                  <a:gd name="T8" fmla="*/ 338461 w 1686"/>
                  <a:gd name="T9" fmla="*/ 345715 h 962"/>
                  <a:gd name="T10" fmla="*/ 606065 w 1686"/>
                  <a:gd name="T11" fmla="*/ 0 h 962"/>
                  <a:gd name="T12" fmla="*/ 0 w 1686"/>
                  <a:gd name="T13" fmla="*/ 146057 h 96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86" h="962">
                    <a:moveTo>
                      <a:pt x="0" y="406"/>
                    </a:moveTo>
                    <a:lnTo>
                      <a:pt x="343" y="527"/>
                    </a:lnTo>
                    <a:lnTo>
                      <a:pt x="452" y="940"/>
                    </a:lnTo>
                    <a:lnTo>
                      <a:pt x="650" y="772"/>
                    </a:lnTo>
                    <a:lnTo>
                      <a:pt x="941" y="961"/>
                    </a:lnTo>
                    <a:lnTo>
                      <a:pt x="1685" y="0"/>
                    </a:lnTo>
                    <a:lnTo>
                      <a:pt x="0" y="406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 defTabSz="914217"/>
                <a:endParaRPr lang="en-US" dirty="0">
                  <a:solidFill>
                    <a:srgbClr val="272727"/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47" name="Freeform 67">
                <a:extLst>
                  <a:ext uri="{FF2B5EF4-FFF2-40B4-BE49-F238E27FC236}">
                    <a16:creationId xmlns:a16="http://schemas.microsoft.com/office/drawing/2014/main" xmlns="" id="{E641A1F2-1AFB-F6A1-48BF-BD02546864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6328" y="9274945"/>
                <a:ext cx="2097058" cy="1196239"/>
              </a:xfrm>
              <a:custGeom>
                <a:avLst/>
                <a:gdLst>
                  <a:gd name="connsiteX0" fmla="*/ 2092949 w 2097058"/>
                  <a:gd name="connsiteY0" fmla="*/ 990 h 1196239"/>
                  <a:gd name="connsiteX1" fmla="*/ 2478 w 2097058"/>
                  <a:gd name="connsiteY1" fmla="*/ 506257 h 1196239"/>
                  <a:gd name="connsiteX2" fmla="*/ 0 w 2097058"/>
                  <a:gd name="connsiteY2" fmla="*/ 505383 h 1196239"/>
                  <a:gd name="connsiteX3" fmla="*/ 2097049 w 2097058"/>
                  <a:gd name="connsiteY3" fmla="*/ 2 h 1196239"/>
                  <a:gd name="connsiteX4" fmla="*/ 686612 w 2097058"/>
                  <a:gd name="connsiteY4" fmla="*/ 890022 h 1196239"/>
                  <a:gd name="connsiteX5" fmla="*/ 804541 w 2097058"/>
                  <a:gd name="connsiteY5" fmla="*/ 964720 h 1196239"/>
                  <a:gd name="connsiteX6" fmla="*/ 562534 w 2097058"/>
                  <a:gd name="connsiteY6" fmla="*/ 1170099 h 1196239"/>
                  <a:gd name="connsiteX7" fmla="*/ 427336 w 2097058"/>
                  <a:gd name="connsiteY7" fmla="*/ 657735 h 1196239"/>
                  <a:gd name="connsiteX8" fmla="*/ 2097039 w 2097058"/>
                  <a:gd name="connsiteY8" fmla="*/ 4 h 1196239"/>
                  <a:gd name="connsiteX9" fmla="*/ 2097058 w 2097058"/>
                  <a:gd name="connsiteY9" fmla="*/ 0 h 1196239"/>
                  <a:gd name="connsiteX10" fmla="*/ 1171117 w 2097058"/>
                  <a:gd name="connsiteY10" fmla="*/ 1196239 h 1196239"/>
                  <a:gd name="connsiteX11" fmla="*/ 1170407 w 2097058"/>
                  <a:gd name="connsiteY11" fmla="*/ 1195778 h 1196239"/>
                  <a:gd name="connsiteX12" fmla="*/ 2097051 w 2097058"/>
                  <a:gd name="connsiteY12" fmla="*/ 2 h 1196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97058" h="1196239">
                    <a:moveTo>
                      <a:pt x="2092949" y="990"/>
                    </a:moveTo>
                    <a:lnTo>
                      <a:pt x="2478" y="506257"/>
                    </a:lnTo>
                    <a:lnTo>
                      <a:pt x="0" y="505383"/>
                    </a:lnTo>
                    <a:close/>
                    <a:moveTo>
                      <a:pt x="2097049" y="2"/>
                    </a:moveTo>
                    <a:lnTo>
                      <a:pt x="686612" y="890022"/>
                    </a:lnTo>
                    <a:lnTo>
                      <a:pt x="804541" y="964720"/>
                    </a:lnTo>
                    <a:lnTo>
                      <a:pt x="562534" y="1170099"/>
                    </a:lnTo>
                    <a:lnTo>
                      <a:pt x="427336" y="657735"/>
                    </a:lnTo>
                    <a:lnTo>
                      <a:pt x="2097039" y="4"/>
                    </a:lnTo>
                    <a:close/>
                    <a:moveTo>
                      <a:pt x="2097058" y="0"/>
                    </a:moveTo>
                    <a:lnTo>
                      <a:pt x="1171117" y="1196239"/>
                    </a:lnTo>
                    <a:lnTo>
                      <a:pt x="1170407" y="1195778"/>
                    </a:lnTo>
                    <a:lnTo>
                      <a:pt x="2097051" y="2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pPr defTabSz="914217"/>
                <a:endParaRPr lang="en-US" dirty="0">
                  <a:solidFill>
                    <a:srgbClr val="272727"/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  <p:sp>
            <p:nvSpPr>
              <p:cNvPr id="48" name="Freeform 21">
                <a:extLst>
                  <a:ext uri="{FF2B5EF4-FFF2-40B4-BE49-F238E27FC236}">
                    <a16:creationId xmlns:a16="http://schemas.microsoft.com/office/drawing/2014/main" xmlns="" id="{261F9AF5-F0E8-83D5-0252-1761BD21C7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6607" y="10170309"/>
                <a:ext cx="247180" cy="280144"/>
              </a:xfrm>
              <a:custGeom>
                <a:avLst/>
                <a:gdLst>
                  <a:gd name="T0" fmla="*/ 36257 w 199"/>
                  <a:gd name="T1" fmla="*/ 0 h 226"/>
                  <a:gd name="T2" fmla="*/ 0 w 199"/>
                  <a:gd name="T3" fmla="*/ 80604 h 226"/>
                  <a:gd name="T4" fmla="*/ 71078 w 199"/>
                  <a:gd name="T5" fmla="*/ 20420 h 226"/>
                  <a:gd name="T6" fmla="*/ 36257 w 199"/>
                  <a:gd name="T7" fmla="*/ 0 h 2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9" h="226">
                    <a:moveTo>
                      <a:pt x="101" y="0"/>
                    </a:moveTo>
                    <a:lnTo>
                      <a:pt x="0" y="225"/>
                    </a:lnTo>
                    <a:lnTo>
                      <a:pt x="198" y="57"/>
                    </a:lnTo>
                    <a:lnTo>
                      <a:pt x="101" y="0"/>
                    </a:ln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wrap="none" anchor="ctr"/>
              <a:lstStyle/>
              <a:p>
                <a:pPr defTabSz="914217"/>
                <a:endParaRPr lang="en-US" dirty="0">
                  <a:solidFill>
                    <a:srgbClr val="272727"/>
                  </a:solidFill>
                  <a:latin typeface="Nikosh" panose="02000000000000000000" pitchFamily="2" charset="0"/>
                  <a:cs typeface="Nikosh" panose="020000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033484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-50800" y="6928"/>
            <a:ext cx="12242800" cy="983673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Autofit/>
          </a:bodyPr>
          <a:lstStyle/>
          <a:p>
            <a:pPr algn="ctr"/>
            <a:r>
              <a:rPr lang="en-US" sz="2400" dirty="0" err="1" smtClean="0">
                <a:latin typeface="Nikosh" pitchFamily="2" charset="0"/>
                <a:cs typeface="Nikosh" pitchFamily="2" charset="0"/>
              </a:rPr>
              <a:t>নির্দিষ্ট</a:t>
            </a:r>
            <a:r>
              <a:rPr lang="en-US" sz="2400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2400" dirty="0" err="1" smtClean="0">
                <a:latin typeface="Nikosh" pitchFamily="2" charset="0"/>
                <a:cs typeface="Nikosh" pitchFamily="2" charset="0"/>
              </a:rPr>
              <a:t>সূচক</a:t>
            </a:r>
            <a:r>
              <a:rPr lang="en-US" sz="2400" dirty="0" smtClean="0">
                <a:latin typeface="Nikosh" pitchFamily="2" charset="0"/>
                <a:cs typeface="Nikosh" pitchFamily="2" charset="0"/>
              </a:rPr>
              <a:t> (</a:t>
            </a:r>
            <a:r>
              <a:rPr lang="en-US" sz="2400" dirty="0" err="1" smtClean="0">
                <a:latin typeface="Nikosh" pitchFamily="2" charset="0"/>
                <a:cs typeface="Nikosh" pitchFamily="2" charset="0"/>
              </a:rPr>
              <a:t>শহর</a:t>
            </a:r>
            <a:r>
              <a:rPr lang="en-US" sz="2400" dirty="0" smtClean="0">
                <a:latin typeface="Nikosh" pitchFamily="2" charset="0"/>
                <a:cs typeface="Nikosh" pitchFamily="2" charset="0"/>
              </a:rPr>
              <a:t>/ </a:t>
            </a:r>
            <a:r>
              <a:rPr lang="en-US" sz="2400" dirty="0" err="1" smtClean="0">
                <a:latin typeface="Nikosh" pitchFamily="2" charset="0"/>
                <a:cs typeface="Nikosh" pitchFamily="2" charset="0"/>
              </a:rPr>
              <a:t>গ্রামীন</a:t>
            </a:r>
            <a:r>
              <a:rPr lang="en-US" sz="2400" dirty="0" smtClean="0">
                <a:latin typeface="Nikosh" pitchFamily="2" charset="0"/>
                <a:cs typeface="Nikosh" pitchFamily="2" charset="0"/>
              </a:rPr>
              <a:t>) </a:t>
            </a:r>
            <a:r>
              <a:rPr lang="en-US" sz="2400" dirty="0" err="1" smtClean="0">
                <a:latin typeface="Nikosh" pitchFamily="2" charset="0"/>
                <a:cs typeface="Nikosh" pitchFamily="2" charset="0"/>
              </a:rPr>
              <a:t>ব্যবহার</a:t>
            </a:r>
            <a:r>
              <a:rPr lang="en-US" sz="24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latin typeface="Nikosh" pitchFamily="2" charset="0"/>
                <a:cs typeface="Nikosh" pitchFamily="2" charset="0"/>
              </a:rPr>
              <a:t>করে</a:t>
            </a:r>
            <a:r>
              <a:rPr lang="en-US" sz="2400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2400" dirty="0" err="1" smtClean="0">
                <a:latin typeface="Nikosh" pitchFamily="2" charset="0"/>
                <a:cs typeface="Nikosh" pitchFamily="2" charset="0"/>
              </a:rPr>
              <a:t>দারিদ্র্যসীমার</a:t>
            </a:r>
            <a:r>
              <a:rPr lang="en-US" sz="2400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2400" dirty="0" err="1" smtClean="0">
                <a:latin typeface="Nikosh" pitchFamily="2" charset="0"/>
                <a:cs typeface="Nikosh" pitchFamily="2" charset="0"/>
              </a:rPr>
              <a:t>নীচে</a:t>
            </a:r>
            <a:r>
              <a:rPr lang="en-US" sz="24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400" dirty="0" err="1" smtClean="0">
                <a:latin typeface="Nikosh" pitchFamily="2" charset="0"/>
                <a:cs typeface="Nikosh" pitchFamily="2" charset="0"/>
              </a:rPr>
              <a:t>বসবাসকারী</a:t>
            </a:r>
            <a:r>
              <a:rPr lang="en-US" sz="2400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2400" dirty="0" err="1" smtClean="0">
                <a:latin typeface="Nikosh" pitchFamily="2" charset="0"/>
                <a:cs typeface="Nikosh" pitchFamily="2" charset="0"/>
              </a:rPr>
              <a:t>জনগণের</a:t>
            </a:r>
            <a:r>
              <a:rPr lang="en-US" sz="2400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2400" dirty="0" err="1" smtClean="0">
                <a:latin typeface="Nikosh" pitchFamily="2" charset="0"/>
                <a:cs typeface="Nikosh" pitchFamily="2" charset="0"/>
              </a:rPr>
              <a:t>তালিকা</a:t>
            </a:r>
            <a:r>
              <a:rPr lang="en-US" sz="2400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2400" dirty="0" err="1" smtClean="0">
                <a:latin typeface="Nikosh" pitchFamily="2" charset="0"/>
                <a:cs typeface="Nikosh" pitchFamily="2" charset="0"/>
              </a:rPr>
              <a:t>তৈরি</a:t>
            </a:r>
            <a:r>
              <a:rPr lang="en-US" sz="2400" dirty="0" smtClean="0">
                <a:latin typeface="Nikosh" pitchFamily="2" charset="0"/>
                <a:cs typeface="Nikosh" pitchFamily="2" charset="0"/>
              </a:rPr>
              <a:t> </a:t>
            </a:r>
            <a:br>
              <a:rPr lang="en-US" sz="2400" dirty="0" smtClean="0">
                <a:latin typeface="Nikosh" pitchFamily="2" charset="0"/>
                <a:cs typeface="Nikosh" pitchFamily="2" charset="0"/>
              </a:rPr>
            </a:br>
            <a:endParaRPr lang="en-US" sz="2400" dirty="0">
              <a:latin typeface="Nikosh" pitchFamily="2" charset="0"/>
              <a:cs typeface="Nikosh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990600"/>
            <a:ext cx="6096000" cy="5867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1412"/>
            <a:ext cx="5588000" cy="5796588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26941-3187-49DB-9B9B-7CA24A3C77D6}" type="datetime1">
              <a:rPr lang="en-US" smtClean="0"/>
              <a:t>12-Apr-23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533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53.png">
            <a:extLst>
              <a:ext uri="{FF2B5EF4-FFF2-40B4-BE49-F238E27FC236}">
                <a16:creationId xmlns:a16="http://schemas.microsoft.com/office/drawing/2014/main" xmlns="" id="{334D2898-AEE3-F84B-6440-402B4C0C059C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209" y="742828"/>
            <a:ext cx="9028311" cy="2762372"/>
          </a:xfrm>
          <a:prstGeom prst="rect">
            <a:avLst/>
          </a:prstGeom>
          <a:ln/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0A88BD9C-02B6-D4A8-4E76-293AFD5FB122}"/>
              </a:ext>
            </a:extLst>
          </p:cNvPr>
          <p:cNvGrpSpPr/>
          <p:nvPr/>
        </p:nvGrpSpPr>
        <p:grpSpPr>
          <a:xfrm>
            <a:off x="5128851" y="3982518"/>
            <a:ext cx="2134088" cy="2443682"/>
            <a:chOff x="1157750" y="2120454"/>
            <a:chExt cx="4386199" cy="4572962"/>
          </a:xfrm>
        </p:grpSpPr>
        <p:sp>
          <p:nvSpPr>
            <p:cNvPr id="14" name="Freeform 65">
              <a:extLst>
                <a:ext uri="{FF2B5EF4-FFF2-40B4-BE49-F238E27FC236}">
                  <a16:creationId xmlns:a16="http://schemas.microsoft.com/office/drawing/2014/main" xmlns="" id="{689577DC-ABD8-264D-A787-1E837A8E2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7750" y="2120454"/>
              <a:ext cx="4386199" cy="576771"/>
            </a:xfrm>
            <a:custGeom>
              <a:avLst/>
              <a:gdLst>
                <a:gd name="T0" fmla="*/ 7042 w 7043"/>
                <a:gd name="T1" fmla="*/ 463 h 927"/>
                <a:gd name="T2" fmla="*/ 7042 w 7043"/>
                <a:gd name="T3" fmla="*/ 463 h 927"/>
                <a:gd name="T4" fmla="*/ 3521 w 7043"/>
                <a:gd name="T5" fmla="*/ 926 h 927"/>
                <a:gd name="T6" fmla="*/ 3521 w 7043"/>
                <a:gd name="T7" fmla="*/ 926 h 927"/>
                <a:gd name="T8" fmla="*/ 0 w 7043"/>
                <a:gd name="T9" fmla="*/ 463 h 927"/>
                <a:gd name="T10" fmla="*/ 0 w 7043"/>
                <a:gd name="T11" fmla="*/ 463 h 927"/>
                <a:gd name="T12" fmla="*/ 3521 w 7043"/>
                <a:gd name="T13" fmla="*/ 0 h 927"/>
                <a:gd name="T14" fmla="*/ 3521 w 7043"/>
                <a:gd name="T15" fmla="*/ 0 h 927"/>
                <a:gd name="T16" fmla="*/ 7042 w 7043"/>
                <a:gd name="T17" fmla="*/ 463 h 9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043" h="927">
                  <a:moveTo>
                    <a:pt x="7042" y="463"/>
                  </a:moveTo>
                  <a:lnTo>
                    <a:pt x="7042" y="463"/>
                  </a:lnTo>
                  <a:cubicBezTo>
                    <a:pt x="7042" y="718"/>
                    <a:pt x="5466" y="926"/>
                    <a:pt x="3521" y="926"/>
                  </a:cubicBezTo>
                  <a:lnTo>
                    <a:pt x="3521" y="926"/>
                  </a:lnTo>
                  <a:cubicBezTo>
                    <a:pt x="1577" y="926"/>
                    <a:pt x="0" y="718"/>
                    <a:pt x="0" y="463"/>
                  </a:cubicBezTo>
                  <a:lnTo>
                    <a:pt x="0" y="463"/>
                  </a:lnTo>
                  <a:cubicBezTo>
                    <a:pt x="0" y="208"/>
                    <a:pt x="1577" y="0"/>
                    <a:pt x="3521" y="0"/>
                  </a:cubicBezTo>
                  <a:lnTo>
                    <a:pt x="3521" y="0"/>
                  </a:lnTo>
                  <a:cubicBezTo>
                    <a:pt x="5466" y="0"/>
                    <a:pt x="7042" y="208"/>
                    <a:pt x="7042" y="463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4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5" name="Freeform 70">
              <a:extLst>
                <a:ext uri="{FF2B5EF4-FFF2-40B4-BE49-F238E27FC236}">
                  <a16:creationId xmlns:a16="http://schemas.microsoft.com/office/drawing/2014/main" xmlns="" id="{D7C4CE93-C3EC-E745-884A-7E935E564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1484" y="2439050"/>
              <a:ext cx="4364225" cy="1241429"/>
            </a:xfrm>
            <a:custGeom>
              <a:avLst/>
              <a:gdLst>
                <a:gd name="T0" fmla="*/ 3502 w 7005"/>
                <a:gd name="T1" fmla="*/ 415 h 1993"/>
                <a:gd name="T2" fmla="*/ 3502 w 7005"/>
                <a:gd name="T3" fmla="*/ 415 h 1993"/>
                <a:gd name="T4" fmla="*/ 0 w 7005"/>
                <a:gd name="T5" fmla="*/ 0 h 1993"/>
                <a:gd name="T6" fmla="*/ 514 w 7005"/>
                <a:gd name="T7" fmla="*/ 1285 h 1993"/>
                <a:gd name="T8" fmla="*/ 725 w 7005"/>
                <a:gd name="T9" fmla="*/ 1814 h 1993"/>
                <a:gd name="T10" fmla="*/ 725 w 7005"/>
                <a:gd name="T11" fmla="*/ 1814 h 1993"/>
                <a:gd name="T12" fmla="*/ 3502 w 7005"/>
                <a:gd name="T13" fmla="*/ 1992 h 1993"/>
                <a:gd name="T14" fmla="*/ 3502 w 7005"/>
                <a:gd name="T15" fmla="*/ 1992 h 1993"/>
                <a:gd name="T16" fmla="*/ 6279 w 7005"/>
                <a:gd name="T17" fmla="*/ 1814 h 1993"/>
                <a:gd name="T18" fmla="*/ 6491 w 7005"/>
                <a:gd name="T19" fmla="*/ 1285 h 1993"/>
                <a:gd name="T20" fmla="*/ 7004 w 7005"/>
                <a:gd name="T21" fmla="*/ 0 h 1993"/>
                <a:gd name="T22" fmla="*/ 7004 w 7005"/>
                <a:gd name="T23" fmla="*/ 0 h 1993"/>
                <a:gd name="T24" fmla="*/ 3502 w 7005"/>
                <a:gd name="T25" fmla="*/ 415 h 19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05" h="1993">
                  <a:moveTo>
                    <a:pt x="3502" y="415"/>
                  </a:moveTo>
                  <a:lnTo>
                    <a:pt x="3502" y="415"/>
                  </a:lnTo>
                  <a:cubicBezTo>
                    <a:pt x="1683" y="415"/>
                    <a:pt x="186" y="233"/>
                    <a:pt x="0" y="0"/>
                  </a:cubicBezTo>
                  <a:lnTo>
                    <a:pt x="514" y="1285"/>
                  </a:lnTo>
                  <a:lnTo>
                    <a:pt x="725" y="1814"/>
                  </a:lnTo>
                  <a:lnTo>
                    <a:pt x="725" y="1814"/>
                  </a:lnTo>
                  <a:cubicBezTo>
                    <a:pt x="1369" y="1922"/>
                    <a:pt x="2373" y="1992"/>
                    <a:pt x="3502" y="1992"/>
                  </a:cubicBezTo>
                  <a:lnTo>
                    <a:pt x="3502" y="1992"/>
                  </a:lnTo>
                  <a:cubicBezTo>
                    <a:pt x="4631" y="1992"/>
                    <a:pt x="5635" y="1922"/>
                    <a:pt x="6279" y="1814"/>
                  </a:cubicBezTo>
                  <a:lnTo>
                    <a:pt x="6491" y="1285"/>
                  </a:lnTo>
                  <a:lnTo>
                    <a:pt x="7004" y="0"/>
                  </a:lnTo>
                  <a:lnTo>
                    <a:pt x="7004" y="0"/>
                  </a:lnTo>
                  <a:cubicBezTo>
                    <a:pt x="6818" y="233"/>
                    <a:pt x="5321" y="415"/>
                    <a:pt x="3502" y="41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4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6" name="Freeform 71">
              <a:extLst>
                <a:ext uri="{FF2B5EF4-FFF2-40B4-BE49-F238E27FC236}">
                  <a16:creationId xmlns:a16="http://schemas.microsoft.com/office/drawing/2014/main" xmlns="" id="{A78CE4F2-F8DD-2145-9430-6711A6503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1484" y="2439050"/>
              <a:ext cx="4364225" cy="1241429"/>
            </a:xfrm>
            <a:custGeom>
              <a:avLst/>
              <a:gdLst>
                <a:gd name="T0" fmla="*/ 3502 w 7005"/>
                <a:gd name="T1" fmla="*/ 415 h 1993"/>
                <a:gd name="T2" fmla="*/ 3502 w 7005"/>
                <a:gd name="T3" fmla="*/ 415 h 1993"/>
                <a:gd name="T4" fmla="*/ 0 w 7005"/>
                <a:gd name="T5" fmla="*/ 0 h 1993"/>
                <a:gd name="T6" fmla="*/ 514 w 7005"/>
                <a:gd name="T7" fmla="*/ 1285 h 1993"/>
                <a:gd name="T8" fmla="*/ 725 w 7005"/>
                <a:gd name="T9" fmla="*/ 1814 h 1993"/>
                <a:gd name="T10" fmla="*/ 725 w 7005"/>
                <a:gd name="T11" fmla="*/ 1814 h 1993"/>
                <a:gd name="T12" fmla="*/ 3502 w 7005"/>
                <a:gd name="T13" fmla="*/ 1992 h 1993"/>
                <a:gd name="T14" fmla="*/ 3502 w 7005"/>
                <a:gd name="T15" fmla="*/ 1992 h 1993"/>
                <a:gd name="T16" fmla="*/ 6279 w 7005"/>
                <a:gd name="T17" fmla="*/ 1814 h 1993"/>
                <a:gd name="T18" fmla="*/ 6491 w 7005"/>
                <a:gd name="T19" fmla="*/ 1285 h 1993"/>
                <a:gd name="T20" fmla="*/ 7004 w 7005"/>
                <a:gd name="T21" fmla="*/ 0 h 1993"/>
                <a:gd name="T22" fmla="*/ 7004 w 7005"/>
                <a:gd name="T23" fmla="*/ 0 h 1993"/>
                <a:gd name="T24" fmla="*/ 3502 w 7005"/>
                <a:gd name="T25" fmla="*/ 415 h 19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005" h="1993">
                  <a:moveTo>
                    <a:pt x="3502" y="415"/>
                  </a:moveTo>
                  <a:lnTo>
                    <a:pt x="3502" y="415"/>
                  </a:lnTo>
                  <a:cubicBezTo>
                    <a:pt x="1683" y="415"/>
                    <a:pt x="186" y="233"/>
                    <a:pt x="0" y="0"/>
                  </a:cubicBezTo>
                  <a:lnTo>
                    <a:pt x="514" y="1285"/>
                  </a:lnTo>
                  <a:lnTo>
                    <a:pt x="725" y="1814"/>
                  </a:lnTo>
                  <a:lnTo>
                    <a:pt x="725" y="1814"/>
                  </a:lnTo>
                  <a:cubicBezTo>
                    <a:pt x="1369" y="1922"/>
                    <a:pt x="2373" y="1992"/>
                    <a:pt x="3502" y="1992"/>
                  </a:cubicBezTo>
                  <a:lnTo>
                    <a:pt x="3502" y="1992"/>
                  </a:lnTo>
                  <a:cubicBezTo>
                    <a:pt x="4631" y="1992"/>
                    <a:pt x="5635" y="1922"/>
                    <a:pt x="6279" y="1814"/>
                  </a:cubicBezTo>
                  <a:lnTo>
                    <a:pt x="6491" y="1285"/>
                  </a:lnTo>
                  <a:lnTo>
                    <a:pt x="7004" y="0"/>
                  </a:lnTo>
                  <a:lnTo>
                    <a:pt x="7004" y="0"/>
                  </a:lnTo>
                  <a:cubicBezTo>
                    <a:pt x="6818" y="233"/>
                    <a:pt x="5321" y="415"/>
                    <a:pt x="3502" y="415"/>
                  </a:cubicBezTo>
                </a:path>
              </a:pathLst>
            </a:custGeom>
            <a:gradFill>
              <a:gsLst>
                <a:gs pos="1000">
                  <a:schemeClr val="accent1">
                    <a:alpha val="30000"/>
                  </a:schemeClr>
                </a:gs>
                <a:gs pos="99000">
                  <a:srgbClr val="000000">
                    <a:alpha val="30000"/>
                  </a:srgbClr>
                </a:gs>
              </a:gsLst>
              <a:lin ang="0" scaled="0"/>
            </a:gra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4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7" name="Freeform 72">
              <a:extLst>
                <a:ext uri="{FF2B5EF4-FFF2-40B4-BE49-F238E27FC236}">
                  <a16:creationId xmlns:a16="http://schemas.microsoft.com/office/drawing/2014/main" xmlns="" id="{93DBB5C5-0228-C646-BE25-87D61B4AC3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8743" y="2233062"/>
              <a:ext cx="3622666" cy="354301"/>
            </a:xfrm>
            <a:custGeom>
              <a:avLst/>
              <a:gdLst>
                <a:gd name="T0" fmla="*/ 5816 w 5817"/>
                <a:gd name="T1" fmla="*/ 285 h 570"/>
                <a:gd name="T2" fmla="*/ 5816 w 5817"/>
                <a:gd name="T3" fmla="*/ 285 h 570"/>
                <a:gd name="T4" fmla="*/ 2908 w 5817"/>
                <a:gd name="T5" fmla="*/ 569 h 570"/>
                <a:gd name="T6" fmla="*/ 2908 w 5817"/>
                <a:gd name="T7" fmla="*/ 569 h 570"/>
                <a:gd name="T8" fmla="*/ 0 w 5817"/>
                <a:gd name="T9" fmla="*/ 285 h 570"/>
                <a:gd name="T10" fmla="*/ 0 w 5817"/>
                <a:gd name="T11" fmla="*/ 285 h 570"/>
                <a:gd name="T12" fmla="*/ 2908 w 5817"/>
                <a:gd name="T13" fmla="*/ 0 h 570"/>
                <a:gd name="T14" fmla="*/ 2908 w 5817"/>
                <a:gd name="T15" fmla="*/ 0 h 570"/>
                <a:gd name="T16" fmla="*/ 5816 w 5817"/>
                <a:gd name="T17" fmla="*/ 285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17" h="570">
                  <a:moveTo>
                    <a:pt x="5816" y="285"/>
                  </a:moveTo>
                  <a:lnTo>
                    <a:pt x="5816" y="285"/>
                  </a:lnTo>
                  <a:cubicBezTo>
                    <a:pt x="5816" y="442"/>
                    <a:pt x="4514" y="569"/>
                    <a:pt x="2908" y="569"/>
                  </a:cubicBezTo>
                  <a:lnTo>
                    <a:pt x="2908" y="569"/>
                  </a:lnTo>
                  <a:cubicBezTo>
                    <a:pt x="1302" y="569"/>
                    <a:pt x="0" y="442"/>
                    <a:pt x="0" y="285"/>
                  </a:cubicBezTo>
                  <a:lnTo>
                    <a:pt x="0" y="285"/>
                  </a:lnTo>
                  <a:cubicBezTo>
                    <a:pt x="0" y="128"/>
                    <a:pt x="1302" y="0"/>
                    <a:pt x="2908" y="0"/>
                  </a:cubicBezTo>
                  <a:lnTo>
                    <a:pt x="2908" y="0"/>
                  </a:lnTo>
                  <a:cubicBezTo>
                    <a:pt x="4514" y="0"/>
                    <a:pt x="5816" y="128"/>
                    <a:pt x="5816" y="285"/>
                  </a:cubicBezTo>
                </a:path>
              </a:pathLst>
            </a:custGeom>
            <a:gradFill>
              <a:gsLst>
                <a:gs pos="1000">
                  <a:schemeClr val="accent1"/>
                </a:gs>
                <a:gs pos="99000">
                  <a:srgbClr val="000000"/>
                </a:gs>
              </a:gsLst>
              <a:lin ang="0" scaled="0"/>
            </a:gra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4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8" name="Freeform 73">
              <a:extLst>
                <a:ext uri="{FF2B5EF4-FFF2-40B4-BE49-F238E27FC236}">
                  <a16:creationId xmlns:a16="http://schemas.microsoft.com/office/drawing/2014/main" xmlns="" id="{0AC993F2-8350-1F44-A82E-BFD5D26D9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1138" y="3738156"/>
              <a:ext cx="3419422" cy="450430"/>
            </a:xfrm>
            <a:custGeom>
              <a:avLst/>
              <a:gdLst>
                <a:gd name="T0" fmla="*/ 5490 w 5491"/>
                <a:gd name="T1" fmla="*/ 360 h 721"/>
                <a:gd name="T2" fmla="*/ 5490 w 5491"/>
                <a:gd name="T3" fmla="*/ 360 h 721"/>
                <a:gd name="T4" fmla="*/ 2745 w 5491"/>
                <a:gd name="T5" fmla="*/ 720 h 721"/>
                <a:gd name="T6" fmla="*/ 2745 w 5491"/>
                <a:gd name="T7" fmla="*/ 720 h 721"/>
                <a:gd name="T8" fmla="*/ 0 w 5491"/>
                <a:gd name="T9" fmla="*/ 360 h 721"/>
                <a:gd name="T10" fmla="*/ 0 w 5491"/>
                <a:gd name="T11" fmla="*/ 360 h 721"/>
                <a:gd name="T12" fmla="*/ 2745 w 5491"/>
                <a:gd name="T13" fmla="*/ 0 h 721"/>
                <a:gd name="T14" fmla="*/ 2745 w 5491"/>
                <a:gd name="T15" fmla="*/ 0 h 721"/>
                <a:gd name="T16" fmla="*/ 5490 w 5491"/>
                <a:gd name="T17" fmla="*/ 360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91" h="721">
                  <a:moveTo>
                    <a:pt x="5490" y="360"/>
                  </a:moveTo>
                  <a:lnTo>
                    <a:pt x="5490" y="360"/>
                  </a:lnTo>
                  <a:cubicBezTo>
                    <a:pt x="5490" y="559"/>
                    <a:pt x="4261" y="720"/>
                    <a:pt x="2745" y="720"/>
                  </a:cubicBezTo>
                  <a:lnTo>
                    <a:pt x="2745" y="720"/>
                  </a:lnTo>
                  <a:cubicBezTo>
                    <a:pt x="1229" y="720"/>
                    <a:pt x="0" y="559"/>
                    <a:pt x="0" y="360"/>
                  </a:cubicBezTo>
                  <a:lnTo>
                    <a:pt x="0" y="360"/>
                  </a:lnTo>
                  <a:cubicBezTo>
                    <a:pt x="0" y="161"/>
                    <a:pt x="1229" y="0"/>
                    <a:pt x="2745" y="0"/>
                  </a:cubicBezTo>
                  <a:lnTo>
                    <a:pt x="2745" y="0"/>
                  </a:lnTo>
                  <a:cubicBezTo>
                    <a:pt x="4261" y="0"/>
                    <a:pt x="5490" y="161"/>
                    <a:pt x="5490" y="36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4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9" name="Freeform 74">
              <a:extLst>
                <a:ext uri="{FF2B5EF4-FFF2-40B4-BE49-F238E27FC236}">
                  <a16:creationId xmlns:a16="http://schemas.microsoft.com/office/drawing/2014/main" xmlns="" id="{D893B904-1AAB-D741-9B16-32F60B253C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4241" y="3826045"/>
              <a:ext cx="2823426" cy="277399"/>
            </a:xfrm>
            <a:custGeom>
              <a:avLst/>
              <a:gdLst>
                <a:gd name="T0" fmla="*/ 4534 w 4535"/>
                <a:gd name="T1" fmla="*/ 222 h 444"/>
                <a:gd name="T2" fmla="*/ 4534 w 4535"/>
                <a:gd name="T3" fmla="*/ 222 h 444"/>
                <a:gd name="T4" fmla="*/ 2267 w 4535"/>
                <a:gd name="T5" fmla="*/ 443 h 444"/>
                <a:gd name="T6" fmla="*/ 2267 w 4535"/>
                <a:gd name="T7" fmla="*/ 443 h 444"/>
                <a:gd name="T8" fmla="*/ 0 w 4535"/>
                <a:gd name="T9" fmla="*/ 222 h 444"/>
                <a:gd name="T10" fmla="*/ 0 w 4535"/>
                <a:gd name="T11" fmla="*/ 222 h 444"/>
                <a:gd name="T12" fmla="*/ 2267 w 4535"/>
                <a:gd name="T13" fmla="*/ 0 h 444"/>
                <a:gd name="T14" fmla="*/ 2267 w 4535"/>
                <a:gd name="T15" fmla="*/ 0 h 444"/>
                <a:gd name="T16" fmla="*/ 4534 w 4535"/>
                <a:gd name="T17" fmla="*/ 222 h 4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535" h="444">
                  <a:moveTo>
                    <a:pt x="4534" y="222"/>
                  </a:moveTo>
                  <a:lnTo>
                    <a:pt x="4534" y="222"/>
                  </a:lnTo>
                  <a:cubicBezTo>
                    <a:pt x="4534" y="344"/>
                    <a:pt x="3519" y="443"/>
                    <a:pt x="2267" y="443"/>
                  </a:cubicBezTo>
                  <a:lnTo>
                    <a:pt x="2267" y="443"/>
                  </a:lnTo>
                  <a:cubicBezTo>
                    <a:pt x="1014" y="443"/>
                    <a:pt x="0" y="344"/>
                    <a:pt x="0" y="222"/>
                  </a:cubicBezTo>
                  <a:lnTo>
                    <a:pt x="0" y="222"/>
                  </a:lnTo>
                  <a:cubicBezTo>
                    <a:pt x="0" y="100"/>
                    <a:pt x="1014" y="0"/>
                    <a:pt x="2267" y="0"/>
                  </a:cubicBezTo>
                  <a:lnTo>
                    <a:pt x="2267" y="0"/>
                  </a:lnTo>
                  <a:cubicBezTo>
                    <a:pt x="3519" y="0"/>
                    <a:pt x="4534" y="100"/>
                    <a:pt x="4534" y="222"/>
                  </a:cubicBezTo>
                </a:path>
              </a:pathLst>
            </a:custGeom>
            <a:gradFill>
              <a:gsLst>
                <a:gs pos="1000">
                  <a:schemeClr val="accent2"/>
                </a:gs>
                <a:gs pos="99000">
                  <a:srgbClr val="000000"/>
                </a:gs>
              </a:gsLst>
              <a:lin ang="0" scaled="0"/>
            </a:gra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4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20" name="Freeform 79">
              <a:extLst>
                <a:ext uri="{FF2B5EF4-FFF2-40B4-BE49-F238E27FC236}">
                  <a16:creationId xmlns:a16="http://schemas.microsoft.com/office/drawing/2014/main" xmlns="" id="{BBD481B0-4096-D04C-82C9-5D10D111FB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2125" y="3988089"/>
              <a:ext cx="3400196" cy="966776"/>
            </a:xfrm>
            <a:custGeom>
              <a:avLst/>
              <a:gdLst>
                <a:gd name="T0" fmla="*/ 2730 w 5461"/>
                <a:gd name="T1" fmla="*/ 322 h 1553"/>
                <a:gd name="T2" fmla="*/ 2730 w 5461"/>
                <a:gd name="T3" fmla="*/ 322 h 1553"/>
                <a:gd name="T4" fmla="*/ 0 w 5461"/>
                <a:gd name="T5" fmla="*/ 0 h 1553"/>
                <a:gd name="T6" fmla="*/ 400 w 5461"/>
                <a:gd name="T7" fmla="*/ 1001 h 1553"/>
                <a:gd name="T8" fmla="*/ 565 w 5461"/>
                <a:gd name="T9" fmla="*/ 1413 h 1553"/>
                <a:gd name="T10" fmla="*/ 565 w 5461"/>
                <a:gd name="T11" fmla="*/ 1413 h 1553"/>
                <a:gd name="T12" fmla="*/ 2730 w 5461"/>
                <a:gd name="T13" fmla="*/ 1552 h 1553"/>
                <a:gd name="T14" fmla="*/ 2730 w 5461"/>
                <a:gd name="T15" fmla="*/ 1552 h 1553"/>
                <a:gd name="T16" fmla="*/ 4895 w 5461"/>
                <a:gd name="T17" fmla="*/ 1413 h 1553"/>
                <a:gd name="T18" fmla="*/ 5060 w 5461"/>
                <a:gd name="T19" fmla="*/ 1001 h 1553"/>
                <a:gd name="T20" fmla="*/ 5460 w 5461"/>
                <a:gd name="T21" fmla="*/ 0 h 1553"/>
                <a:gd name="T22" fmla="*/ 5460 w 5461"/>
                <a:gd name="T23" fmla="*/ 0 h 1553"/>
                <a:gd name="T24" fmla="*/ 2730 w 5461"/>
                <a:gd name="T25" fmla="*/ 322 h 1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461" h="1553">
                  <a:moveTo>
                    <a:pt x="2730" y="322"/>
                  </a:moveTo>
                  <a:lnTo>
                    <a:pt x="2730" y="322"/>
                  </a:lnTo>
                  <a:cubicBezTo>
                    <a:pt x="1312" y="322"/>
                    <a:pt x="145" y="181"/>
                    <a:pt x="0" y="0"/>
                  </a:cubicBezTo>
                  <a:lnTo>
                    <a:pt x="400" y="1001"/>
                  </a:lnTo>
                  <a:lnTo>
                    <a:pt x="565" y="1413"/>
                  </a:lnTo>
                  <a:lnTo>
                    <a:pt x="565" y="1413"/>
                  </a:lnTo>
                  <a:cubicBezTo>
                    <a:pt x="1068" y="1498"/>
                    <a:pt x="1850" y="1552"/>
                    <a:pt x="2730" y="1552"/>
                  </a:cubicBezTo>
                  <a:lnTo>
                    <a:pt x="2730" y="1552"/>
                  </a:lnTo>
                  <a:cubicBezTo>
                    <a:pt x="3610" y="1552"/>
                    <a:pt x="4393" y="1498"/>
                    <a:pt x="4895" y="1413"/>
                  </a:cubicBezTo>
                  <a:lnTo>
                    <a:pt x="5060" y="1001"/>
                  </a:lnTo>
                  <a:lnTo>
                    <a:pt x="5460" y="0"/>
                  </a:lnTo>
                  <a:lnTo>
                    <a:pt x="5460" y="0"/>
                  </a:lnTo>
                  <a:cubicBezTo>
                    <a:pt x="5315" y="181"/>
                    <a:pt x="4148" y="322"/>
                    <a:pt x="2730" y="322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4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21" name="Freeform 80">
              <a:extLst>
                <a:ext uri="{FF2B5EF4-FFF2-40B4-BE49-F238E27FC236}">
                  <a16:creationId xmlns:a16="http://schemas.microsoft.com/office/drawing/2014/main" xmlns="" id="{E666F1BA-F9ED-5147-BCC1-11977CD45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2125" y="3988089"/>
              <a:ext cx="3400196" cy="966776"/>
            </a:xfrm>
            <a:custGeom>
              <a:avLst/>
              <a:gdLst>
                <a:gd name="T0" fmla="*/ 2730 w 5461"/>
                <a:gd name="T1" fmla="*/ 322 h 1553"/>
                <a:gd name="T2" fmla="*/ 2730 w 5461"/>
                <a:gd name="T3" fmla="*/ 322 h 1553"/>
                <a:gd name="T4" fmla="*/ 0 w 5461"/>
                <a:gd name="T5" fmla="*/ 0 h 1553"/>
                <a:gd name="T6" fmla="*/ 400 w 5461"/>
                <a:gd name="T7" fmla="*/ 1001 h 1553"/>
                <a:gd name="T8" fmla="*/ 565 w 5461"/>
                <a:gd name="T9" fmla="*/ 1413 h 1553"/>
                <a:gd name="T10" fmla="*/ 565 w 5461"/>
                <a:gd name="T11" fmla="*/ 1413 h 1553"/>
                <a:gd name="T12" fmla="*/ 2730 w 5461"/>
                <a:gd name="T13" fmla="*/ 1552 h 1553"/>
                <a:gd name="T14" fmla="*/ 2730 w 5461"/>
                <a:gd name="T15" fmla="*/ 1552 h 1553"/>
                <a:gd name="T16" fmla="*/ 4895 w 5461"/>
                <a:gd name="T17" fmla="*/ 1413 h 1553"/>
                <a:gd name="T18" fmla="*/ 5060 w 5461"/>
                <a:gd name="T19" fmla="*/ 1001 h 1553"/>
                <a:gd name="T20" fmla="*/ 5460 w 5461"/>
                <a:gd name="T21" fmla="*/ 0 h 1553"/>
                <a:gd name="T22" fmla="*/ 5460 w 5461"/>
                <a:gd name="T23" fmla="*/ 0 h 1553"/>
                <a:gd name="T24" fmla="*/ 2730 w 5461"/>
                <a:gd name="T25" fmla="*/ 322 h 1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461" h="1553">
                  <a:moveTo>
                    <a:pt x="2730" y="322"/>
                  </a:moveTo>
                  <a:lnTo>
                    <a:pt x="2730" y="322"/>
                  </a:lnTo>
                  <a:cubicBezTo>
                    <a:pt x="1312" y="322"/>
                    <a:pt x="145" y="181"/>
                    <a:pt x="0" y="0"/>
                  </a:cubicBezTo>
                  <a:lnTo>
                    <a:pt x="400" y="1001"/>
                  </a:lnTo>
                  <a:lnTo>
                    <a:pt x="565" y="1413"/>
                  </a:lnTo>
                  <a:lnTo>
                    <a:pt x="565" y="1413"/>
                  </a:lnTo>
                  <a:cubicBezTo>
                    <a:pt x="1068" y="1498"/>
                    <a:pt x="1850" y="1552"/>
                    <a:pt x="2730" y="1552"/>
                  </a:cubicBezTo>
                  <a:lnTo>
                    <a:pt x="2730" y="1552"/>
                  </a:lnTo>
                  <a:cubicBezTo>
                    <a:pt x="3610" y="1552"/>
                    <a:pt x="4393" y="1498"/>
                    <a:pt x="4895" y="1413"/>
                  </a:cubicBezTo>
                  <a:lnTo>
                    <a:pt x="5060" y="1001"/>
                  </a:lnTo>
                  <a:lnTo>
                    <a:pt x="5460" y="0"/>
                  </a:lnTo>
                  <a:lnTo>
                    <a:pt x="5460" y="0"/>
                  </a:lnTo>
                  <a:cubicBezTo>
                    <a:pt x="5315" y="181"/>
                    <a:pt x="4148" y="322"/>
                    <a:pt x="2730" y="322"/>
                  </a:cubicBezTo>
                </a:path>
              </a:pathLst>
            </a:custGeom>
            <a:gradFill>
              <a:gsLst>
                <a:gs pos="1000">
                  <a:schemeClr val="accent2">
                    <a:alpha val="30074"/>
                  </a:schemeClr>
                </a:gs>
                <a:gs pos="99000">
                  <a:srgbClr val="000000">
                    <a:alpha val="30000"/>
                  </a:srgbClr>
                </a:gs>
              </a:gsLst>
              <a:lin ang="0" scaled="0"/>
            </a:gra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4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22" name="Freeform 81">
              <a:extLst>
                <a:ext uri="{FF2B5EF4-FFF2-40B4-BE49-F238E27FC236}">
                  <a16:creationId xmlns:a16="http://schemas.microsoft.com/office/drawing/2014/main" xmlns="" id="{234FEA44-A436-8C4D-9336-CE585F00F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3117" y="5012542"/>
              <a:ext cx="2598211" cy="340569"/>
            </a:xfrm>
            <a:custGeom>
              <a:avLst/>
              <a:gdLst>
                <a:gd name="T0" fmla="*/ 4172 w 4173"/>
                <a:gd name="T1" fmla="*/ 273 h 548"/>
                <a:gd name="T2" fmla="*/ 4172 w 4173"/>
                <a:gd name="T3" fmla="*/ 273 h 548"/>
                <a:gd name="T4" fmla="*/ 2086 w 4173"/>
                <a:gd name="T5" fmla="*/ 547 h 548"/>
                <a:gd name="T6" fmla="*/ 2086 w 4173"/>
                <a:gd name="T7" fmla="*/ 547 h 548"/>
                <a:gd name="T8" fmla="*/ 0 w 4173"/>
                <a:gd name="T9" fmla="*/ 273 h 548"/>
                <a:gd name="T10" fmla="*/ 0 w 4173"/>
                <a:gd name="T11" fmla="*/ 273 h 548"/>
                <a:gd name="T12" fmla="*/ 2086 w 4173"/>
                <a:gd name="T13" fmla="*/ 0 h 548"/>
                <a:gd name="T14" fmla="*/ 2086 w 4173"/>
                <a:gd name="T15" fmla="*/ 0 h 548"/>
                <a:gd name="T16" fmla="*/ 4172 w 4173"/>
                <a:gd name="T17" fmla="*/ 273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73" h="548">
                  <a:moveTo>
                    <a:pt x="4172" y="273"/>
                  </a:moveTo>
                  <a:lnTo>
                    <a:pt x="4172" y="273"/>
                  </a:lnTo>
                  <a:cubicBezTo>
                    <a:pt x="4172" y="425"/>
                    <a:pt x="3238" y="547"/>
                    <a:pt x="2086" y="547"/>
                  </a:cubicBezTo>
                  <a:lnTo>
                    <a:pt x="2086" y="547"/>
                  </a:lnTo>
                  <a:cubicBezTo>
                    <a:pt x="934" y="547"/>
                    <a:pt x="0" y="425"/>
                    <a:pt x="0" y="273"/>
                  </a:cubicBezTo>
                  <a:lnTo>
                    <a:pt x="0" y="273"/>
                  </a:lnTo>
                  <a:cubicBezTo>
                    <a:pt x="0" y="122"/>
                    <a:pt x="934" y="0"/>
                    <a:pt x="2086" y="0"/>
                  </a:cubicBezTo>
                  <a:lnTo>
                    <a:pt x="2086" y="0"/>
                  </a:lnTo>
                  <a:cubicBezTo>
                    <a:pt x="3238" y="0"/>
                    <a:pt x="4172" y="122"/>
                    <a:pt x="4172" y="273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4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23" name="Freeform 86">
              <a:extLst>
                <a:ext uri="{FF2B5EF4-FFF2-40B4-BE49-F238E27FC236}">
                  <a16:creationId xmlns:a16="http://schemas.microsoft.com/office/drawing/2014/main" xmlns="" id="{13DBA4CF-8D79-F349-B2E9-4EBF737AD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609" y="5202052"/>
              <a:ext cx="2584479" cy="736068"/>
            </a:xfrm>
            <a:custGeom>
              <a:avLst/>
              <a:gdLst>
                <a:gd name="T0" fmla="*/ 2075 w 4151"/>
                <a:gd name="T1" fmla="*/ 244 h 1181"/>
                <a:gd name="T2" fmla="*/ 2075 w 4151"/>
                <a:gd name="T3" fmla="*/ 244 h 1181"/>
                <a:gd name="T4" fmla="*/ 0 w 4151"/>
                <a:gd name="T5" fmla="*/ 0 h 1181"/>
                <a:gd name="T6" fmla="*/ 304 w 4151"/>
                <a:gd name="T7" fmla="*/ 761 h 1181"/>
                <a:gd name="T8" fmla="*/ 430 w 4151"/>
                <a:gd name="T9" fmla="*/ 1074 h 1181"/>
                <a:gd name="T10" fmla="*/ 430 w 4151"/>
                <a:gd name="T11" fmla="*/ 1074 h 1181"/>
                <a:gd name="T12" fmla="*/ 2075 w 4151"/>
                <a:gd name="T13" fmla="*/ 1180 h 1181"/>
                <a:gd name="T14" fmla="*/ 2075 w 4151"/>
                <a:gd name="T15" fmla="*/ 1180 h 1181"/>
                <a:gd name="T16" fmla="*/ 3720 w 4151"/>
                <a:gd name="T17" fmla="*/ 1074 h 1181"/>
                <a:gd name="T18" fmla="*/ 3846 w 4151"/>
                <a:gd name="T19" fmla="*/ 761 h 1181"/>
                <a:gd name="T20" fmla="*/ 4150 w 4151"/>
                <a:gd name="T21" fmla="*/ 0 h 1181"/>
                <a:gd name="T22" fmla="*/ 4150 w 4151"/>
                <a:gd name="T23" fmla="*/ 0 h 1181"/>
                <a:gd name="T24" fmla="*/ 2075 w 4151"/>
                <a:gd name="T25" fmla="*/ 244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51" h="1181">
                  <a:moveTo>
                    <a:pt x="2075" y="244"/>
                  </a:moveTo>
                  <a:lnTo>
                    <a:pt x="2075" y="244"/>
                  </a:lnTo>
                  <a:cubicBezTo>
                    <a:pt x="997" y="244"/>
                    <a:pt x="110" y="137"/>
                    <a:pt x="0" y="0"/>
                  </a:cubicBezTo>
                  <a:lnTo>
                    <a:pt x="304" y="761"/>
                  </a:lnTo>
                  <a:lnTo>
                    <a:pt x="430" y="1074"/>
                  </a:lnTo>
                  <a:lnTo>
                    <a:pt x="430" y="1074"/>
                  </a:lnTo>
                  <a:cubicBezTo>
                    <a:pt x="811" y="1138"/>
                    <a:pt x="1406" y="1180"/>
                    <a:pt x="2075" y="1180"/>
                  </a:cubicBezTo>
                  <a:lnTo>
                    <a:pt x="2075" y="1180"/>
                  </a:lnTo>
                  <a:cubicBezTo>
                    <a:pt x="2744" y="1180"/>
                    <a:pt x="3339" y="1138"/>
                    <a:pt x="3720" y="1074"/>
                  </a:cubicBezTo>
                  <a:lnTo>
                    <a:pt x="3846" y="761"/>
                  </a:lnTo>
                  <a:lnTo>
                    <a:pt x="4150" y="0"/>
                  </a:lnTo>
                  <a:lnTo>
                    <a:pt x="4150" y="0"/>
                  </a:lnTo>
                  <a:cubicBezTo>
                    <a:pt x="4040" y="137"/>
                    <a:pt x="3153" y="244"/>
                    <a:pt x="2075" y="244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4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24" name="Freeform 87">
              <a:extLst>
                <a:ext uri="{FF2B5EF4-FFF2-40B4-BE49-F238E27FC236}">
                  <a16:creationId xmlns:a16="http://schemas.microsoft.com/office/drawing/2014/main" xmlns="" id="{011F3C0D-44DE-F745-A1C9-3B8196F06A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8609" y="5202052"/>
              <a:ext cx="2584479" cy="736068"/>
            </a:xfrm>
            <a:custGeom>
              <a:avLst/>
              <a:gdLst>
                <a:gd name="T0" fmla="*/ 2075 w 4151"/>
                <a:gd name="T1" fmla="*/ 244 h 1181"/>
                <a:gd name="T2" fmla="*/ 2075 w 4151"/>
                <a:gd name="T3" fmla="*/ 244 h 1181"/>
                <a:gd name="T4" fmla="*/ 0 w 4151"/>
                <a:gd name="T5" fmla="*/ 0 h 1181"/>
                <a:gd name="T6" fmla="*/ 304 w 4151"/>
                <a:gd name="T7" fmla="*/ 761 h 1181"/>
                <a:gd name="T8" fmla="*/ 430 w 4151"/>
                <a:gd name="T9" fmla="*/ 1074 h 1181"/>
                <a:gd name="T10" fmla="*/ 430 w 4151"/>
                <a:gd name="T11" fmla="*/ 1074 h 1181"/>
                <a:gd name="T12" fmla="*/ 2075 w 4151"/>
                <a:gd name="T13" fmla="*/ 1180 h 1181"/>
                <a:gd name="T14" fmla="*/ 2075 w 4151"/>
                <a:gd name="T15" fmla="*/ 1180 h 1181"/>
                <a:gd name="T16" fmla="*/ 3720 w 4151"/>
                <a:gd name="T17" fmla="*/ 1074 h 1181"/>
                <a:gd name="T18" fmla="*/ 3846 w 4151"/>
                <a:gd name="T19" fmla="*/ 761 h 1181"/>
                <a:gd name="T20" fmla="*/ 4150 w 4151"/>
                <a:gd name="T21" fmla="*/ 0 h 1181"/>
                <a:gd name="T22" fmla="*/ 4150 w 4151"/>
                <a:gd name="T23" fmla="*/ 0 h 1181"/>
                <a:gd name="T24" fmla="*/ 2075 w 4151"/>
                <a:gd name="T25" fmla="*/ 244 h 1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51" h="1181">
                  <a:moveTo>
                    <a:pt x="2075" y="244"/>
                  </a:moveTo>
                  <a:lnTo>
                    <a:pt x="2075" y="244"/>
                  </a:lnTo>
                  <a:cubicBezTo>
                    <a:pt x="997" y="244"/>
                    <a:pt x="110" y="137"/>
                    <a:pt x="0" y="0"/>
                  </a:cubicBezTo>
                  <a:lnTo>
                    <a:pt x="304" y="761"/>
                  </a:lnTo>
                  <a:lnTo>
                    <a:pt x="430" y="1074"/>
                  </a:lnTo>
                  <a:lnTo>
                    <a:pt x="430" y="1074"/>
                  </a:lnTo>
                  <a:cubicBezTo>
                    <a:pt x="811" y="1138"/>
                    <a:pt x="1406" y="1180"/>
                    <a:pt x="2075" y="1180"/>
                  </a:cubicBezTo>
                  <a:lnTo>
                    <a:pt x="2075" y="1180"/>
                  </a:lnTo>
                  <a:cubicBezTo>
                    <a:pt x="2744" y="1180"/>
                    <a:pt x="3339" y="1138"/>
                    <a:pt x="3720" y="1074"/>
                  </a:cubicBezTo>
                  <a:lnTo>
                    <a:pt x="3846" y="761"/>
                  </a:lnTo>
                  <a:lnTo>
                    <a:pt x="4150" y="0"/>
                  </a:lnTo>
                  <a:lnTo>
                    <a:pt x="4150" y="0"/>
                  </a:lnTo>
                  <a:cubicBezTo>
                    <a:pt x="4040" y="137"/>
                    <a:pt x="3153" y="244"/>
                    <a:pt x="2075" y="244"/>
                  </a:cubicBezTo>
                </a:path>
              </a:pathLst>
            </a:custGeom>
            <a:gradFill>
              <a:gsLst>
                <a:gs pos="1000">
                  <a:schemeClr val="accent3">
                    <a:alpha val="30500"/>
                  </a:schemeClr>
                </a:gs>
                <a:gs pos="99000">
                  <a:srgbClr val="000000">
                    <a:alpha val="30000"/>
                  </a:srgbClr>
                </a:gs>
              </a:gsLst>
              <a:lin ang="0" scaled="0"/>
            </a:gra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4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25" name="Freeform 88">
              <a:extLst>
                <a:ext uri="{FF2B5EF4-FFF2-40B4-BE49-F238E27FC236}">
                  <a16:creationId xmlns:a16="http://schemas.microsoft.com/office/drawing/2014/main" xmlns="" id="{67007462-5543-F940-BA69-9FE8510487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9318" y="5078461"/>
              <a:ext cx="2147781" cy="211481"/>
            </a:xfrm>
            <a:custGeom>
              <a:avLst/>
              <a:gdLst>
                <a:gd name="T0" fmla="*/ 3446 w 3447"/>
                <a:gd name="T1" fmla="*/ 168 h 338"/>
                <a:gd name="T2" fmla="*/ 3446 w 3447"/>
                <a:gd name="T3" fmla="*/ 168 h 338"/>
                <a:gd name="T4" fmla="*/ 1722 w 3447"/>
                <a:gd name="T5" fmla="*/ 337 h 338"/>
                <a:gd name="T6" fmla="*/ 1722 w 3447"/>
                <a:gd name="T7" fmla="*/ 337 h 338"/>
                <a:gd name="T8" fmla="*/ 0 w 3447"/>
                <a:gd name="T9" fmla="*/ 168 h 338"/>
                <a:gd name="T10" fmla="*/ 0 w 3447"/>
                <a:gd name="T11" fmla="*/ 168 h 338"/>
                <a:gd name="T12" fmla="*/ 1722 w 3447"/>
                <a:gd name="T13" fmla="*/ 0 h 338"/>
                <a:gd name="T14" fmla="*/ 1722 w 3447"/>
                <a:gd name="T15" fmla="*/ 0 h 338"/>
                <a:gd name="T16" fmla="*/ 3446 w 3447"/>
                <a:gd name="T17" fmla="*/ 168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47" h="338">
                  <a:moveTo>
                    <a:pt x="3446" y="168"/>
                  </a:moveTo>
                  <a:lnTo>
                    <a:pt x="3446" y="168"/>
                  </a:lnTo>
                  <a:cubicBezTo>
                    <a:pt x="3446" y="261"/>
                    <a:pt x="2675" y="337"/>
                    <a:pt x="1722" y="337"/>
                  </a:cubicBezTo>
                  <a:lnTo>
                    <a:pt x="1722" y="337"/>
                  </a:lnTo>
                  <a:cubicBezTo>
                    <a:pt x="771" y="337"/>
                    <a:pt x="0" y="261"/>
                    <a:pt x="0" y="168"/>
                  </a:cubicBezTo>
                  <a:lnTo>
                    <a:pt x="0" y="168"/>
                  </a:lnTo>
                  <a:cubicBezTo>
                    <a:pt x="0" y="75"/>
                    <a:pt x="771" y="0"/>
                    <a:pt x="1722" y="0"/>
                  </a:cubicBezTo>
                  <a:lnTo>
                    <a:pt x="1722" y="0"/>
                  </a:lnTo>
                  <a:cubicBezTo>
                    <a:pt x="2675" y="0"/>
                    <a:pt x="3446" y="75"/>
                    <a:pt x="3446" y="168"/>
                  </a:cubicBezTo>
                </a:path>
              </a:pathLst>
            </a:custGeom>
            <a:gradFill>
              <a:gsLst>
                <a:gs pos="1000">
                  <a:schemeClr val="accent3"/>
                </a:gs>
                <a:gs pos="99000">
                  <a:srgbClr val="000000"/>
                </a:gs>
              </a:gsLst>
              <a:lin ang="0" scaled="0"/>
            </a:gra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4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26" name="Freeform 89">
              <a:extLst>
                <a:ext uri="{FF2B5EF4-FFF2-40B4-BE49-F238E27FC236}">
                  <a16:creationId xmlns:a16="http://schemas.microsoft.com/office/drawing/2014/main" xmlns="" id="{C607B27A-0BA6-5D49-A62B-23A6F2A35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1713" y="5995799"/>
              <a:ext cx="1963765" cy="258173"/>
            </a:xfrm>
            <a:custGeom>
              <a:avLst/>
              <a:gdLst>
                <a:gd name="T0" fmla="*/ 3150 w 3151"/>
                <a:gd name="T1" fmla="*/ 207 h 414"/>
                <a:gd name="T2" fmla="*/ 3150 w 3151"/>
                <a:gd name="T3" fmla="*/ 207 h 414"/>
                <a:gd name="T4" fmla="*/ 1575 w 3151"/>
                <a:gd name="T5" fmla="*/ 413 h 414"/>
                <a:gd name="T6" fmla="*/ 1575 w 3151"/>
                <a:gd name="T7" fmla="*/ 413 h 414"/>
                <a:gd name="T8" fmla="*/ 0 w 3151"/>
                <a:gd name="T9" fmla="*/ 207 h 414"/>
                <a:gd name="T10" fmla="*/ 0 w 3151"/>
                <a:gd name="T11" fmla="*/ 207 h 414"/>
                <a:gd name="T12" fmla="*/ 1575 w 3151"/>
                <a:gd name="T13" fmla="*/ 0 h 414"/>
                <a:gd name="T14" fmla="*/ 1575 w 3151"/>
                <a:gd name="T15" fmla="*/ 0 h 414"/>
                <a:gd name="T16" fmla="*/ 3150 w 3151"/>
                <a:gd name="T17" fmla="*/ 207 h 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51" h="414">
                  <a:moveTo>
                    <a:pt x="3150" y="207"/>
                  </a:moveTo>
                  <a:lnTo>
                    <a:pt x="3150" y="207"/>
                  </a:lnTo>
                  <a:cubicBezTo>
                    <a:pt x="3150" y="321"/>
                    <a:pt x="2445" y="413"/>
                    <a:pt x="1575" y="413"/>
                  </a:cubicBezTo>
                  <a:lnTo>
                    <a:pt x="1575" y="413"/>
                  </a:lnTo>
                  <a:cubicBezTo>
                    <a:pt x="705" y="413"/>
                    <a:pt x="0" y="321"/>
                    <a:pt x="0" y="207"/>
                  </a:cubicBezTo>
                  <a:lnTo>
                    <a:pt x="0" y="207"/>
                  </a:lnTo>
                  <a:cubicBezTo>
                    <a:pt x="0" y="92"/>
                    <a:pt x="705" y="0"/>
                    <a:pt x="1575" y="0"/>
                  </a:cubicBezTo>
                  <a:lnTo>
                    <a:pt x="1575" y="0"/>
                  </a:lnTo>
                  <a:cubicBezTo>
                    <a:pt x="2445" y="0"/>
                    <a:pt x="3150" y="92"/>
                    <a:pt x="3150" y="207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4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27" name="Freeform 93">
              <a:extLst>
                <a:ext uri="{FF2B5EF4-FFF2-40B4-BE49-F238E27FC236}">
                  <a16:creationId xmlns:a16="http://schemas.microsoft.com/office/drawing/2014/main" xmlns="" id="{089B1100-3F52-7F43-BAA0-A4839B8EF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7207" y="6138618"/>
              <a:ext cx="1950032" cy="554798"/>
            </a:xfrm>
            <a:custGeom>
              <a:avLst/>
              <a:gdLst>
                <a:gd name="T0" fmla="*/ 1566 w 3133"/>
                <a:gd name="T1" fmla="*/ 184 h 891"/>
                <a:gd name="T2" fmla="*/ 1566 w 3133"/>
                <a:gd name="T3" fmla="*/ 184 h 891"/>
                <a:gd name="T4" fmla="*/ 0 w 3133"/>
                <a:gd name="T5" fmla="*/ 0 h 891"/>
                <a:gd name="T6" fmla="*/ 230 w 3133"/>
                <a:gd name="T7" fmla="*/ 574 h 891"/>
                <a:gd name="T8" fmla="*/ 324 w 3133"/>
                <a:gd name="T9" fmla="*/ 810 h 891"/>
                <a:gd name="T10" fmla="*/ 324 w 3133"/>
                <a:gd name="T11" fmla="*/ 810 h 891"/>
                <a:gd name="T12" fmla="*/ 1566 w 3133"/>
                <a:gd name="T13" fmla="*/ 890 h 891"/>
                <a:gd name="T14" fmla="*/ 1566 w 3133"/>
                <a:gd name="T15" fmla="*/ 890 h 891"/>
                <a:gd name="T16" fmla="*/ 2808 w 3133"/>
                <a:gd name="T17" fmla="*/ 810 h 891"/>
                <a:gd name="T18" fmla="*/ 2902 w 3133"/>
                <a:gd name="T19" fmla="*/ 574 h 891"/>
                <a:gd name="T20" fmla="*/ 3132 w 3133"/>
                <a:gd name="T21" fmla="*/ 0 h 891"/>
                <a:gd name="T22" fmla="*/ 3132 w 3133"/>
                <a:gd name="T23" fmla="*/ 0 h 891"/>
                <a:gd name="T24" fmla="*/ 1566 w 3133"/>
                <a:gd name="T25" fmla="*/ 184 h 8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33" h="891">
                  <a:moveTo>
                    <a:pt x="1566" y="184"/>
                  </a:moveTo>
                  <a:lnTo>
                    <a:pt x="1566" y="184"/>
                  </a:lnTo>
                  <a:cubicBezTo>
                    <a:pt x="752" y="184"/>
                    <a:pt x="83" y="103"/>
                    <a:pt x="0" y="0"/>
                  </a:cubicBezTo>
                  <a:lnTo>
                    <a:pt x="230" y="574"/>
                  </a:lnTo>
                  <a:lnTo>
                    <a:pt x="324" y="810"/>
                  </a:lnTo>
                  <a:lnTo>
                    <a:pt x="324" y="810"/>
                  </a:lnTo>
                  <a:cubicBezTo>
                    <a:pt x="612" y="859"/>
                    <a:pt x="1061" y="890"/>
                    <a:pt x="1566" y="890"/>
                  </a:cubicBezTo>
                  <a:lnTo>
                    <a:pt x="1566" y="890"/>
                  </a:lnTo>
                  <a:cubicBezTo>
                    <a:pt x="2071" y="890"/>
                    <a:pt x="2520" y="859"/>
                    <a:pt x="2808" y="810"/>
                  </a:cubicBezTo>
                  <a:lnTo>
                    <a:pt x="2902" y="574"/>
                  </a:lnTo>
                  <a:lnTo>
                    <a:pt x="3132" y="0"/>
                  </a:lnTo>
                  <a:lnTo>
                    <a:pt x="3132" y="0"/>
                  </a:lnTo>
                  <a:cubicBezTo>
                    <a:pt x="3049" y="103"/>
                    <a:pt x="2380" y="184"/>
                    <a:pt x="1566" y="184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4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28" name="Freeform 94">
              <a:extLst>
                <a:ext uri="{FF2B5EF4-FFF2-40B4-BE49-F238E27FC236}">
                  <a16:creationId xmlns:a16="http://schemas.microsoft.com/office/drawing/2014/main" xmlns="" id="{2A8C9B5A-EE1C-5942-8185-A22443FAB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7207" y="6138618"/>
              <a:ext cx="1950032" cy="554798"/>
            </a:xfrm>
            <a:custGeom>
              <a:avLst/>
              <a:gdLst>
                <a:gd name="T0" fmla="*/ 1566 w 3133"/>
                <a:gd name="T1" fmla="*/ 184 h 891"/>
                <a:gd name="T2" fmla="*/ 1566 w 3133"/>
                <a:gd name="T3" fmla="*/ 184 h 891"/>
                <a:gd name="T4" fmla="*/ 0 w 3133"/>
                <a:gd name="T5" fmla="*/ 0 h 891"/>
                <a:gd name="T6" fmla="*/ 230 w 3133"/>
                <a:gd name="T7" fmla="*/ 574 h 891"/>
                <a:gd name="T8" fmla="*/ 324 w 3133"/>
                <a:gd name="T9" fmla="*/ 810 h 891"/>
                <a:gd name="T10" fmla="*/ 324 w 3133"/>
                <a:gd name="T11" fmla="*/ 810 h 891"/>
                <a:gd name="T12" fmla="*/ 1566 w 3133"/>
                <a:gd name="T13" fmla="*/ 890 h 891"/>
                <a:gd name="T14" fmla="*/ 1566 w 3133"/>
                <a:gd name="T15" fmla="*/ 890 h 891"/>
                <a:gd name="T16" fmla="*/ 2808 w 3133"/>
                <a:gd name="T17" fmla="*/ 810 h 891"/>
                <a:gd name="T18" fmla="*/ 2902 w 3133"/>
                <a:gd name="T19" fmla="*/ 574 h 891"/>
                <a:gd name="T20" fmla="*/ 3132 w 3133"/>
                <a:gd name="T21" fmla="*/ 0 h 891"/>
                <a:gd name="T22" fmla="*/ 3132 w 3133"/>
                <a:gd name="T23" fmla="*/ 0 h 891"/>
                <a:gd name="T24" fmla="*/ 1566 w 3133"/>
                <a:gd name="T25" fmla="*/ 184 h 8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33" h="891">
                  <a:moveTo>
                    <a:pt x="1566" y="184"/>
                  </a:moveTo>
                  <a:lnTo>
                    <a:pt x="1566" y="184"/>
                  </a:lnTo>
                  <a:cubicBezTo>
                    <a:pt x="752" y="184"/>
                    <a:pt x="83" y="103"/>
                    <a:pt x="0" y="0"/>
                  </a:cubicBezTo>
                  <a:lnTo>
                    <a:pt x="230" y="574"/>
                  </a:lnTo>
                  <a:lnTo>
                    <a:pt x="324" y="810"/>
                  </a:lnTo>
                  <a:lnTo>
                    <a:pt x="324" y="810"/>
                  </a:lnTo>
                  <a:cubicBezTo>
                    <a:pt x="612" y="859"/>
                    <a:pt x="1061" y="890"/>
                    <a:pt x="1566" y="890"/>
                  </a:cubicBezTo>
                  <a:lnTo>
                    <a:pt x="1566" y="890"/>
                  </a:lnTo>
                  <a:cubicBezTo>
                    <a:pt x="2071" y="890"/>
                    <a:pt x="2520" y="859"/>
                    <a:pt x="2808" y="810"/>
                  </a:cubicBezTo>
                  <a:lnTo>
                    <a:pt x="2902" y="574"/>
                  </a:lnTo>
                  <a:lnTo>
                    <a:pt x="3132" y="0"/>
                  </a:lnTo>
                  <a:lnTo>
                    <a:pt x="3132" y="0"/>
                  </a:lnTo>
                  <a:cubicBezTo>
                    <a:pt x="3049" y="103"/>
                    <a:pt x="2380" y="184"/>
                    <a:pt x="1566" y="184"/>
                  </a:cubicBezTo>
                </a:path>
              </a:pathLst>
            </a:custGeom>
            <a:gradFill>
              <a:gsLst>
                <a:gs pos="1000">
                  <a:schemeClr val="accent4">
                    <a:alpha val="29930"/>
                  </a:schemeClr>
                </a:gs>
                <a:gs pos="99000">
                  <a:srgbClr val="000000">
                    <a:alpha val="30000"/>
                  </a:srgbClr>
                </a:gs>
              </a:gsLst>
              <a:lin ang="0" scaled="0"/>
            </a:gra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4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29" name="Freeform 95">
              <a:extLst>
                <a:ext uri="{FF2B5EF4-FFF2-40B4-BE49-F238E27FC236}">
                  <a16:creationId xmlns:a16="http://schemas.microsoft.com/office/drawing/2014/main" xmlns="" id="{990CF80E-15D3-8B49-B2B3-FBC4022D0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0239" y="6045236"/>
              <a:ext cx="1620449" cy="159299"/>
            </a:xfrm>
            <a:custGeom>
              <a:avLst/>
              <a:gdLst>
                <a:gd name="T0" fmla="*/ 2601 w 2602"/>
                <a:gd name="T1" fmla="*/ 128 h 256"/>
                <a:gd name="T2" fmla="*/ 2601 w 2602"/>
                <a:gd name="T3" fmla="*/ 128 h 256"/>
                <a:gd name="T4" fmla="*/ 1300 w 2602"/>
                <a:gd name="T5" fmla="*/ 255 h 256"/>
                <a:gd name="T6" fmla="*/ 1300 w 2602"/>
                <a:gd name="T7" fmla="*/ 255 h 256"/>
                <a:gd name="T8" fmla="*/ 0 w 2602"/>
                <a:gd name="T9" fmla="*/ 128 h 256"/>
                <a:gd name="T10" fmla="*/ 0 w 2602"/>
                <a:gd name="T11" fmla="*/ 128 h 256"/>
                <a:gd name="T12" fmla="*/ 1300 w 2602"/>
                <a:gd name="T13" fmla="*/ 0 h 256"/>
                <a:gd name="T14" fmla="*/ 1300 w 2602"/>
                <a:gd name="T15" fmla="*/ 0 h 256"/>
                <a:gd name="T16" fmla="*/ 2601 w 2602"/>
                <a:gd name="T17" fmla="*/ 128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2" h="256">
                  <a:moveTo>
                    <a:pt x="2601" y="128"/>
                  </a:moveTo>
                  <a:lnTo>
                    <a:pt x="2601" y="128"/>
                  </a:lnTo>
                  <a:cubicBezTo>
                    <a:pt x="2601" y="198"/>
                    <a:pt x="2019" y="255"/>
                    <a:pt x="1300" y="255"/>
                  </a:cubicBezTo>
                  <a:lnTo>
                    <a:pt x="1300" y="255"/>
                  </a:lnTo>
                  <a:cubicBezTo>
                    <a:pt x="582" y="255"/>
                    <a:pt x="0" y="198"/>
                    <a:pt x="0" y="128"/>
                  </a:cubicBezTo>
                  <a:lnTo>
                    <a:pt x="0" y="128"/>
                  </a:lnTo>
                  <a:cubicBezTo>
                    <a:pt x="0" y="57"/>
                    <a:pt x="582" y="0"/>
                    <a:pt x="1300" y="0"/>
                  </a:cubicBezTo>
                  <a:lnTo>
                    <a:pt x="1300" y="0"/>
                  </a:lnTo>
                  <a:cubicBezTo>
                    <a:pt x="2019" y="0"/>
                    <a:pt x="2601" y="57"/>
                    <a:pt x="2601" y="128"/>
                  </a:cubicBezTo>
                </a:path>
              </a:pathLst>
            </a:custGeom>
            <a:gradFill>
              <a:gsLst>
                <a:gs pos="1000">
                  <a:schemeClr val="accent4"/>
                </a:gs>
                <a:gs pos="99000">
                  <a:srgbClr val="000000"/>
                </a:gs>
              </a:gsLst>
              <a:lin ang="0" scaled="0"/>
            </a:gra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4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</p:grpSp>
      <p:sp>
        <p:nvSpPr>
          <p:cNvPr id="30" name="Freeform 166">
            <a:extLst>
              <a:ext uri="{FF2B5EF4-FFF2-40B4-BE49-F238E27FC236}">
                <a16:creationId xmlns:a16="http://schemas.microsoft.com/office/drawing/2014/main" xmlns="" id="{8F3F9A0E-1F66-824C-A80E-388184BBF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0425" y="5360097"/>
            <a:ext cx="727828" cy="727828"/>
          </a:xfrm>
          <a:custGeom>
            <a:avLst/>
            <a:gdLst>
              <a:gd name="T0" fmla="*/ 584 w 1168"/>
              <a:gd name="T1" fmla="*/ 61 h 1168"/>
              <a:gd name="T2" fmla="*/ 584 w 1168"/>
              <a:gd name="T3" fmla="*/ 61 h 1168"/>
              <a:gd name="T4" fmla="*/ 61 w 1168"/>
              <a:gd name="T5" fmla="*/ 583 h 1168"/>
              <a:gd name="T6" fmla="*/ 61 w 1168"/>
              <a:gd name="T7" fmla="*/ 583 h 1168"/>
              <a:gd name="T8" fmla="*/ 584 w 1168"/>
              <a:gd name="T9" fmla="*/ 1106 h 1168"/>
              <a:gd name="T10" fmla="*/ 584 w 1168"/>
              <a:gd name="T11" fmla="*/ 1106 h 1168"/>
              <a:gd name="T12" fmla="*/ 1106 w 1168"/>
              <a:gd name="T13" fmla="*/ 583 h 1168"/>
              <a:gd name="T14" fmla="*/ 1106 w 1168"/>
              <a:gd name="T15" fmla="*/ 583 h 1168"/>
              <a:gd name="T16" fmla="*/ 584 w 1168"/>
              <a:gd name="T17" fmla="*/ 61 h 1168"/>
              <a:gd name="T18" fmla="*/ 584 w 1168"/>
              <a:gd name="T19" fmla="*/ 1167 h 1168"/>
              <a:gd name="T20" fmla="*/ 584 w 1168"/>
              <a:gd name="T21" fmla="*/ 1167 h 1168"/>
              <a:gd name="T22" fmla="*/ 0 w 1168"/>
              <a:gd name="T23" fmla="*/ 583 h 1168"/>
              <a:gd name="T24" fmla="*/ 0 w 1168"/>
              <a:gd name="T25" fmla="*/ 583 h 1168"/>
              <a:gd name="T26" fmla="*/ 584 w 1168"/>
              <a:gd name="T27" fmla="*/ 0 h 1168"/>
              <a:gd name="T28" fmla="*/ 584 w 1168"/>
              <a:gd name="T29" fmla="*/ 0 h 1168"/>
              <a:gd name="T30" fmla="*/ 1167 w 1168"/>
              <a:gd name="T31" fmla="*/ 583 h 1168"/>
              <a:gd name="T32" fmla="*/ 1167 w 1168"/>
              <a:gd name="T33" fmla="*/ 583 h 1168"/>
              <a:gd name="T34" fmla="*/ 584 w 1168"/>
              <a:gd name="T35" fmla="*/ 1167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68" h="1168">
                <a:moveTo>
                  <a:pt x="584" y="61"/>
                </a:moveTo>
                <a:lnTo>
                  <a:pt x="584" y="61"/>
                </a:lnTo>
                <a:cubicBezTo>
                  <a:pt x="295" y="61"/>
                  <a:pt x="61" y="295"/>
                  <a:pt x="61" y="583"/>
                </a:cubicBezTo>
                <a:lnTo>
                  <a:pt x="61" y="583"/>
                </a:lnTo>
                <a:cubicBezTo>
                  <a:pt x="61" y="871"/>
                  <a:pt x="295" y="1106"/>
                  <a:pt x="584" y="1106"/>
                </a:cubicBezTo>
                <a:lnTo>
                  <a:pt x="584" y="1106"/>
                </a:lnTo>
                <a:cubicBezTo>
                  <a:pt x="872" y="1106"/>
                  <a:pt x="1106" y="871"/>
                  <a:pt x="1106" y="583"/>
                </a:cubicBezTo>
                <a:lnTo>
                  <a:pt x="1106" y="583"/>
                </a:lnTo>
                <a:cubicBezTo>
                  <a:pt x="1106" y="295"/>
                  <a:pt x="872" y="61"/>
                  <a:pt x="584" y="61"/>
                </a:cubicBezTo>
                <a:close/>
                <a:moveTo>
                  <a:pt x="584" y="1167"/>
                </a:moveTo>
                <a:lnTo>
                  <a:pt x="584" y="1167"/>
                </a:lnTo>
                <a:cubicBezTo>
                  <a:pt x="261" y="1167"/>
                  <a:pt x="0" y="905"/>
                  <a:pt x="0" y="583"/>
                </a:cubicBezTo>
                <a:lnTo>
                  <a:pt x="0" y="583"/>
                </a:lnTo>
                <a:cubicBezTo>
                  <a:pt x="0" y="261"/>
                  <a:pt x="261" y="0"/>
                  <a:pt x="584" y="0"/>
                </a:cubicBezTo>
                <a:lnTo>
                  <a:pt x="584" y="0"/>
                </a:lnTo>
                <a:cubicBezTo>
                  <a:pt x="905" y="0"/>
                  <a:pt x="1167" y="261"/>
                  <a:pt x="1167" y="583"/>
                </a:cubicBezTo>
                <a:lnTo>
                  <a:pt x="1167" y="583"/>
                </a:lnTo>
                <a:cubicBezTo>
                  <a:pt x="1167" y="905"/>
                  <a:pt x="905" y="1167"/>
                  <a:pt x="584" y="116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US" dirty="0">
              <a:solidFill>
                <a:srgbClr val="747994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xmlns="" id="{307298E5-CAEC-5147-A85A-20A10D2AD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7962" y="5530381"/>
            <a:ext cx="389384" cy="389384"/>
          </a:xfrm>
          <a:custGeom>
            <a:avLst/>
            <a:gdLst>
              <a:gd name="connsiteX0" fmla="*/ 390006 w 778767"/>
              <a:gd name="connsiteY0" fmla="*/ 696529 h 778767"/>
              <a:gd name="connsiteX1" fmla="*/ 372562 w 778767"/>
              <a:gd name="connsiteY1" fmla="*/ 701513 h 778767"/>
              <a:gd name="connsiteX2" fmla="*/ 394991 w 778767"/>
              <a:gd name="connsiteY2" fmla="*/ 716466 h 778767"/>
              <a:gd name="connsiteX3" fmla="*/ 398729 w 778767"/>
              <a:gd name="connsiteY3" fmla="*/ 732664 h 778767"/>
              <a:gd name="connsiteX4" fmla="*/ 390006 w 778767"/>
              <a:gd name="connsiteY4" fmla="*/ 737648 h 778767"/>
              <a:gd name="connsiteX5" fmla="*/ 383776 w 778767"/>
              <a:gd name="connsiteY5" fmla="*/ 735156 h 778767"/>
              <a:gd name="connsiteX6" fmla="*/ 360102 w 778767"/>
              <a:gd name="connsiteY6" fmla="*/ 721450 h 778767"/>
              <a:gd name="connsiteX7" fmla="*/ 360102 w 778767"/>
              <a:gd name="connsiteY7" fmla="*/ 726434 h 778767"/>
              <a:gd name="connsiteX8" fmla="*/ 390006 w 778767"/>
              <a:gd name="connsiteY8" fmla="*/ 755092 h 778767"/>
              <a:gd name="connsiteX9" fmla="*/ 414927 w 778767"/>
              <a:gd name="connsiteY9" fmla="*/ 738894 h 778767"/>
              <a:gd name="connsiteX10" fmla="*/ 418665 w 778767"/>
              <a:gd name="connsiteY10" fmla="*/ 726434 h 778767"/>
              <a:gd name="connsiteX11" fmla="*/ 390006 w 778767"/>
              <a:gd name="connsiteY11" fmla="*/ 696529 h 778767"/>
              <a:gd name="connsiteX12" fmla="*/ 593109 w 778767"/>
              <a:gd name="connsiteY12" fmla="*/ 563204 h 778767"/>
              <a:gd name="connsiteX13" fmla="*/ 571926 w 778767"/>
              <a:gd name="connsiteY13" fmla="*/ 571926 h 778767"/>
              <a:gd name="connsiteX14" fmla="*/ 571926 w 778767"/>
              <a:gd name="connsiteY14" fmla="*/ 614291 h 778767"/>
              <a:gd name="connsiteX15" fmla="*/ 614291 w 778767"/>
              <a:gd name="connsiteY15" fmla="*/ 614291 h 778767"/>
              <a:gd name="connsiteX16" fmla="*/ 621768 w 778767"/>
              <a:gd name="connsiteY16" fmla="*/ 584387 h 778767"/>
              <a:gd name="connsiteX17" fmla="*/ 614291 w 778767"/>
              <a:gd name="connsiteY17" fmla="*/ 571926 h 778767"/>
              <a:gd name="connsiteX18" fmla="*/ 593109 w 778767"/>
              <a:gd name="connsiteY18" fmla="*/ 563204 h 778767"/>
              <a:gd name="connsiteX19" fmla="*/ 185658 w 778767"/>
              <a:gd name="connsiteY19" fmla="*/ 563204 h 778767"/>
              <a:gd name="connsiteX20" fmla="*/ 164476 w 778767"/>
              <a:gd name="connsiteY20" fmla="*/ 571926 h 778767"/>
              <a:gd name="connsiteX21" fmla="*/ 164476 w 778767"/>
              <a:gd name="connsiteY21" fmla="*/ 614291 h 778767"/>
              <a:gd name="connsiteX22" fmla="*/ 194380 w 778767"/>
              <a:gd name="connsiteY22" fmla="*/ 620522 h 778767"/>
              <a:gd name="connsiteX23" fmla="*/ 205594 w 778767"/>
              <a:gd name="connsiteY23" fmla="*/ 614291 h 778767"/>
              <a:gd name="connsiteX24" fmla="*/ 205594 w 778767"/>
              <a:gd name="connsiteY24" fmla="*/ 571926 h 778767"/>
              <a:gd name="connsiteX25" fmla="*/ 185658 w 778767"/>
              <a:gd name="connsiteY25" fmla="*/ 563204 h 778767"/>
              <a:gd name="connsiteX26" fmla="*/ 524577 w 778767"/>
              <a:gd name="connsiteY26" fmla="*/ 540776 h 778767"/>
              <a:gd name="connsiteX27" fmla="*/ 401221 w 778767"/>
              <a:gd name="connsiteY27" fmla="*/ 591863 h 778767"/>
              <a:gd name="connsiteX28" fmla="*/ 401221 w 778767"/>
              <a:gd name="connsiteY28" fmla="*/ 675347 h 778767"/>
              <a:gd name="connsiteX29" fmla="*/ 424895 w 778767"/>
              <a:gd name="connsiteY29" fmla="*/ 689053 h 778767"/>
              <a:gd name="connsiteX30" fmla="*/ 544514 w 778767"/>
              <a:gd name="connsiteY30" fmla="*/ 611799 h 778767"/>
              <a:gd name="connsiteX31" fmla="*/ 549498 w 778767"/>
              <a:gd name="connsiteY31" fmla="*/ 564450 h 778767"/>
              <a:gd name="connsiteX32" fmla="*/ 254190 w 778767"/>
              <a:gd name="connsiteY32" fmla="*/ 540776 h 778767"/>
              <a:gd name="connsiteX33" fmla="*/ 229269 w 778767"/>
              <a:gd name="connsiteY33" fmla="*/ 564450 h 778767"/>
              <a:gd name="connsiteX34" fmla="*/ 234253 w 778767"/>
              <a:gd name="connsiteY34" fmla="*/ 611799 h 778767"/>
              <a:gd name="connsiteX35" fmla="*/ 352626 w 778767"/>
              <a:gd name="connsiteY35" fmla="*/ 689053 h 778767"/>
              <a:gd name="connsiteX36" fmla="*/ 377546 w 778767"/>
              <a:gd name="connsiteY36" fmla="*/ 675347 h 778767"/>
              <a:gd name="connsiteX37" fmla="*/ 377546 w 778767"/>
              <a:gd name="connsiteY37" fmla="*/ 591863 h 778767"/>
              <a:gd name="connsiteX38" fmla="*/ 254190 w 778767"/>
              <a:gd name="connsiteY38" fmla="*/ 540776 h 778767"/>
              <a:gd name="connsiteX39" fmla="*/ 345150 w 778767"/>
              <a:gd name="connsiteY39" fmla="*/ 417419 h 778767"/>
              <a:gd name="connsiteX40" fmla="*/ 290324 w 778767"/>
              <a:gd name="connsiteY40" fmla="*/ 473490 h 778767"/>
              <a:gd name="connsiteX41" fmla="*/ 290324 w 778767"/>
              <a:gd name="connsiteY41" fmla="*/ 538284 h 778767"/>
              <a:gd name="connsiteX42" fmla="*/ 290324 w 778767"/>
              <a:gd name="connsiteY42" fmla="*/ 539530 h 778767"/>
              <a:gd name="connsiteX43" fmla="*/ 312753 w 778767"/>
              <a:gd name="connsiteY43" fmla="*/ 551990 h 778767"/>
              <a:gd name="connsiteX44" fmla="*/ 312753 w 778767"/>
              <a:gd name="connsiteY44" fmla="*/ 499657 h 778767"/>
              <a:gd name="connsiteX45" fmla="*/ 323967 w 778767"/>
              <a:gd name="connsiteY45" fmla="*/ 488443 h 778767"/>
              <a:gd name="connsiteX46" fmla="*/ 335181 w 778767"/>
              <a:gd name="connsiteY46" fmla="*/ 499657 h 778767"/>
              <a:gd name="connsiteX47" fmla="*/ 335181 w 778767"/>
              <a:gd name="connsiteY47" fmla="*/ 559466 h 778767"/>
              <a:gd name="connsiteX48" fmla="*/ 335181 w 778767"/>
              <a:gd name="connsiteY48" fmla="*/ 561958 h 778767"/>
              <a:gd name="connsiteX49" fmla="*/ 390006 w 778767"/>
              <a:gd name="connsiteY49" fmla="*/ 570680 h 778767"/>
              <a:gd name="connsiteX50" fmla="*/ 443586 w 778767"/>
              <a:gd name="connsiteY50" fmla="*/ 561958 h 778767"/>
              <a:gd name="connsiteX51" fmla="*/ 442340 w 778767"/>
              <a:gd name="connsiteY51" fmla="*/ 559466 h 778767"/>
              <a:gd name="connsiteX52" fmla="*/ 442340 w 778767"/>
              <a:gd name="connsiteY52" fmla="*/ 499657 h 778767"/>
              <a:gd name="connsiteX53" fmla="*/ 454800 w 778767"/>
              <a:gd name="connsiteY53" fmla="*/ 488443 h 778767"/>
              <a:gd name="connsiteX54" fmla="*/ 466014 w 778767"/>
              <a:gd name="connsiteY54" fmla="*/ 499657 h 778767"/>
              <a:gd name="connsiteX55" fmla="*/ 466014 w 778767"/>
              <a:gd name="connsiteY55" fmla="*/ 551990 h 778767"/>
              <a:gd name="connsiteX56" fmla="*/ 488443 w 778767"/>
              <a:gd name="connsiteY56" fmla="*/ 539530 h 778767"/>
              <a:gd name="connsiteX57" fmla="*/ 488443 w 778767"/>
              <a:gd name="connsiteY57" fmla="*/ 473490 h 778767"/>
              <a:gd name="connsiteX58" fmla="*/ 433617 w 778767"/>
              <a:gd name="connsiteY58" fmla="*/ 417419 h 778767"/>
              <a:gd name="connsiteX59" fmla="*/ 593109 w 778767"/>
              <a:gd name="connsiteY59" fmla="*/ 399975 h 778767"/>
              <a:gd name="connsiteX60" fmla="*/ 540776 w 778767"/>
              <a:gd name="connsiteY60" fmla="*/ 524577 h 778767"/>
              <a:gd name="connsiteX61" fmla="*/ 565696 w 778767"/>
              <a:gd name="connsiteY61" fmla="*/ 549498 h 778767"/>
              <a:gd name="connsiteX62" fmla="*/ 611799 w 778767"/>
              <a:gd name="connsiteY62" fmla="*/ 544514 h 778767"/>
              <a:gd name="connsiteX63" fmla="*/ 689053 w 778767"/>
              <a:gd name="connsiteY63" fmla="*/ 424895 h 778767"/>
              <a:gd name="connsiteX64" fmla="*/ 675347 w 778767"/>
              <a:gd name="connsiteY64" fmla="*/ 399975 h 778767"/>
              <a:gd name="connsiteX65" fmla="*/ 103420 w 778767"/>
              <a:gd name="connsiteY65" fmla="*/ 399975 h 778767"/>
              <a:gd name="connsiteX66" fmla="*/ 89714 w 778767"/>
              <a:gd name="connsiteY66" fmla="*/ 424895 h 778767"/>
              <a:gd name="connsiteX67" fmla="*/ 166968 w 778767"/>
              <a:gd name="connsiteY67" fmla="*/ 544514 h 778767"/>
              <a:gd name="connsiteX68" fmla="*/ 213071 w 778767"/>
              <a:gd name="connsiteY68" fmla="*/ 549498 h 778767"/>
              <a:gd name="connsiteX69" fmla="*/ 237991 w 778767"/>
              <a:gd name="connsiteY69" fmla="*/ 524577 h 778767"/>
              <a:gd name="connsiteX70" fmla="*/ 185658 w 778767"/>
              <a:gd name="connsiteY70" fmla="*/ 399975 h 778767"/>
              <a:gd name="connsiteX71" fmla="*/ 721450 w 778767"/>
              <a:gd name="connsiteY71" fmla="*/ 360102 h 778767"/>
              <a:gd name="connsiteX72" fmla="*/ 736402 w 778767"/>
              <a:gd name="connsiteY72" fmla="*/ 382530 h 778767"/>
              <a:gd name="connsiteX73" fmla="*/ 732664 w 778767"/>
              <a:gd name="connsiteY73" fmla="*/ 398729 h 778767"/>
              <a:gd name="connsiteX74" fmla="*/ 726434 w 778767"/>
              <a:gd name="connsiteY74" fmla="*/ 399975 h 778767"/>
              <a:gd name="connsiteX75" fmla="*/ 716466 w 778767"/>
              <a:gd name="connsiteY75" fmla="*/ 394991 h 778767"/>
              <a:gd name="connsiteX76" fmla="*/ 701513 w 778767"/>
              <a:gd name="connsiteY76" fmla="*/ 372562 h 778767"/>
              <a:gd name="connsiteX77" fmla="*/ 697775 w 778767"/>
              <a:gd name="connsiteY77" fmla="*/ 388760 h 778767"/>
              <a:gd name="connsiteX78" fmla="*/ 726434 w 778767"/>
              <a:gd name="connsiteY78" fmla="*/ 418665 h 778767"/>
              <a:gd name="connsiteX79" fmla="*/ 756338 w 778767"/>
              <a:gd name="connsiteY79" fmla="*/ 388760 h 778767"/>
              <a:gd name="connsiteX80" fmla="*/ 740140 w 778767"/>
              <a:gd name="connsiteY80" fmla="*/ 362594 h 778767"/>
              <a:gd name="connsiteX81" fmla="*/ 726434 w 778767"/>
              <a:gd name="connsiteY81" fmla="*/ 360102 h 778767"/>
              <a:gd name="connsiteX82" fmla="*/ 721450 w 778767"/>
              <a:gd name="connsiteY82" fmla="*/ 360102 h 778767"/>
              <a:gd name="connsiteX83" fmla="*/ 52333 w 778767"/>
              <a:gd name="connsiteY83" fmla="*/ 360102 h 778767"/>
              <a:gd name="connsiteX84" fmla="*/ 22428 w 778767"/>
              <a:gd name="connsiteY84" fmla="*/ 388760 h 778767"/>
              <a:gd name="connsiteX85" fmla="*/ 38627 w 778767"/>
              <a:gd name="connsiteY85" fmla="*/ 414927 h 778767"/>
              <a:gd name="connsiteX86" fmla="*/ 52333 w 778767"/>
              <a:gd name="connsiteY86" fmla="*/ 418665 h 778767"/>
              <a:gd name="connsiteX87" fmla="*/ 57317 w 778767"/>
              <a:gd name="connsiteY87" fmla="*/ 417419 h 778767"/>
              <a:gd name="connsiteX88" fmla="*/ 42365 w 778767"/>
              <a:gd name="connsiteY88" fmla="*/ 394991 h 778767"/>
              <a:gd name="connsiteX89" fmla="*/ 46103 w 778767"/>
              <a:gd name="connsiteY89" fmla="*/ 380038 h 778767"/>
              <a:gd name="connsiteX90" fmla="*/ 62301 w 778767"/>
              <a:gd name="connsiteY90" fmla="*/ 382530 h 778767"/>
              <a:gd name="connsiteX91" fmla="*/ 76008 w 778767"/>
              <a:gd name="connsiteY91" fmla="*/ 406205 h 778767"/>
              <a:gd name="connsiteX92" fmla="*/ 80992 w 778767"/>
              <a:gd name="connsiteY92" fmla="*/ 388760 h 778767"/>
              <a:gd name="connsiteX93" fmla="*/ 52333 w 778767"/>
              <a:gd name="connsiteY93" fmla="*/ 360102 h 778767"/>
              <a:gd name="connsiteX94" fmla="*/ 387872 w 778767"/>
              <a:gd name="connsiteY94" fmla="*/ 281477 h 778767"/>
              <a:gd name="connsiteX95" fmla="*/ 347395 w 778767"/>
              <a:gd name="connsiteY95" fmla="*/ 320729 h 778767"/>
              <a:gd name="connsiteX96" fmla="*/ 387872 w 778767"/>
              <a:gd name="connsiteY96" fmla="*/ 361207 h 778767"/>
              <a:gd name="connsiteX97" fmla="*/ 427123 w 778767"/>
              <a:gd name="connsiteY97" fmla="*/ 320729 h 778767"/>
              <a:gd name="connsiteX98" fmla="*/ 405044 w 778767"/>
              <a:gd name="connsiteY98" fmla="*/ 285157 h 778767"/>
              <a:gd name="connsiteX99" fmla="*/ 387872 w 778767"/>
              <a:gd name="connsiteY99" fmla="*/ 281477 h 778767"/>
              <a:gd name="connsiteX100" fmla="*/ 387872 w 778767"/>
              <a:gd name="connsiteY100" fmla="*/ 258171 h 778767"/>
              <a:gd name="connsiteX101" fmla="*/ 416084 w 778767"/>
              <a:gd name="connsiteY101" fmla="*/ 265531 h 778767"/>
              <a:gd name="connsiteX102" fmla="*/ 449201 w 778767"/>
              <a:gd name="connsiteY102" fmla="*/ 320729 h 778767"/>
              <a:gd name="connsiteX103" fmla="*/ 387872 w 778767"/>
              <a:gd name="connsiteY103" fmla="*/ 383286 h 778767"/>
              <a:gd name="connsiteX104" fmla="*/ 324090 w 778767"/>
              <a:gd name="connsiteY104" fmla="*/ 320729 h 778767"/>
              <a:gd name="connsiteX105" fmla="*/ 387872 w 778767"/>
              <a:gd name="connsiteY105" fmla="*/ 258171 h 778767"/>
              <a:gd name="connsiteX106" fmla="*/ 565696 w 778767"/>
              <a:gd name="connsiteY106" fmla="*/ 229269 h 778767"/>
              <a:gd name="connsiteX107" fmla="*/ 540776 w 778767"/>
              <a:gd name="connsiteY107" fmla="*/ 252944 h 778767"/>
              <a:gd name="connsiteX108" fmla="*/ 593109 w 778767"/>
              <a:gd name="connsiteY108" fmla="*/ 377546 h 778767"/>
              <a:gd name="connsiteX109" fmla="*/ 675347 w 778767"/>
              <a:gd name="connsiteY109" fmla="*/ 377546 h 778767"/>
              <a:gd name="connsiteX110" fmla="*/ 689053 w 778767"/>
              <a:gd name="connsiteY110" fmla="*/ 352626 h 778767"/>
              <a:gd name="connsiteX111" fmla="*/ 611799 w 778767"/>
              <a:gd name="connsiteY111" fmla="*/ 234253 h 778767"/>
              <a:gd name="connsiteX112" fmla="*/ 593109 w 778767"/>
              <a:gd name="connsiteY112" fmla="*/ 236745 h 778767"/>
              <a:gd name="connsiteX113" fmla="*/ 565696 w 778767"/>
              <a:gd name="connsiteY113" fmla="*/ 229269 h 778767"/>
              <a:gd name="connsiteX114" fmla="*/ 213071 w 778767"/>
              <a:gd name="connsiteY114" fmla="*/ 229269 h 778767"/>
              <a:gd name="connsiteX115" fmla="*/ 185658 w 778767"/>
              <a:gd name="connsiteY115" fmla="*/ 236745 h 778767"/>
              <a:gd name="connsiteX116" fmla="*/ 166968 w 778767"/>
              <a:gd name="connsiteY116" fmla="*/ 234253 h 778767"/>
              <a:gd name="connsiteX117" fmla="*/ 89714 w 778767"/>
              <a:gd name="connsiteY117" fmla="*/ 352626 h 778767"/>
              <a:gd name="connsiteX118" fmla="*/ 103420 w 778767"/>
              <a:gd name="connsiteY118" fmla="*/ 377546 h 778767"/>
              <a:gd name="connsiteX119" fmla="*/ 185658 w 778767"/>
              <a:gd name="connsiteY119" fmla="*/ 377546 h 778767"/>
              <a:gd name="connsiteX120" fmla="*/ 237991 w 778767"/>
              <a:gd name="connsiteY120" fmla="*/ 252944 h 778767"/>
              <a:gd name="connsiteX121" fmla="*/ 390006 w 778767"/>
              <a:gd name="connsiteY121" fmla="*/ 208087 h 778767"/>
              <a:gd name="connsiteX122" fmla="*/ 209333 w 778767"/>
              <a:gd name="connsiteY122" fmla="*/ 388760 h 778767"/>
              <a:gd name="connsiteX123" fmla="*/ 266650 w 778767"/>
              <a:gd name="connsiteY123" fmla="*/ 522085 h 778767"/>
              <a:gd name="connsiteX124" fmla="*/ 266650 w 778767"/>
              <a:gd name="connsiteY124" fmla="*/ 473490 h 778767"/>
              <a:gd name="connsiteX125" fmla="*/ 345150 w 778767"/>
              <a:gd name="connsiteY125" fmla="*/ 394991 h 778767"/>
              <a:gd name="connsiteX126" fmla="*/ 433617 w 778767"/>
              <a:gd name="connsiteY126" fmla="*/ 394991 h 778767"/>
              <a:gd name="connsiteX127" fmla="*/ 510871 w 778767"/>
              <a:gd name="connsiteY127" fmla="*/ 473490 h 778767"/>
              <a:gd name="connsiteX128" fmla="*/ 510871 w 778767"/>
              <a:gd name="connsiteY128" fmla="*/ 522085 h 778767"/>
              <a:gd name="connsiteX129" fmla="*/ 570680 w 778767"/>
              <a:gd name="connsiteY129" fmla="*/ 388760 h 778767"/>
              <a:gd name="connsiteX130" fmla="*/ 472244 w 778767"/>
              <a:gd name="connsiteY130" fmla="*/ 228023 h 778767"/>
              <a:gd name="connsiteX131" fmla="*/ 390006 w 778767"/>
              <a:gd name="connsiteY131" fmla="*/ 208087 h 778767"/>
              <a:gd name="connsiteX132" fmla="*/ 593109 w 778767"/>
              <a:gd name="connsiteY132" fmla="*/ 155753 h 778767"/>
              <a:gd name="connsiteX133" fmla="*/ 584387 w 778767"/>
              <a:gd name="connsiteY133" fmla="*/ 156999 h 778767"/>
              <a:gd name="connsiteX134" fmla="*/ 571926 w 778767"/>
              <a:gd name="connsiteY134" fmla="*/ 164476 h 778767"/>
              <a:gd name="connsiteX135" fmla="*/ 571926 w 778767"/>
              <a:gd name="connsiteY135" fmla="*/ 205594 h 778767"/>
              <a:gd name="connsiteX136" fmla="*/ 614291 w 778767"/>
              <a:gd name="connsiteY136" fmla="*/ 205594 h 778767"/>
              <a:gd name="connsiteX137" fmla="*/ 614291 w 778767"/>
              <a:gd name="connsiteY137" fmla="*/ 164476 h 778767"/>
              <a:gd name="connsiteX138" fmla="*/ 593109 w 778767"/>
              <a:gd name="connsiteY138" fmla="*/ 155753 h 778767"/>
              <a:gd name="connsiteX139" fmla="*/ 185658 w 778767"/>
              <a:gd name="connsiteY139" fmla="*/ 155753 h 778767"/>
              <a:gd name="connsiteX140" fmla="*/ 164476 w 778767"/>
              <a:gd name="connsiteY140" fmla="*/ 164476 h 778767"/>
              <a:gd name="connsiteX141" fmla="*/ 158245 w 778767"/>
              <a:gd name="connsiteY141" fmla="*/ 193134 h 778767"/>
              <a:gd name="connsiteX142" fmla="*/ 164476 w 778767"/>
              <a:gd name="connsiteY142" fmla="*/ 205594 h 778767"/>
              <a:gd name="connsiteX143" fmla="*/ 205594 w 778767"/>
              <a:gd name="connsiteY143" fmla="*/ 205594 h 778767"/>
              <a:gd name="connsiteX144" fmla="*/ 205594 w 778767"/>
              <a:gd name="connsiteY144" fmla="*/ 164476 h 778767"/>
              <a:gd name="connsiteX145" fmla="*/ 185658 w 778767"/>
              <a:gd name="connsiteY145" fmla="*/ 155753 h 778767"/>
              <a:gd name="connsiteX146" fmla="*/ 424895 w 778767"/>
              <a:gd name="connsiteY146" fmla="*/ 89714 h 778767"/>
              <a:gd name="connsiteX147" fmla="*/ 401221 w 778767"/>
              <a:gd name="connsiteY147" fmla="*/ 102174 h 778767"/>
              <a:gd name="connsiteX148" fmla="*/ 401221 w 778767"/>
              <a:gd name="connsiteY148" fmla="*/ 185658 h 778767"/>
              <a:gd name="connsiteX149" fmla="*/ 482212 w 778767"/>
              <a:gd name="connsiteY149" fmla="*/ 208087 h 778767"/>
              <a:gd name="connsiteX150" fmla="*/ 524577 w 778767"/>
              <a:gd name="connsiteY150" fmla="*/ 236745 h 778767"/>
              <a:gd name="connsiteX151" fmla="*/ 549498 w 778767"/>
              <a:gd name="connsiteY151" fmla="*/ 213071 h 778767"/>
              <a:gd name="connsiteX152" fmla="*/ 544514 w 778767"/>
              <a:gd name="connsiteY152" fmla="*/ 166968 h 778767"/>
              <a:gd name="connsiteX153" fmla="*/ 352626 w 778767"/>
              <a:gd name="connsiteY153" fmla="*/ 89714 h 778767"/>
              <a:gd name="connsiteX154" fmla="*/ 234253 w 778767"/>
              <a:gd name="connsiteY154" fmla="*/ 166968 h 778767"/>
              <a:gd name="connsiteX155" fmla="*/ 229269 w 778767"/>
              <a:gd name="connsiteY155" fmla="*/ 213071 h 778767"/>
              <a:gd name="connsiteX156" fmla="*/ 254190 w 778767"/>
              <a:gd name="connsiteY156" fmla="*/ 236745 h 778767"/>
              <a:gd name="connsiteX157" fmla="*/ 377546 w 778767"/>
              <a:gd name="connsiteY157" fmla="*/ 185658 h 778767"/>
              <a:gd name="connsiteX158" fmla="*/ 377546 w 778767"/>
              <a:gd name="connsiteY158" fmla="*/ 102174 h 778767"/>
              <a:gd name="connsiteX159" fmla="*/ 352626 w 778767"/>
              <a:gd name="connsiteY159" fmla="*/ 89714 h 778767"/>
              <a:gd name="connsiteX160" fmla="*/ 390006 w 778767"/>
              <a:gd name="connsiteY160" fmla="*/ 22428 h 778767"/>
              <a:gd name="connsiteX161" fmla="*/ 363840 w 778767"/>
              <a:gd name="connsiteY161" fmla="*/ 38627 h 778767"/>
              <a:gd name="connsiteX162" fmla="*/ 360102 w 778767"/>
              <a:gd name="connsiteY162" fmla="*/ 52333 h 778767"/>
              <a:gd name="connsiteX163" fmla="*/ 390006 w 778767"/>
              <a:gd name="connsiteY163" fmla="*/ 80992 h 778767"/>
              <a:gd name="connsiteX164" fmla="*/ 406205 w 778767"/>
              <a:gd name="connsiteY164" fmla="*/ 76008 h 778767"/>
              <a:gd name="connsiteX165" fmla="*/ 383776 w 778767"/>
              <a:gd name="connsiteY165" fmla="*/ 61055 h 778767"/>
              <a:gd name="connsiteX166" fmla="*/ 380038 w 778767"/>
              <a:gd name="connsiteY166" fmla="*/ 46103 h 778767"/>
              <a:gd name="connsiteX167" fmla="*/ 394991 w 778767"/>
              <a:gd name="connsiteY167" fmla="*/ 42365 h 778767"/>
              <a:gd name="connsiteX168" fmla="*/ 418665 w 778767"/>
              <a:gd name="connsiteY168" fmla="*/ 57317 h 778767"/>
              <a:gd name="connsiteX169" fmla="*/ 418665 w 778767"/>
              <a:gd name="connsiteY169" fmla="*/ 52333 h 778767"/>
              <a:gd name="connsiteX170" fmla="*/ 390006 w 778767"/>
              <a:gd name="connsiteY170" fmla="*/ 22428 h 778767"/>
              <a:gd name="connsiteX171" fmla="*/ 390006 w 778767"/>
              <a:gd name="connsiteY171" fmla="*/ 0 h 778767"/>
              <a:gd name="connsiteX172" fmla="*/ 441094 w 778767"/>
              <a:gd name="connsiteY172" fmla="*/ 52333 h 778767"/>
              <a:gd name="connsiteX173" fmla="*/ 438602 w 778767"/>
              <a:gd name="connsiteY173" fmla="*/ 71024 h 778767"/>
              <a:gd name="connsiteX174" fmla="*/ 556974 w 778767"/>
              <a:gd name="connsiteY174" fmla="*/ 148277 h 778767"/>
              <a:gd name="connsiteX175" fmla="*/ 576911 w 778767"/>
              <a:gd name="connsiteY175" fmla="*/ 134571 h 778767"/>
              <a:gd name="connsiteX176" fmla="*/ 630490 w 778767"/>
              <a:gd name="connsiteY176" fmla="*/ 148277 h 778767"/>
              <a:gd name="connsiteX177" fmla="*/ 630490 w 778767"/>
              <a:gd name="connsiteY177" fmla="*/ 221793 h 778767"/>
              <a:gd name="connsiteX178" fmla="*/ 707743 w 778767"/>
              <a:gd name="connsiteY178" fmla="*/ 340165 h 778767"/>
              <a:gd name="connsiteX179" fmla="*/ 726434 w 778767"/>
              <a:gd name="connsiteY179" fmla="*/ 336427 h 778767"/>
              <a:gd name="connsiteX180" fmla="*/ 751354 w 778767"/>
              <a:gd name="connsiteY180" fmla="*/ 342657 h 778767"/>
              <a:gd name="connsiteX181" fmla="*/ 778767 w 778767"/>
              <a:gd name="connsiteY181" fmla="*/ 388760 h 778767"/>
              <a:gd name="connsiteX182" fmla="*/ 726434 w 778767"/>
              <a:gd name="connsiteY182" fmla="*/ 441094 h 778767"/>
              <a:gd name="connsiteX183" fmla="*/ 707743 w 778767"/>
              <a:gd name="connsiteY183" fmla="*/ 437356 h 778767"/>
              <a:gd name="connsiteX184" fmla="*/ 630490 w 778767"/>
              <a:gd name="connsiteY184" fmla="*/ 556974 h 778767"/>
              <a:gd name="connsiteX185" fmla="*/ 642950 w 778767"/>
              <a:gd name="connsiteY185" fmla="*/ 576911 h 778767"/>
              <a:gd name="connsiteX186" fmla="*/ 630490 w 778767"/>
              <a:gd name="connsiteY186" fmla="*/ 629244 h 778767"/>
              <a:gd name="connsiteX187" fmla="*/ 593109 w 778767"/>
              <a:gd name="connsiteY187" fmla="*/ 645442 h 778767"/>
              <a:gd name="connsiteX188" fmla="*/ 556974 w 778767"/>
              <a:gd name="connsiteY188" fmla="*/ 630490 h 778767"/>
              <a:gd name="connsiteX189" fmla="*/ 438602 w 778767"/>
              <a:gd name="connsiteY189" fmla="*/ 707743 h 778767"/>
              <a:gd name="connsiteX190" fmla="*/ 441094 w 778767"/>
              <a:gd name="connsiteY190" fmla="*/ 726434 h 778767"/>
              <a:gd name="connsiteX191" fmla="*/ 436110 w 778767"/>
              <a:gd name="connsiteY191" fmla="*/ 750108 h 778767"/>
              <a:gd name="connsiteX192" fmla="*/ 390006 w 778767"/>
              <a:gd name="connsiteY192" fmla="*/ 778767 h 778767"/>
              <a:gd name="connsiteX193" fmla="*/ 336427 w 778767"/>
              <a:gd name="connsiteY193" fmla="*/ 726434 h 778767"/>
              <a:gd name="connsiteX194" fmla="*/ 341411 w 778767"/>
              <a:gd name="connsiteY194" fmla="*/ 707743 h 778767"/>
              <a:gd name="connsiteX195" fmla="*/ 221793 w 778767"/>
              <a:gd name="connsiteY195" fmla="*/ 630490 h 778767"/>
              <a:gd name="connsiteX196" fmla="*/ 200610 w 778767"/>
              <a:gd name="connsiteY196" fmla="*/ 642950 h 778767"/>
              <a:gd name="connsiteX197" fmla="*/ 185658 w 778767"/>
              <a:gd name="connsiteY197" fmla="*/ 645442 h 778767"/>
              <a:gd name="connsiteX198" fmla="*/ 148277 w 778767"/>
              <a:gd name="connsiteY198" fmla="*/ 629244 h 778767"/>
              <a:gd name="connsiteX199" fmla="*/ 148277 w 778767"/>
              <a:gd name="connsiteY199" fmla="*/ 556974 h 778767"/>
              <a:gd name="connsiteX200" fmla="*/ 69778 w 778767"/>
              <a:gd name="connsiteY200" fmla="*/ 437356 h 778767"/>
              <a:gd name="connsiteX201" fmla="*/ 52333 w 778767"/>
              <a:gd name="connsiteY201" fmla="*/ 441094 h 778767"/>
              <a:gd name="connsiteX202" fmla="*/ 28659 w 778767"/>
              <a:gd name="connsiteY202" fmla="*/ 434863 h 778767"/>
              <a:gd name="connsiteX203" fmla="*/ 0 w 778767"/>
              <a:gd name="connsiteY203" fmla="*/ 388760 h 778767"/>
              <a:gd name="connsiteX204" fmla="*/ 52333 w 778767"/>
              <a:gd name="connsiteY204" fmla="*/ 336427 h 778767"/>
              <a:gd name="connsiteX205" fmla="*/ 69778 w 778767"/>
              <a:gd name="connsiteY205" fmla="*/ 340165 h 778767"/>
              <a:gd name="connsiteX206" fmla="*/ 148277 w 778767"/>
              <a:gd name="connsiteY206" fmla="*/ 221793 h 778767"/>
              <a:gd name="connsiteX207" fmla="*/ 135817 w 778767"/>
              <a:gd name="connsiteY207" fmla="*/ 201856 h 778767"/>
              <a:gd name="connsiteX208" fmla="*/ 148277 w 778767"/>
              <a:gd name="connsiteY208" fmla="*/ 148277 h 778767"/>
              <a:gd name="connsiteX209" fmla="*/ 221793 w 778767"/>
              <a:gd name="connsiteY209" fmla="*/ 148277 h 778767"/>
              <a:gd name="connsiteX210" fmla="*/ 341411 w 778767"/>
              <a:gd name="connsiteY210" fmla="*/ 71024 h 778767"/>
              <a:gd name="connsiteX211" fmla="*/ 336427 w 778767"/>
              <a:gd name="connsiteY211" fmla="*/ 52333 h 778767"/>
              <a:gd name="connsiteX212" fmla="*/ 342657 w 778767"/>
              <a:gd name="connsiteY212" fmla="*/ 27413 h 778767"/>
              <a:gd name="connsiteX213" fmla="*/ 390006 w 778767"/>
              <a:gd name="connsiteY213" fmla="*/ 0 h 77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</a:cxnLst>
            <a:rect l="l" t="t" r="r" b="b"/>
            <a:pathLst>
              <a:path w="778767" h="778767">
                <a:moveTo>
                  <a:pt x="390006" y="696529"/>
                </a:moveTo>
                <a:cubicBezTo>
                  <a:pt x="383776" y="696529"/>
                  <a:pt x="377546" y="699021"/>
                  <a:pt x="372562" y="701513"/>
                </a:cubicBezTo>
                <a:lnTo>
                  <a:pt x="394991" y="716466"/>
                </a:lnTo>
                <a:cubicBezTo>
                  <a:pt x="401221" y="720204"/>
                  <a:pt x="402467" y="727680"/>
                  <a:pt x="398729" y="732664"/>
                </a:cubicBezTo>
                <a:cubicBezTo>
                  <a:pt x="396237" y="735156"/>
                  <a:pt x="393745" y="737648"/>
                  <a:pt x="390006" y="737648"/>
                </a:cubicBezTo>
                <a:cubicBezTo>
                  <a:pt x="387514" y="737648"/>
                  <a:pt x="385022" y="737648"/>
                  <a:pt x="383776" y="735156"/>
                </a:cubicBezTo>
                <a:lnTo>
                  <a:pt x="360102" y="721450"/>
                </a:lnTo>
                <a:cubicBezTo>
                  <a:pt x="360102" y="722696"/>
                  <a:pt x="360102" y="723942"/>
                  <a:pt x="360102" y="726434"/>
                </a:cubicBezTo>
                <a:cubicBezTo>
                  <a:pt x="360102" y="742632"/>
                  <a:pt x="373808" y="755092"/>
                  <a:pt x="390006" y="755092"/>
                </a:cubicBezTo>
                <a:cubicBezTo>
                  <a:pt x="399975" y="755092"/>
                  <a:pt x="409943" y="748862"/>
                  <a:pt x="414927" y="738894"/>
                </a:cubicBezTo>
                <a:cubicBezTo>
                  <a:pt x="417419" y="735156"/>
                  <a:pt x="418665" y="731418"/>
                  <a:pt x="418665" y="726434"/>
                </a:cubicBezTo>
                <a:cubicBezTo>
                  <a:pt x="418665" y="708989"/>
                  <a:pt x="406205" y="696529"/>
                  <a:pt x="390006" y="696529"/>
                </a:cubicBezTo>
                <a:close/>
                <a:moveTo>
                  <a:pt x="593109" y="563204"/>
                </a:moveTo>
                <a:cubicBezTo>
                  <a:pt x="585633" y="563204"/>
                  <a:pt x="578157" y="565696"/>
                  <a:pt x="571926" y="571926"/>
                </a:cubicBezTo>
                <a:cubicBezTo>
                  <a:pt x="560712" y="583141"/>
                  <a:pt x="560712" y="601831"/>
                  <a:pt x="571926" y="614291"/>
                </a:cubicBezTo>
                <a:cubicBezTo>
                  <a:pt x="584387" y="625506"/>
                  <a:pt x="601831" y="625506"/>
                  <a:pt x="614291" y="614291"/>
                </a:cubicBezTo>
                <a:cubicBezTo>
                  <a:pt x="621768" y="605569"/>
                  <a:pt x="624260" y="594355"/>
                  <a:pt x="621768" y="584387"/>
                </a:cubicBezTo>
                <a:cubicBezTo>
                  <a:pt x="619276" y="579403"/>
                  <a:pt x="616783" y="575665"/>
                  <a:pt x="614291" y="571926"/>
                </a:cubicBezTo>
                <a:cubicBezTo>
                  <a:pt x="608061" y="565696"/>
                  <a:pt x="600585" y="563204"/>
                  <a:pt x="593109" y="563204"/>
                </a:cubicBezTo>
                <a:close/>
                <a:moveTo>
                  <a:pt x="185658" y="563204"/>
                </a:moveTo>
                <a:cubicBezTo>
                  <a:pt x="178182" y="563204"/>
                  <a:pt x="170706" y="565696"/>
                  <a:pt x="164476" y="571926"/>
                </a:cubicBezTo>
                <a:cubicBezTo>
                  <a:pt x="153261" y="583141"/>
                  <a:pt x="153261" y="601831"/>
                  <a:pt x="164476" y="614291"/>
                </a:cubicBezTo>
                <a:cubicBezTo>
                  <a:pt x="171952" y="621768"/>
                  <a:pt x="184412" y="624260"/>
                  <a:pt x="194380" y="620522"/>
                </a:cubicBezTo>
                <a:cubicBezTo>
                  <a:pt x="199364" y="619276"/>
                  <a:pt x="203102" y="616783"/>
                  <a:pt x="205594" y="614291"/>
                </a:cubicBezTo>
                <a:cubicBezTo>
                  <a:pt x="216809" y="601831"/>
                  <a:pt x="216809" y="583141"/>
                  <a:pt x="205594" y="571926"/>
                </a:cubicBezTo>
                <a:cubicBezTo>
                  <a:pt x="200610" y="565696"/>
                  <a:pt x="193134" y="563204"/>
                  <a:pt x="185658" y="563204"/>
                </a:cubicBezTo>
                <a:close/>
                <a:moveTo>
                  <a:pt x="524577" y="540776"/>
                </a:moveTo>
                <a:cubicBezTo>
                  <a:pt x="492181" y="570680"/>
                  <a:pt x="448570" y="589371"/>
                  <a:pt x="401221" y="591863"/>
                </a:cubicBezTo>
                <a:lnTo>
                  <a:pt x="401221" y="675347"/>
                </a:lnTo>
                <a:cubicBezTo>
                  <a:pt x="409943" y="677839"/>
                  <a:pt x="418665" y="681577"/>
                  <a:pt x="424895" y="689053"/>
                </a:cubicBezTo>
                <a:lnTo>
                  <a:pt x="544514" y="611799"/>
                </a:lnTo>
                <a:cubicBezTo>
                  <a:pt x="538284" y="595601"/>
                  <a:pt x="540776" y="578157"/>
                  <a:pt x="549498" y="564450"/>
                </a:cubicBezTo>
                <a:close/>
                <a:moveTo>
                  <a:pt x="254190" y="540776"/>
                </a:moveTo>
                <a:lnTo>
                  <a:pt x="229269" y="564450"/>
                </a:lnTo>
                <a:cubicBezTo>
                  <a:pt x="237991" y="578157"/>
                  <a:pt x="240483" y="595601"/>
                  <a:pt x="234253" y="611799"/>
                </a:cubicBezTo>
                <a:lnTo>
                  <a:pt x="352626" y="689053"/>
                </a:lnTo>
                <a:cubicBezTo>
                  <a:pt x="360102" y="681577"/>
                  <a:pt x="367578" y="677839"/>
                  <a:pt x="377546" y="675347"/>
                </a:cubicBezTo>
                <a:lnTo>
                  <a:pt x="377546" y="591863"/>
                </a:lnTo>
                <a:cubicBezTo>
                  <a:pt x="330197" y="589371"/>
                  <a:pt x="287832" y="570680"/>
                  <a:pt x="254190" y="540776"/>
                </a:cubicBezTo>
                <a:close/>
                <a:moveTo>
                  <a:pt x="345150" y="417419"/>
                </a:moveTo>
                <a:cubicBezTo>
                  <a:pt x="315245" y="417419"/>
                  <a:pt x="290324" y="443586"/>
                  <a:pt x="290324" y="473490"/>
                </a:cubicBezTo>
                <a:lnTo>
                  <a:pt x="290324" y="538284"/>
                </a:lnTo>
                <a:lnTo>
                  <a:pt x="290324" y="539530"/>
                </a:lnTo>
                <a:cubicBezTo>
                  <a:pt x="297800" y="544514"/>
                  <a:pt x="305277" y="549498"/>
                  <a:pt x="312753" y="551990"/>
                </a:cubicBezTo>
                <a:lnTo>
                  <a:pt x="312753" y="499657"/>
                </a:lnTo>
                <a:cubicBezTo>
                  <a:pt x="312753" y="493427"/>
                  <a:pt x="317737" y="488443"/>
                  <a:pt x="323967" y="488443"/>
                </a:cubicBezTo>
                <a:cubicBezTo>
                  <a:pt x="330197" y="488443"/>
                  <a:pt x="335181" y="493427"/>
                  <a:pt x="335181" y="499657"/>
                </a:cubicBezTo>
                <a:lnTo>
                  <a:pt x="335181" y="559466"/>
                </a:lnTo>
                <a:cubicBezTo>
                  <a:pt x="335181" y="560712"/>
                  <a:pt x="335181" y="560712"/>
                  <a:pt x="335181" y="561958"/>
                </a:cubicBezTo>
                <a:cubicBezTo>
                  <a:pt x="352626" y="566942"/>
                  <a:pt x="370070" y="570680"/>
                  <a:pt x="390006" y="570680"/>
                </a:cubicBezTo>
                <a:cubicBezTo>
                  <a:pt x="407451" y="570680"/>
                  <a:pt x="426141" y="566942"/>
                  <a:pt x="443586" y="561958"/>
                </a:cubicBezTo>
                <a:cubicBezTo>
                  <a:pt x="442340" y="560712"/>
                  <a:pt x="442340" y="560712"/>
                  <a:pt x="442340" y="559466"/>
                </a:cubicBezTo>
                <a:lnTo>
                  <a:pt x="442340" y="499657"/>
                </a:lnTo>
                <a:cubicBezTo>
                  <a:pt x="442340" y="493427"/>
                  <a:pt x="448570" y="488443"/>
                  <a:pt x="454800" y="488443"/>
                </a:cubicBezTo>
                <a:cubicBezTo>
                  <a:pt x="459784" y="488443"/>
                  <a:pt x="466014" y="493427"/>
                  <a:pt x="466014" y="499657"/>
                </a:cubicBezTo>
                <a:lnTo>
                  <a:pt x="466014" y="551990"/>
                </a:lnTo>
                <a:cubicBezTo>
                  <a:pt x="473490" y="549498"/>
                  <a:pt x="482212" y="544514"/>
                  <a:pt x="488443" y="539530"/>
                </a:cubicBezTo>
                <a:lnTo>
                  <a:pt x="488443" y="473490"/>
                </a:lnTo>
                <a:cubicBezTo>
                  <a:pt x="488443" y="443586"/>
                  <a:pt x="464768" y="417419"/>
                  <a:pt x="433617" y="417419"/>
                </a:cubicBezTo>
                <a:close/>
                <a:moveTo>
                  <a:pt x="593109" y="399975"/>
                </a:moveTo>
                <a:cubicBezTo>
                  <a:pt x="589371" y="448570"/>
                  <a:pt x="570680" y="490935"/>
                  <a:pt x="540776" y="524577"/>
                </a:cubicBezTo>
                <a:lnTo>
                  <a:pt x="565696" y="549498"/>
                </a:lnTo>
                <a:cubicBezTo>
                  <a:pt x="579403" y="539530"/>
                  <a:pt x="595601" y="538284"/>
                  <a:pt x="611799" y="544514"/>
                </a:cubicBezTo>
                <a:lnTo>
                  <a:pt x="689053" y="424895"/>
                </a:lnTo>
                <a:cubicBezTo>
                  <a:pt x="681577" y="418665"/>
                  <a:pt x="677839" y="409943"/>
                  <a:pt x="675347" y="399975"/>
                </a:cubicBezTo>
                <a:close/>
                <a:moveTo>
                  <a:pt x="103420" y="399975"/>
                </a:moveTo>
                <a:cubicBezTo>
                  <a:pt x="100928" y="409943"/>
                  <a:pt x="95944" y="418665"/>
                  <a:pt x="89714" y="424895"/>
                </a:cubicBezTo>
                <a:lnTo>
                  <a:pt x="166968" y="544514"/>
                </a:lnTo>
                <a:cubicBezTo>
                  <a:pt x="181920" y="538284"/>
                  <a:pt x="199364" y="539530"/>
                  <a:pt x="213071" y="549498"/>
                </a:cubicBezTo>
                <a:lnTo>
                  <a:pt x="237991" y="524577"/>
                </a:lnTo>
                <a:cubicBezTo>
                  <a:pt x="206841" y="490935"/>
                  <a:pt x="188150" y="448570"/>
                  <a:pt x="185658" y="399975"/>
                </a:cubicBezTo>
                <a:close/>
                <a:moveTo>
                  <a:pt x="721450" y="360102"/>
                </a:moveTo>
                <a:lnTo>
                  <a:pt x="736402" y="382530"/>
                </a:lnTo>
                <a:cubicBezTo>
                  <a:pt x="738894" y="387514"/>
                  <a:pt x="737648" y="394991"/>
                  <a:pt x="732664" y="398729"/>
                </a:cubicBezTo>
                <a:cubicBezTo>
                  <a:pt x="730172" y="399975"/>
                  <a:pt x="728926" y="399975"/>
                  <a:pt x="726434" y="399975"/>
                </a:cubicBezTo>
                <a:cubicBezTo>
                  <a:pt x="722696" y="399975"/>
                  <a:pt x="718958" y="398729"/>
                  <a:pt x="716466" y="394991"/>
                </a:cubicBezTo>
                <a:lnTo>
                  <a:pt x="701513" y="372562"/>
                </a:lnTo>
                <a:cubicBezTo>
                  <a:pt x="699021" y="377546"/>
                  <a:pt x="697775" y="382530"/>
                  <a:pt x="697775" y="388760"/>
                </a:cubicBezTo>
                <a:cubicBezTo>
                  <a:pt x="697775" y="404959"/>
                  <a:pt x="710236" y="418665"/>
                  <a:pt x="726434" y="418665"/>
                </a:cubicBezTo>
                <a:cubicBezTo>
                  <a:pt x="742632" y="418665"/>
                  <a:pt x="756338" y="404959"/>
                  <a:pt x="756338" y="388760"/>
                </a:cubicBezTo>
                <a:cubicBezTo>
                  <a:pt x="756338" y="378792"/>
                  <a:pt x="750108" y="368824"/>
                  <a:pt x="740140" y="362594"/>
                </a:cubicBezTo>
                <a:cubicBezTo>
                  <a:pt x="735156" y="360102"/>
                  <a:pt x="730172" y="360102"/>
                  <a:pt x="726434" y="360102"/>
                </a:cubicBezTo>
                <a:cubicBezTo>
                  <a:pt x="725188" y="360102"/>
                  <a:pt x="722696" y="360102"/>
                  <a:pt x="721450" y="360102"/>
                </a:cubicBezTo>
                <a:close/>
                <a:moveTo>
                  <a:pt x="52333" y="360102"/>
                </a:moveTo>
                <a:cubicBezTo>
                  <a:pt x="36135" y="360102"/>
                  <a:pt x="22428" y="372562"/>
                  <a:pt x="22428" y="388760"/>
                </a:cubicBezTo>
                <a:cubicBezTo>
                  <a:pt x="22428" y="399975"/>
                  <a:pt x="28659" y="409943"/>
                  <a:pt x="38627" y="414927"/>
                </a:cubicBezTo>
                <a:cubicBezTo>
                  <a:pt x="42365" y="417419"/>
                  <a:pt x="47349" y="418665"/>
                  <a:pt x="52333" y="418665"/>
                </a:cubicBezTo>
                <a:cubicBezTo>
                  <a:pt x="54825" y="418665"/>
                  <a:pt x="56071" y="417419"/>
                  <a:pt x="57317" y="417419"/>
                </a:cubicBezTo>
                <a:lnTo>
                  <a:pt x="42365" y="394991"/>
                </a:lnTo>
                <a:cubicBezTo>
                  <a:pt x="38627" y="390006"/>
                  <a:pt x="41119" y="382530"/>
                  <a:pt x="46103" y="380038"/>
                </a:cubicBezTo>
                <a:cubicBezTo>
                  <a:pt x="51087" y="376300"/>
                  <a:pt x="58563" y="377546"/>
                  <a:pt x="62301" y="382530"/>
                </a:cubicBezTo>
                <a:lnTo>
                  <a:pt x="76008" y="406205"/>
                </a:lnTo>
                <a:cubicBezTo>
                  <a:pt x="79746" y="399975"/>
                  <a:pt x="80992" y="394991"/>
                  <a:pt x="80992" y="388760"/>
                </a:cubicBezTo>
                <a:cubicBezTo>
                  <a:pt x="80992" y="372562"/>
                  <a:pt x="68531" y="360102"/>
                  <a:pt x="52333" y="360102"/>
                </a:cubicBezTo>
                <a:close/>
                <a:moveTo>
                  <a:pt x="387872" y="281477"/>
                </a:moveTo>
                <a:cubicBezTo>
                  <a:pt x="364567" y="281477"/>
                  <a:pt x="347395" y="298650"/>
                  <a:pt x="347395" y="320729"/>
                </a:cubicBezTo>
                <a:cubicBezTo>
                  <a:pt x="347395" y="342808"/>
                  <a:pt x="364567" y="361207"/>
                  <a:pt x="387872" y="361207"/>
                </a:cubicBezTo>
                <a:cubicBezTo>
                  <a:pt x="408724" y="361207"/>
                  <a:pt x="427123" y="342808"/>
                  <a:pt x="427123" y="320729"/>
                </a:cubicBezTo>
                <a:cubicBezTo>
                  <a:pt x="427123" y="306009"/>
                  <a:pt x="418537" y="292516"/>
                  <a:pt x="405044" y="285157"/>
                </a:cubicBezTo>
                <a:cubicBezTo>
                  <a:pt x="400138" y="282703"/>
                  <a:pt x="392779" y="281477"/>
                  <a:pt x="387872" y="281477"/>
                </a:cubicBezTo>
                <a:close/>
                <a:moveTo>
                  <a:pt x="387872" y="258171"/>
                </a:moveTo>
                <a:cubicBezTo>
                  <a:pt x="397685" y="258171"/>
                  <a:pt x="406271" y="260624"/>
                  <a:pt x="416084" y="265531"/>
                </a:cubicBezTo>
                <a:cubicBezTo>
                  <a:pt x="436936" y="275344"/>
                  <a:pt x="449201" y="297423"/>
                  <a:pt x="449201" y="320729"/>
                </a:cubicBezTo>
                <a:cubicBezTo>
                  <a:pt x="449201" y="355074"/>
                  <a:pt x="422217" y="383286"/>
                  <a:pt x="387872" y="383286"/>
                </a:cubicBezTo>
                <a:cubicBezTo>
                  <a:pt x="353528" y="383286"/>
                  <a:pt x="324090" y="355074"/>
                  <a:pt x="324090" y="320729"/>
                </a:cubicBezTo>
                <a:cubicBezTo>
                  <a:pt x="324090" y="286383"/>
                  <a:pt x="353528" y="258171"/>
                  <a:pt x="387872" y="258171"/>
                </a:cubicBezTo>
                <a:close/>
                <a:moveTo>
                  <a:pt x="565696" y="229269"/>
                </a:moveTo>
                <a:lnTo>
                  <a:pt x="540776" y="252944"/>
                </a:lnTo>
                <a:cubicBezTo>
                  <a:pt x="571926" y="287832"/>
                  <a:pt x="589371" y="330197"/>
                  <a:pt x="593109" y="377546"/>
                </a:cubicBezTo>
                <a:lnTo>
                  <a:pt x="675347" y="377546"/>
                </a:lnTo>
                <a:cubicBezTo>
                  <a:pt x="677839" y="368824"/>
                  <a:pt x="681577" y="358856"/>
                  <a:pt x="689053" y="352626"/>
                </a:cubicBezTo>
                <a:lnTo>
                  <a:pt x="611799" y="234253"/>
                </a:lnTo>
                <a:cubicBezTo>
                  <a:pt x="605569" y="236745"/>
                  <a:pt x="599339" y="236745"/>
                  <a:pt x="593109" y="236745"/>
                </a:cubicBezTo>
                <a:cubicBezTo>
                  <a:pt x="583141" y="236745"/>
                  <a:pt x="573172" y="235499"/>
                  <a:pt x="565696" y="229269"/>
                </a:cubicBezTo>
                <a:close/>
                <a:moveTo>
                  <a:pt x="213071" y="229269"/>
                </a:moveTo>
                <a:cubicBezTo>
                  <a:pt x="205594" y="235499"/>
                  <a:pt x="195626" y="236745"/>
                  <a:pt x="185658" y="236745"/>
                </a:cubicBezTo>
                <a:cubicBezTo>
                  <a:pt x="179428" y="236745"/>
                  <a:pt x="173198" y="236745"/>
                  <a:pt x="166968" y="234253"/>
                </a:cubicBezTo>
                <a:lnTo>
                  <a:pt x="89714" y="352626"/>
                </a:lnTo>
                <a:cubicBezTo>
                  <a:pt x="95944" y="360102"/>
                  <a:pt x="100928" y="368824"/>
                  <a:pt x="103420" y="377546"/>
                </a:cubicBezTo>
                <a:lnTo>
                  <a:pt x="185658" y="377546"/>
                </a:lnTo>
                <a:cubicBezTo>
                  <a:pt x="189396" y="330197"/>
                  <a:pt x="208087" y="286586"/>
                  <a:pt x="237991" y="252944"/>
                </a:cubicBezTo>
                <a:close/>
                <a:moveTo>
                  <a:pt x="390006" y="208087"/>
                </a:moveTo>
                <a:cubicBezTo>
                  <a:pt x="290324" y="208087"/>
                  <a:pt x="209333" y="289078"/>
                  <a:pt x="209333" y="388760"/>
                </a:cubicBezTo>
                <a:cubicBezTo>
                  <a:pt x="209333" y="441094"/>
                  <a:pt x="230515" y="488443"/>
                  <a:pt x="266650" y="522085"/>
                </a:cubicBezTo>
                <a:lnTo>
                  <a:pt x="266650" y="473490"/>
                </a:lnTo>
                <a:cubicBezTo>
                  <a:pt x="266650" y="431125"/>
                  <a:pt x="301539" y="394991"/>
                  <a:pt x="345150" y="394991"/>
                </a:cubicBezTo>
                <a:lnTo>
                  <a:pt x="433617" y="394991"/>
                </a:lnTo>
                <a:cubicBezTo>
                  <a:pt x="475982" y="394991"/>
                  <a:pt x="510871" y="431125"/>
                  <a:pt x="510871" y="473490"/>
                </a:cubicBezTo>
                <a:lnTo>
                  <a:pt x="510871" y="522085"/>
                </a:lnTo>
                <a:cubicBezTo>
                  <a:pt x="548252" y="489689"/>
                  <a:pt x="570680" y="441094"/>
                  <a:pt x="570680" y="388760"/>
                </a:cubicBezTo>
                <a:cubicBezTo>
                  <a:pt x="570680" y="321475"/>
                  <a:pt x="533300" y="259174"/>
                  <a:pt x="472244" y="228023"/>
                </a:cubicBezTo>
                <a:cubicBezTo>
                  <a:pt x="446078" y="215563"/>
                  <a:pt x="418665" y="208087"/>
                  <a:pt x="390006" y="208087"/>
                </a:cubicBezTo>
                <a:close/>
                <a:moveTo>
                  <a:pt x="593109" y="155753"/>
                </a:moveTo>
                <a:cubicBezTo>
                  <a:pt x="589371" y="155753"/>
                  <a:pt x="586879" y="156999"/>
                  <a:pt x="584387" y="156999"/>
                </a:cubicBezTo>
                <a:cubicBezTo>
                  <a:pt x="579403" y="158245"/>
                  <a:pt x="575665" y="160738"/>
                  <a:pt x="571926" y="164476"/>
                </a:cubicBezTo>
                <a:cubicBezTo>
                  <a:pt x="560712" y="175690"/>
                  <a:pt x="560712" y="194380"/>
                  <a:pt x="571926" y="205594"/>
                </a:cubicBezTo>
                <a:cubicBezTo>
                  <a:pt x="584387" y="216809"/>
                  <a:pt x="601831" y="216809"/>
                  <a:pt x="614291" y="205594"/>
                </a:cubicBezTo>
                <a:cubicBezTo>
                  <a:pt x="625506" y="194380"/>
                  <a:pt x="625506" y="175690"/>
                  <a:pt x="614291" y="164476"/>
                </a:cubicBezTo>
                <a:cubicBezTo>
                  <a:pt x="608061" y="158245"/>
                  <a:pt x="600585" y="155753"/>
                  <a:pt x="593109" y="155753"/>
                </a:cubicBezTo>
                <a:close/>
                <a:moveTo>
                  <a:pt x="185658" y="155753"/>
                </a:moveTo>
                <a:cubicBezTo>
                  <a:pt x="178182" y="155753"/>
                  <a:pt x="170706" y="158245"/>
                  <a:pt x="164476" y="164476"/>
                </a:cubicBezTo>
                <a:cubicBezTo>
                  <a:pt x="156999" y="171952"/>
                  <a:pt x="154507" y="184412"/>
                  <a:pt x="158245" y="193134"/>
                </a:cubicBezTo>
                <a:cubicBezTo>
                  <a:pt x="158245" y="198118"/>
                  <a:pt x="161984" y="201856"/>
                  <a:pt x="164476" y="205594"/>
                </a:cubicBezTo>
                <a:cubicBezTo>
                  <a:pt x="175690" y="216809"/>
                  <a:pt x="194380" y="216809"/>
                  <a:pt x="205594" y="205594"/>
                </a:cubicBezTo>
                <a:cubicBezTo>
                  <a:pt x="216809" y="194380"/>
                  <a:pt x="216809" y="175690"/>
                  <a:pt x="205594" y="164476"/>
                </a:cubicBezTo>
                <a:cubicBezTo>
                  <a:pt x="200610" y="158245"/>
                  <a:pt x="193134" y="155753"/>
                  <a:pt x="185658" y="155753"/>
                </a:cubicBezTo>
                <a:close/>
                <a:moveTo>
                  <a:pt x="424895" y="89714"/>
                </a:moveTo>
                <a:cubicBezTo>
                  <a:pt x="418665" y="95944"/>
                  <a:pt x="409943" y="100928"/>
                  <a:pt x="401221" y="102174"/>
                </a:cubicBezTo>
                <a:lnTo>
                  <a:pt x="401221" y="185658"/>
                </a:lnTo>
                <a:cubicBezTo>
                  <a:pt x="428633" y="186904"/>
                  <a:pt x="457292" y="195626"/>
                  <a:pt x="482212" y="208087"/>
                </a:cubicBezTo>
                <a:cubicBezTo>
                  <a:pt x="498411" y="215563"/>
                  <a:pt x="512117" y="225531"/>
                  <a:pt x="524577" y="236745"/>
                </a:cubicBezTo>
                <a:lnTo>
                  <a:pt x="549498" y="213071"/>
                </a:lnTo>
                <a:cubicBezTo>
                  <a:pt x="540776" y="199364"/>
                  <a:pt x="538284" y="181920"/>
                  <a:pt x="544514" y="166968"/>
                </a:cubicBezTo>
                <a:close/>
                <a:moveTo>
                  <a:pt x="352626" y="89714"/>
                </a:moveTo>
                <a:lnTo>
                  <a:pt x="234253" y="166968"/>
                </a:lnTo>
                <a:cubicBezTo>
                  <a:pt x="240483" y="181920"/>
                  <a:pt x="237991" y="199364"/>
                  <a:pt x="229269" y="213071"/>
                </a:cubicBezTo>
                <a:lnTo>
                  <a:pt x="254190" y="236745"/>
                </a:lnTo>
                <a:cubicBezTo>
                  <a:pt x="287832" y="208087"/>
                  <a:pt x="330197" y="188150"/>
                  <a:pt x="377546" y="185658"/>
                </a:cubicBezTo>
                <a:lnTo>
                  <a:pt x="377546" y="102174"/>
                </a:lnTo>
                <a:cubicBezTo>
                  <a:pt x="367578" y="100928"/>
                  <a:pt x="360102" y="95944"/>
                  <a:pt x="352626" y="89714"/>
                </a:cubicBezTo>
                <a:close/>
                <a:moveTo>
                  <a:pt x="390006" y="22428"/>
                </a:moveTo>
                <a:cubicBezTo>
                  <a:pt x="377546" y="22428"/>
                  <a:pt x="367578" y="28659"/>
                  <a:pt x="363840" y="38627"/>
                </a:cubicBezTo>
                <a:cubicBezTo>
                  <a:pt x="361348" y="42365"/>
                  <a:pt x="360102" y="47349"/>
                  <a:pt x="360102" y="52333"/>
                </a:cubicBezTo>
                <a:cubicBezTo>
                  <a:pt x="360102" y="68531"/>
                  <a:pt x="373808" y="80992"/>
                  <a:pt x="390006" y="80992"/>
                </a:cubicBezTo>
                <a:cubicBezTo>
                  <a:pt x="394991" y="80992"/>
                  <a:pt x="401221" y="79746"/>
                  <a:pt x="406205" y="76008"/>
                </a:cubicBezTo>
                <a:lnTo>
                  <a:pt x="383776" y="61055"/>
                </a:lnTo>
                <a:cubicBezTo>
                  <a:pt x="377546" y="58563"/>
                  <a:pt x="376300" y="49841"/>
                  <a:pt x="380038" y="46103"/>
                </a:cubicBezTo>
                <a:cubicBezTo>
                  <a:pt x="383776" y="41119"/>
                  <a:pt x="390006" y="38627"/>
                  <a:pt x="394991" y="42365"/>
                </a:cubicBezTo>
                <a:lnTo>
                  <a:pt x="418665" y="57317"/>
                </a:lnTo>
                <a:cubicBezTo>
                  <a:pt x="418665" y="54825"/>
                  <a:pt x="418665" y="53579"/>
                  <a:pt x="418665" y="52333"/>
                </a:cubicBezTo>
                <a:cubicBezTo>
                  <a:pt x="418665" y="36135"/>
                  <a:pt x="406205" y="22428"/>
                  <a:pt x="390006" y="22428"/>
                </a:cubicBezTo>
                <a:close/>
                <a:moveTo>
                  <a:pt x="390006" y="0"/>
                </a:moveTo>
                <a:cubicBezTo>
                  <a:pt x="417419" y="0"/>
                  <a:pt x="441094" y="22428"/>
                  <a:pt x="441094" y="52333"/>
                </a:cubicBezTo>
                <a:cubicBezTo>
                  <a:pt x="441094" y="58563"/>
                  <a:pt x="441094" y="64793"/>
                  <a:pt x="438602" y="71024"/>
                </a:cubicBezTo>
                <a:lnTo>
                  <a:pt x="556974" y="148277"/>
                </a:lnTo>
                <a:cubicBezTo>
                  <a:pt x="563204" y="142047"/>
                  <a:pt x="569434" y="138309"/>
                  <a:pt x="576911" y="134571"/>
                </a:cubicBezTo>
                <a:cubicBezTo>
                  <a:pt x="595601" y="129587"/>
                  <a:pt x="615537" y="134571"/>
                  <a:pt x="630490" y="148277"/>
                </a:cubicBezTo>
                <a:cubicBezTo>
                  <a:pt x="650426" y="168214"/>
                  <a:pt x="650426" y="201856"/>
                  <a:pt x="630490" y="221793"/>
                </a:cubicBezTo>
                <a:lnTo>
                  <a:pt x="707743" y="340165"/>
                </a:lnTo>
                <a:cubicBezTo>
                  <a:pt x="713974" y="337673"/>
                  <a:pt x="720204" y="336427"/>
                  <a:pt x="726434" y="336427"/>
                </a:cubicBezTo>
                <a:cubicBezTo>
                  <a:pt x="735156" y="336427"/>
                  <a:pt x="742632" y="338919"/>
                  <a:pt x="751354" y="342657"/>
                </a:cubicBezTo>
                <a:cubicBezTo>
                  <a:pt x="767553" y="351380"/>
                  <a:pt x="778767" y="368824"/>
                  <a:pt x="778767" y="388760"/>
                </a:cubicBezTo>
                <a:cubicBezTo>
                  <a:pt x="778767" y="417419"/>
                  <a:pt x="755092" y="441094"/>
                  <a:pt x="726434" y="441094"/>
                </a:cubicBezTo>
                <a:cubicBezTo>
                  <a:pt x="720204" y="441094"/>
                  <a:pt x="713974" y="439848"/>
                  <a:pt x="707743" y="437356"/>
                </a:cubicBezTo>
                <a:lnTo>
                  <a:pt x="630490" y="556974"/>
                </a:lnTo>
                <a:cubicBezTo>
                  <a:pt x="636720" y="563204"/>
                  <a:pt x="640458" y="569434"/>
                  <a:pt x="642950" y="576911"/>
                </a:cubicBezTo>
                <a:cubicBezTo>
                  <a:pt x="649180" y="595601"/>
                  <a:pt x="644196" y="615537"/>
                  <a:pt x="630490" y="629244"/>
                </a:cubicBezTo>
                <a:cubicBezTo>
                  <a:pt x="619276" y="639212"/>
                  <a:pt x="606815" y="645442"/>
                  <a:pt x="593109" y="645442"/>
                </a:cubicBezTo>
                <a:cubicBezTo>
                  <a:pt x="579403" y="645442"/>
                  <a:pt x="566942" y="640458"/>
                  <a:pt x="556974" y="630490"/>
                </a:cubicBezTo>
                <a:lnTo>
                  <a:pt x="438602" y="707743"/>
                </a:lnTo>
                <a:cubicBezTo>
                  <a:pt x="441094" y="713974"/>
                  <a:pt x="441094" y="720204"/>
                  <a:pt x="441094" y="726434"/>
                </a:cubicBezTo>
                <a:cubicBezTo>
                  <a:pt x="441094" y="735156"/>
                  <a:pt x="439848" y="742632"/>
                  <a:pt x="436110" y="750108"/>
                </a:cubicBezTo>
                <a:cubicBezTo>
                  <a:pt x="427387" y="767553"/>
                  <a:pt x="408697" y="778767"/>
                  <a:pt x="390006" y="778767"/>
                </a:cubicBezTo>
                <a:cubicBezTo>
                  <a:pt x="360102" y="778767"/>
                  <a:pt x="336427" y="755092"/>
                  <a:pt x="336427" y="726434"/>
                </a:cubicBezTo>
                <a:cubicBezTo>
                  <a:pt x="336427" y="720204"/>
                  <a:pt x="338919" y="713974"/>
                  <a:pt x="341411" y="707743"/>
                </a:cubicBezTo>
                <a:lnTo>
                  <a:pt x="221793" y="630490"/>
                </a:lnTo>
                <a:cubicBezTo>
                  <a:pt x="215563" y="635474"/>
                  <a:pt x="209333" y="640458"/>
                  <a:pt x="200610" y="642950"/>
                </a:cubicBezTo>
                <a:cubicBezTo>
                  <a:pt x="195626" y="644196"/>
                  <a:pt x="190642" y="645442"/>
                  <a:pt x="185658" y="645442"/>
                </a:cubicBezTo>
                <a:cubicBezTo>
                  <a:pt x="171952" y="645442"/>
                  <a:pt x="158245" y="639212"/>
                  <a:pt x="148277" y="629244"/>
                </a:cubicBezTo>
                <a:cubicBezTo>
                  <a:pt x="128341" y="609307"/>
                  <a:pt x="128341" y="576911"/>
                  <a:pt x="148277" y="556974"/>
                </a:cubicBezTo>
                <a:lnTo>
                  <a:pt x="69778" y="437356"/>
                </a:lnTo>
                <a:cubicBezTo>
                  <a:pt x="64793" y="439848"/>
                  <a:pt x="58563" y="441094"/>
                  <a:pt x="52333" y="441094"/>
                </a:cubicBezTo>
                <a:cubicBezTo>
                  <a:pt x="43611" y="441094"/>
                  <a:pt x="36135" y="438602"/>
                  <a:pt x="28659" y="434863"/>
                </a:cubicBezTo>
                <a:cubicBezTo>
                  <a:pt x="11214" y="426141"/>
                  <a:pt x="0" y="408697"/>
                  <a:pt x="0" y="388760"/>
                </a:cubicBezTo>
                <a:cubicBezTo>
                  <a:pt x="0" y="360102"/>
                  <a:pt x="23675" y="336427"/>
                  <a:pt x="52333" y="336427"/>
                </a:cubicBezTo>
                <a:cubicBezTo>
                  <a:pt x="58563" y="336427"/>
                  <a:pt x="64793" y="337673"/>
                  <a:pt x="69778" y="340165"/>
                </a:cubicBezTo>
                <a:lnTo>
                  <a:pt x="148277" y="221793"/>
                </a:lnTo>
                <a:cubicBezTo>
                  <a:pt x="142047" y="215563"/>
                  <a:pt x="138309" y="209333"/>
                  <a:pt x="135817" y="201856"/>
                </a:cubicBezTo>
                <a:cubicBezTo>
                  <a:pt x="129587" y="181920"/>
                  <a:pt x="134571" y="161984"/>
                  <a:pt x="148277" y="148277"/>
                </a:cubicBezTo>
                <a:cubicBezTo>
                  <a:pt x="168214" y="128341"/>
                  <a:pt x="201856" y="128341"/>
                  <a:pt x="221793" y="148277"/>
                </a:cubicBezTo>
                <a:lnTo>
                  <a:pt x="341411" y="71024"/>
                </a:lnTo>
                <a:cubicBezTo>
                  <a:pt x="338919" y="64793"/>
                  <a:pt x="336427" y="58563"/>
                  <a:pt x="336427" y="52333"/>
                </a:cubicBezTo>
                <a:cubicBezTo>
                  <a:pt x="336427" y="43611"/>
                  <a:pt x="338919" y="34889"/>
                  <a:pt x="342657" y="27413"/>
                </a:cubicBezTo>
                <a:cubicBezTo>
                  <a:pt x="352626" y="11214"/>
                  <a:pt x="370070" y="0"/>
                  <a:pt x="390006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pPr defTabSz="914217"/>
            <a:endParaRPr lang="en-US" dirty="0">
              <a:solidFill>
                <a:srgbClr val="747994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32" name="Freeform 239">
            <a:extLst>
              <a:ext uri="{FF2B5EF4-FFF2-40B4-BE49-F238E27FC236}">
                <a16:creationId xmlns:a16="http://schemas.microsoft.com/office/drawing/2014/main" xmlns="" id="{65A5E145-6194-9745-A5FB-5F1499CD6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0425" y="4007458"/>
            <a:ext cx="727828" cy="727830"/>
          </a:xfrm>
          <a:custGeom>
            <a:avLst/>
            <a:gdLst>
              <a:gd name="T0" fmla="*/ 584 w 1168"/>
              <a:gd name="T1" fmla="*/ 62 h 1169"/>
              <a:gd name="T2" fmla="*/ 584 w 1168"/>
              <a:gd name="T3" fmla="*/ 62 h 1169"/>
              <a:gd name="T4" fmla="*/ 61 w 1168"/>
              <a:gd name="T5" fmla="*/ 584 h 1169"/>
              <a:gd name="T6" fmla="*/ 61 w 1168"/>
              <a:gd name="T7" fmla="*/ 584 h 1169"/>
              <a:gd name="T8" fmla="*/ 584 w 1168"/>
              <a:gd name="T9" fmla="*/ 1107 h 1169"/>
              <a:gd name="T10" fmla="*/ 584 w 1168"/>
              <a:gd name="T11" fmla="*/ 1107 h 1169"/>
              <a:gd name="T12" fmla="*/ 1106 w 1168"/>
              <a:gd name="T13" fmla="*/ 584 h 1169"/>
              <a:gd name="T14" fmla="*/ 1106 w 1168"/>
              <a:gd name="T15" fmla="*/ 584 h 1169"/>
              <a:gd name="T16" fmla="*/ 584 w 1168"/>
              <a:gd name="T17" fmla="*/ 62 h 1169"/>
              <a:gd name="T18" fmla="*/ 584 w 1168"/>
              <a:gd name="T19" fmla="*/ 1168 h 1169"/>
              <a:gd name="T20" fmla="*/ 584 w 1168"/>
              <a:gd name="T21" fmla="*/ 1168 h 1169"/>
              <a:gd name="T22" fmla="*/ 0 w 1168"/>
              <a:gd name="T23" fmla="*/ 584 h 1169"/>
              <a:gd name="T24" fmla="*/ 0 w 1168"/>
              <a:gd name="T25" fmla="*/ 584 h 1169"/>
              <a:gd name="T26" fmla="*/ 584 w 1168"/>
              <a:gd name="T27" fmla="*/ 0 h 1169"/>
              <a:gd name="T28" fmla="*/ 584 w 1168"/>
              <a:gd name="T29" fmla="*/ 0 h 1169"/>
              <a:gd name="T30" fmla="*/ 1167 w 1168"/>
              <a:gd name="T31" fmla="*/ 584 h 1169"/>
              <a:gd name="T32" fmla="*/ 1167 w 1168"/>
              <a:gd name="T33" fmla="*/ 584 h 1169"/>
              <a:gd name="T34" fmla="*/ 584 w 1168"/>
              <a:gd name="T35" fmla="*/ 1168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68" h="1169">
                <a:moveTo>
                  <a:pt x="584" y="62"/>
                </a:moveTo>
                <a:lnTo>
                  <a:pt x="584" y="62"/>
                </a:lnTo>
                <a:cubicBezTo>
                  <a:pt x="295" y="62"/>
                  <a:pt x="61" y="296"/>
                  <a:pt x="61" y="584"/>
                </a:cubicBezTo>
                <a:lnTo>
                  <a:pt x="61" y="584"/>
                </a:lnTo>
                <a:cubicBezTo>
                  <a:pt x="61" y="872"/>
                  <a:pt x="295" y="1107"/>
                  <a:pt x="584" y="1107"/>
                </a:cubicBezTo>
                <a:lnTo>
                  <a:pt x="584" y="1107"/>
                </a:lnTo>
                <a:cubicBezTo>
                  <a:pt x="872" y="1107"/>
                  <a:pt x="1106" y="872"/>
                  <a:pt x="1106" y="584"/>
                </a:cubicBezTo>
                <a:lnTo>
                  <a:pt x="1106" y="584"/>
                </a:lnTo>
                <a:cubicBezTo>
                  <a:pt x="1106" y="296"/>
                  <a:pt x="872" y="62"/>
                  <a:pt x="584" y="62"/>
                </a:cubicBezTo>
                <a:close/>
                <a:moveTo>
                  <a:pt x="584" y="1168"/>
                </a:moveTo>
                <a:lnTo>
                  <a:pt x="584" y="1168"/>
                </a:lnTo>
                <a:cubicBezTo>
                  <a:pt x="261" y="1168"/>
                  <a:pt x="0" y="906"/>
                  <a:pt x="0" y="584"/>
                </a:cubicBezTo>
                <a:lnTo>
                  <a:pt x="0" y="584"/>
                </a:lnTo>
                <a:cubicBezTo>
                  <a:pt x="0" y="262"/>
                  <a:pt x="261" y="0"/>
                  <a:pt x="584" y="0"/>
                </a:cubicBezTo>
                <a:lnTo>
                  <a:pt x="584" y="0"/>
                </a:lnTo>
                <a:cubicBezTo>
                  <a:pt x="905" y="0"/>
                  <a:pt x="1167" y="262"/>
                  <a:pt x="1167" y="584"/>
                </a:cubicBezTo>
                <a:lnTo>
                  <a:pt x="1167" y="584"/>
                </a:lnTo>
                <a:cubicBezTo>
                  <a:pt x="1167" y="906"/>
                  <a:pt x="905" y="1168"/>
                  <a:pt x="584" y="116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US" dirty="0">
              <a:solidFill>
                <a:srgbClr val="747994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xmlns="" id="{03EE9C3E-B0BB-EB44-96FB-97C82ED2B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9083" y="4183465"/>
            <a:ext cx="388522" cy="389384"/>
          </a:xfrm>
          <a:custGeom>
            <a:avLst/>
            <a:gdLst>
              <a:gd name="connsiteX0" fmla="*/ 389265 w 777043"/>
              <a:gd name="connsiteY0" fmla="*/ 406205 h 778767"/>
              <a:gd name="connsiteX1" fmla="*/ 287194 w 777043"/>
              <a:gd name="connsiteY1" fmla="*/ 507133 h 778767"/>
              <a:gd name="connsiteX2" fmla="*/ 274746 w 777043"/>
              <a:gd name="connsiteY2" fmla="*/ 509625 h 778767"/>
              <a:gd name="connsiteX3" fmla="*/ 267278 w 777043"/>
              <a:gd name="connsiteY3" fmla="*/ 499657 h 778767"/>
              <a:gd name="connsiteX4" fmla="*/ 267278 w 777043"/>
              <a:gd name="connsiteY4" fmla="*/ 429879 h 778767"/>
              <a:gd name="connsiteX5" fmla="*/ 93010 w 777043"/>
              <a:gd name="connsiteY5" fmla="*/ 605569 h 778767"/>
              <a:gd name="connsiteX6" fmla="*/ 130353 w 777043"/>
              <a:gd name="connsiteY6" fmla="*/ 649180 h 778767"/>
              <a:gd name="connsiteX7" fmla="*/ 389265 w 777043"/>
              <a:gd name="connsiteY7" fmla="*/ 756339 h 778767"/>
              <a:gd name="connsiteX8" fmla="*/ 639464 w 777043"/>
              <a:gd name="connsiteY8" fmla="*/ 656656 h 778767"/>
              <a:gd name="connsiteX9" fmla="*/ 584853 w 777043"/>
              <a:gd name="connsiteY9" fmla="*/ 373528 h 778767"/>
              <a:gd name="connsiteX10" fmla="*/ 600674 w 777043"/>
              <a:gd name="connsiteY10" fmla="*/ 389348 h 778767"/>
              <a:gd name="connsiteX11" fmla="*/ 584853 w 777043"/>
              <a:gd name="connsiteY11" fmla="*/ 405169 h 778767"/>
              <a:gd name="connsiteX12" fmla="*/ 569033 w 777043"/>
              <a:gd name="connsiteY12" fmla="*/ 389348 h 778767"/>
              <a:gd name="connsiteX13" fmla="*/ 584853 w 777043"/>
              <a:gd name="connsiteY13" fmla="*/ 373528 h 778767"/>
              <a:gd name="connsiteX14" fmla="*/ 656265 w 777043"/>
              <a:gd name="connsiteY14" fmla="*/ 324088 h 778767"/>
              <a:gd name="connsiteX15" fmla="*/ 672086 w 777043"/>
              <a:gd name="connsiteY15" fmla="*/ 339908 h 778767"/>
              <a:gd name="connsiteX16" fmla="*/ 656265 w 777043"/>
              <a:gd name="connsiteY16" fmla="*/ 355729 h 778767"/>
              <a:gd name="connsiteX17" fmla="*/ 640445 w 777043"/>
              <a:gd name="connsiteY17" fmla="*/ 339908 h 778767"/>
              <a:gd name="connsiteX18" fmla="*/ 656265 w 777043"/>
              <a:gd name="connsiteY18" fmla="*/ 324088 h 778767"/>
              <a:gd name="connsiteX19" fmla="*/ 573918 w 777043"/>
              <a:gd name="connsiteY19" fmla="*/ 318047 h 778767"/>
              <a:gd name="connsiteX20" fmla="*/ 589786 w 777043"/>
              <a:gd name="connsiteY20" fmla="*/ 318047 h 778767"/>
              <a:gd name="connsiteX21" fmla="*/ 661806 w 777043"/>
              <a:gd name="connsiteY21" fmla="*/ 390966 h 778767"/>
              <a:gd name="connsiteX22" fmla="*/ 661806 w 777043"/>
              <a:gd name="connsiteY22" fmla="*/ 407033 h 778767"/>
              <a:gd name="connsiteX23" fmla="*/ 654482 w 777043"/>
              <a:gd name="connsiteY23" fmla="*/ 410741 h 778767"/>
              <a:gd name="connsiteX24" fmla="*/ 645937 w 777043"/>
              <a:gd name="connsiteY24" fmla="*/ 407033 h 778767"/>
              <a:gd name="connsiteX25" fmla="*/ 573918 w 777043"/>
              <a:gd name="connsiteY25" fmla="*/ 334114 h 778767"/>
              <a:gd name="connsiteX26" fmla="*/ 573918 w 777043"/>
              <a:gd name="connsiteY26" fmla="*/ 318047 h 778767"/>
              <a:gd name="connsiteX27" fmla="*/ 655646 w 777043"/>
              <a:gd name="connsiteY27" fmla="*/ 139555 h 778767"/>
              <a:gd name="connsiteX28" fmla="*/ 405447 w 777043"/>
              <a:gd name="connsiteY28" fmla="*/ 390007 h 778767"/>
              <a:gd name="connsiteX29" fmla="*/ 655646 w 777043"/>
              <a:gd name="connsiteY29" fmla="*/ 641704 h 778767"/>
              <a:gd name="connsiteX30" fmla="*/ 655646 w 777043"/>
              <a:gd name="connsiteY30" fmla="*/ 139555 h 778767"/>
              <a:gd name="connsiteX31" fmla="*/ 121639 w 777043"/>
              <a:gd name="connsiteY31" fmla="*/ 139555 h 778767"/>
              <a:gd name="connsiteX32" fmla="*/ 79317 w 777043"/>
              <a:gd name="connsiteY32" fmla="*/ 585633 h 778767"/>
              <a:gd name="connsiteX33" fmla="*/ 271012 w 777043"/>
              <a:gd name="connsiteY33" fmla="*/ 393745 h 778767"/>
              <a:gd name="connsiteX34" fmla="*/ 283460 w 777043"/>
              <a:gd name="connsiteY34" fmla="*/ 391253 h 778767"/>
              <a:gd name="connsiteX35" fmla="*/ 290928 w 777043"/>
              <a:gd name="connsiteY35" fmla="*/ 402467 h 778767"/>
              <a:gd name="connsiteX36" fmla="*/ 290928 w 777043"/>
              <a:gd name="connsiteY36" fmla="*/ 472244 h 778767"/>
              <a:gd name="connsiteX37" fmla="*/ 373083 w 777043"/>
              <a:gd name="connsiteY37" fmla="*/ 390007 h 778767"/>
              <a:gd name="connsiteX38" fmla="*/ 400468 w 777043"/>
              <a:gd name="connsiteY38" fmla="*/ 23675 h 778767"/>
              <a:gd name="connsiteX39" fmla="*/ 400468 w 777043"/>
              <a:gd name="connsiteY39" fmla="*/ 362594 h 778767"/>
              <a:gd name="connsiteX40" fmla="*/ 639464 w 777043"/>
              <a:gd name="connsiteY40" fmla="*/ 123357 h 778767"/>
              <a:gd name="connsiteX41" fmla="*/ 400468 w 777043"/>
              <a:gd name="connsiteY41" fmla="*/ 23675 h 778767"/>
              <a:gd name="connsiteX42" fmla="*/ 376817 w 777043"/>
              <a:gd name="connsiteY42" fmla="*/ 23675 h 778767"/>
              <a:gd name="connsiteX43" fmla="*/ 137821 w 777043"/>
              <a:gd name="connsiteY43" fmla="*/ 123357 h 778767"/>
              <a:gd name="connsiteX44" fmla="*/ 376817 w 777043"/>
              <a:gd name="connsiteY44" fmla="*/ 362594 h 778767"/>
              <a:gd name="connsiteX45" fmla="*/ 389265 w 777043"/>
              <a:gd name="connsiteY45" fmla="*/ 0 h 778767"/>
              <a:gd name="connsiteX46" fmla="*/ 655646 w 777043"/>
              <a:gd name="connsiteY46" fmla="*/ 107158 h 778767"/>
              <a:gd name="connsiteX47" fmla="*/ 714151 w 777043"/>
              <a:gd name="connsiteY47" fmla="*/ 47349 h 778767"/>
              <a:gd name="connsiteX48" fmla="*/ 692990 w 777043"/>
              <a:gd name="connsiteY48" fmla="*/ 47349 h 778767"/>
              <a:gd name="connsiteX49" fmla="*/ 681787 w 777043"/>
              <a:gd name="connsiteY49" fmla="*/ 36135 h 778767"/>
              <a:gd name="connsiteX50" fmla="*/ 692990 w 777043"/>
              <a:gd name="connsiteY50" fmla="*/ 24921 h 778767"/>
              <a:gd name="connsiteX51" fmla="*/ 741536 w 777043"/>
              <a:gd name="connsiteY51" fmla="*/ 24921 h 778767"/>
              <a:gd name="connsiteX52" fmla="*/ 753983 w 777043"/>
              <a:gd name="connsiteY52" fmla="*/ 36135 h 778767"/>
              <a:gd name="connsiteX53" fmla="*/ 753983 w 777043"/>
              <a:gd name="connsiteY53" fmla="*/ 84730 h 778767"/>
              <a:gd name="connsiteX54" fmla="*/ 741536 w 777043"/>
              <a:gd name="connsiteY54" fmla="*/ 95944 h 778767"/>
              <a:gd name="connsiteX55" fmla="*/ 730333 w 777043"/>
              <a:gd name="connsiteY55" fmla="*/ 84730 h 778767"/>
              <a:gd name="connsiteX56" fmla="*/ 730333 w 777043"/>
              <a:gd name="connsiteY56" fmla="*/ 64793 h 778767"/>
              <a:gd name="connsiteX57" fmla="*/ 670584 w 777043"/>
              <a:gd name="connsiteY57" fmla="*/ 123357 h 778767"/>
              <a:gd name="connsiteX58" fmla="*/ 663115 w 777043"/>
              <a:gd name="connsiteY58" fmla="*/ 665379 h 778767"/>
              <a:gd name="connsiteX59" fmla="*/ 389265 w 777043"/>
              <a:gd name="connsiteY59" fmla="*/ 778767 h 778767"/>
              <a:gd name="connsiteX60" fmla="*/ 114171 w 777043"/>
              <a:gd name="connsiteY60" fmla="*/ 665379 h 778767"/>
              <a:gd name="connsiteX61" fmla="*/ 75583 w 777043"/>
              <a:gd name="connsiteY61" fmla="*/ 621768 h 778767"/>
              <a:gd name="connsiteX62" fmla="*/ 19568 w 777043"/>
              <a:gd name="connsiteY62" fmla="*/ 679085 h 778767"/>
              <a:gd name="connsiteX63" fmla="*/ 10855 w 777043"/>
              <a:gd name="connsiteY63" fmla="*/ 681577 h 778767"/>
              <a:gd name="connsiteX64" fmla="*/ 3386 w 777043"/>
              <a:gd name="connsiteY64" fmla="*/ 679085 h 778767"/>
              <a:gd name="connsiteX65" fmla="*/ 3386 w 777043"/>
              <a:gd name="connsiteY65" fmla="*/ 662886 h 778767"/>
              <a:gd name="connsiteX66" fmla="*/ 63135 w 777043"/>
              <a:gd name="connsiteY66" fmla="*/ 601831 h 778767"/>
              <a:gd name="connsiteX67" fmla="*/ 114171 w 777043"/>
              <a:gd name="connsiteY67" fmla="*/ 114635 h 778767"/>
              <a:gd name="connsiteX68" fmla="*/ 389265 w 777043"/>
              <a:gd name="connsiteY68" fmla="*/ 0 h 77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777043" h="778767">
                <a:moveTo>
                  <a:pt x="389265" y="406205"/>
                </a:moveTo>
                <a:lnTo>
                  <a:pt x="287194" y="507133"/>
                </a:lnTo>
                <a:cubicBezTo>
                  <a:pt x="283460" y="510871"/>
                  <a:pt x="278481" y="512117"/>
                  <a:pt x="274746" y="509625"/>
                </a:cubicBezTo>
                <a:cubicBezTo>
                  <a:pt x="271012" y="508379"/>
                  <a:pt x="267278" y="504641"/>
                  <a:pt x="267278" y="499657"/>
                </a:cubicBezTo>
                <a:lnTo>
                  <a:pt x="267278" y="429879"/>
                </a:lnTo>
                <a:lnTo>
                  <a:pt x="93010" y="605569"/>
                </a:lnTo>
                <a:cubicBezTo>
                  <a:pt x="102968" y="620521"/>
                  <a:pt x="116660" y="635474"/>
                  <a:pt x="130353" y="649180"/>
                </a:cubicBezTo>
                <a:cubicBezTo>
                  <a:pt x="198815" y="717712"/>
                  <a:pt x="290928" y="756339"/>
                  <a:pt x="389265" y="756339"/>
                </a:cubicBezTo>
                <a:cubicBezTo>
                  <a:pt x="482623" y="756339"/>
                  <a:pt x="571002" y="721450"/>
                  <a:pt x="639464" y="656656"/>
                </a:cubicBezTo>
                <a:close/>
                <a:moveTo>
                  <a:pt x="584853" y="373528"/>
                </a:moveTo>
                <a:cubicBezTo>
                  <a:pt x="594082" y="373528"/>
                  <a:pt x="600674" y="380120"/>
                  <a:pt x="600674" y="389348"/>
                </a:cubicBezTo>
                <a:cubicBezTo>
                  <a:pt x="600674" y="398577"/>
                  <a:pt x="594082" y="405169"/>
                  <a:pt x="584853" y="405169"/>
                </a:cubicBezTo>
                <a:cubicBezTo>
                  <a:pt x="575625" y="405169"/>
                  <a:pt x="569033" y="398577"/>
                  <a:pt x="569033" y="389348"/>
                </a:cubicBezTo>
                <a:cubicBezTo>
                  <a:pt x="569033" y="380120"/>
                  <a:pt x="575625" y="373528"/>
                  <a:pt x="584853" y="373528"/>
                </a:cubicBezTo>
                <a:close/>
                <a:moveTo>
                  <a:pt x="656265" y="324088"/>
                </a:moveTo>
                <a:cubicBezTo>
                  <a:pt x="665494" y="324088"/>
                  <a:pt x="672086" y="330680"/>
                  <a:pt x="672086" y="339908"/>
                </a:cubicBezTo>
                <a:cubicBezTo>
                  <a:pt x="672086" y="347818"/>
                  <a:pt x="665494" y="355729"/>
                  <a:pt x="656265" y="355729"/>
                </a:cubicBezTo>
                <a:cubicBezTo>
                  <a:pt x="647037" y="355729"/>
                  <a:pt x="640445" y="347818"/>
                  <a:pt x="640445" y="339908"/>
                </a:cubicBezTo>
                <a:cubicBezTo>
                  <a:pt x="640445" y="330680"/>
                  <a:pt x="647037" y="324088"/>
                  <a:pt x="656265" y="324088"/>
                </a:cubicBezTo>
                <a:close/>
                <a:moveTo>
                  <a:pt x="573918" y="318047"/>
                </a:moveTo>
                <a:cubicBezTo>
                  <a:pt x="577580" y="313103"/>
                  <a:pt x="584904" y="313103"/>
                  <a:pt x="589786" y="318047"/>
                </a:cubicBezTo>
                <a:lnTo>
                  <a:pt x="661806" y="390966"/>
                </a:lnTo>
                <a:cubicBezTo>
                  <a:pt x="666688" y="395910"/>
                  <a:pt x="666688" y="403326"/>
                  <a:pt x="661806" y="407033"/>
                </a:cubicBezTo>
                <a:cubicBezTo>
                  <a:pt x="659364" y="409505"/>
                  <a:pt x="656923" y="410741"/>
                  <a:pt x="654482" y="410741"/>
                </a:cubicBezTo>
                <a:cubicBezTo>
                  <a:pt x="650820" y="410741"/>
                  <a:pt x="648378" y="409505"/>
                  <a:pt x="645937" y="407033"/>
                </a:cubicBezTo>
                <a:lnTo>
                  <a:pt x="573918" y="334114"/>
                </a:lnTo>
                <a:cubicBezTo>
                  <a:pt x="569035" y="329170"/>
                  <a:pt x="569035" y="321754"/>
                  <a:pt x="573918" y="318047"/>
                </a:cubicBezTo>
                <a:close/>
                <a:moveTo>
                  <a:pt x="655646" y="139555"/>
                </a:moveTo>
                <a:lnTo>
                  <a:pt x="405447" y="390007"/>
                </a:lnTo>
                <a:lnTo>
                  <a:pt x="655646" y="641704"/>
                </a:lnTo>
                <a:cubicBezTo>
                  <a:pt x="787592" y="499657"/>
                  <a:pt x="787592" y="280356"/>
                  <a:pt x="655646" y="139555"/>
                </a:cubicBezTo>
                <a:close/>
                <a:moveTo>
                  <a:pt x="121639" y="139555"/>
                </a:moveTo>
                <a:cubicBezTo>
                  <a:pt x="5875" y="262912"/>
                  <a:pt x="-7817" y="447324"/>
                  <a:pt x="79317" y="585633"/>
                </a:cubicBezTo>
                <a:lnTo>
                  <a:pt x="271012" y="393745"/>
                </a:lnTo>
                <a:cubicBezTo>
                  <a:pt x="274746" y="391253"/>
                  <a:pt x="278481" y="390007"/>
                  <a:pt x="283460" y="391253"/>
                </a:cubicBezTo>
                <a:cubicBezTo>
                  <a:pt x="287194" y="393745"/>
                  <a:pt x="290928" y="397483"/>
                  <a:pt x="290928" y="402467"/>
                </a:cubicBezTo>
                <a:lnTo>
                  <a:pt x="290928" y="472244"/>
                </a:lnTo>
                <a:lnTo>
                  <a:pt x="373083" y="390007"/>
                </a:lnTo>
                <a:close/>
                <a:moveTo>
                  <a:pt x="400468" y="23675"/>
                </a:moveTo>
                <a:lnTo>
                  <a:pt x="400468" y="362594"/>
                </a:lnTo>
                <a:lnTo>
                  <a:pt x="639464" y="123357"/>
                </a:lnTo>
                <a:cubicBezTo>
                  <a:pt x="573491" y="61055"/>
                  <a:pt x="490092" y="26167"/>
                  <a:pt x="400468" y="23675"/>
                </a:cubicBezTo>
                <a:close/>
                <a:moveTo>
                  <a:pt x="376817" y="23675"/>
                </a:moveTo>
                <a:cubicBezTo>
                  <a:pt x="287194" y="26167"/>
                  <a:pt x="203794" y="61055"/>
                  <a:pt x="137821" y="123357"/>
                </a:cubicBezTo>
                <a:lnTo>
                  <a:pt x="376817" y="362594"/>
                </a:lnTo>
                <a:close/>
                <a:moveTo>
                  <a:pt x="389265" y="0"/>
                </a:moveTo>
                <a:cubicBezTo>
                  <a:pt x="488847" y="0"/>
                  <a:pt x="583450" y="38627"/>
                  <a:pt x="655646" y="107158"/>
                </a:cubicBezTo>
                <a:lnTo>
                  <a:pt x="714151" y="47349"/>
                </a:lnTo>
                <a:lnTo>
                  <a:pt x="692990" y="47349"/>
                </a:lnTo>
                <a:cubicBezTo>
                  <a:pt x="686766" y="47349"/>
                  <a:pt x="681787" y="42365"/>
                  <a:pt x="681787" y="36135"/>
                </a:cubicBezTo>
                <a:cubicBezTo>
                  <a:pt x="681787" y="29905"/>
                  <a:pt x="686766" y="24921"/>
                  <a:pt x="692990" y="24921"/>
                </a:cubicBezTo>
                <a:lnTo>
                  <a:pt x="741536" y="24921"/>
                </a:lnTo>
                <a:cubicBezTo>
                  <a:pt x="747760" y="24921"/>
                  <a:pt x="753983" y="29905"/>
                  <a:pt x="753983" y="36135"/>
                </a:cubicBezTo>
                <a:lnTo>
                  <a:pt x="753983" y="84730"/>
                </a:lnTo>
                <a:cubicBezTo>
                  <a:pt x="753983" y="92206"/>
                  <a:pt x="747760" y="95944"/>
                  <a:pt x="741536" y="95944"/>
                </a:cubicBezTo>
                <a:cubicBezTo>
                  <a:pt x="735312" y="95944"/>
                  <a:pt x="730333" y="92206"/>
                  <a:pt x="730333" y="84730"/>
                </a:cubicBezTo>
                <a:lnTo>
                  <a:pt x="730333" y="64793"/>
                </a:lnTo>
                <a:lnTo>
                  <a:pt x="670584" y="123357"/>
                </a:lnTo>
                <a:cubicBezTo>
                  <a:pt x="814977" y="275372"/>
                  <a:pt x="812488" y="515855"/>
                  <a:pt x="663115" y="665379"/>
                </a:cubicBezTo>
                <a:cubicBezTo>
                  <a:pt x="590918" y="738894"/>
                  <a:pt x="492581" y="778767"/>
                  <a:pt x="389265" y="778767"/>
                </a:cubicBezTo>
                <a:cubicBezTo>
                  <a:pt x="284704" y="778767"/>
                  <a:pt x="186367" y="738894"/>
                  <a:pt x="114171" y="665379"/>
                </a:cubicBezTo>
                <a:cubicBezTo>
                  <a:pt x="99233" y="650426"/>
                  <a:pt x="86786" y="636720"/>
                  <a:pt x="75583" y="621768"/>
                </a:cubicBezTo>
                <a:lnTo>
                  <a:pt x="19568" y="679085"/>
                </a:lnTo>
                <a:cubicBezTo>
                  <a:pt x="17078" y="680331"/>
                  <a:pt x="14589" y="681577"/>
                  <a:pt x="10855" y="681577"/>
                </a:cubicBezTo>
                <a:cubicBezTo>
                  <a:pt x="8365" y="681577"/>
                  <a:pt x="4631" y="680331"/>
                  <a:pt x="3386" y="679085"/>
                </a:cubicBezTo>
                <a:cubicBezTo>
                  <a:pt x="-348" y="674101"/>
                  <a:pt x="-348" y="666625"/>
                  <a:pt x="3386" y="662886"/>
                </a:cubicBezTo>
                <a:lnTo>
                  <a:pt x="63135" y="601831"/>
                </a:lnTo>
                <a:cubicBezTo>
                  <a:pt x="-35202" y="451062"/>
                  <a:pt x="-19020" y="247959"/>
                  <a:pt x="114171" y="114635"/>
                </a:cubicBezTo>
                <a:cubicBezTo>
                  <a:pt x="186367" y="41119"/>
                  <a:pt x="284704" y="0"/>
                  <a:pt x="389265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pPr defTabSz="914217"/>
            <a:endParaRPr lang="en-US" dirty="0">
              <a:solidFill>
                <a:srgbClr val="747994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34" name="Freeform 316">
            <a:extLst>
              <a:ext uri="{FF2B5EF4-FFF2-40B4-BE49-F238E27FC236}">
                <a16:creationId xmlns:a16="http://schemas.microsoft.com/office/drawing/2014/main" xmlns="" id="{AFFD527E-8FC0-1643-BE66-792363519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276" y="5350002"/>
            <a:ext cx="727828" cy="727830"/>
          </a:xfrm>
          <a:custGeom>
            <a:avLst/>
            <a:gdLst>
              <a:gd name="T0" fmla="*/ 584 w 1168"/>
              <a:gd name="T1" fmla="*/ 61 h 1167"/>
              <a:gd name="T2" fmla="*/ 584 w 1168"/>
              <a:gd name="T3" fmla="*/ 61 h 1167"/>
              <a:gd name="T4" fmla="*/ 61 w 1168"/>
              <a:gd name="T5" fmla="*/ 583 h 1167"/>
              <a:gd name="T6" fmla="*/ 61 w 1168"/>
              <a:gd name="T7" fmla="*/ 583 h 1167"/>
              <a:gd name="T8" fmla="*/ 584 w 1168"/>
              <a:gd name="T9" fmla="*/ 1105 h 1167"/>
              <a:gd name="T10" fmla="*/ 584 w 1168"/>
              <a:gd name="T11" fmla="*/ 1105 h 1167"/>
              <a:gd name="T12" fmla="*/ 1106 w 1168"/>
              <a:gd name="T13" fmla="*/ 583 h 1167"/>
              <a:gd name="T14" fmla="*/ 1106 w 1168"/>
              <a:gd name="T15" fmla="*/ 583 h 1167"/>
              <a:gd name="T16" fmla="*/ 584 w 1168"/>
              <a:gd name="T17" fmla="*/ 61 h 1167"/>
              <a:gd name="T18" fmla="*/ 584 w 1168"/>
              <a:gd name="T19" fmla="*/ 1166 h 1167"/>
              <a:gd name="T20" fmla="*/ 584 w 1168"/>
              <a:gd name="T21" fmla="*/ 1166 h 1167"/>
              <a:gd name="T22" fmla="*/ 0 w 1168"/>
              <a:gd name="T23" fmla="*/ 583 h 1167"/>
              <a:gd name="T24" fmla="*/ 0 w 1168"/>
              <a:gd name="T25" fmla="*/ 583 h 1167"/>
              <a:gd name="T26" fmla="*/ 584 w 1168"/>
              <a:gd name="T27" fmla="*/ 0 h 1167"/>
              <a:gd name="T28" fmla="*/ 584 w 1168"/>
              <a:gd name="T29" fmla="*/ 0 h 1167"/>
              <a:gd name="T30" fmla="*/ 1167 w 1168"/>
              <a:gd name="T31" fmla="*/ 583 h 1167"/>
              <a:gd name="T32" fmla="*/ 1167 w 1168"/>
              <a:gd name="T33" fmla="*/ 583 h 1167"/>
              <a:gd name="T34" fmla="*/ 584 w 1168"/>
              <a:gd name="T35" fmla="*/ 1166 h 11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68" h="1167">
                <a:moveTo>
                  <a:pt x="584" y="61"/>
                </a:moveTo>
                <a:lnTo>
                  <a:pt x="584" y="61"/>
                </a:lnTo>
                <a:cubicBezTo>
                  <a:pt x="295" y="61"/>
                  <a:pt x="61" y="296"/>
                  <a:pt x="61" y="583"/>
                </a:cubicBezTo>
                <a:lnTo>
                  <a:pt x="61" y="583"/>
                </a:lnTo>
                <a:cubicBezTo>
                  <a:pt x="61" y="871"/>
                  <a:pt x="295" y="1105"/>
                  <a:pt x="584" y="1105"/>
                </a:cubicBezTo>
                <a:lnTo>
                  <a:pt x="584" y="1105"/>
                </a:lnTo>
                <a:cubicBezTo>
                  <a:pt x="872" y="1105"/>
                  <a:pt x="1106" y="871"/>
                  <a:pt x="1106" y="583"/>
                </a:cubicBezTo>
                <a:lnTo>
                  <a:pt x="1106" y="583"/>
                </a:lnTo>
                <a:cubicBezTo>
                  <a:pt x="1106" y="296"/>
                  <a:pt x="872" y="61"/>
                  <a:pt x="584" y="61"/>
                </a:cubicBezTo>
                <a:close/>
                <a:moveTo>
                  <a:pt x="584" y="1166"/>
                </a:moveTo>
                <a:lnTo>
                  <a:pt x="584" y="1166"/>
                </a:lnTo>
                <a:cubicBezTo>
                  <a:pt x="261" y="1166"/>
                  <a:pt x="0" y="904"/>
                  <a:pt x="0" y="583"/>
                </a:cubicBezTo>
                <a:lnTo>
                  <a:pt x="0" y="583"/>
                </a:lnTo>
                <a:cubicBezTo>
                  <a:pt x="0" y="261"/>
                  <a:pt x="261" y="0"/>
                  <a:pt x="584" y="0"/>
                </a:cubicBezTo>
                <a:lnTo>
                  <a:pt x="584" y="0"/>
                </a:lnTo>
                <a:cubicBezTo>
                  <a:pt x="905" y="0"/>
                  <a:pt x="1167" y="261"/>
                  <a:pt x="1167" y="583"/>
                </a:cubicBezTo>
                <a:lnTo>
                  <a:pt x="1167" y="583"/>
                </a:lnTo>
                <a:cubicBezTo>
                  <a:pt x="1167" y="904"/>
                  <a:pt x="905" y="1166"/>
                  <a:pt x="584" y="1166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US" dirty="0">
              <a:solidFill>
                <a:srgbClr val="747994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xmlns="" id="{99D7EA11-F341-F54F-9A9E-47D11B4E7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813" y="5518138"/>
            <a:ext cx="391509" cy="388790"/>
          </a:xfrm>
          <a:custGeom>
            <a:avLst/>
            <a:gdLst>
              <a:gd name="connsiteX0" fmla="*/ 363914 w 783017"/>
              <a:gd name="connsiteY0" fmla="*/ 668960 h 777579"/>
              <a:gd name="connsiteX1" fmla="*/ 377647 w 783017"/>
              <a:gd name="connsiteY1" fmla="*/ 679853 h 777579"/>
              <a:gd name="connsiteX2" fmla="*/ 377647 w 783017"/>
              <a:gd name="connsiteY2" fmla="*/ 727055 h 777579"/>
              <a:gd name="connsiteX3" fmla="*/ 363914 w 783017"/>
              <a:gd name="connsiteY3" fmla="*/ 739158 h 777579"/>
              <a:gd name="connsiteX4" fmla="*/ 351554 w 783017"/>
              <a:gd name="connsiteY4" fmla="*/ 727055 h 777579"/>
              <a:gd name="connsiteX5" fmla="*/ 351554 w 783017"/>
              <a:gd name="connsiteY5" fmla="*/ 679853 h 777579"/>
              <a:gd name="connsiteX6" fmla="*/ 363914 w 783017"/>
              <a:gd name="connsiteY6" fmla="*/ 668960 h 777579"/>
              <a:gd name="connsiteX7" fmla="*/ 674714 w 783017"/>
              <a:gd name="connsiteY7" fmla="*/ 460854 h 777579"/>
              <a:gd name="connsiteX8" fmla="*/ 656042 w 783017"/>
              <a:gd name="connsiteY8" fmla="*/ 473274 h 777579"/>
              <a:gd name="connsiteX9" fmla="*/ 656042 w 783017"/>
              <a:gd name="connsiteY9" fmla="*/ 474516 h 777579"/>
              <a:gd name="connsiteX10" fmla="*/ 654797 w 783017"/>
              <a:gd name="connsiteY10" fmla="*/ 474516 h 777579"/>
              <a:gd name="connsiteX11" fmla="*/ 653552 w 783017"/>
              <a:gd name="connsiteY11" fmla="*/ 480727 h 777579"/>
              <a:gd name="connsiteX12" fmla="*/ 653552 w 783017"/>
              <a:gd name="connsiteY12" fmla="*/ 483211 h 777579"/>
              <a:gd name="connsiteX13" fmla="*/ 670980 w 783017"/>
              <a:gd name="connsiteY13" fmla="*/ 501842 h 777579"/>
              <a:gd name="connsiteX14" fmla="*/ 734468 w 783017"/>
              <a:gd name="connsiteY14" fmla="*/ 514262 h 777579"/>
              <a:gd name="connsiteX15" fmla="*/ 729488 w 783017"/>
              <a:gd name="connsiteY15" fmla="*/ 506810 h 777579"/>
              <a:gd name="connsiteX16" fmla="*/ 734468 w 783017"/>
              <a:gd name="connsiteY16" fmla="*/ 479485 h 777579"/>
              <a:gd name="connsiteX17" fmla="*/ 743182 w 783017"/>
              <a:gd name="connsiteY17" fmla="*/ 474516 h 777579"/>
              <a:gd name="connsiteX18" fmla="*/ 678449 w 783017"/>
              <a:gd name="connsiteY18" fmla="*/ 462096 h 777579"/>
              <a:gd name="connsiteX19" fmla="*/ 674714 w 783017"/>
              <a:gd name="connsiteY19" fmla="*/ 460854 h 777579"/>
              <a:gd name="connsiteX20" fmla="*/ 440681 w 783017"/>
              <a:gd name="connsiteY20" fmla="*/ 354037 h 777579"/>
              <a:gd name="connsiteX21" fmla="*/ 392131 w 783017"/>
              <a:gd name="connsiteY21" fmla="*/ 402477 h 777579"/>
              <a:gd name="connsiteX22" fmla="*/ 394621 w 783017"/>
              <a:gd name="connsiteY22" fmla="*/ 409929 h 777579"/>
              <a:gd name="connsiteX23" fmla="*/ 460598 w 783017"/>
              <a:gd name="connsiteY23" fmla="*/ 424834 h 777579"/>
              <a:gd name="connsiteX24" fmla="*/ 460598 w 783017"/>
              <a:gd name="connsiteY24" fmla="*/ 414898 h 777579"/>
              <a:gd name="connsiteX25" fmla="*/ 440681 w 783017"/>
              <a:gd name="connsiteY25" fmla="*/ 354037 h 777579"/>
              <a:gd name="connsiteX26" fmla="*/ 362254 w 783017"/>
              <a:gd name="connsiteY26" fmla="*/ 318017 h 777579"/>
              <a:gd name="connsiteX27" fmla="*/ 265155 w 783017"/>
              <a:gd name="connsiteY27" fmla="*/ 414898 h 777579"/>
              <a:gd name="connsiteX28" fmla="*/ 362254 w 783017"/>
              <a:gd name="connsiteY28" fmla="*/ 513020 h 777579"/>
              <a:gd name="connsiteX29" fmla="*/ 455619 w 783017"/>
              <a:gd name="connsiteY29" fmla="*/ 447191 h 777579"/>
              <a:gd name="connsiteX30" fmla="*/ 389641 w 783017"/>
              <a:gd name="connsiteY30" fmla="*/ 432286 h 777579"/>
              <a:gd name="connsiteX31" fmla="*/ 362254 w 783017"/>
              <a:gd name="connsiteY31" fmla="*/ 447191 h 777579"/>
              <a:gd name="connsiteX32" fmla="*/ 331133 w 783017"/>
              <a:gd name="connsiteY32" fmla="*/ 414898 h 777579"/>
              <a:gd name="connsiteX33" fmla="*/ 362254 w 783017"/>
              <a:gd name="connsiteY33" fmla="*/ 383846 h 777579"/>
              <a:gd name="connsiteX34" fmla="*/ 375948 w 783017"/>
              <a:gd name="connsiteY34" fmla="*/ 386330 h 777579"/>
              <a:gd name="connsiteX35" fmla="*/ 423253 w 783017"/>
              <a:gd name="connsiteY35" fmla="*/ 339132 h 777579"/>
              <a:gd name="connsiteX36" fmla="*/ 408314 w 783017"/>
              <a:gd name="connsiteY36" fmla="*/ 329195 h 777579"/>
              <a:gd name="connsiteX37" fmla="*/ 362254 w 783017"/>
              <a:gd name="connsiteY37" fmla="*/ 318017 h 777579"/>
              <a:gd name="connsiteX38" fmla="*/ 526576 w 783017"/>
              <a:gd name="connsiteY38" fmla="*/ 269577 h 777579"/>
              <a:gd name="connsiteX39" fmla="*/ 456864 w 783017"/>
              <a:gd name="connsiteY39" fmla="*/ 339132 h 777579"/>
              <a:gd name="connsiteX40" fmla="*/ 484251 w 783017"/>
              <a:gd name="connsiteY40" fmla="*/ 414898 h 777579"/>
              <a:gd name="connsiteX41" fmla="*/ 483006 w 783017"/>
              <a:gd name="connsiteY41" fmla="*/ 429802 h 777579"/>
              <a:gd name="connsiteX42" fmla="*/ 580105 w 783017"/>
              <a:gd name="connsiteY42" fmla="*/ 449675 h 777579"/>
              <a:gd name="connsiteX43" fmla="*/ 582595 w 783017"/>
              <a:gd name="connsiteY43" fmla="*/ 414898 h 777579"/>
              <a:gd name="connsiteX44" fmla="*/ 526576 w 783017"/>
              <a:gd name="connsiteY44" fmla="*/ 269577 h 777579"/>
              <a:gd name="connsiteX45" fmla="*/ 362254 w 783017"/>
              <a:gd name="connsiteY45" fmla="*/ 196295 h 777579"/>
              <a:gd name="connsiteX46" fmla="*/ 143159 w 783017"/>
              <a:gd name="connsiteY46" fmla="*/ 414898 h 777579"/>
              <a:gd name="connsiteX47" fmla="*/ 362254 w 783017"/>
              <a:gd name="connsiteY47" fmla="*/ 634742 h 777579"/>
              <a:gd name="connsiteX48" fmla="*/ 575126 w 783017"/>
              <a:gd name="connsiteY48" fmla="*/ 473274 h 777579"/>
              <a:gd name="connsiteX49" fmla="*/ 478026 w 783017"/>
              <a:gd name="connsiteY49" fmla="*/ 450917 h 777579"/>
              <a:gd name="connsiteX50" fmla="*/ 362254 w 783017"/>
              <a:gd name="connsiteY50" fmla="*/ 535377 h 777579"/>
              <a:gd name="connsiteX51" fmla="*/ 241503 w 783017"/>
              <a:gd name="connsiteY51" fmla="*/ 414898 h 777579"/>
              <a:gd name="connsiteX52" fmla="*/ 362254 w 783017"/>
              <a:gd name="connsiteY52" fmla="*/ 295660 h 777579"/>
              <a:gd name="connsiteX53" fmla="*/ 418273 w 783017"/>
              <a:gd name="connsiteY53" fmla="*/ 309322 h 777579"/>
              <a:gd name="connsiteX54" fmla="*/ 440681 w 783017"/>
              <a:gd name="connsiteY54" fmla="*/ 322985 h 777579"/>
              <a:gd name="connsiteX55" fmla="*/ 510393 w 783017"/>
              <a:gd name="connsiteY55" fmla="*/ 253430 h 777579"/>
              <a:gd name="connsiteX56" fmla="*/ 362254 w 783017"/>
              <a:gd name="connsiteY56" fmla="*/ 196295 h 777579"/>
              <a:gd name="connsiteX57" fmla="*/ 611226 w 783017"/>
              <a:gd name="connsiteY57" fmla="*/ 185117 h 777579"/>
              <a:gd name="connsiteX58" fmla="*/ 542759 w 783017"/>
              <a:gd name="connsiteY58" fmla="*/ 253430 h 777579"/>
              <a:gd name="connsiteX59" fmla="*/ 605002 w 783017"/>
              <a:gd name="connsiteY59" fmla="*/ 414898 h 777579"/>
              <a:gd name="connsiteX60" fmla="*/ 602512 w 783017"/>
              <a:gd name="connsiteY60" fmla="*/ 454643 h 777579"/>
              <a:gd name="connsiteX61" fmla="*/ 636124 w 783017"/>
              <a:gd name="connsiteY61" fmla="*/ 462096 h 777579"/>
              <a:gd name="connsiteX62" fmla="*/ 683428 w 783017"/>
              <a:gd name="connsiteY62" fmla="*/ 439739 h 777579"/>
              <a:gd name="connsiteX63" fmla="*/ 702101 w 783017"/>
              <a:gd name="connsiteY63" fmla="*/ 443465 h 777579"/>
              <a:gd name="connsiteX64" fmla="*/ 703346 w 783017"/>
              <a:gd name="connsiteY64" fmla="*/ 414898 h 777579"/>
              <a:gd name="connsiteX65" fmla="*/ 611226 w 783017"/>
              <a:gd name="connsiteY65" fmla="*/ 185117 h 777579"/>
              <a:gd name="connsiteX66" fmla="*/ 363914 w 783017"/>
              <a:gd name="connsiteY66" fmla="*/ 86698 h 777579"/>
              <a:gd name="connsiteX67" fmla="*/ 377647 w 783017"/>
              <a:gd name="connsiteY67" fmla="*/ 97778 h 777579"/>
              <a:gd name="connsiteX68" fmla="*/ 377647 w 783017"/>
              <a:gd name="connsiteY68" fmla="*/ 145794 h 777579"/>
              <a:gd name="connsiteX69" fmla="*/ 363914 w 783017"/>
              <a:gd name="connsiteY69" fmla="*/ 156875 h 777579"/>
              <a:gd name="connsiteX70" fmla="*/ 351554 w 783017"/>
              <a:gd name="connsiteY70" fmla="*/ 145794 h 777579"/>
              <a:gd name="connsiteX71" fmla="*/ 351554 w 783017"/>
              <a:gd name="connsiteY71" fmla="*/ 97778 h 777579"/>
              <a:gd name="connsiteX72" fmla="*/ 363914 w 783017"/>
              <a:gd name="connsiteY72" fmla="*/ 86698 h 777579"/>
              <a:gd name="connsiteX73" fmla="*/ 362254 w 783017"/>
              <a:gd name="connsiteY73" fmla="*/ 77057 h 777579"/>
              <a:gd name="connsiteX74" fmla="*/ 22407 w 783017"/>
              <a:gd name="connsiteY74" fmla="*/ 414898 h 777579"/>
              <a:gd name="connsiteX75" fmla="*/ 362254 w 783017"/>
              <a:gd name="connsiteY75" fmla="*/ 755222 h 777579"/>
              <a:gd name="connsiteX76" fmla="*/ 683428 w 783017"/>
              <a:gd name="connsiteY76" fmla="*/ 527925 h 777579"/>
              <a:gd name="connsiteX77" fmla="*/ 666000 w 783017"/>
              <a:gd name="connsiteY77" fmla="*/ 524199 h 777579"/>
              <a:gd name="connsiteX78" fmla="*/ 631144 w 783017"/>
              <a:gd name="connsiteY78" fmla="*/ 484453 h 777579"/>
              <a:gd name="connsiteX79" fmla="*/ 597533 w 783017"/>
              <a:gd name="connsiteY79" fmla="*/ 477000 h 777579"/>
              <a:gd name="connsiteX80" fmla="*/ 362254 w 783017"/>
              <a:gd name="connsiteY80" fmla="*/ 657099 h 777579"/>
              <a:gd name="connsiteX81" fmla="*/ 119507 w 783017"/>
              <a:gd name="connsiteY81" fmla="*/ 414898 h 777579"/>
              <a:gd name="connsiteX82" fmla="*/ 362254 w 783017"/>
              <a:gd name="connsiteY82" fmla="*/ 173938 h 777579"/>
              <a:gd name="connsiteX83" fmla="*/ 526576 w 783017"/>
              <a:gd name="connsiteY83" fmla="*/ 237283 h 777579"/>
              <a:gd name="connsiteX84" fmla="*/ 595043 w 783017"/>
              <a:gd name="connsiteY84" fmla="*/ 168970 h 777579"/>
              <a:gd name="connsiteX85" fmla="*/ 362254 w 783017"/>
              <a:gd name="connsiteY85" fmla="*/ 77057 h 777579"/>
              <a:gd name="connsiteX86" fmla="*/ 720774 w 783017"/>
              <a:gd name="connsiteY86" fmla="*/ 32343 h 777579"/>
              <a:gd name="connsiteX87" fmla="*/ 674714 w 783017"/>
              <a:gd name="connsiteY87" fmla="*/ 79542 h 777579"/>
              <a:gd name="connsiteX88" fmla="*/ 672225 w 783017"/>
              <a:gd name="connsiteY88" fmla="*/ 103141 h 777579"/>
              <a:gd name="connsiteX89" fmla="*/ 672225 w 783017"/>
              <a:gd name="connsiteY89" fmla="*/ 104383 h 777579"/>
              <a:gd name="connsiteX90" fmla="*/ 673470 w 783017"/>
              <a:gd name="connsiteY90" fmla="*/ 105625 h 777579"/>
              <a:gd name="connsiteX91" fmla="*/ 677204 w 783017"/>
              <a:gd name="connsiteY91" fmla="*/ 109351 h 777579"/>
              <a:gd name="connsiteX92" fmla="*/ 678449 w 783017"/>
              <a:gd name="connsiteY92" fmla="*/ 110593 h 777579"/>
              <a:gd name="connsiteX93" fmla="*/ 679694 w 783017"/>
              <a:gd name="connsiteY93" fmla="*/ 110593 h 777579"/>
              <a:gd name="connsiteX94" fmla="*/ 704591 w 783017"/>
              <a:gd name="connsiteY94" fmla="*/ 108109 h 777579"/>
              <a:gd name="connsiteX95" fmla="*/ 750651 w 783017"/>
              <a:gd name="connsiteY95" fmla="*/ 62153 h 777579"/>
              <a:gd name="connsiteX96" fmla="*/ 740692 w 783017"/>
              <a:gd name="connsiteY96" fmla="*/ 62153 h 777579"/>
              <a:gd name="connsiteX97" fmla="*/ 720774 w 783017"/>
              <a:gd name="connsiteY97" fmla="*/ 42280 h 777579"/>
              <a:gd name="connsiteX98" fmla="*/ 734468 w 783017"/>
              <a:gd name="connsiteY98" fmla="*/ 1292 h 777579"/>
              <a:gd name="connsiteX99" fmla="*/ 744427 w 783017"/>
              <a:gd name="connsiteY99" fmla="*/ 16197 h 777579"/>
              <a:gd name="connsiteX100" fmla="*/ 744427 w 783017"/>
              <a:gd name="connsiteY100" fmla="*/ 39796 h 777579"/>
              <a:gd name="connsiteX101" fmla="*/ 766834 w 783017"/>
              <a:gd name="connsiteY101" fmla="*/ 39796 h 777579"/>
              <a:gd name="connsiteX102" fmla="*/ 781772 w 783017"/>
              <a:gd name="connsiteY102" fmla="*/ 48490 h 777579"/>
              <a:gd name="connsiteX103" fmla="*/ 778038 w 783017"/>
              <a:gd name="connsiteY103" fmla="*/ 65879 h 777579"/>
              <a:gd name="connsiteX104" fmla="*/ 720774 w 783017"/>
              <a:gd name="connsiteY104" fmla="*/ 124256 h 777579"/>
              <a:gd name="connsiteX105" fmla="*/ 689653 w 783017"/>
              <a:gd name="connsiteY105" fmla="*/ 136676 h 777579"/>
              <a:gd name="connsiteX106" fmla="*/ 668490 w 783017"/>
              <a:gd name="connsiteY106" fmla="*/ 130466 h 777579"/>
              <a:gd name="connsiteX107" fmla="*/ 666000 w 783017"/>
              <a:gd name="connsiteY107" fmla="*/ 130466 h 777579"/>
              <a:gd name="connsiteX108" fmla="*/ 627410 w 783017"/>
              <a:gd name="connsiteY108" fmla="*/ 168970 h 777579"/>
              <a:gd name="connsiteX109" fmla="*/ 725754 w 783017"/>
              <a:gd name="connsiteY109" fmla="*/ 414898 h 777579"/>
              <a:gd name="connsiteX110" fmla="*/ 724509 w 783017"/>
              <a:gd name="connsiteY110" fmla="*/ 447191 h 777579"/>
              <a:gd name="connsiteX111" fmla="*/ 764344 w 783017"/>
              <a:gd name="connsiteY111" fmla="*/ 455885 h 777579"/>
              <a:gd name="connsiteX112" fmla="*/ 775548 w 783017"/>
              <a:gd name="connsiteY112" fmla="*/ 467064 h 777579"/>
              <a:gd name="connsiteX113" fmla="*/ 769324 w 783017"/>
              <a:gd name="connsiteY113" fmla="*/ 484453 h 777579"/>
              <a:gd name="connsiteX114" fmla="*/ 749406 w 783017"/>
              <a:gd name="connsiteY114" fmla="*/ 496873 h 777579"/>
              <a:gd name="connsiteX115" fmla="*/ 761855 w 783017"/>
              <a:gd name="connsiteY115" fmla="*/ 515504 h 777579"/>
              <a:gd name="connsiteX116" fmla="*/ 761855 w 783017"/>
              <a:gd name="connsiteY116" fmla="*/ 534135 h 777579"/>
              <a:gd name="connsiteX117" fmla="*/ 749406 w 783017"/>
              <a:gd name="connsiteY117" fmla="*/ 540345 h 777579"/>
              <a:gd name="connsiteX118" fmla="*/ 746916 w 783017"/>
              <a:gd name="connsiteY118" fmla="*/ 540345 h 777579"/>
              <a:gd name="connsiteX119" fmla="*/ 707081 w 783017"/>
              <a:gd name="connsiteY119" fmla="*/ 531651 h 777579"/>
              <a:gd name="connsiteX120" fmla="*/ 362254 w 783017"/>
              <a:gd name="connsiteY120" fmla="*/ 777579 h 777579"/>
              <a:gd name="connsiteX121" fmla="*/ 0 w 783017"/>
              <a:gd name="connsiteY121" fmla="*/ 414898 h 777579"/>
              <a:gd name="connsiteX122" fmla="*/ 362254 w 783017"/>
              <a:gd name="connsiteY122" fmla="*/ 54700 h 777579"/>
              <a:gd name="connsiteX123" fmla="*/ 611226 w 783017"/>
              <a:gd name="connsiteY123" fmla="*/ 152823 h 777579"/>
              <a:gd name="connsiteX124" fmla="*/ 651062 w 783017"/>
              <a:gd name="connsiteY124" fmla="*/ 111835 h 777579"/>
              <a:gd name="connsiteX125" fmla="*/ 658531 w 783017"/>
              <a:gd name="connsiteY125" fmla="*/ 62153 h 777579"/>
              <a:gd name="connsiteX126" fmla="*/ 717040 w 783017"/>
              <a:gd name="connsiteY126" fmla="*/ 3776 h 777579"/>
              <a:gd name="connsiteX127" fmla="*/ 734468 w 783017"/>
              <a:gd name="connsiteY127" fmla="*/ 1292 h 777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783017" h="777579">
                <a:moveTo>
                  <a:pt x="363914" y="668960"/>
                </a:moveTo>
                <a:cubicBezTo>
                  <a:pt x="372154" y="668960"/>
                  <a:pt x="377647" y="675012"/>
                  <a:pt x="377647" y="679853"/>
                </a:cubicBezTo>
                <a:lnTo>
                  <a:pt x="377647" y="727055"/>
                </a:lnTo>
                <a:cubicBezTo>
                  <a:pt x="377647" y="734317"/>
                  <a:pt x="372154" y="739158"/>
                  <a:pt x="363914" y="739158"/>
                </a:cubicBezTo>
                <a:cubicBezTo>
                  <a:pt x="358420" y="739158"/>
                  <a:pt x="351554" y="734317"/>
                  <a:pt x="351554" y="727055"/>
                </a:cubicBezTo>
                <a:lnTo>
                  <a:pt x="351554" y="679853"/>
                </a:lnTo>
                <a:cubicBezTo>
                  <a:pt x="351554" y="675012"/>
                  <a:pt x="358420" y="668960"/>
                  <a:pt x="363914" y="668960"/>
                </a:cubicBezTo>
                <a:close/>
                <a:moveTo>
                  <a:pt x="674714" y="460854"/>
                </a:moveTo>
                <a:cubicBezTo>
                  <a:pt x="667245" y="460854"/>
                  <a:pt x="659776" y="465822"/>
                  <a:pt x="656042" y="473274"/>
                </a:cubicBezTo>
                <a:lnTo>
                  <a:pt x="656042" y="474516"/>
                </a:lnTo>
                <a:cubicBezTo>
                  <a:pt x="654797" y="474516"/>
                  <a:pt x="654797" y="474516"/>
                  <a:pt x="654797" y="474516"/>
                </a:cubicBezTo>
                <a:lnTo>
                  <a:pt x="653552" y="480727"/>
                </a:lnTo>
                <a:lnTo>
                  <a:pt x="653552" y="483211"/>
                </a:lnTo>
                <a:cubicBezTo>
                  <a:pt x="654797" y="493147"/>
                  <a:pt x="662266" y="500600"/>
                  <a:pt x="670980" y="501842"/>
                </a:cubicBezTo>
                <a:lnTo>
                  <a:pt x="734468" y="514262"/>
                </a:lnTo>
                <a:lnTo>
                  <a:pt x="729488" y="506810"/>
                </a:lnTo>
                <a:cubicBezTo>
                  <a:pt x="723264" y="498115"/>
                  <a:pt x="724509" y="485695"/>
                  <a:pt x="734468" y="479485"/>
                </a:cubicBezTo>
                <a:lnTo>
                  <a:pt x="743182" y="474516"/>
                </a:lnTo>
                <a:lnTo>
                  <a:pt x="678449" y="462096"/>
                </a:lnTo>
                <a:cubicBezTo>
                  <a:pt x="677204" y="460854"/>
                  <a:pt x="675959" y="460854"/>
                  <a:pt x="674714" y="460854"/>
                </a:cubicBezTo>
                <a:close/>
                <a:moveTo>
                  <a:pt x="440681" y="354037"/>
                </a:moveTo>
                <a:lnTo>
                  <a:pt x="392131" y="402477"/>
                </a:lnTo>
                <a:cubicBezTo>
                  <a:pt x="393376" y="404961"/>
                  <a:pt x="394621" y="407445"/>
                  <a:pt x="394621" y="409929"/>
                </a:cubicBezTo>
                <a:lnTo>
                  <a:pt x="460598" y="424834"/>
                </a:lnTo>
                <a:cubicBezTo>
                  <a:pt x="460598" y="422350"/>
                  <a:pt x="460598" y="418624"/>
                  <a:pt x="460598" y="414898"/>
                </a:cubicBezTo>
                <a:cubicBezTo>
                  <a:pt x="460598" y="392540"/>
                  <a:pt x="453129" y="371425"/>
                  <a:pt x="440681" y="354037"/>
                </a:cubicBezTo>
                <a:close/>
                <a:moveTo>
                  <a:pt x="362254" y="318017"/>
                </a:moveTo>
                <a:cubicBezTo>
                  <a:pt x="308725" y="318017"/>
                  <a:pt x="265155" y="361489"/>
                  <a:pt x="265155" y="414898"/>
                </a:cubicBezTo>
                <a:cubicBezTo>
                  <a:pt x="265155" y="469548"/>
                  <a:pt x="308725" y="513020"/>
                  <a:pt x="362254" y="513020"/>
                </a:cubicBezTo>
                <a:cubicBezTo>
                  <a:pt x="405825" y="513020"/>
                  <a:pt x="443170" y="485695"/>
                  <a:pt x="455619" y="447191"/>
                </a:cubicBezTo>
                <a:lnTo>
                  <a:pt x="389641" y="432286"/>
                </a:lnTo>
                <a:cubicBezTo>
                  <a:pt x="383417" y="440981"/>
                  <a:pt x="374703" y="447191"/>
                  <a:pt x="362254" y="447191"/>
                </a:cubicBezTo>
                <a:cubicBezTo>
                  <a:pt x="344826" y="447191"/>
                  <a:pt x="331133" y="432286"/>
                  <a:pt x="331133" y="414898"/>
                </a:cubicBezTo>
                <a:cubicBezTo>
                  <a:pt x="331133" y="397509"/>
                  <a:pt x="344826" y="383846"/>
                  <a:pt x="362254" y="383846"/>
                </a:cubicBezTo>
                <a:cubicBezTo>
                  <a:pt x="367234" y="383846"/>
                  <a:pt x="372213" y="385088"/>
                  <a:pt x="375948" y="386330"/>
                </a:cubicBezTo>
                <a:lnTo>
                  <a:pt x="423253" y="339132"/>
                </a:lnTo>
                <a:cubicBezTo>
                  <a:pt x="419518" y="335406"/>
                  <a:pt x="413294" y="332922"/>
                  <a:pt x="408314" y="329195"/>
                </a:cubicBezTo>
                <a:cubicBezTo>
                  <a:pt x="394621" y="321743"/>
                  <a:pt x="378438" y="318017"/>
                  <a:pt x="362254" y="318017"/>
                </a:cubicBezTo>
                <a:close/>
                <a:moveTo>
                  <a:pt x="526576" y="269577"/>
                </a:moveTo>
                <a:lnTo>
                  <a:pt x="456864" y="339132"/>
                </a:lnTo>
                <a:cubicBezTo>
                  <a:pt x="474292" y="359005"/>
                  <a:pt x="484251" y="386330"/>
                  <a:pt x="484251" y="414898"/>
                </a:cubicBezTo>
                <a:cubicBezTo>
                  <a:pt x="484251" y="419866"/>
                  <a:pt x="484251" y="424834"/>
                  <a:pt x="483006" y="429802"/>
                </a:cubicBezTo>
                <a:lnTo>
                  <a:pt x="580105" y="449675"/>
                </a:lnTo>
                <a:cubicBezTo>
                  <a:pt x="581350" y="438497"/>
                  <a:pt x="582595" y="427318"/>
                  <a:pt x="582595" y="414898"/>
                </a:cubicBezTo>
                <a:cubicBezTo>
                  <a:pt x="582595" y="359005"/>
                  <a:pt x="561432" y="308080"/>
                  <a:pt x="526576" y="269577"/>
                </a:cubicBezTo>
                <a:close/>
                <a:moveTo>
                  <a:pt x="362254" y="196295"/>
                </a:moveTo>
                <a:cubicBezTo>
                  <a:pt x="241503" y="196295"/>
                  <a:pt x="143159" y="295660"/>
                  <a:pt x="143159" y="414898"/>
                </a:cubicBezTo>
                <a:cubicBezTo>
                  <a:pt x="143159" y="536619"/>
                  <a:pt x="241503" y="634742"/>
                  <a:pt x="362254" y="634742"/>
                </a:cubicBezTo>
                <a:cubicBezTo>
                  <a:pt x="464333" y="634742"/>
                  <a:pt x="550228" y="566429"/>
                  <a:pt x="575126" y="473274"/>
                </a:cubicBezTo>
                <a:lnTo>
                  <a:pt x="478026" y="450917"/>
                </a:lnTo>
                <a:cubicBezTo>
                  <a:pt x="463088" y="500600"/>
                  <a:pt x="417028" y="535377"/>
                  <a:pt x="362254" y="535377"/>
                </a:cubicBezTo>
                <a:cubicBezTo>
                  <a:pt x="296277" y="535377"/>
                  <a:pt x="241503" y="481969"/>
                  <a:pt x="241503" y="414898"/>
                </a:cubicBezTo>
                <a:cubicBezTo>
                  <a:pt x="241503" y="349068"/>
                  <a:pt x="296277" y="295660"/>
                  <a:pt x="362254" y="295660"/>
                </a:cubicBezTo>
                <a:cubicBezTo>
                  <a:pt x="382172" y="295660"/>
                  <a:pt x="402090" y="300628"/>
                  <a:pt x="418273" y="309322"/>
                </a:cubicBezTo>
                <a:cubicBezTo>
                  <a:pt x="426987" y="313049"/>
                  <a:pt x="433211" y="318017"/>
                  <a:pt x="440681" y="322985"/>
                </a:cubicBezTo>
                <a:lnTo>
                  <a:pt x="510393" y="253430"/>
                </a:lnTo>
                <a:cubicBezTo>
                  <a:pt x="470557" y="218652"/>
                  <a:pt x="419518" y="196295"/>
                  <a:pt x="362254" y="196295"/>
                </a:cubicBezTo>
                <a:close/>
                <a:moveTo>
                  <a:pt x="611226" y="185117"/>
                </a:moveTo>
                <a:lnTo>
                  <a:pt x="542759" y="253430"/>
                </a:lnTo>
                <a:cubicBezTo>
                  <a:pt x="581350" y="296902"/>
                  <a:pt x="605002" y="352795"/>
                  <a:pt x="605002" y="414898"/>
                </a:cubicBezTo>
                <a:cubicBezTo>
                  <a:pt x="605002" y="428560"/>
                  <a:pt x="605002" y="442223"/>
                  <a:pt x="602512" y="454643"/>
                </a:cubicBezTo>
                <a:lnTo>
                  <a:pt x="636124" y="462096"/>
                </a:lnTo>
                <a:cubicBezTo>
                  <a:pt x="644838" y="444707"/>
                  <a:pt x="664756" y="436013"/>
                  <a:pt x="683428" y="439739"/>
                </a:cubicBezTo>
                <a:lnTo>
                  <a:pt x="702101" y="443465"/>
                </a:lnTo>
                <a:cubicBezTo>
                  <a:pt x="703346" y="433528"/>
                  <a:pt x="703346" y="424834"/>
                  <a:pt x="703346" y="414898"/>
                </a:cubicBezTo>
                <a:cubicBezTo>
                  <a:pt x="703346" y="327953"/>
                  <a:pt x="668490" y="244735"/>
                  <a:pt x="611226" y="185117"/>
                </a:cubicBezTo>
                <a:close/>
                <a:moveTo>
                  <a:pt x="363914" y="86698"/>
                </a:moveTo>
                <a:cubicBezTo>
                  <a:pt x="372154" y="86698"/>
                  <a:pt x="377647" y="91622"/>
                  <a:pt x="377647" y="97778"/>
                </a:cubicBezTo>
                <a:lnTo>
                  <a:pt x="377647" y="145794"/>
                </a:lnTo>
                <a:cubicBezTo>
                  <a:pt x="377647" y="151950"/>
                  <a:pt x="372154" y="156875"/>
                  <a:pt x="363914" y="156875"/>
                </a:cubicBezTo>
                <a:cubicBezTo>
                  <a:pt x="358420" y="156875"/>
                  <a:pt x="351554" y="151950"/>
                  <a:pt x="351554" y="145794"/>
                </a:cubicBezTo>
                <a:lnTo>
                  <a:pt x="351554" y="97778"/>
                </a:lnTo>
                <a:cubicBezTo>
                  <a:pt x="351554" y="91622"/>
                  <a:pt x="358420" y="86698"/>
                  <a:pt x="363914" y="86698"/>
                </a:cubicBezTo>
                <a:close/>
                <a:moveTo>
                  <a:pt x="362254" y="77057"/>
                </a:moveTo>
                <a:cubicBezTo>
                  <a:pt x="175525" y="77057"/>
                  <a:pt x="22407" y="229831"/>
                  <a:pt x="22407" y="414898"/>
                </a:cubicBezTo>
                <a:cubicBezTo>
                  <a:pt x="22407" y="602448"/>
                  <a:pt x="175525" y="755222"/>
                  <a:pt x="362254" y="755222"/>
                </a:cubicBezTo>
                <a:cubicBezTo>
                  <a:pt x="507903" y="755222"/>
                  <a:pt x="636124" y="664551"/>
                  <a:pt x="683428" y="527925"/>
                </a:cubicBezTo>
                <a:lnTo>
                  <a:pt x="666000" y="524199"/>
                </a:lnTo>
                <a:cubicBezTo>
                  <a:pt x="647328" y="520473"/>
                  <a:pt x="632389" y="504326"/>
                  <a:pt x="631144" y="484453"/>
                </a:cubicBezTo>
                <a:lnTo>
                  <a:pt x="597533" y="477000"/>
                </a:lnTo>
                <a:cubicBezTo>
                  <a:pt x="570146" y="580091"/>
                  <a:pt x="475537" y="657099"/>
                  <a:pt x="362254" y="657099"/>
                </a:cubicBezTo>
                <a:cubicBezTo>
                  <a:pt x="229054" y="657099"/>
                  <a:pt x="119507" y="549040"/>
                  <a:pt x="119507" y="414898"/>
                </a:cubicBezTo>
                <a:cubicBezTo>
                  <a:pt x="119507" y="283239"/>
                  <a:pt x="229054" y="173938"/>
                  <a:pt x="362254" y="173938"/>
                </a:cubicBezTo>
                <a:cubicBezTo>
                  <a:pt x="425742" y="173938"/>
                  <a:pt x="483006" y="198779"/>
                  <a:pt x="526576" y="237283"/>
                </a:cubicBezTo>
                <a:lnTo>
                  <a:pt x="595043" y="168970"/>
                </a:lnTo>
                <a:cubicBezTo>
                  <a:pt x="534045" y="111835"/>
                  <a:pt x="453129" y="77057"/>
                  <a:pt x="362254" y="77057"/>
                </a:cubicBezTo>
                <a:close/>
                <a:moveTo>
                  <a:pt x="720774" y="32343"/>
                </a:moveTo>
                <a:lnTo>
                  <a:pt x="674714" y="79542"/>
                </a:lnTo>
                <a:cubicBezTo>
                  <a:pt x="668490" y="85752"/>
                  <a:pt x="667245" y="95688"/>
                  <a:pt x="672225" y="103141"/>
                </a:cubicBezTo>
                <a:lnTo>
                  <a:pt x="672225" y="104383"/>
                </a:lnTo>
                <a:cubicBezTo>
                  <a:pt x="673470" y="105625"/>
                  <a:pt x="673470" y="105625"/>
                  <a:pt x="673470" y="105625"/>
                </a:cubicBezTo>
                <a:lnTo>
                  <a:pt x="677204" y="109351"/>
                </a:lnTo>
                <a:lnTo>
                  <a:pt x="678449" y="110593"/>
                </a:lnTo>
                <a:lnTo>
                  <a:pt x="679694" y="110593"/>
                </a:lnTo>
                <a:cubicBezTo>
                  <a:pt x="688408" y="115561"/>
                  <a:pt x="697122" y="114319"/>
                  <a:pt x="704591" y="108109"/>
                </a:cubicBezTo>
                <a:lnTo>
                  <a:pt x="750651" y="62153"/>
                </a:lnTo>
                <a:lnTo>
                  <a:pt x="740692" y="62153"/>
                </a:lnTo>
                <a:cubicBezTo>
                  <a:pt x="729488" y="62153"/>
                  <a:pt x="720774" y="53458"/>
                  <a:pt x="720774" y="42280"/>
                </a:cubicBezTo>
                <a:close/>
                <a:moveTo>
                  <a:pt x="734468" y="1292"/>
                </a:moveTo>
                <a:cubicBezTo>
                  <a:pt x="740692" y="3776"/>
                  <a:pt x="744427" y="8744"/>
                  <a:pt x="744427" y="16197"/>
                </a:cubicBezTo>
                <a:lnTo>
                  <a:pt x="744427" y="39796"/>
                </a:lnTo>
                <a:lnTo>
                  <a:pt x="766834" y="39796"/>
                </a:lnTo>
                <a:cubicBezTo>
                  <a:pt x="774303" y="39796"/>
                  <a:pt x="779283" y="43522"/>
                  <a:pt x="781772" y="48490"/>
                </a:cubicBezTo>
                <a:cubicBezTo>
                  <a:pt x="784262" y="54700"/>
                  <a:pt x="783017" y="60911"/>
                  <a:pt x="778038" y="65879"/>
                </a:cubicBezTo>
                <a:lnTo>
                  <a:pt x="720774" y="124256"/>
                </a:lnTo>
                <a:cubicBezTo>
                  <a:pt x="712060" y="131708"/>
                  <a:pt x="700856" y="136676"/>
                  <a:pt x="689653" y="136676"/>
                </a:cubicBezTo>
                <a:cubicBezTo>
                  <a:pt x="682184" y="136676"/>
                  <a:pt x="675959" y="134192"/>
                  <a:pt x="668490" y="130466"/>
                </a:cubicBezTo>
                <a:cubicBezTo>
                  <a:pt x="668490" y="130466"/>
                  <a:pt x="667245" y="130466"/>
                  <a:pt x="666000" y="130466"/>
                </a:cubicBezTo>
                <a:lnTo>
                  <a:pt x="627410" y="168970"/>
                </a:lnTo>
                <a:cubicBezTo>
                  <a:pt x="688408" y="233557"/>
                  <a:pt x="725754" y="320501"/>
                  <a:pt x="725754" y="414898"/>
                </a:cubicBezTo>
                <a:cubicBezTo>
                  <a:pt x="725754" y="426076"/>
                  <a:pt x="725754" y="437255"/>
                  <a:pt x="724509" y="447191"/>
                </a:cubicBezTo>
                <a:lnTo>
                  <a:pt x="764344" y="455885"/>
                </a:lnTo>
                <a:cubicBezTo>
                  <a:pt x="770569" y="457128"/>
                  <a:pt x="774303" y="460854"/>
                  <a:pt x="775548" y="467064"/>
                </a:cubicBezTo>
                <a:cubicBezTo>
                  <a:pt x="776793" y="474516"/>
                  <a:pt x="774303" y="480727"/>
                  <a:pt x="769324" y="484453"/>
                </a:cubicBezTo>
                <a:lnTo>
                  <a:pt x="749406" y="496873"/>
                </a:lnTo>
                <a:lnTo>
                  <a:pt x="761855" y="515504"/>
                </a:lnTo>
                <a:cubicBezTo>
                  <a:pt x="766834" y="521715"/>
                  <a:pt x="766834" y="527925"/>
                  <a:pt x="761855" y="534135"/>
                </a:cubicBezTo>
                <a:cubicBezTo>
                  <a:pt x="760610" y="537861"/>
                  <a:pt x="754386" y="540345"/>
                  <a:pt x="749406" y="540345"/>
                </a:cubicBezTo>
                <a:cubicBezTo>
                  <a:pt x="748161" y="540345"/>
                  <a:pt x="748161" y="540345"/>
                  <a:pt x="746916" y="540345"/>
                </a:cubicBezTo>
                <a:lnTo>
                  <a:pt x="707081" y="531651"/>
                </a:lnTo>
                <a:cubicBezTo>
                  <a:pt x="656042" y="679457"/>
                  <a:pt x="519107" y="777579"/>
                  <a:pt x="362254" y="777579"/>
                </a:cubicBezTo>
                <a:cubicBezTo>
                  <a:pt x="161832" y="777579"/>
                  <a:pt x="0" y="614869"/>
                  <a:pt x="0" y="414898"/>
                </a:cubicBezTo>
                <a:cubicBezTo>
                  <a:pt x="0" y="216168"/>
                  <a:pt x="161832" y="54700"/>
                  <a:pt x="362254" y="54700"/>
                </a:cubicBezTo>
                <a:cubicBezTo>
                  <a:pt x="458109" y="54700"/>
                  <a:pt x="546494" y="91962"/>
                  <a:pt x="611226" y="152823"/>
                </a:cubicBezTo>
                <a:lnTo>
                  <a:pt x="651062" y="111835"/>
                </a:lnTo>
                <a:cubicBezTo>
                  <a:pt x="643593" y="96930"/>
                  <a:pt x="646083" y="75815"/>
                  <a:pt x="658531" y="62153"/>
                </a:cubicBezTo>
                <a:lnTo>
                  <a:pt x="717040" y="3776"/>
                </a:lnTo>
                <a:cubicBezTo>
                  <a:pt x="720774" y="50"/>
                  <a:pt x="728243" y="-1192"/>
                  <a:pt x="734468" y="1292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pPr defTabSz="914217"/>
            <a:endParaRPr lang="en-US" dirty="0">
              <a:solidFill>
                <a:srgbClr val="747994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xmlns="" id="{A5341130-6E1E-4B4A-8759-3C2125C19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095" y="4143159"/>
            <a:ext cx="438820" cy="436073"/>
          </a:xfrm>
          <a:custGeom>
            <a:avLst/>
            <a:gdLst>
              <a:gd name="connsiteX0" fmla="*/ 539691 w 877639"/>
              <a:gd name="connsiteY0" fmla="*/ 708603 h 872146"/>
              <a:gd name="connsiteX1" fmla="*/ 553423 w 877639"/>
              <a:gd name="connsiteY1" fmla="*/ 719839 h 872146"/>
              <a:gd name="connsiteX2" fmla="*/ 553423 w 877639"/>
              <a:gd name="connsiteY2" fmla="*/ 860910 h 872146"/>
              <a:gd name="connsiteX3" fmla="*/ 539691 w 877639"/>
              <a:gd name="connsiteY3" fmla="*/ 872146 h 872146"/>
              <a:gd name="connsiteX4" fmla="*/ 527332 w 877639"/>
              <a:gd name="connsiteY4" fmla="*/ 860910 h 872146"/>
              <a:gd name="connsiteX5" fmla="*/ 527332 w 877639"/>
              <a:gd name="connsiteY5" fmla="*/ 719839 h 872146"/>
              <a:gd name="connsiteX6" fmla="*/ 539691 w 877639"/>
              <a:gd name="connsiteY6" fmla="*/ 708603 h 872146"/>
              <a:gd name="connsiteX7" fmla="*/ 341146 w 877639"/>
              <a:gd name="connsiteY7" fmla="*/ 708603 h 872146"/>
              <a:gd name="connsiteX8" fmla="*/ 350398 w 877639"/>
              <a:gd name="connsiteY8" fmla="*/ 719839 h 872146"/>
              <a:gd name="connsiteX9" fmla="*/ 350398 w 877639"/>
              <a:gd name="connsiteY9" fmla="*/ 860910 h 872146"/>
              <a:gd name="connsiteX10" fmla="*/ 341146 w 877639"/>
              <a:gd name="connsiteY10" fmla="*/ 872146 h 872146"/>
              <a:gd name="connsiteX11" fmla="*/ 329582 w 877639"/>
              <a:gd name="connsiteY11" fmla="*/ 860910 h 872146"/>
              <a:gd name="connsiteX12" fmla="*/ 329582 w 877639"/>
              <a:gd name="connsiteY12" fmla="*/ 719839 h 872146"/>
              <a:gd name="connsiteX13" fmla="*/ 341146 w 877639"/>
              <a:gd name="connsiteY13" fmla="*/ 708603 h 872146"/>
              <a:gd name="connsiteX14" fmla="*/ 328071 w 877639"/>
              <a:gd name="connsiteY14" fmla="*/ 576770 h 872146"/>
              <a:gd name="connsiteX15" fmla="*/ 548326 w 877639"/>
              <a:gd name="connsiteY15" fmla="*/ 576770 h 872146"/>
              <a:gd name="connsiteX16" fmla="*/ 630455 w 877639"/>
              <a:gd name="connsiteY16" fmla="*/ 658123 h 872146"/>
              <a:gd name="connsiteX17" fmla="*/ 630455 w 877639"/>
              <a:gd name="connsiteY17" fmla="*/ 860878 h 872146"/>
              <a:gd name="connsiteX18" fmla="*/ 619255 w 877639"/>
              <a:gd name="connsiteY18" fmla="*/ 872143 h 872146"/>
              <a:gd name="connsiteX19" fmla="*/ 606811 w 877639"/>
              <a:gd name="connsiteY19" fmla="*/ 860878 h 872146"/>
              <a:gd name="connsiteX20" fmla="*/ 606811 w 877639"/>
              <a:gd name="connsiteY20" fmla="*/ 658123 h 872146"/>
              <a:gd name="connsiteX21" fmla="*/ 548326 w 877639"/>
              <a:gd name="connsiteY21" fmla="*/ 599299 h 872146"/>
              <a:gd name="connsiteX22" fmla="*/ 328071 w 877639"/>
              <a:gd name="connsiteY22" fmla="*/ 599299 h 872146"/>
              <a:gd name="connsiteX23" fmla="*/ 269585 w 877639"/>
              <a:gd name="connsiteY23" fmla="*/ 658123 h 872146"/>
              <a:gd name="connsiteX24" fmla="*/ 269585 w 877639"/>
              <a:gd name="connsiteY24" fmla="*/ 860878 h 872146"/>
              <a:gd name="connsiteX25" fmla="*/ 258385 w 877639"/>
              <a:gd name="connsiteY25" fmla="*/ 872143 h 872146"/>
              <a:gd name="connsiteX26" fmla="*/ 247186 w 877639"/>
              <a:gd name="connsiteY26" fmla="*/ 860878 h 872146"/>
              <a:gd name="connsiteX27" fmla="*/ 247186 w 877639"/>
              <a:gd name="connsiteY27" fmla="*/ 658123 h 872146"/>
              <a:gd name="connsiteX28" fmla="*/ 328071 w 877639"/>
              <a:gd name="connsiteY28" fmla="*/ 576770 h 872146"/>
              <a:gd name="connsiteX29" fmla="*/ 442190 w 877639"/>
              <a:gd name="connsiteY29" fmla="*/ 369631 h 872146"/>
              <a:gd name="connsiteX30" fmla="*/ 368246 w 877639"/>
              <a:gd name="connsiteY30" fmla="*/ 442812 h 872146"/>
              <a:gd name="connsiteX31" fmla="*/ 442190 w 877639"/>
              <a:gd name="connsiteY31" fmla="*/ 514754 h 872146"/>
              <a:gd name="connsiteX32" fmla="*/ 513671 w 877639"/>
              <a:gd name="connsiteY32" fmla="*/ 442812 h 872146"/>
              <a:gd name="connsiteX33" fmla="*/ 474233 w 877639"/>
              <a:gd name="connsiteY33" fmla="*/ 377073 h 872146"/>
              <a:gd name="connsiteX34" fmla="*/ 442190 w 877639"/>
              <a:gd name="connsiteY34" fmla="*/ 369631 h 872146"/>
              <a:gd name="connsiteX35" fmla="*/ 442190 w 877639"/>
              <a:gd name="connsiteY35" fmla="*/ 346064 h 872146"/>
              <a:gd name="connsiteX36" fmla="*/ 485325 w 877639"/>
              <a:gd name="connsiteY36" fmla="*/ 357227 h 872146"/>
              <a:gd name="connsiteX37" fmla="*/ 537087 w 877639"/>
              <a:gd name="connsiteY37" fmla="*/ 442812 h 872146"/>
              <a:gd name="connsiteX38" fmla="*/ 442190 w 877639"/>
              <a:gd name="connsiteY38" fmla="*/ 537080 h 872146"/>
              <a:gd name="connsiteX39" fmla="*/ 346062 w 877639"/>
              <a:gd name="connsiteY39" fmla="*/ 442812 h 872146"/>
              <a:gd name="connsiteX40" fmla="*/ 442190 w 877639"/>
              <a:gd name="connsiteY40" fmla="*/ 346064 h 872146"/>
              <a:gd name="connsiteX41" fmla="*/ 450679 w 877639"/>
              <a:gd name="connsiteY41" fmla="*/ 78441 h 872146"/>
              <a:gd name="connsiteX42" fmla="*/ 450679 w 877639"/>
              <a:gd name="connsiteY42" fmla="*/ 184273 h 872146"/>
              <a:gd name="connsiteX43" fmla="*/ 699115 w 877639"/>
              <a:gd name="connsiteY43" fmla="*/ 433291 h 872146"/>
              <a:gd name="connsiteX44" fmla="*/ 805230 w 877639"/>
              <a:gd name="connsiteY44" fmla="*/ 433291 h 872146"/>
              <a:gd name="connsiteX45" fmla="*/ 450679 w 877639"/>
              <a:gd name="connsiteY45" fmla="*/ 78441 h 872146"/>
              <a:gd name="connsiteX46" fmla="*/ 426959 w 877639"/>
              <a:gd name="connsiteY46" fmla="*/ 78441 h 872146"/>
              <a:gd name="connsiteX47" fmla="*/ 72408 w 877639"/>
              <a:gd name="connsiteY47" fmla="*/ 433291 h 872146"/>
              <a:gd name="connsiteX48" fmla="*/ 178524 w 877639"/>
              <a:gd name="connsiteY48" fmla="*/ 433291 h 872146"/>
              <a:gd name="connsiteX49" fmla="*/ 426959 w 877639"/>
              <a:gd name="connsiteY49" fmla="*/ 184273 h 872146"/>
              <a:gd name="connsiteX50" fmla="*/ 439444 w 877639"/>
              <a:gd name="connsiteY50" fmla="*/ 0 h 872146"/>
              <a:gd name="connsiteX51" fmla="*/ 450679 w 877639"/>
              <a:gd name="connsiteY51" fmla="*/ 9961 h 872146"/>
              <a:gd name="connsiteX52" fmla="*/ 450679 w 877639"/>
              <a:gd name="connsiteY52" fmla="*/ 56029 h 872146"/>
              <a:gd name="connsiteX53" fmla="*/ 828950 w 877639"/>
              <a:gd name="connsiteY53" fmla="*/ 433291 h 872146"/>
              <a:gd name="connsiteX54" fmla="*/ 866403 w 877639"/>
              <a:gd name="connsiteY54" fmla="*/ 433291 h 872146"/>
              <a:gd name="connsiteX55" fmla="*/ 877639 w 877639"/>
              <a:gd name="connsiteY55" fmla="*/ 444497 h 872146"/>
              <a:gd name="connsiteX56" fmla="*/ 866403 w 877639"/>
              <a:gd name="connsiteY56" fmla="*/ 455703 h 872146"/>
              <a:gd name="connsiteX57" fmla="*/ 828950 w 877639"/>
              <a:gd name="connsiteY57" fmla="*/ 455703 h 872146"/>
              <a:gd name="connsiteX58" fmla="*/ 687879 w 877639"/>
              <a:gd name="connsiteY58" fmla="*/ 742074 h 872146"/>
              <a:gd name="connsiteX59" fmla="*/ 672898 w 877639"/>
              <a:gd name="connsiteY59" fmla="*/ 740829 h 872146"/>
              <a:gd name="connsiteX60" fmla="*/ 674146 w 877639"/>
              <a:gd name="connsiteY60" fmla="*/ 724643 h 872146"/>
              <a:gd name="connsiteX61" fmla="*/ 805230 w 877639"/>
              <a:gd name="connsiteY61" fmla="*/ 455703 h 872146"/>
              <a:gd name="connsiteX62" fmla="*/ 699115 w 877639"/>
              <a:gd name="connsiteY62" fmla="*/ 455703 h 872146"/>
              <a:gd name="connsiteX63" fmla="*/ 666656 w 877639"/>
              <a:gd name="connsiteY63" fmla="*/ 569006 h 872146"/>
              <a:gd name="connsiteX64" fmla="*/ 656668 w 877639"/>
              <a:gd name="connsiteY64" fmla="*/ 575231 h 872146"/>
              <a:gd name="connsiteX65" fmla="*/ 650426 w 877639"/>
              <a:gd name="connsiteY65" fmla="*/ 573986 h 872146"/>
              <a:gd name="connsiteX66" fmla="*/ 646681 w 877639"/>
              <a:gd name="connsiteY66" fmla="*/ 559045 h 872146"/>
              <a:gd name="connsiteX67" fmla="*/ 675395 w 877639"/>
              <a:gd name="connsiteY67" fmla="*/ 455703 h 872146"/>
              <a:gd name="connsiteX68" fmla="*/ 597993 w 877639"/>
              <a:gd name="connsiteY68" fmla="*/ 455703 h 872146"/>
              <a:gd name="connsiteX69" fmla="*/ 586757 w 877639"/>
              <a:gd name="connsiteY69" fmla="*/ 444497 h 872146"/>
              <a:gd name="connsiteX70" fmla="*/ 597993 w 877639"/>
              <a:gd name="connsiteY70" fmla="*/ 433291 h 872146"/>
              <a:gd name="connsiteX71" fmla="*/ 675395 w 877639"/>
              <a:gd name="connsiteY71" fmla="*/ 433291 h 872146"/>
              <a:gd name="connsiteX72" fmla="*/ 450679 w 877639"/>
              <a:gd name="connsiteY72" fmla="*/ 206685 h 872146"/>
              <a:gd name="connsiteX73" fmla="*/ 450679 w 877639"/>
              <a:gd name="connsiteY73" fmla="*/ 287616 h 872146"/>
              <a:gd name="connsiteX74" fmla="*/ 439444 w 877639"/>
              <a:gd name="connsiteY74" fmla="*/ 298821 h 872146"/>
              <a:gd name="connsiteX75" fmla="*/ 426959 w 877639"/>
              <a:gd name="connsiteY75" fmla="*/ 287616 h 872146"/>
              <a:gd name="connsiteX76" fmla="*/ 426959 w 877639"/>
              <a:gd name="connsiteY76" fmla="*/ 206685 h 872146"/>
              <a:gd name="connsiteX77" fmla="*/ 200995 w 877639"/>
              <a:gd name="connsiteY77" fmla="*/ 433291 h 872146"/>
              <a:gd name="connsiteX78" fmla="*/ 279646 w 877639"/>
              <a:gd name="connsiteY78" fmla="*/ 433291 h 872146"/>
              <a:gd name="connsiteX79" fmla="*/ 292130 w 877639"/>
              <a:gd name="connsiteY79" fmla="*/ 444497 h 872146"/>
              <a:gd name="connsiteX80" fmla="*/ 279646 w 877639"/>
              <a:gd name="connsiteY80" fmla="*/ 455703 h 872146"/>
              <a:gd name="connsiteX81" fmla="*/ 200995 w 877639"/>
              <a:gd name="connsiteY81" fmla="*/ 455703 h 872146"/>
              <a:gd name="connsiteX82" fmla="*/ 230958 w 877639"/>
              <a:gd name="connsiteY82" fmla="*/ 559045 h 872146"/>
              <a:gd name="connsiteX83" fmla="*/ 227212 w 877639"/>
              <a:gd name="connsiteY83" fmla="*/ 573986 h 872146"/>
              <a:gd name="connsiteX84" fmla="*/ 210983 w 877639"/>
              <a:gd name="connsiteY84" fmla="*/ 569006 h 872146"/>
              <a:gd name="connsiteX85" fmla="*/ 178524 w 877639"/>
              <a:gd name="connsiteY85" fmla="*/ 455703 h 872146"/>
              <a:gd name="connsiteX86" fmla="*/ 72408 w 877639"/>
              <a:gd name="connsiteY86" fmla="*/ 455703 h 872146"/>
              <a:gd name="connsiteX87" fmla="*/ 204741 w 877639"/>
              <a:gd name="connsiteY87" fmla="*/ 725888 h 872146"/>
              <a:gd name="connsiteX88" fmla="*/ 205989 w 877639"/>
              <a:gd name="connsiteY88" fmla="*/ 742074 h 872146"/>
              <a:gd name="connsiteX89" fmla="*/ 197250 w 877639"/>
              <a:gd name="connsiteY89" fmla="*/ 745809 h 872146"/>
              <a:gd name="connsiteX90" fmla="*/ 189760 w 877639"/>
              <a:gd name="connsiteY90" fmla="*/ 743319 h 872146"/>
              <a:gd name="connsiteX91" fmla="*/ 49937 w 877639"/>
              <a:gd name="connsiteY91" fmla="*/ 455703 h 872146"/>
              <a:gd name="connsiteX92" fmla="*/ 11236 w 877639"/>
              <a:gd name="connsiteY92" fmla="*/ 455703 h 872146"/>
              <a:gd name="connsiteX93" fmla="*/ 0 w 877639"/>
              <a:gd name="connsiteY93" fmla="*/ 444497 h 872146"/>
              <a:gd name="connsiteX94" fmla="*/ 11236 w 877639"/>
              <a:gd name="connsiteY94" fmla="*/ 433291 h 872146"/>
              <a:gd name="connsiteX95" fmla="*/ 49937 w 877639"/>
              <a:gd name="connsiteY95" fmla="*/ 433291 h 872146"/>
              <a:gd name="connsiteX96" fmla="*/ 426959 w 877639"/>
              <a:gd name="connsiteY96" fmla="*/ 56029 h 872146"/>
              <a:gd name="connsiteX97" fmla="*/ 426959 w 877639"/>
              <a:gd name="connsiteY97" fmla="*/ 9961 h 872146"/>
              <a:gd name="connsiteX98" fmla="*/ 439444 w 877639"/>
              <a:gd name="connsiteY98" fmla="*/ 0 h 87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877639" h="872146">
                <a:moveTo>
                  <a:pt x="539691" y="708603"/>
                </a:moveTo>
                <a:cubicBezTo>
                  <a:pt x="546557" y="708603"/>
                  <a:pt x="553423" y="714845"/>
                  <a:pt x="553423" y="719839"/>
                </a:cubicBezTo>
                <a:lnTo>
                  <a:pt x="553423" y="860910"/>
                </a:lnTo>
                <a:cubicBezTo>
                  <a:pt x="553423" y="867152"/>
                  <a:pt x="546557" y="872146"/>
                  <a:pt x="539691" y="872146"/>
                </a:cubicBezTo>
                <a:cubicBezTo>
                  <a:pt x="534198" y="872146"/>
                  <a:pt x="527332" y="867152"/>
                  <a:pt x="527332" y="860910"/>
                </a:cubicBezTo>
                <a:lnTo>
                  <a:pt x="527332" y="719839"/>
                </a:lnTo>
                <a:cubicBezTo>
                  <a:pt x="527332" y="714845"/>
                  <a:pt x="534198" y="708603"/>
                  <a:pt x="539691" y="708603"/>
                </a:cubicBezTo>
                <a:close/>
                <a:moveTo>
                  <a:pt x="341146" y="708603"/>
                </a:moveTo>
                <a:cubicBezTo>
                  <a:pt x="346928" y="708603"/>
                  <a:pt x="350398" y="714845"/>
                  <a:pt x="350398" y="719839"/>
                </a:cubicBezTo>
                <a:lnTo>
                  <a:pt x="350398" y="860910"/>
                </a:lnTo>
                <a:cubicBezTo>
                  <a:pt x="350398" y="867152"/>
                  <a:pt x="346928" y="872146"/>
                  <a:pt x="341146" y="872146"/>
                </a:cubicBezTo>
                <a:cubicBezTo>
                  <a:pt x="334208" y="872146"/>
                  <a:pt x="329582" y="867152"/>
                  <a:pt x="329582" y="860910"/>
                </a:cubicBezTo>
                <a:lnTo>
                  <a:pt x="329582" y="719839"/>
                </a:lnTo>
                <a:cubicBezTo>
                  <a:pt x="329582" y="714845"/>
                  <a:pt x="334208" y="708603"/>
                  <a:pt x="341146" y="708603"/>
                </a:cubicBezTo>
                <a:close/>
                <a:moveTo>
                  <a:pt x="328071" y="576770"/>
                </a:moveTo>
                <a:lnTo>
                  <a:pt x="548326" y="576770"/>
                </a:lnTo>
                <a:cubicBezTo>
                  <a:pt x="593123" y="576770"/>
                  <a:pt x="630455" y="613066"/>
                  <a:pt x="630455" y="658123"/>
                </a:cubicBezTo>
                <a:lnTo>
                  <a:pt x="630455" y="860878"/>
                </a:lnTo>
                <a:cubicBezTo>
                  <a:pt x="630455" y="867136"/>
                  <a:pt x="624233" y="872143"/>
                  <a:pt x="619255" y="872143"/>
                </a:cubicBezTo>
                <a:cubicBezTo>
                  <a:pt x="611789" y="872143"/>
                  <a:pt x="606811" y="867136"/>
                  <a:pt x="606811" y="860878"/>
                </a:cubicBezTo>
                <a:lnTo>
                  <a:pt x="606811" y="658123"/>
                </a:lnTo>
                <a:cubicBezTo>
                  <a:pt x="606811" y="625582"/>
                  <a:pt x="580679" y="599299"/>
                  <a:pt x="548326" y="599299"/>
                </a:cubicBezTo>
                <a:lnTo>
                  <a:pt x="328071" y="599299"/>
                </a:lnTo>
                <a:cubicBezTo>
                  <a:pt x="295717" y="599299"/>
                  <a:pt x="269585" y="625582"/>
                  <a:pt x="269585" y="658123"/>
                </a:cubicBezTo>
                <a:lnTo>
                  <a:pt x="269585" y="860878"/>
                </a:lnTo>
                <a:cubicBezTo>
                  <a:pt x="269585" y="867136"/>
                  <a:pt x="264607" y="872143"/>
                  <a:pt x="258385" y="872143"/>
                </a:cubicBezTo>
                <a:cubicBezTo>
                  <a:pt x="252164" y="872143"/>
                  <a:pt x="247186" y="867136"/>
                  <a:pt x="247186" y="860878"/>
                </a:cubicBezTo>
                <a:lnTo>
                  <a:pt x="247186" y="658123"/>
                </a:lnTo>
                <a:cubicBezTo>
                  <a:pt x="247186" y="613066"/>
                  <a:pt x="283273" y="576770"/>
                  <a:pt x="328071" y="576770"/>
                </a:cubicBezTo>
                <a:close/>
                <a:moveTo>
                  <a:pt x="442190" y="369631"/>
                </a:moveTo>
                <a:cubicBezTo>
                  <a:pt x="401521" y="369631"/>
                  <a:pt x="368246" y="401880"/>
                  <a:pt x="368246" y="442812"/>
                </a:cubicBezTo>
                <a:cubicBezTo>
                  <a:pt x="368246" y="482504"/>
                  <a:pt x="401521" y="514754"/>
                  <a:pt x="442190" y="514754"/>
                </a:cubicBezTo>
                <a:cubicBezTo>
                  <a:pt x="481628" y="514754"/>
                  <a:pt x="513671" y="482504"/>
                  <a:pt x="513671" y="442812"/>
                </a:cubicBezTo>
                <a:cubicBezTo>
                  <a:pt x="513671" y="415524"/>
                  <a:pt x="498882" y="389477"/>
                  <a:pt x="474233" y="377073"/>
                </a:cubicBezTo>
                <a:cubicBezTo>
                  <a:pt x="464374" y="372111"/>
                  <a:pt x="453282" y="369631"/>
                  <a:pt x="442190" y="369631"/>
                </a:cubicBezTo>
                <a:close/>
                <a:moveTo>
                  <a:pt x="442190" y="346064"/>
                </a:moveTo>
                <a:cubicBezTo>
                  <a:pt x="456980" y="346064"/>
                  <a:pt x="471768" y="349785"/>
                  <a:pt x="485325" y="357227"/>
                </a:cubicBezTo>
                <a:cubicBezTo>
                  <a:pt x="517368" y="373352"/>
                  <a:pt x="537087" y="405601"/>
                  <a:pt x="537087" y="442812"/>
                </a:cubicBezTo>
                <a:cubicBezTo>
                  <a:pt x="537087" y="494908"/>
                  <a:pt x="493952" y="537080"/>
                  <a:pt x="442190" y="537080"/>
                </a:cubicBezTo>
                <a:cubicBezTo>
                  <a:pt x="389197" y="537080"/>
                  <a:pt x="346062" y="494908"/>
                  <a:pt x="346062" y="442812"/>
                </a:cubicBezTo>
                <a:cubicBezTo>
                  <a:pt x="346062" y="389477"/>
                  <a:pt x="389197" y="346064"/>
                  <a:pt x="442190" y="346064"/>
                </a:cubicBezTo>
                <a:close/>
                <a:moveTo>
                  <a:pt x="450679" y="78441"/>
                </a:moveTo>
                <a:lnTo>
                  <a:pt x="450679" y="184273"/>
                </a:lnTo>
                <a:cubicBezTo>
                  <a:pt x="585508" y="190499"/>
                  <a:pt x="692873" y="298821"/>
                  <a:pt x="699115" y="433291"/>
                </a:cubicBezTo>
                <a:lnTo>
                  <a:pt x="805230" y="433291"/>
                </a:lnTo>
                <a:cubicBezTo>
                  <a:pt x="798988" y="240302"/>
                  <a:pt x="642936" y="84666"/>
                  <a:pt x="450679" y="78441"/>
                </a:cubicBezTo>
                <a:close/>
                <a:moveTo>
                  <a:pt x="426959" y="78441"/>
                </a:moveTo>
                <a:cubicBezTo>
                  <a:pt x="234703" y="84666"/>
                  <a:pt x="77402" y="240302"/>
                  <a:pt x="72408" y="433291"/>
                </a:cubicBezTo>
                <a:lnTo>
                  <a:pt x="178524" y="433291"/>
                </a:lnTo>
                <a:cubicBezTo>
                  <a:pt x="184766" y="298821"/>
                  <a:pt x="292130" y="190499"/>
                  <a:pt x="426959" y="184273"/>
                </a:cubicBezTo>
                <a:close/>
                <a:moveTo>
                  <a:pt x="439444" y="0"/>
                </a:moveTo>
                <a:cubicBezTo>
                  <a:pt x="444437" y="0"/>
                  <a:pt x="450679" y="3735"/>
                  <a:pt x="450679" y="9961"/>
                </a:cubicBezTo>
                <a:lnTo>
                  <a:pt x="450679" y="56029"/>
                </a:lnTo>
                <a:cubicBezTo>
                  <a:pt x="655420" y="61009"/>
                  <a:pt x="822708" y="227851"/>
                  <a:pt x="828950" y="433291"/>
                </a:cubicBezTo>
                <a:lnTo>
                  <a:pt x="866403" y="433291"/>
                </a:lnTo>
                <a:cubicBezTo>
                  <a:pt x="872645" y="433291"/>
                  <a:pt x="877639" y="438271"/>
                  <a:pt x="877639" y="444497"/>
                </a:cubicBezTo>
                <a:cubicBezTo>
                  <a:pt x="877639" y="450722"/>
                  <a:pt x="872645" y="455703"/>
                  <a:pt x="866403" y="455703"/>
                </a:cubicBezTo>
                <a:lnTo>
                  <a:pt x="828950" y="455703"/>
                </a:lnTo>
                <a:cubicBezTo>
                  <a:pt x="823957" y="566516"/>
                  <a:pt x="774020" y="671104"/>
                  <a:pt x="687879" y="742074"/>
                </a:cubicBezTo>
                <a:cubicBezTo>
                  <a:pt x="684134" y="745809"/>
                  <a:pt x="676643" y="745809"/>
                  <a:pt x="672898" y="740829"/>
                </a:cubicBezTo>
                <a:cubicBezTo>
                  <a:pt x="669153" y="735848"/>
                  <a:pt x="669153" y="728378"/>
                  <a:pt x="674146" y="724643"/>
                </a:cubicBezTo>
                <a:cubicBezTo>
                  <a:pt x="754045" y="657408"/>
                  <a:pt x="801485" y="559045"/>
                  <a:pt x="805230" y="455703"/>
                </a:cubicBezTo>
                <a:lnTo>
                  <a:pt x="699115" y="455703"/>
                </a:lnTo>
                <a:cubicBezTo>
                  <a:pt x="696618" y="495546"/>
                  <a:pt x="685382" y="535388"/>
                  <a:pt x="666656" y="569006"/>
                </a:cubicBezTo>
                <a:cubicBezTo>
                  <a:pt x="664159" y="573986"/>
                  <a:pt x="660414" y="575231"/>
                  <a:pt x="656668" y="575231"/>
                </a:cubicBezTo>
                <a:cubicBezTo>
                  <a:pt x="654172" y="575231"/>
                  <a:pt x="652923" y="575231"/>
                  <a:pt x="650426" y="573986"/>
                </a:cubicBezTo>
                <a:cubicBezTo>
                  <a:pt x="645433" y="571496"/>
                  <a:pt x="642936" y="564026"/>
                  <a:pt x="646681" y="559045"/>
                </a:cubicBezTo>
                <a:cubicBezTo>
                  <a:pt x="664159" y="526673"/>
                  <a:pt x="674146" y="491810"/>
                  <a:pt x="675395" y="455703"/>
                </a:cubicBezTo>
                <a:lnTo>
                  <a:pt x="597993" y="455703"/>
                </a:lnTo>
                <a:cubicBezTo>
                  <a:pt x="590502" y="455703"/>
                  <a:pt x="586757" y="450722"/>
                  <a:pt x="586757" y="444497"/>
                </a:cubicBezTo>
                <a:cubicBezTo>
                  <a:pt x="586757" y="438271"/>
                  <a:pt x="590502" y="433291"/>
                  <a:pt x="597993" y="433291"/>
                </a:cubicBezTo>
                <a:lnTo>
                  <a:pt x="675395" y="433291"/>
                </a:lnTo>
                <a:cubicBezTo>
                  <a:pt x="670401" y="311272"/>
                  <a:pt x="571776" y="212910"/>
                  <a:pt x="450679" y="206685"/>
                </a:cubicBezTo>
                <a:lnTo>
                  <a:pt x="450679" y="287616"/>
                </a:lnTo>
                <a:cubicBezTo>
                  <a:pt x="450679" y="293841"/>
                  <a:pt x="444437" y="298821"/>
                  <a:pt x="439444" y="298821"/>
                </a:cubicBezTo>
                <a:cubicBezTo>
                  <a:pt x="431953" y="298821"/>
                  <a:pt x="426959" y="293841"/>
                  <a:pt x="426959" y="287616"/>
                </a:cubicBezTo>
                <a:lnTo>
                  <a:pt x="426959" y="206685"/>
                </a:lnTo>
                <a:cubicBezTo>
                  <a:pt x="305863" y="212910"/>
                  <a:pt x="207238" y="311272"/>
                  <a:pt x="200995" y="433291"/>
                </a:cubicBezTo>
                <a:lnTo>
                  <a:pt x="279646" y="433291"/>
                </a:lnTo>
                <a:cubicBezTo>
                  <a:pt x="285888" y="433291"/>
                  <a:pt x="292130" y="438271"/>
                  <a:pt x="292130" y="444497"/>
                </a:cubicBezTo>
                <a:cubicBezTo>
                  <a:pt x="292130" y="450722"/>
                  <a:pt x="285888" y="455703"/>
                  <a:pt x="279646" y="455703"/>
                </a:cubicBezTo>
                <a:lnTo>
                  <a:pt x="200995" y="455703"/>
                </a:lnTo>
                <a:cubicBezTo>
                  <a:pt x="203492" y="491810"/>
                  <a:pt x="213480" y="526673"/>
                  <a:pt x="230958" y="559045"/>
                </a:cubicBezTo>
                <a:cubicBezTo>
                  <a:pt x="234703" y="564026"/>
                  <a:pt x="232206" y="571496"/>
                  <a:pt x="227212" y="573986"/>
                </a:cubicBezTo>
                <a:cubicBezTo>
                  <a:pt x="220970" y="577722"/>
                  <a:pt x="214728" y="575231"/>
                  <a:pt x="210983" y="569006"/>
                </a:cubicBezTo>
                <a:cubicBezTo>
                  <a:pt x="191008" y="535388"/>
                  <a:pt x="181021" y="495546"/>
                  <a:pt x="178524" y="455703"/>
                </a:cubicBezTo>
                <a:lnTo>
                  <a:pt x="72408" y="455703"/>
                </a:lnTo>
                <a:cubicBezTo>
                  <a:pt x="76154" y="560290"/>
                  <a:pt x="123593" y="658653"/>
                  <a:pt x="204741" y="725888"/>
                </a:cubicBezTo>
                <a:cubicBezTo>
                  <a:pt x="208486" y="729623"/>
                  <a:pt x="209734" y="737093"/>
                  <a:pt x="205989" y="742074"/>
                </a:cubicBezTo>
                <a:cubicBezTo>
                  <a:pt x="203492" y="744564"/>
                  <a:pt x="200995" y="745809"/>
                  <a:pt x="197250" y="745809"/>
                </a:cubicBezTo>
                <a:cubicBezTo>
                  <a:pt x="194753" y="745809"/>
                  <a:pt x="192257" y="744564"/>
                  <a:pt x="189760" y="743319"/>
                </a:cubicBezTo>
                <a:cubicBezTo>
                  <a:pt x="103619" y="672349"/>
                  <a:pt x="52434" y="567761"/>
                  <a:pt x="49937" y="455703"/>
                </a:cubicBezTo>
                <a:lnTo>
                  <a:pt x="11236" y="455703"/>
                </a:lnTo>
                <a:cubicBezTo>
                  <a:pt x="4994" y="455703"/>
                  <a:pt x="0" y="450722"/>
                  <a:pt x="0" y="444497"/>
                </a:cubicBezTo>
                <a:cubicBezTo>
                  <a:pt x="0" y="438271"/>
                  <a:pt x="4994" y="433291"/>
                  <a:pt x="11236" y="433291"/>
                </a:cubicBezTo>
                <a:lnTo>
                  <a:pt x="49937" y="433291"/>
                </a:lnTo>
                <a:cubicBezTo>
                  <a:pt x="54930" y="227851"/>
                  <a:pt x="220970" y="61009"/>
                  <a:pt x="426959" y="56029"/>
                </a:cubicBezTo>
                <a:lnTo>
                  <a:pt x="426959" y="9961"/>
                </a:lnTo>
                <a:cubicBezTo>
                  <a:pt x="426959" y="3735"/>
                  <a:pt x="431953" y="0"/>
                  <a:pt x="439444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pPr defTabSz="914217"/>
            <a:endParaRPr lang="en-US" dirty="0">
              <a:solidFill>
                <a:srgbClr val="747994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EA28DB3-A3DF-A745-9D43-348976E36389}"/>
              </a:ext>
            </a:extLst>
          </p:cNvPr>
          <p:cNvSpPr txBox="1"/>
          <p:nvPr/>
        </p:nvSpPr>
        <p:spPr>
          <a:xfrm>
            <a:off x="0" y="989429"/>
            <a:ext cx="2754999" cy="2726591"/>
          </a:xfrm>
          <a:prstGeom prst="flowChartDelay">
            <a:avLst/>
          </a:prstGeom>
          <a:solidFill>
            <a:srgbClr val="FFFF00"/>
          </a:solidFill>
        </p:spPr>
        <p:txBody>
          <a:bodyPr wrap="square" rtlCol="0" anchor="b">
            <a:spAutoFit/>
          </a:bodyPr>
          <a:lstStyle/>
          <a:p>
            <a:pPr marL="231775" indent="-231775" algn="ctr" defTabSz="914217"/>
            <a:r>
              <a:rPr lang="en-US" sz="6000" b="1" spc="-145" dirty="0" err="1">
                <a:solidFill>
                  <a:srgbClr val="0070C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সার্ভে</a:t>
            </a:r>
            <a:endParaRPr lang="bn-IN" sz="6000" b="1" spc="-145" dirty="0">
              <a:solidFill>
                <a:srgbClr val="0070C0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  <a:p>
            <a:pPr marL="231775" indent="-231775" algn="ctr" defTabSz="914217"/>
            <a:r>
              <a:rPr lang="bn-IN" sz="6000" b="1" spc="-145" dirty="0">
                <a:solidFill>
                  <a:srgbClr val="0070C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প্রক্রিয়া</a:t>
            </a:r>
            <a:endParaRPr lang="en-US" sz="6000" b="1" spc="-145" dirty="0">
              <a:solidFill>
                <a:srgbClr val="0070C0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906CAE7-A0B9-0A42-AC93-E04E32D3F576}"/>
              </a:ext>
            </a:extLst>
          </p:cNvPr>
          <p:cNvSpPr txBox="1"/>
          <p:nvPr/>
        </p:nvSpPr>
        <p:spPr>
          <a:xfrm>
            <a:off x="1545781" y="3851699"/>
            <a:ext cx="386068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defTabSz="914217"/>
            <a:r>
              <a:rPr lang="bn-IN" sz="2000" b="1" spc="-15" dirty="0">
                <a:solidFill>
                  <a:srgbClr val="00B05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মোবাইল অ্যাপে তথ্য সংগ্রহ</a:t>
            </a:r>
            <a:endParaRPr lang="en-US" sz="2000" b="1" spc="-15" dirty="0">
              <a:solidFill>
                <a:srgbClr val="00B050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590C11A-7D79-524E-9009-8B7F5C94E6BB}"/>
              </a:ext>
            </a:extLst>
          </p:cNvPr>
          <p:cNvSpPr txBox="1"/>
          <p:nvPr/>
        </p:nvSpPr>
        <p:spPr>
          <a:xfrm>
            <a:off x="1545782" y="4159980"/>
            <a:ext cx="3174256" cy="796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217">
              <a:lnSpc>
                <a:spcPts val="1800"/>
              </a:lnSpc>
            </a:pPr>
            <a:r>
              <a:rPr lang="bn-IN" b="1" spc="-10" dirty="0">
                <a:solidFill>
                  <a:schemeClr val="tx2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তথ্য সংগ্রহকারীগণ খানায় সরাসরি পরিদর্শন করে সাক্ষাৎকারের মাধ্যমে মোবাইল অ্যাপে তথ্য এন্ট্রি করবেন</a:t>
            </a:r>
            <a:endParaRPr lang="en-US" b="1" spc="-10" dirty="0">
              <a:solidFill>
                <a:schemeClr val="tx2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B2A5641-D1C1-D443-B017-D0A2C8FD8E75}"/>
              </a:ext>
            </a:extLst>
          </p:cNvPr>
          <p:cNvSpPr txBox="1"/>
          <p:nvPr/>
        </p:nvSpPr>
        <p:spPr>
          <a:xfrm>
            <a:off x="1545781" y="5212422"/>
            <a:ext cx="3860684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defTabSz="914217"/>
            <a:r>
              <a:rPr lang="bn-IN" sz="2000" b="1" spc="-15" dirty="0">
                <a:solidFill>
                  <a:schemeClr val="accent3">
                    <a:lumMod val="50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ইন্টারনেটের মাধ্যমে লাইভ ডাটা প্রেরণ</a:t>
            </a:r>
            <a:endParaRPr lang="en-US" sz="2000" b="1" spc="-15" dirty="0">
              <a:solidFill>
                <a:schemeClr val="accent3">
                  <a:lumMod val="50000"/>
                </a:schemeClr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7D0FC4B1-76C1-5541-9394-7059207A69A1}"/>
              </a:ext>
            </a:extLst>
          </p:cNvPr>
          <p:cNvSpPr txBox="1"/>
          <p:nvPr/>
        </p:nvSpPr>
        <p:spPr>
          <a:xfrm>
            <a:off x="1545781" y="5538121"/>
            <a:ext cx="3860685" cy="56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 defTabSz="914217">
              <a:lnSpc>
                <a:spcPts val="1800"/>
              </a:lnSpc>
              <a:defRPr sz="1400" b="1" spc="-10">
                <a:solidFill>
                  <a:schemeClr val="tx2"/>
                </a:solidFill>
                <a:latin typeface="Shonar Bangla" panose="02020603050405020304" pitchFamily="18" charset="0"/>
                <a:cs typeface="Shonar Bangla" panose="02020603050405020304" pitchFamily="18" charset="0"/>
              </a:defRPr>
            </a:lvl1pPr>
          </a:lstStyle>
          <a:p>
            <a:r>
              <a:rPr lang="bn-IN" sz="1800" dirty="0">
                <a:latin typeface="Nikosh" panose="02000000000000000000" pitchFamily="2" charset="0"/>
                <a:cs typeface="Nikosh" panose="02000000000000000000" pitchFamily="2" charset="0"/>
              </a:rPr>
              <a:t>সংগৃহীত তথ্য সরাসরি</a:t>
            </a:r>
            <a:r>
              <a:rPr lang="en-US" sz="1800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1800" dirty="0" err="1">
                <a:latin typeface="Nikosh" panose="02000000000000000000" pitchFamily="2" charset="0"/>
                <a:cs typeface="Nikosh" panose="02000000000000000000" pitchFamily="2" charset="0"/>
              </a:rPr>
              <a:t>ন্যাশনাল</a:t>
            </a:r>
            <a:r>
              <a:rPr lang="en-US" sz="1800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1800" dirty="0" err="1">
                <a:latin typeface="Nikosh" panose="02000000000000000000" pitchFamily="2" charset="0"/>
                <a:cs typeface="Nikosh" panose="02000000000000000000" pitchFamily="2" charset="0"/>
              </a:rPr>
              <a:t>ডাটা</a:t>
            </a:r>
            <a:r>
              <a:rPr lang="en-US" sz="1800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1800" dirty="0" err="1">
                <a:latin typeface="Nikosh" panose="02000000000000000000" pitchFamily="2" charset="0"/>
                <a:cs typeface="Nikosh" panose="02000000000000000000" pitchFamily="2" charset="0"/>
              </a:rPr>
              <a:t>সেন্টারের</a:t>
            </a:r>
            <a:r>
              <a:rPr lang="en-US" sz="1800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bn-IN" sz="1800" dirty="0">
                <a:latin typeface="Nikosh" panose="02000000000000000000" pitchFamily="2" charset="0"/>
                <a:cs typeface="Nikosh" panose="02000000000000000000" pitchFamily="2" charset="0"/>
              </a:rPr>
              <a:t>সার্ভারে প্রেরণ করা হবে।</a:t>
            </a:r>
            <a:endParaRPr lang="en-US" sz="18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82398C8B-B284-9043-9625-8CB8ADEB2393}"/>
              </a:ext>
            </a:extLst>
          </p:cNvPr>
          <p:cNvSpPr txBox="1"/>
          <p:nvPr/>
        </p:nvSpPr>
        <p:spPr>
          <a:xfrm>
            <a:off x="8294930" y="3856588"/>
            <a:ext cx="3331011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defTabSz="914217"/>
            <a:r>
              <a:rPr lang="bn-IN" sz="2000" b="1" spc="-15" dirty="0">
                <a:solidFill>
                  <a:srgbClr val="49AFA3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কেন্দ্রীয় ড্যাশবোর্ডের মাধ্যমে মনিটরিং</a:t>
            </a:r>
            <a:endParaRPr lang="en-US" sz="2000" b="1" spc="-15" dirty="0">
              <a:solidFill>
                <a:srgbClr val="49AFA3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C0788ED2-08F6-3748-9588-B12A02375EE2}"/>
              </a:ext>
            </a:extLst>
          </p:cNvPr>
          <p:cNvSpPr txBox="1"/>
          <p:nvPr/>
        </p:nvSpPr>
        <p:spPr>
          <a:xfrm>
            <a:off x="8294929" y="4167158"/>
            <a:ext cx="3634073" cy="1027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 defTabSz="914217">
              <a:lnSpc>
                <a:spcPts val="1800"/>
              </a:lnSpc>
              <a:defRPr sz="1400" b="1" spc="-10">
                <a:solidFill>
                  <a:schemeClr val="tx2"/>
                </a:solidFill>
                <a:latin typeface="Shonar Bangla" panose="02020603050405020304" pitchFamily="18" charset="0"/>
                <a:cs typeface="Shonar Bangla" panose="02020603050405020304" pitchFamily="18" charset="0"/>
              </a:defRPr>
            </a:lvl1pPr>
          </a:lstStyle>
          <a:p>
            <a:r>
              <a:rPr lang="bn-IN" sz="1800" dirty="0">
                <a:latin typeface="Nikosh" panose="02000000000000000000" pitchFamily="2" charset="0"/>
                <a:cs typeface="Nikosh" panose="02000000000000000000" pitchFamily="2" charset="0"/>
              </a:rPr>
              <a:t>কেন্দ্রীয় ড্যাশবোর্ডে তথ্য সংগ্রহের হালনাগাদ অবস্থা সার্বক্ষণিক মনিটরিং করা হবে।</a:t>
            </a:r>
            <a:r>
              <a:rPr lang="en-US" sz="1800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1800" dirty="0" err="1">
                <a:latin typeface="Nikosh" panose="02000000000000000000" pitchFamily="2" charset="0"/>
                <a:cs typeface="Nikosh" panose="02000000000000000000" pitchFamily="2" charset="0"/>
              </a:rPr>
              <a:t>জরিপের</a:t>
            </a:r>
            <a:r>
              <a:rPr lang="bn-IN" sz="1800" dirty="0">
                <a:latin typeface="Nikosh" panose="02000000000000000000" pitchFamily="2" charset="0"/>
                <a:cs typeface="Nikosh" panose="02000000000000000000" pitchFamily="2" charset="0"/>
              </a:rPr>
              <a:t> সকল প্রক্রিয়া ইন্টিগ্রেটেড </a:t>
            </a:r>
            <a:r>
              <a:rPr lang="en-US" sz="1800" dirty="0" err="1">
                <a:latin typeface="Nikosh" panose="02000000000000000000" pitchFamily="2" charset="0"/>
                <a:cs typeface="Nikosh" panose="02000000000000000000" pitchFamily="2" charset="0"/>
              </a:rPr>
              <a:t>সার্ভে</a:t>
            </a:r>
            <a:r>
              <a:rPr lang="bn-IN" sz="1800" dirty="0">
                <a:latin typeface="Nikosh" panose="02000000000000000000" pitchFamily="2" charset="0"/>
                <a:cs typeface="Nikosh" panose="02000000000000000000" pitchFamily="2" charset="0"/>
              </a:rPr>
              <a:t> ম্যানেজমেন্ট সিস্টেমে যুক্ত থাকবে।</a:t>
            </a:r>
            <a:endParaRPr lang="en-US" sz="18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B5FA212E-D251-E146-8634-06306EC9A0DC}"/>
              </a:ext>
            </a:extLst>
          </p:cNvPr>
          <p:cNvSpPr txBox="1"/>
          <p:nvPr/>
        </p:nvSpPr>
        <p:spPr>
          <a:xfrm>
            <a:off x="8294930" y="5258510"/>
            <a:ext cx="3860686" cy="4001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defTabSz="914217"/>
            <a:r>
              <a:rPr lang="bn-IN" sz="2000" b="1" spc="-15" dirty="0">
                <a:solidFill>
                  <a:srgbClr val="338AA7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উপাত্ত প্রক্রিয়াকরণ</a:t>
            </a:r>
            <a:endParaRPr lang="en-US" sz="2000" b="1" spc="-15" dirty="0">
              <a:solidFill>
                <a:srgbClr val="338AA7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7604DDAB-ADBE-3E47-A208-58FFA36D91C4}"/>
              </a:ext>
            </a:extLst>
          </p:cNvPr>
          <p:cNvSpPr txBox="1"/>
          <p:nvPr/>
        </p:nvSpPr>
        <p:spPr>
          <a:xfrm>
            <a:off x="8294930" y="5558082"/>
            <a:ext cx="3634071" cy="796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 defTabSz="914217">
              <a:lnSpc>
                <a:spcPts val="1800"/>
              </a:lnSpc>
              <a:defRPr sz="1400" b="1" spc="-10">
                <a:solidFill>
                  <a:schemeClr val="tx2"/>
                </a:solidFill>
                <a:latin typeface="Shonar Bangla" panose="02020603050405020304" pitchFamily="18" charset="0"/>
                <a:cs typeface="Shonar Bangla" panose="02020603050405020304" pitchFamily="18" charset="0"/>
              </a:defRPr>
            </a:lvl1pPr>
          </a:lstStyle>
          <a:p>
            <a:r>
              <a:rPr lang="en-US" sz="1800" dirty="0" err="1">
                <a:latin typeface="Nikosh" panose="02000000000000000000" pitchFamily="2" charset="0"/>
                <a:cs typeface="Nikosh" panose="02000000000000000000" pitchFamily="2" charset="0"/>
              </a:rPr>
              <a:t>ন্যাশনাল</a:t>
            </a:r>
            <a:r>
              <a:rPr lang="en-US" sz="1800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1800" dirty="0" err="1">
                <a:latin typeface="Nikosh" panose="02000000000000000000" pitchFamily="2" charset="0"/>
                <a:cs typeface="Nikosh" panose="02000000000000000000" pitchFamily="2" charset="0"/>
              </a:rPr>
              <a:t>ডাটা</a:t>
            </a:r>
            <a:r>
              <a:rPr lang="en-US" sz="1800" dirty="0"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1800" dirty="0" err="1">
                <a:latin typeface="Nikosh" panose="02000000000000000000" pitchFamily="2" charset="0"/>
                <a:cs typeface="Nikosh" panose="02000000000000000000" pitchFamily="2" charset="0"/>
              </a:rPr>
              <a:t>সেন্টারে</a:t>
            </a:r>
            <a:r>
              <a:rPr lang="en-US" sz="1800" dirty="0">
                <a:latin typeface="Nikosh" panose="02000000000000000000" pitchFamily="2" charset="0"/>
                <a:cs typeface="Nikosh" panose="02000000000000000000" pitchFamily="2" charset="0"/>
              </a:rPr>
              <a:t> (</a:t>
            </a:r>
            <a:r>
              <a:rPr lang="en-US" sz="1800" dirty="0" err="1">
                <a:latin typeface="Nikosh" panose="02000000000000000000" pitchFamily="2" charset="0"/>
                <a:cs typeface="Nikosh" panose="02000000000000000000" pitchFamily="2" charset="0"/>
              </a:rPr>
              <a:t>এনডিসি</a:t>
            </a:r>
            <a:r>
              <a:rPr lang="en-US" sz="1800" dirty="0">
                <a:latin typeface="Nikosh" panose="02000000000000000000" pitchFamily="2" charset="0"/>
                <a:cs typeface="Nikosh" panose="02000000000000000000" pitchFamily="2" charset="0"/>
              </a:rPr>
              <a:t>)</a:t>
            </a:r>
            <a:r>
              <a:rPr lang="bn-IN" sz="1800" dirty="0">
                <a:latin typeface="Nikosh" panose="02000000000000000000" pitchFamily="2" charset="0"/>
                <a:cs typeface="Nikosh" panose="02000000000000000000" pitchFamily="2" charset="0"/>
              </a:rPr>
              <a:t>-এর কেন্দ্রীয় সার্ভার হতে তথ্য-উপাত্ত ডিজিটাল প্রক্রিয়ার মাধ্যমে প্রতিবেদন প্রস্তুত ও প্রকাশ করা হবে।</a:t>
            </a:r>
            <a:endParaRPr lang="en-US" sz="18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36" name="Freeform 393">
            <a:extLst>
              <a:ext uri="{FF2B5EF4-FFF2-40B4-BE49-F238E27FC236}">
                <a16:creationId xmlns:a16="http://schemas.microsoft.com/office/drawing/2014/main" xmlns="" id="{D9BE4CFA-7ED0-834F-AAA6-2790F4547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276" y="3989126"/>
            <a:ext cx="727828" cy="727830"/>
          </a:xfrm>
          <a:custGeom>
            <a:avLst/>
            <a:gdLst>
              <a:gd name="T0" fmla="*/ 584 w 1168"/>
              <a:gd name="T1" fmla="*/ 61 h 1168"/>
              <a:gd name="T2" fmla="*/ 584 w 1168"/>
              <a:gd name="T3" fmla="*/ 61 h 1168"/>
              <a:gd name="T4" fmla="*/ 61 w 1168"/>
              <a:gd name="T5" fmla="*/ 584 h 1168"/>
              <a:gd name="T6" fmla="*/ 61 w 1168"/>
              <a:gd name="T7" fmla="*/ 584 h 1168"/>
              <a:gd name="T8" fmla="*/ 584 w 1168"/>
              <a:gd name="T9" fmla="*/ 1106 h 1168"/>
              <a:gd name="T10" fmla="*/ 584 w 1168"/>
              <a:gd name="T11" fmla="*/ 1106 h 1168"/>
              <a:gd name="T12" fmla="*/ 1106 w 1168"/>
              <a:gd name="T13" fmla="*/ 584 h 1168"/>
              <a:gd name="T14" fmla="*/ 1106 w 1168"/>
              <a:gd name="T15" fmla="*/ 584 h 1168"/>
              <a:gd name="T16" fmla="*/ 584 w 1168"/>
              <a:gd name="T17" fmla="*/ 61 h 1168"/>
              <a:gd name="T18" fmla="*/ 584 w 1168"/>
              <a:gd name="T19" fmla="*/ 1167 h 1168"/>
              <a:gd name="T20" fmla="*/ 584 w 1168"/>
              <a:gd name="T21" fmla="*/ 1167 h 1168"/>
              <a:gd name="T22" fmla="*/ 0 w 1168"/>
              <a:gd name="T23" fmla="*/ 584 h 1168"/>
              <a:gd name="T24" fmla="*/ 0 w 1168"/>
              <a:gd name="T25" fmla="*/ 584 h 1168"/>
              <a:gd name="T26" fmla="*/ 584 w 1168"/>
              <a:gd name="T27" fmla="*/ 0 h 1168"/>
              <a:gd name="T28" fmla="*/ 584 w 1168"/>
              <a:gd name="T29" fmla="*/ 0 h 1168"/>
              <a:gd name="T30" fmla="*/ 1167 w 1168"/>
              <a:gd name="T31" fmla="*/ 584 h 1168"/>
              <a:gd name="T32" fmla="*/ 1167 w 1168"/>
              <a:gd name="T33" fmla="*/ 584 h 1168"/>
              <a:gd name="T34" fmla="*/ 584 w 1168"/>
              <a:gd name="T35" fmla="*/ 1167 h 11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68" h="1168">
                <a:moveTo>
                  <a:pt x="584" y="61"/>
                </a:moveTo>
                <a:lnTo>
                  <a:pt x="584" y="61"/>
                </a:lnTo>
                <a:cubicBezTo>
                  <a:pt x="295" y="61"/>
                  <a:pt x="61" y="295"/>
                  <a:pt x="61" y="584"/>
                </a:cubicBezTo>
                <a:lnTo>
                  <a:pt x="61" y="584"/>
                </a:lnTo>
                <a:cubicBezTo>
                  <a:pt x="61" y="872"/>
                  <a:pt x="295" y="1106"/>
                  <a:pt x="584" y="1106"/>
                </a:cubicBezTo>
                <a:lnTo>
                  <a:pt x="584" y="1106"/>
                </a:lnTo>
                <a:cubicBezTo>
                  <a:pt x="872" y="1106"/>
                  <a:pt x="1106" y="872"/>
                  <a:pt x="1106" y="584"/>
                </a:cubicBezTo>
                <a:lnTo>
                  <a:pt x="1106" y="584"/>
                </a:lnTo>
                <a:cubicBezTo>
                  <a:pt x="1106" y="295"/>
                  <a:pt x="872" y="61"/>
                  <a:pt x="584" y="61"/>
                </a:cubicBezTo>
                <a:close/>
                <a:moveTo>
                  <a:pt x="584" y="1167"/>
                </a:moveTo>
                <a:lnTo>
                  <a:pt x="584" y="1167"/>
                </a:lnTo>
                <a:cubicBezTo>
                  <a:pt x="261" y="1167"/>
                  <a:pt x="0" y="906"/>
                  <a:pt x="0" y="584"/>
                </a:cubicBezTo>
                <a:lnTo>
                  <a:pt x="0" y="584"/>
                </a:lnTo>
                <a:cubicBezTo>
                  <a:pt x="0" y="262"/>
                  <a:pt x="261" y="0"/>
                  <a:pt x="584" y="0"/>
                </a:cubicBezTo>
                <a:lnTo>
                  <a:pt x="584" y="0"/>
                </a:lnTo>
                <a:cubicBezTo>
                  <a:pt x="905" y="0"/>
                  <a:pt x="1167" y="262"/>
                  <a:pt x="1167" y="584"/>
                </a:cubicBezTo>
                <a:lnTo>
                  <a:pt x="1167" y="584"/>
                </a:lnTo>
                <a:cubicBezTo>
                  <a:pt x="1167" y="906"/>
                  <a:pt x="905" y="1167"/>
                  <a:pt x="584" y="11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US" dirty="0">
              <a:solidFill>
                <a:srgbClr val="747994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22456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Freeform 2">
            <a:extLst>
              <a:ext uri="{FF2B5EF4-FFF2-40B4-BE49-F238E27FC236}">
                <a16:creationId xmlns:a16="http://schemas.microsoft.com/office/drawing/2014/main" xmlns="" id="{56E7DA39-0671-5649-8173-31FF00A4A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6976" y="1284360"/>
            <a:ext cx="2675114" cy="2675114"/>
          </a:xfrm>
          <a:custGeom>
            <a:avLst/>
            <a:gdLst>
              <a:gd name="T0" fmla="*/ 4295 w 4296"/>
              <a:gd name="T1" fmla="*/ 2147 h 4294"/>
              <a:gd name="T2" fmla="*/ 4295 w 4296"/>
              <a:gd name="T3" fmla="*/ 2147 h 4294"/>
              <a:gd name="T4" fmla="*/ 2148 w 4296"/>
              <a:gd name="T5" fmla="*/ 4293 h 4294"/>
              <a:gd name="T6" fmla="*/ 2148 w 4296"/>
              <a:gd name="T7" fmla="*/ 4293 h 4294"/>
              <a:gd name="T8" fmla="*/ 0 w 4296"/>
              <a:gd name="T9" fmla="*/ 2147 h 4294"/>
              <a:gd name="T10" fmla="*/ 0 w 4296"/>
              <a:gd name="T11" fmla="*/ 2147 h 4294"/>
              <a:gd name="T12" fmla="*/ 2148 w 4296"/>
              <a:gd name="T13" fmla="*/ 0 h 4294"/>
              <a:gd name="T14" fmla="*/ 2148 w 4296"/>
              <a:gd name="T15" fmla="*/ 0 h 4294"/>
              <a:gd name="T16" fmla="*/ 4295 w 4296"/>
              <a:gd name="T17" fmla="*/ 2147 h 4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296" h="4294">
                <a:moveTo>
                  <a:pt x="4295" y="2147"/>
                </a:moveTo>
                <a:lnTo>
                  <a:pt x="4295" y="2147"/>
                </a:lnTo>
                <a:cubicBezTo>
                  <a:pt x="4295" y="3332"/>
                  <a:pt x="3333" y="4293"/>
                  <a:pt x="2148" y="4293"/>
                </a:cubicBezTo>
                <a:lnTo>
                  <a:pt x="2148" y="4293"/>
                </a:lnTo>
                <a:cubicBezTo>
                  <a:pt x="961" y="4293"/>
                  <a:pt x="0" y="3332"/>
                  <a:pt x="0" y="2147"/>
                </a:cubicBezTo>
                <a:lnTo>
                  <a:pt x="0" y="2147"/>
                </a:lnTo>
                <a:cubicBezTo>
                  <a:pt x="0" y="961"/>
                  <a:pt x="961" y="0"/>
                  <a:pt x="2148" y="0"/>
                </a:cubicBezTo>
                <a:lnTo>
                  <a:pt x="2148" y="0"/>
                </a:lnTo>
                <a:cubicBezTo>
                  <a:pt x="3333" y="0"/>
                  <a:pt x="4295" y="961"/>
                  <a:pt x="4295" y="2147"/>
                </a:cubicBezTo>
              </a:path>
            </a:pathLst>
          </a:custGeom>
          <a:solidFill>
            <a:srgbClr val="B0D1E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217"/>
            <a:endParaRPr lang="en-US" dirty="0">
              <a:solidFill>
                <a:srgbClr val="747993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59" name="Freeform 177">
            <a:extLst>
              <a:ext uri="{FF2B5EF4-FFF2-40B4-BE49-F238E27FC236}">
                <a16:creationId xmlns:a16="http://schemas.microsoft.com/office/drawing/2014/main" xmlns="" id="{EC1D2C12-32B3-DD4C-B5A2-7DCA561B0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8027" y="1284360"/>
            <a:ext cx="2675114" cy="2675114"/>
          </a:xfrm>
          <a:custGeom>
            <a:avLst/>
            <a:gdLst>
              <a:gd name="T0" fmla="*/ 4293 w 4294"/>
              <a:gd name="T1" fmla="*/ 2147 h 4294"/>
              <a:gd name="T2" fmla="*/ 4293 w 4294"/>
              <a:gd name="T3" fmla="*/ 2147 h 4294"/>
              <a:gd name="T4" fmla="*/ 2147 w 4294"/>
              <a:gd name="T5" fmla="*/ 4293 h 4294"/>
              <a:gd name="T6" fmla="*/ 2147 w 4294"/>
              <a:gd name="T7" fmla="*/ 4293 h 4294"/>
              <a:gd name="T8" fmla="*/ 0 w 4294"/>
              <a:gd name="T9" fmla="*/ 2147 h 4294"/>
              <a:gd name="T10" fmla="*/ 0 w 4294"/>
              <a:gd name="T11" fmla="*/ 2147 h 4294"/>
              <a:gd name="T12" fmla="*/ 2147 w 4294"/>
              <a:gd name="T13" fmla="*/ 0 h 4294"/>
              <a:gd name="T14" fmla="*/ 2147 w 4294"/>
              <a:gd name="T15" fmla="*/ 0 h 4294"/>
              <a:gd name="T16" fmla="*/ 4293 w 4294"/>
              <a:gd name="T17" fmla="*/ 2147 h 4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294" h="4294">
                <a:moveTo>
                  <a:pt x="4293" y="2147"/>
                </a:moveTo>
                <a:lnTo>
                  <a:pt x="4293" y="2147"/>
                </a:lnTo>
                <a:cubicBezTo>
                  <a:pt x="4293" y="3332"/>
                  <a:pt x="3332" y="4293"/>
                  <a:pt x="2147" y="4293"/>
                </a:cubicBezTo>
                <a:lnTo>
                  <a:pt x="2147" y="4293"/>
                </a:lnTo>
                <a:cubicBezTo>
                  <a:pt x="961" y="4293"/>
                  <a:pt x="0" y="3332"/>
                  <a:pt x="0" y="2147"/>
                </a:cubicBezTo>
                <a:lnTo>
                  <a:pt x="0" y="2147"/>
                </a:lnTo>
                <a:cubicBezTo>
                  <a:pt x="0" y="961"/>
                  <a:pt x="961" y="0"/>
                  <a:pt x="2147" y="0"/>
                </a:cubicBezTo>
                <a:lnTo>
                  <a:pt x="2147" y="0"/>
                </a:lnTo>
                <a:cubicBezTo>
                  <a:pt x="3332" y="0"/>
                  <a:pt x="4293" y="961"/>
                  <a:pt x="4293" y="2147"/>
                </a:cubicBezTo>
              </a:path>
            </a:pathLst>
          </a:custGeom>
          <a:solidFill>
            <a:srgbClr val="000000">
              <a:alpha val="20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US" dirty="0">
              <a:solidFill>
                <a:srgbClr val="747993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160" name="Freeform 178">
            <a:extLst>
              <a:ext uri="{FF2B5EF4-FFF2-40B4-BE49-F238E27FC236}">
                <a16:creationId xmlns:a16="http://schemas.microsoft.com/office/drawing/2014/main" xmlns="" id="{2C91E7A6-410F-054A-86D5-A0CD88C79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5704" y="1284360"/>
            <a:ext cx="2675114" cy="2675114"/>
          </a:xfrm>
          <a:custGeom>
            <a:avLst/>
            <a:gdLst>
              <a:gd name="T0" fmla="*/ 4295 w 4296"/>
              <a:gd name="T1" fmla="*/ 2147 h 4294"/>
              <a:gd name="T2" fmla="*/ 4295 w 4296"/>
              <a:gd name="T3" fmla="*/ 2147 h 4294"/>
              <a:gd name="T4" fmla="*/ 2148 w 4296"/>
              <a:gd name="T5" fmla="*/ 4293 h 4294"/>
              <a:gd name="T6" fmla="*/ 2148 w 4296"/>
              <a:gd name="T7" fmla="*/ 4293 h 4294"/>
              <a:gd name="T8" fmla="*/ 0 w 4296"/>
              <a:gd name="T9" fmla="*/ 2147 h 4294"/>
              <a:gd name="T10" fmla="*/ 0 w 4296"/>
              <a:gd name="T11" fmla="*/ 2147 h 4294"/>
              <a:gd name="T12" fmla="*/ 2148 w 4296"/>
              <a:gd name="T13" fmla="*/ 0 h 4294"/>
              <a:gd name="T14" fmla="*/ 2148 w 4296"/>
              <a:gd name="T15" fmla="*/ 0 h 4294"/>
              <a:gd name="T16" fmla="*/ 4295 w 4296"/>
              <a:gd name="T17" fmla="*/ 2147 h 4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296" h="4294">
                <a:moveTo>
                  <a:pt x="4295" y="2147"/>
                </a:moveTo>
                <a:lnTo>
                  <a:pt x="4295" y="2147"/>
                </a:lnTo>
                <a:cubicBezTo>
                  <a:pt x="4295" y="3332"/>
                  <a:pt x="3333" y="4293"/>
                  <a:pt x="2148" y="4293"/>
                </a:cubicBezTo>
                <a:lnTo>
                  <a:pt x="2148" y="4293"/>
                </a:lnTo>
                <a:cubicBezTo>
                  <a:pt x="962" y="4293"/>
                  <a:pt x="0" y="3332"/>
                  <a:pt x="0" y="2147"/>
                </a:cubicBezTo>
                <a:lnTo>
                  <a:pt x="0" y="2147"/>
                </a:lnTo>
                <a:cubicBezTo>
                  <a:pt x="0" y="961"/>
                  <a:pt x="962" y="0"/>
                  <a:pt x="2148" y="0"/>
                </a:cubicBezTo>
                <a:lnTo>
                  <a:pt x="2148" y="0"/>
                </a:lnTo>
                <a:cubicBezTo>
                  <a:pt x="3333" y="0"/>
                  <a:pt x="4295" y="961"/>
                  <a:pt x="4295" y="2147"/>
                </a:cubicBezTo>
              </a:path>
            </a:pathLst>
          </a:custGeom>
          <a:solidFill>
            <a:srgbClr val="C0E1E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914217"/>
            <a:endParaRPr lang="en-US" dirty="0">
              <a:solidFill>
                <a:srgbClr val="747993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DF79493C-E889-054A-8CB6-27F7F73E577D}"/>
              </a:ext>
            </a:extLst>
          </p:cNvPr>
          <p:cNvGrpSpPr/>
          <p:nvPr/>
        </p:nvGrpSpPr>
        <p:grpSpPr>
          <a:xfrm>
            <a:off x="3502677" y="1374994"/>
            <a:ext cx="2383984" cy="2230177"/>
            <a:chOff x="10063013" y="4270778"/>
            <a:chExt cx="4767968" cy="4460353"/>
          </a:xfrm>
        </p:grpSpPr>
        <p:sp>
          <p:nvSpPr>
            <p:cNvPr id="104" name="Freeform 3">
              <a:extLst>
                <a:ext uri="{FF2B5EF4-FFF2-40B4-BE49-F238E27FC236}">
                  <a16:creationId xmlns:a16="http://schemas.microsoft.com/office/drawing/2014/main" xmlns="" id="{0C64252A-3173-C440-9AD1-EDEDBFED4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3013" y="8264220"/>
              <a:ext cx="3422166" cy="466911"/>
            </a:xfrm>
            <a:custGeom>
              <a:avLst/>
              <a:gdLst>
                <a:gd name="T0" fmla="*/ 2748 w 2749"/>
                <a:gd name="T1" fmla="*/ 186 h 373"/>
                <a:gd name="T2" fmla="*/ 2748 w 2749"/>
                <a:gd name="T3" fmla="*/ 186 h 373"/>
                <a:gd name="T4" fmla="*/ 1375 w 2749"/>
                <a:gd name="T5" fmla="*/ 372 h 373"/>
                <a:gd name="T6" fmla="*/ 1375 w 2749"/>
                <a:gd name="T7" fmla="*/ 372 h 373"/>
                <a:gd name="T8" fmla="*/ 0 w 2749"/>
                <a:gd name="T9" fmla="*/ 186 h 373"/>
                <a:gd name="T10" fmla="*/ 0 w 2749"/>
                <a:gd name="T11" fmla="*/ 186 h 373"/>
                <a:gd name="T12" fmla="*/ 1375 w 2749"/>
                <a:gd name="T13" fmla="*/ 0 h 373"/>
                <a:gd name="T14" fmla="*/ 1375 w 2749"/>
                <a:gd name="T15" fmla="*/ 0 h 373"/>
                <a:gd name="T16" fmla="*/ 2748 w 2749"/>
                <a:gd name="T17" fmla="*/ 186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49" h="373">
                  <a:moveTo>
                    <a:pt x="2748" y="186"/>
                  </a:moveTo>
                  <a:lnTo>
                    <a:pt x="2748" y="186"/>
                  </a:lnTo>
                  <a:cubicBezTo>
                    <a:pt x="2748" y="288"/>
                    <a:pt x="2133" y="372"/>
                    <a:pt x="1375" y="372"/>
                  </a:cubicBezTo>
                  <a:lnTo>
                    <a:pt x="1375" y="372"/>
                  </a:lnTo>
                  <a:cubicBezTo>
                    <a:pt x="616" y="372"/>
                    <a:pt x="0" y="288"/>
                    <a:pt x="0" y="186"/>
                  </a:cubicBezTo>
                  <a:lnTo>
                    <a:pt x="0" y="186"/>
                  </a:lnTo>
                  <a:cubicBezTo>
                    <a:pt x="0" y="83"/>
                    <a:pt x="616" y="0"/>
                    <a:pt x="1375" y="0"/>
                  </a:cubicBezTo>
                  <a:lnTo>
                    <a:pt x="1375" y="0"/>
                  </a:lnTo>
                  <a:cubicBezTo>
                    <a:pt x="2133" y="0"/>
                    <a:pt x="2748" y="83"/>
                    <a:pt x="2748" y="186"/>
                  </a:cubicBezTo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xmlns="" id="{9FF7FD94-E119-BE40-9736-ADE89AF92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92551" y="7102089"/>
              <a:ext cx="666259" cy="421230"/>
            </a:xfrm>
            <a:custGeom>
              <a:avLst/>
              <a:gdLst>
                <a:gd name="connsiteX0" fmla="*/ 641211 w 666259"/>
                <a:gd name="connsiteY0" fmla="*/ 292708 h 421230"/>
                <a:gd name="connsiteX1" fmla="*/ 658231 w 666259"/>
                <a:gd name="connsiteY1" fmla="*/ 300408 h 421230"/>
                <a:gd name="connsiteX2" fmla="*/ 631756 w 666259"/>
                <a:gd name="connsiteY2" fmla="*/ 387435 h 421230"/>
                <a:gd name="connsiteX3" fmla="*/ 540986 w 666259"/>
                <a:gd name="connsiteY3" fmla="*/ 413175 h 421230"/>
                <a:gd name="connsiteX4" fmla="*/ 567460 w 666259"/>
                <a:gd name="connsiteY4" fmla="*/ 326148 h 421230"/>
                <a:gd name="connsiteX5" fmla="*/ 641211 w 666259"/>
                <a:gd name="connsiteY5" fmla="*/ 292708 h 421230"/>
                <a:gd name="connsiteX6" fmla="*/ 54096 w 666259"/>
                <a:gd name="connsiteY6" fmla="*/ 132 h 421230"/>
                <a:gd name="connsiteX7" fmla="*/ 88702 w 666259"/>
                <a:gd name="connsiteY7" fmla="*/ 88428 h 421230"/>
                <a:gd name="connsiteX8" fmla="*/ 34321 w 666259"/>
                <a:gd name="connsiteY8" fmla="*/ 164111 h 421230"/>
                <a:gd name="connsiteX9" fmla="*/ 951 w 666259"/>
                <a:gd name="connsiteY9" fmla="*/ 77076 h 421230"/>
                <a:gd name="connsiteX10" fmla="*/ 54096 w 666259"/>
                <a:gd name="connsiteY10" fmla="*/ 132 h 421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66259" h="421230">
                  <a:moveTo>
                    <a:pt x="641211" y="292708"/>
                  </a:moveTo>
                  <a:cubicBezTo>
                    <a:pt x="647988" y="293589"/>
                    <a:pt x="653818" y="296118"/>
                    <a:pt x="658231" y="300408"/>
                  </a:cubicBezTo>
                  <a:cubicBezTo>
                    <a:pt x="675880" y="317568"/>
                    <a:pt x="663273" y="356791"/>
                    <a:pt x="631756" y="387435"/>
                  </a:cubicBezTo>
                  <a:cubicBezTo>
                    <a:pt x="598978" y="419304"/>
                    <a:pt x="559896" y="430336"/>
                    <a:pt x="540986" y="413175"/>
                  </a:cubicBezTo>
                  <a:cubicBezTo>
                    <a:pt x="523336" y="396015"/>
                    <a:pt x="535943" y="356791"/>
                    <a:pt x="567460" y="326148"/>
                  </a:cubicBezTo>
                  <a:cubicBezTo>
                    <a:pt x="592044" y="302246"/>
                    <a:pt x="620883" y="290065"/>
                    <a:pt x="641211" y="292708"/>
                  </a:cubicBezTo>
                  <a:close/>
                  <a:moveTo>
                    <a:pt x="54096" y="132"/>
                  </a:moveTo>
                  <a:cubicBezTo>
                    <a:pt x="77579" y="3916"/>
                    <a:pt x="93646" y="41757"/>
                    <a:pt x="88702" y="88428"/>
                  </a:cubicBezTo>
                  <a:cubicBezTo>
                    <a:pt x="83759" y="132577"/>
                    <a:pt x="59040" y="166634"/>
                    <a:pt x="34321" y="164111"/>
                  </a:cubicBezTo>
                  <a:cubicBezTo>
                    <a:pt x="10838" y="161588"/>
                    <a:pt x="-3993" y="121224"/>
                    <a:pt x="951" y="77076"/>
                  </a:cubicBezTo>
                  <a:cubicBezTo>
                    <a:pt x="5895" y="31666"/>
                    <a:pt x="29377" y="-2391"/>
                    <a:pt x="54096" y="132"/>
                  </a:cubicBezTo>
                  <a:close/>
                </a:path>
              </a:pathLst>
            </a:custGeom>
            <a:solidFill>
              <a:srgbClr val="F6685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06" name="Freeform 5">
              <a:extLst>
                <a:ext uri="{FF2B5EF4-FFF2-40B4-BE49-F238E27FC236}">
                  <a16:creationId xmlns:a16="http://schemas.microsoft.com/office/drawing/2014/main" xmlns="" id="{59DDBB33-94ED-1448-A9B0-B990EC888A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76444" y="6808565"/>
              <a:ext cx="664660" cy="543810"/>
            </a:xfrm>
            <a:custGeom>
              <a:avLst/>
              <a:gdLst>
                <a:gd name="T0" fmla="*/ 366 w 535"/>
                <a:gd name="T1" fmla="*/ 59 h 438"/>
                <a:gd name="T2" fmla="*/ 366 w 535"/>
                <a:gd name="T3" fmla="*/ 59 h 438"/>
                <a:gd name="T4" fmla="*/ 0 w 535"/>
                <a:gd name="T5" fmla="*/ 205 h 438"/>
                <a:gd name="T6" fmla="*/ 476 w 535"/>
                <a:gd name="T7" fmla="*/ 437 h 438"/>
                <a:gd name="T8" fmla="*/ 476 w 535"/>
                <a:gd name="T9" fmla="*/ 437 h 438"/>
                <a:gd name="T10" fmla="*/ 366 w 535"/>
                <a:gd name="T11" fmla="*/ 59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5" h="438">
                  <a:moveTo>
                    <a:pt x="366" y="59"/>
                  </a:moveTo>
                  <a:lnTo>
                    <a:pt x="366" y="59"/>
                  </a:lnTo>
                  <a:cubicBezTo>
                    <a:pt x="243" y="0"/>
                    <a:pt x="85" y="64"/>
                    <a:pt x="0" y="205"/>
                  </a:cubicBezTo>
                  <a:lnTo>
                    <a:pt x="476" y="437"/>
                  </a:lnTo>
                  <a:lnTo>
                    <a:pt x="476" y="437"/>
                  </a:lnTo>
                  <a:cubicBezTo>
                    <a:pt x="534" y="283"/>
                    <a:pt x="489" y="119"/>
                    <a:pt x="366" y="59"/>
                  </a:cubicBezTo>
                </a:path>
              </a:pathLst>
            </a:custGeom>
            <a:solidFill>
              <a:srgbClr val="17161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07" name="Freeform 7">
              <a:extLst>
                <a:ext uri="{FF2B5EF4-FFF2-40B4-BE49-F238E27FC236}">
                  <a16:creationId xmlns:a16="http://schemas.microsoft.com/office/drawing/2014/main" xmlns="" id="{AC16AA60-032D-EF47-A86C-4A041A0AE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66586" y="7072231"/>
              <a:ext cx="697619" cy="631699"/>
            </a:xfrm>
            <a:custGeom>
              <a:avLst/>
              <a:gdLst>
                <a:gd name="T0" fmla="*/ 80 w 561"/>
                <a:gd name="T1" fmla="*/ 33 h 506"/>
                <a:gd name="T2" fmla="*/ 80 w 561"/>
                <a:gd name="T3" fmla="*/ 33 h 506"/>
                <a:gd name="T4" fmla="*/ 168 w 561"/>
                <a:gd name="T5" fmla="*/ 442 h 506"/>
                <a:gd name="T6" fmla="*/ 168 w 561"/>
                <a:gd name="T7" fmla="*/ 442 h 506"/>
                <a:gd name="T8" fmla="*/ 545 w 561"/>
                <a:gd name="T9" fmla="*/ 259 h 506"/>
                <a:gd name="T10" fmla="*/ 545 w 561"/>
                <a:gd name="T11" fmla="*/ 259 h 506"/>
                <a:gd name="T12" fmla="*/ 560 w 561"/>
                <a:gd name="T13" fmla="*/ 225 h 506"/>
                <a:gd name="T14" fmla="*/ 98 w 561"/>
                <a:gd name="T15" fmla="*/ 0 h 506"/>
                <a:gd name="T16" fmla="*/ 98 w 561"/>
                <a:gd name="T17" fmla="*/ 0 h 506"/>
                <a:gd name="T18" fmla="*/ 80 w 561"/>
                <a:gd name="T19" fmla="*/ 33 h 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61" h="506">
                  <a:moveTo>
                    <a:pt x="80" y="33"/>
                  </a:moveTo>
                  <a:lnTo>
                    <a:pt x="80" y="33"/>
                  </a:lnTo>
                  <a:cubicBezTo>
                    <a:pt x="0" y="197"/>
                    <a:pt x="40" y="380"/>
                    <a:pt x="168" y="442"/>
                  </a:cubicBezTo>
                  <a:lnTo>
                    <a:pt x="168" y="442"/>
                  </a:lnTo>
                  <a:cubicBezTo>
                    <a:pt x="297" y="505"/>
                    <a:pt x="466" y="424"/>
                    <a:pt x="545" y="259"/>
                  </a:cubicBezTo>
                  <a:lnTo>
                    <a:pt x="545" y="259"/>
                  </a:lnTo>
                  <a:cubicBezTo>
                    <a:pt x="551" y="248"/>
                    <a:pt x="556" y="236"/>
                    <a:pt x="560" y="225"/>
                  </a:cubicBezTo>
                  <a:lnTo>
                    <a:pt x="98" y="0"/>
                  </a:lnTo>
                  <a:lnTo>
                    <a:pt x="98" y="0"/>
                  </a:lnTo>
                  <a:cubicBezTo>
                    <a:pt x="92" y="10"/>
                    <a:pt x="85" y="21"/>
                    <a:pt x="80" y="33"/>
                  </a:cubicBezTo>
                </a:path>
              </a:pathLst>
            </a:custGeom>
            <a:solidFill>
              <a:srgbClr val="EF836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08" name="Freeform 8">
              <a:extLst>
                <a:ext uri="{FF2B5EF4-FFF2-40B4-BE49-F238E27FC236}">
                  <a16:creationId xmlns:a16="http://schemas.microsoft.com/office/drawing/2014/main" xmlns="" id="{10717C80-8E3E-9B44-A9EC-4D7D4FC821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70952" y="6973360"/>
              <a:ext cx="659166" cy="384513"/>
            </a:xfrm>
            <a:custGeom>
              <a:avLst/>
              <a:gdLst>
                <a:gd name="T0" fmla="*/ 492 w 527"/>
                <a:gd name="T1" fmla="*/ 309 h 310"/>
                <a:gd name="T2" fmla="*/ 526 w 527"/>
                <a:gd name="T3" fmla="*/ 240 h 310"/>
                <a:gd name="T4" fmla="*/ 34 w 527"/>
                <a:gd name="T5" fmla="*/ 0 h 310"/>
                <a:gd name="T6" fmla="*/ 0 w 527"/>
                <a:gd name="T7" fmla="*/ 69 h 310"/>
                <a:gd name="T8" fmla="*/ 492 w 527"/>
                <a:gd name="T9" fmla="*/ 309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7" h="310">
                  <a:moveTo>
                    <a:pt x="492" y="309"/>
                  </a:moveTo>
                  <a:lnTo>
                    <a:pt x="526" y="240"/>
                  </a:lnTo>
                  <a:lnTo>
                    <a:pt x="34" y="0"/>
                  </a:lnTo>
                  <a:lnTo>
                    <a:pt x="0" y="69"/>
                  </a:lnTo>
                  <a:lnTo>
                    <a:pt x="492" y="309"/>
                  </a:lnTo>
                </a:path>
              </a:pathLst>
            </a:custGeom>
            <a:solidFill>
              <a:srgbClr val="2E2E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09" name="Freeform 9">
              <a:extLst>
                <a:ext uri="{FF2B5EF4-FFF2-40B4-BE49-F238E27FC236}">
                  <a16:creationId xmlns:a16="http://schemas.microsoft.com/office/drawing/2014/main" xmlns="" id="{834212A8-9C1C-2442-93A6-1C6E5C68E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32503" y="7072234"/>
              <a:ext cx="631702" cy="400991"/>
            </a:xfrm>
            <a:custGeom>
              <a:avLst/>
              <a:gdLst>
                <a:gd name="T0" fmla="*/ 25 w 506"/>
                <a:gd name="T1" fmla="*/ 33 h 321"/>
                <a:gd name="T2" fmla="*/ 25 w 506"/>
                <a:gd name="T3" fmla="*/ 33 h 321"/>
                <a:gd name="T4" fmla="*/ 0 w 506"/>
                <a:gd name="T5" fmla="*/ 97 h 321"/>
                <a:gd name="T6" fmla="*/ 455 w 506"/>
                <a:gd name="T7" fmla="*/ 320 h 321"/>
                <a:gd name="T8" fmla="*/ 455 w 506"/>
                <a:gd name="T9" fmla="*/ 320 h 321"/>
                <a:gd name="T10" fmla="*/ 490 w 506"/>
                <a:gd name="T11" fmla="*/ 259 h 321"/>
                <a:gd name="T12" fmla="*/ 490 w 506"/>
                <a:gd name="T13" fmla="*/ 259 h 321"/>
                <a:gd name="T14" fmla="*/ 505 w 506"/>
                <a:gd name="T15" fmla="*/ 225 h 321"/>
                <a:gd name="T16" fmla="*/ 43 w 506"/>
                <a:gd name="T17" fmla="*/ 0 h 321"/>
                <a:gd name="T18" fmla="*/ 43 w 506"/>
                <a:gd name="T19" fmla="*/ 0 h 321"/>
                <a:gd name="T20" fmla="*/ 25 w 506"/>
                <a:gd name="T21" fmla="*/ 33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321">
                  <a:moveTo>
                    <a:pt x="25" y="33"/>
                  </a:moveTo>
                  <a:lnTo>
                    <a:pt x="25" y="33"/>
                  </a:lnTo>
                  <a:cubicBezTo>
                    <a:pt x="15" y="54"/>
                    <a:pt x="6" y="76"/>
                    <a:pt x="0" y="97"/>
                  </a:cubicBezTo>
                  <a:lnTo>
                    <a:pt x="455" y="320"/>
                  </a:lnTo>
                  <a:lnTo>
                    <a:pt x="455" y="320"/>
                  </a:lnTo>
                  <a:cubicBezTo>
                    <a:pt x="468" y="301"/>
                    <a:pt x="480" y="281"/>
                    <a:pt x="490" y="259"/>
                  </a:cubicBezTo>
                  <a:lnTo>
                    <a:pt x="490" y="259"/>
                  </a:lnTo>
                  <a:cubicBezTo>
                    <a:pt x="496" y="248"/>
                    <a:pt x="501" y="236"/>
                    <a:pt x="505" y="225"/>
                  </a:cubicBezTo>
                  <a:lnTo>
                    <a:pt x="43" y="0"/>
                  </a:lnTo>
                  <a:lnTo>
                    <a:pt x="43" y="0"/>
                  </a:lnTo>
                  <a:cubicBezTo>
                    <a:pt x="37" y="10"/>
                    <a:pt x="30" y="21"/>
                    <a:pt x="25" y="33"/>
                  </a:cubicBezTo>
                </a:path>
              </a:pathLst>
            </a:custGeom>
            <a:solidFill>
              <a:srgbClr val="373CA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xmlns="" id="{12258CE4-C4D9-5247-BD66-30812A06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48712" y="7127160"/>
              <a:ext cx="404383" cy="244452"/>
            </a:xfrm>
            <a:custGeom>
              <a:avLst/>
              <a:gdLst>
                <a:gd name="connsiteX0" fmla="*/ 246328 w 404383"/>
                <a:gd name="connsiteY0" fmla="*/ 186768 h 244452"/>
                <a:gd name="connsiteX1" fmla="*/ 404383 w 404383"/>
                <a:gd name="connsiteY1" fmla="*/ 189319 h 244452"/>
                <a:gd name="connsiteX2" fmla="*/ 401894 w 404383"/>
                <a:gd name="connsiteY2" fmla="*/ 195694 h 244452"/>
                <a:gd name="connsiteX3" fmla="*/ 288642 w 404383"/>
                <a:gd name="connsiteY3" fmla="*/ 235224 h 244452"/>
                <a:gd name="connsiteX4" fmla="*/ 246328 w 404383"/>
                <a:gd name="connsiteY4" fmla="*/ 186768 h 244452"/>
                <a:gd name="connsiteX5" fmla="*/ 12161 w 404383"/>
                <a:gd name="connsiteY5" fmla="*/ 0 h 244452"/>
                <a:gd name="connsiteX6" fmla="*/ 113232 w 404383"/>
                <a:gd name="connsiteY6" fmla="*/ 125555 h 244452"/>
                <a:gd name="connsiteX7" fmla="*/ 47536 w 404383"/>
                <a:gd name="connsiteY7" fmla="*/ 120533 h 244452"/>
                <a:gd name="connsiteX8" fmla="*/ 8371 w 404383"/>
                <a:gd name="connsiteY8" fmla="*/ 6278 h 244452"/>
                <a:gd name="connsiteX9" fmla="*/ 12161 w 404383"/>
                <a:gd name="connsiteY9" fmla="*/ 0 h 244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4383" h="244452">
                  <a:moveTo>
                    <a:pt x="246328" y="186768"/>
                  </a:moveTo>
                  <a:lnTo>
                    <a:pt x="404383" y="189319"/>
                  </a:lnTo>
                  <a:cubicBezTo>
                    <a:pt x="404383" y="190594"/>
                    <a:pt x="403139" y="193144"/>
                    <a:pt x="401894" y="195694"/>
                  </a:cubicBezTo>
                  <a:cubicBezTo>
                    <a:pt x="380737" y="239049"/>
                    <a:pt x="330956" y="256901"/>
                    <a:pt x="288642" y="235224"/>
                  </a:cubicBezTo>
                  <a:cubicBezTo>
                    <a:pt x="267485" y="225023"/>
                    <a:pt x="253795" y="207171"/>
                    <a:pt x="246328" y="186768"/>
                  </a:cubicBezTo>
                  <a:close/>
                  <a:moveTo>
                    <a:pt x="12161" y="0"/>
                  </a:moveTo>
                  <a:lnTo>
                    <a:pt x="113232" y="125555"/>
                  </a:lnTo>
                  <a:cubicBezTo>
                    <a:pt x="91754" y="130578"/>
                    <a:pt x="69013" y="130578"/>
                    <a:pt x="47536" y="120533"/>
                  </a:cubicBezTo>
                  <a:cubicBezTo>
                    <a:pt x="5844" y="100444"/>
                    <a:pt x="-11843" y="48967"/>
                    <a:pt x="8371" y="6278"/>
                  </a:cubicBezTo>
                  <a:cubicBezTo>
                    <a:pt x="9634" y="3767"/>
                    <a:pt x="9634" y="2511"/>
                    <a:pt x="121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11" name="Freeform 12">
              <a:extLst>
                <a:ext uri="{FF2B5EF4-FFF2-40B4-BE49-F238E27FC236}">
                  <a16:creationId xmlns:a16="http://schemas.microsoft.com/office/drawing/2014/main" xmlns="" id="{A3BC5342-8D2E-0749-A0D0-99247DB8C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78369" y="6577860"/>
              <a:ext cx="3174981" cy="1939044"/>
            </a:xfrm>
            <a:custGeom>
              <a:avLst/>
              <a:gdLst>
                <a:gd name="T0" fmla="*/ 2487 w 2551"/>
                <a:gd name="T1" fmla="*/ 1555 h 1556"/>
                <a:gd name="T2" fmla="*/ 64 w 2551"/>
                <a:gd name="T3" fmla="*/ 1555 h 1556"/>
                <a:gd name="T4" fmla="*/ 64 w 2551"/>
                <a:gd name="T5" fmla="*/ 1555 h 1556"/>
                <a:gd name="T6" fmla="*/ 0 w 2551"/>
                <a:gd name="T7" fmla="*/ 1491 h 1556"/>
                <a:gd name="T8" fmla="*/ 0 w 2551"/>
                <a:gd name="T9" fmla="*/ 63 h 1556"/>
                <a:gd name="T10" fmla="*/ 0 w 2551"/>
                <a:gd name="T11" fmla="*/ 63 h 1556"/>
                <a:gd name="T12" fmla="*/ 64 w 2551"/>
                <a:gd name="T13" fmla="*/ 0 h 1556"/>
                <a:gd name="T14" fmla="*/ 2487 w 2551"/>
                <a:gd name="T15" fmla="*/ 0 h 1556"/>
                <a:gd name="T16" fmla="*/ 2487 w 2551"/>
                <a:gd name="T17" fmla="*/ 0 h 1556"/>
                <a:gd name="T18" fmla="*/ 2550 w 2551"/>
                <a:gd name="T19" fmla="*/ 63 h 1556"/>
                <a:gd name="T20" fmla="*/ 2550 w 2551"/>
                <a:gd name="T21" fmla="*/ 1491 h 1556"/>
                <a:gd name="T22" fmla="*/ 2550 w 2551"/>
                <a:gd name="T23" fmla="*/ 1491 h 1556"/>
                <a:gd name="T24" fmla="*/ 2487 w 2551"/>
                <a:gd name="T25" fmla="*/ 1555 h 1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551" h="1556">
                  <a:moveTo>
                    <a:pt x="2487" y="1555"/>
                  </a:moveTo>
                  <a:lnTo>
                    <a:pt x="64" y="1555"/>
                  </a:lnTo>
                  <a:lnTo>
                    <a:pt x="64" y="1555"/>
                  </a:lnTo>
                  <a:cubicBezTo>
                    <a:pt x="29" y="1555"/>
                    <a:pt x="0" y="1526"/>
                    <a:pt x="0" y="1491"/>
                  </a:cubicBezTo>
                  <a:lnTo>
                    <a:pt x="0" y="63"/>
                  </a:lnTo>
                  <a:lnTo>
                    <a:pt x="0" y="63"/>
                  </a:lnTo>
                  <a:cubicBezTo>
                    <a:pt x="0" y="28"/>
                    <a:pt x="29" y="0"/>
                    <a:pt x="64" y="0"/>
                  </a:cubicBezTo>
                  <a:lnTo>
                    <a:pt x="2487" y="0"/>
                  </a:lnTo>
                  <a:lnTo>
                    <a:pt x="2487" y="0"/>
                  </a:lnTo>
                  <a:cubicBezTo>
                    <a:pt x="2522" y="0"/>
                    <a:pt x="2550" y="28"/>
                    <a:pt x="2550" y="63"/>
                  </a:cubicBezTo>
                  <a:lnTo>
                    <a:pt x="2550" y="1491"/>
                  </a:lnTo>
                  <a:lnTo>
                    <a:pt x="2550" y="1491"/>
                  </a:lnTo>
                  <a:cubicBezTo>
                    <a:pt x="2550" y="1526"/>
                    <a:pt x="2522" y="1555"/>
                    <a:pt x="2487" y="1555"/>
                  </a:cubicBezTo>
                </a:path>
              </a:pathLst>
            </a:custGeom>
            <a:solidFill>
              <a:srgbClr val="2E2E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12" name="Freeform 13">
              <a:extLst>
                <a:ext uri="{FF2B5EF4-FFF2-40B4-BE49-F238E27FC236}">
                  <a16:creationId xmlns:a16="http://schemas.microsoft.com/office/drawing/2014/main" xmlns="" id="{84787234-6405-7145-B287-9E32A9BDE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6679" y="6693213"/>
              <a:ext cx="2878356" cy="1708339"/>
            </a:xfrm>
            <a:custGeom>
              <a:avLst/>
              <a:gdLst>
                <a:gd name="T0" fmla="*/ 2255 w 2310"/>
                <a:gd name="T1" fmla="*/ 1371 h 1372"/>
                <a:gd name="T2" fmla="*/ 53 w 2310"/>
                <a:gd name="T3" fmla="*/ 1371 h 1372"/>
                <a:gd name="T4" fmla="*/ 53 w 2310"/>
                <a:gd name="T5" fmla="*/ 1371 h 1372"/>
                <a:gd name="T6" fmla="*/ 0 w 2310"/>
                <a:gd name="T7" fmla="*/ 1317 h 1372"/>
                <a:gd name="T8" fmla="*/ 0 w 2310"/>
                <a:gd name="T9" fmla="*/ 54 h 1372"/>
                <a:gd name="T10" fmla="*/ 0 w 2310"/>
                <a:gd name="T11" fmla="*/ 54 h 1372"/>
                <a:gd name="T12" fmla="*/ 53 w 2310"/>
                <a:gd name="T13" fmla="*/ 0 h 1372"/>
                <a:gd name="T14" fmla="*/ 2255 w 2310"/>
                <a:gd name="T15" fmla="*/ 0 h 1372"/>
                <a:gd name="T16" fmla="*/ 2255 w 2310"/>
                <a:gd name="T17" fmla="*/ 0 h 1372"/>
                <a:gd name="T18" fmla="*/ 2309 w 2310"/>
                <a:gd name="T19" fmla="*/ 54 h 1372"/>
                <a:gd name="T20" fmla="*/ 2309 w 2310"/>
                <a:gd name="T21" fmla="*/ 1317 h 1372"/>
                <a:gd name="T22" fmla="*/ 2309 w 2310"/>
                <a:gd name="T23" fmla="*/ 1317 h 1372"/>
                <a:gd name="T24" fmla="*/ 2255 w 2310"/>
                <a:gd name="T25" fmla="*/ 1371 h 1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310" h="1372">
                  <a:moveTo>
                    <a:pt x="2255" y="1371"/>
                  </a:moveTo>
                  <a:lnTo>
                    <a:pt x="53" y="1371"/>
                  </a:lnTo>
                  <a:lnTo>
                    <a:pt x="53" y="1371"/>
                  </a:lnTo>
                  <a:cubicBezTo>
                    <a:pt x="24" y="1371"/>
                    <a:pt x="0" y="1347"/>
                    <a:pt x="0" y="1317"/>
                  </a:cubicBezTo>
                  <a:lnTo>
                    <a:pt x="0" y="54"/>
                  </a:lnTo>
                  <a:lnTo>
                    <a:pt x="0" y="54"/>
                  </a:lnTo>
                  <a:cubicBezTo>
                    <a:pt x="0" y="24"/>
                    <a:pt x="24" y="0"/>
                    <a:pt x="53" y="0"/>
                  </a:cubicBezTo>
                  <a:lnTo>
                    <a:pt x="2255" y="0"/>
                  </a:lnTo>
                  <a:lnTo>
                    <a:pt x="2255" y="0"/>
                  </a:lnTo>
                  <a:cubicBezTo>
                    <a:pt x="2285" y="0"/>
                    <a:pt x="2309" y="24"/>
                    <a:pt x="2309" y="54"/>
                  </a:cubicBezTo>
                  <a:lnTo>
                    <a:pt x="2309" y="1317"/>
                  </a:lnTo>
                  <a:lnTo>
                    <a:pt x="2309" y="1317"/>
                  </a:lnTo>
                  <a:cubicBezTo>
                    <a:pt x="2309" y="1347"/>
                    <a:pt x="2285" y="1371"/>
                    <a:pt x="2255" y="1371"/>
                  </a:cubicBezTo>
                </a:path>
              </a:pathLst>
            </a:custGeom>
            <a:solidFill>
              <a:srgbClr val="373CA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13" name="Freeform 14">
              <a:extLst>
                <a:ext uri="{FF2B5EF4-FFF2-40B4-BE49-F238E27FC236}">
                  <a16:creationId xmlns:a16="http://schemas.microsoft.com/office/drawing/2014/main" xmlns="" id="{BF986EDC-2F8A-D946-AA71-89B98974BB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13443" y="6847018"/>
              <a:ext cx="2548774" cy="1400728"/>
            </a:xfrm>
            <a:custGeom>
              <a:avLst/>
              <a:gdLst>
                <a:gd name="T0" fmla="*/ 2045 w 2046"/>
                <a:gd name="T1" fmla="*/ 1124 h 1125"/>
                <a:gd name="T2" fmla="*/ 0 w 2046"/>
                <a:gd name="T3" fmla="*/ 1124 h 1125"/>
                <a:gd name="T4" fmla="*/ 0 w 2046"/>
                <a:gd name="T5" fmla="*/ 0 h 1125"/>
                <a:gd name="T6" fmla="*/ 2045 w 2046"/>
                <a:gd name="T7" fmla="*/ 0 h 1125"/>
                <a:gd name="T8" fmla="*/ 2045 w 2046"/>
                <a:gd name="T9" fmla="*/ 1124 h 1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46" h="1125">
                  <a:moveTo>
                    <a:pt x="2045" y="1124"/>
                  </a:moveTo>
                  <a:lnTo>
                    <a:pt x="0" y="1124"/>
                  </a:lnTo>
                  <a:lnTo>
                    <a:pt x="0" y="0"/>
                  </a:lnTo>
                  <a:lnTo>
                    <a:pt x="2045" y="0"/>
                  </a:lnTo>
                  <a:lnTo>
                    <a:pt x="2045" y="1124"/>
                  </a:lnTo>
                </a:path>
              </a:pathLst>
            </a:custGeom>
            <a:solidFill>
              <a:srgbClr val="90C0C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14" name="Freeform 15">
              <a:extLst>
                <a:ext uri="{FF2B5EF4-FFF2-40B4-BE49-F238E27FC236}">
                  <a16:creationId xmlns:a16="http://schemas.microsoft.com/office/drawing/2014/main" xmlns="" id="{7CAB9441-7A32-E845-AB99-895BCC4493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3165" y="7072231"/>
              <a:ext cx="2103835" cy="411977"/>
            </a:xfrm>
            <a:custGeom>
              <a:avLst/>
              <a:gdLst>
                <a:gd name="T0" fmla="*/ 1689 w 1690"/>
                <a:gd name="T1" fmla="*/ 328 h 329"/>
                <a:gd name="T2" fmla="*/ 0 w 1690"/>
                <a:gd name="T3" fmla="*/ 328 h 329"/>
                <a:gd name="T4" fmla="*/ 0 w 1690"/>
                <a:gd name="T5" fmla="*/ 0 h 329"/>
                <a:gd name="T6" fmla="*/ 1689 w 1690"/>
                <a:gd name="T7" fmla="*/ 0 h 329"/>
                <a:gd name="T8" fmla="*/ 1689 w 1690"/>
                <a:gd name="T9" fmla="*/ 328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0" h="329">
                  <a:moveTo>
                    <a:pt x="1689" y="328"/>
                  </a:moveTo>
                  <a:lnTo>
                    <a:pt x="0" y="328"/>
                  </a:lnTo>
                  <a:lnTo>
                    <a:pt x="0" y="0"/>
                  </a:lnTo>
                  <a:lnTo>
                    <a:pt x="1689" y="0"/>
                  </a:lnTo>
                  <a:lnTo>
                    <a:pt x="1689" y="328"/>
                  </a:lnTo>
                </a:path>
              </a:pathLst>
            </a:custGeom>
            <a:solidFill>
              <a:srgbClr val="C0E1E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15" name="Freeform 16">
              <a:extLst>
                <a:ext uri="{FF2B5EF4-FFF2-40B4-BE49-F238E27FC236}">
                  <a16:creationId xmlns:a16="http://schemas.microsoft.com/office/drawing/2014/main" xmlns="" id="{2D15BA7F-4AD3-F346-8A23-444065229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3165" y="7698438"/>
              <a:ext cx="2103835" cy="411977"/>
            </a:xfrm>
            <a:custGeom>
              <a:avLst/>
              <a:gdLst>
                <a:gd name="T0" fmla="*/ 1689 w 1690"/>
                <a:gd name="T1" fmla="*/ 328 h 329"/>
                <a:gd name="T2" fmla="*/ 0 w 1690"/>
                <a:gd name="T3" fmla="*/ 328 h 329"/>
                <a:gd name="T4" fmla="*/ 0 w 1690"/>
                <a:gd name="T5" fmla="*/ 0 h 329"/>
                <a:gd name="T6" fmla="*/ 1689 w 1690"/>
                <a:gd name="T7" fmla="*/ 0 h 329"/>
                <a:gd name="T8" fmla="*/ 1689 w 1690"/>
                <a:gd name="T9" fmla="*/ 328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0" h="329">
                  <a:moveTo>
                    <a:pt x="1689" y="328"/>
                  </a:moveTo>
                  <a:lnTo>
                    <a:pt x="0" y="328"/>
                  </a:lnTo>
                  <a:lnTo>
                    <a:pt x="0" y="0"/>
                  </a:lnTo>
                  <a:lnTo>
                    <a:pt x="1689" y="0"/>
                  </a:lnTo>
                  <a:lnTo>
                    <a:pt x="1689" y="328"/>
                  </a:lnTo>
                </a:path>
              </a:pathLst>
            </a:custGeom>
            <a:solidFill>
              <a:srgbClr val="C0E1E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xmlns="" id="{CC0FDCEA-E3FA-B44B-AA2D-7953AFA874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6973" y="7215054"/>
              <a:ext cx="1794988" cy="136098"/>
            </a:xfrm>
            <a:custGeom>
              <a:avLst/>
              <a:gdLst>
                <a:gd name="connsiteX0" fmla="*/ 1726944 w 1794988"/>
                <a:gd name="connsiteY0" fmla="*/ 0 h 136098"/>
                <a:gd name="connsiteX1" fmla="*/ 1794988 w 1794988"/>
                <a:gd name="connsiteY1" fmla="*/ 67436 h 136098"/>
                <a:gd name="connsiteX2" fmla="*/ 1726944 w 1794988"/>
                <a:gd name="connsiteY2" fmla="*/ 136098 h 136098"/>
                <a:gd name="connsiteX3" fmla="*/ 1658901 w 1794988"/>
                <a:gd name="connsiteY3" fmla="*/ 67436 h 136098"/>
                <a:gd name="connsiteX4" fmla="*/ 1726944 w 1794988"/>
                <a:gd name="connsiteY4" fmla="*/ 0 h 136098"/>
                <a:gd name="connsiteX5" fmla="*/ 1518208 w 1794988"/>
                <a:gd name="connsiteY5" fmla="*/ 0 h 136098"/>
                <a:gd name="connsiteX6" fmla="*/ 1586252 w 1794988"/>
                <a:gd name="connsiteY6" fmla="*/ 67436 h 136098"/>
                <a:gd name="connsiteX7" fmla="*/ 1518208 w 1794988"/>
                <a:gd name="connsiteY7" fmla="*/ 136098 h 136098"/>
                <a:gd name="connsiteX8" fmla="*/ 1450165 w 1794988"/>
                <a:gd name="connsiteY8" fmla="*/ 67436 h 136098"/>
                <a:gd name="connsiteX9" fmla="*/ 1518208 w 1794988"/>
                <a:gd name="connsiteY9" fmla="*/ 0 h 136098"/>
                <a:gd name="connsiteX10" fmla="*/ 1314962 w 1794988"/>
                <a:gd name="connsiteY10" fmla="*/ 0 h 136098"/>
                <a:gd name="connsiteX11" fmla="*/ 1383008 w 1794988"/>
                <a:gd name="connsiteY11" fmla="*/ 67436 h 136098"/>
                <a:gd name="connsiteX12" fmla="*/ 1314962 w 1794988"/>
                <a:gd name="connsiteY12" fmla="*/ 136098 h 136098"/>
                <a:gd name="connsiteX13" fmla="*/ 1246917 w 1794988"/>
                <a:gd name="connsiteY13" fmla="*/ 67436 h 136098"/>
                <a:gd name="connsiteX14" fmla="*/ 1314962 w 1794988"/>
                <a:gd name="connsiteY14" fmla="*/ 0 h 136098"/>
                <a:gd name="connsiteX15" fmla="*/ 1105619 w 1794988"/>
                <a:gd name="connsiteY15" fmla="*/ 0 h 136098"/>
                <a:gd name="connsiteX16" fmla="*/ 1174283 w 1794988"/>
                <a:gd name="connsiteY16" fmla="*/ 67436 h 136098"/>
                <a:gd name="connsiteX17" fmla="*/ 1105619 w 1794988"/>
                <a:gd name="connsiteY17" fmla="*/ 136098 h 136098"/>
                <a:gd name="connsiteX18" fmla="*/ 1038181 w 1794988"/>
                <a:gd name="connsiteY18" fmla="*/ 67436 h 136098"/>
                <a:gd name="connsiteX19" fmla="*/ 1105619 w 1794988"/>
                <a:gd name="connsiteY19" fmla="*/ 0 h 136098"/>
                <a:gd name="connsiteX20" fmla="*/ 898109 w 1794988"/>
                <a:gd name="connsiteY20" fmla="*/ 0 h 136098"/>
                <a:gd name="connsiteX21" fmla="*/ 965547 w 1794988"/>
                <a:gd name="connsiteY21" fmla="*/ 67436 h 136098"/>
                <a:gd name="connsiteX22" fmla="*/ 898109 w 1794988"/>
                <a:gd name="connsiteY22" fmla="*/ 136098 h 136098"/>
                <a:gd name="connsiteX23" fmla="*/ 829445 w 1794988"/>
                <a:gd name="connsiteY23" fmla="*/ 67436 h 136098"/>
                <a:gd name="connsiteX24" fmla="*/ 898109 w 1794988"/>
                <a:gd name="connsiteY24" fmla="*/ 0 h 136098"/>
                <a:gd name="connsiteX25" fmla="*/ 688148 w 1794988"/>
                <a:gd name="connsiteY25" fmla="*/ 0 h 136098"/>
                <a:gd name="connsiteX26" fmla="*/ 756812 w 1794988"/>
                <a:gd name="connsiteY26" fmla="*/ 67436 h 136098"/>
                <a:gd name="connsiteX27" fmla="*/ 688148 w 1794988"/>
                <a:gd name="connsiteY27" fmla="*/ 136098 h 136098"/>
                <a:gd name="connsiteX28" fmla="*/ 620710 w 1794988"/>
                <a:gd name="connsiteY28" fmla="*/ 67436 h 136098"/>
                <a:gd name="connsiteX29" fmla="*/ 688148 w 1794988"/>
                <a:gd name="connsiteY29" fmla="*/ 0 h 136098"/>
                <a:gd name="connsiteX30" fmla="*/ 479412 w 1794988"/>
                <a:gd name="connsiteY30" fmla="*/ 0 h 136098"/>
                <a:gd name="connsiteX31" fmla="*/ 548076 w 1794988"/>
                <a:gd name="connsiteY31" fmla="*/ 67436 h 136098"/>
                <a:gd name="connsiteX32" fmla="*/ 479412 w 1794988"/>
                <a:gd name="connsiteY32" fmla="*/ 136098 h 136098"/>
                <a:gd name="connsiteX33" fmla="*/ 411974 w 1794988"/>
                <a:gd name="connsiteY33" fmla="*/ 67436 h 136098"/>
                <a:gd name="connsiteX34" fmla="*/ 479412 w 1794988"/>
                <a:gd name="connsiteY34" fmla="*/ 0 h 136098"/>
                <a:gd name="connsiteX35" fmla="*/ 271902 w 1794988"/>
                <a:gd name="connsiteY35" fmla="*/ 0 h 136098"/>
                <a:gd name="connsiteX36" fmla="*/ 339340 w 1794988"/>
                <a:gd name="connsiteY36" fmla="*/ 67436 h 136098"/>
                <a:gd name="connsiteX37" fmla="*/ 271902 w 1794988"/>
                <a:gd name="connsiteY37" fmla="*/ 136098 h 136098"/>
                <a:gd name="connsiteX38" fmla="*/ 203238 w 1794988"/>
                <a:gd name="connsiteY38" fmla="*/ 67436 h 136098"/>
                <a:gd name="connsiteX39" fmla="*/ 271902 w 1794988"/>
                <a:gd name="connsiteY39" fmla="*/ 0 h 136098"/>
                <a:gd name="connsiteX40" fmla="*/ 68662 w 1794988"/>
                <a:gd name="connsiteY40" fmla="*/ 0 h 136098"/>
                <a:gd name="connsiteX41" fmla="*/ 136098 w 1794988"/>
                <a:gd name="connsiteY41" fmla="*/ 67436 h 136098"/>
                <a:gd name="connsiteX42" fmla="*/ 68662 w 1794988"/>
                <a:gd name="connsiteY42" fmla="*/ 136098 h 136098"/>
                <a:gd name="connsiteX43" fmla="*/ 0 w 1794988"/>
                <a:gd name="connsiteY43" fmla="*/ 67436 h 136098"/>
                <a:gd name="connsiteX44" fmla="*/ 68662 w 1794988"/>
                <a:gd name="connsiteY44" fmla="*/ 0 h 136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794988" h="136098">
                  <a:moveTo>
                    <a:pt x="1726944" y="0"/>
                  </a:moveTo>
                  <a:cubicBezTo>
                    <a:pt x="1765296" y="0"/>
                    <a:pt x="1794988" y="29427"/>
                    <a:pt x="1794988" y="67436"/>
                  </a:cubicBezTo>
                  <a:cubicBezTo>
                    <a:pt x="1794988" y="105445"/>
                    <a:pt x="1765296" y="136098"/>
                    <a:pt x="1726944" y="136098"/>
                  </a:cubicBezTo>
                  <a:cubicBezTo>
                    <a:pt x="1689830" y="136098"/>
                    <a:pt x="1658901" y="105445"/>
                    <a:pt x="1658901" y="67436"/>
                  </a:cubicBezTo>
                  <a:cubicBezTo>
                    <a:pt x="1658901" y="29427"/>
                    <a:pt x="1689830" y="0"/>
                    <a:pt x="1726944" y="0"/>
                  </a:cubicBezTo>
                  <a:close/>
                  <a:moveTo>
                    <a:pt x="1518208" y="0"/>
                  </a:moveTo>
                  <a:cubicBezTo>
                    <a:pt x="1556560" y="0"/>
                    <a:pt x="1586252" y="29427"/>
                    <a:pt x="1586252" y="67436"/>
                  </a:cubicBezTo>
                  <a:cubicBezTo>
                    <a:pt x="1586252" y="105445"/>
                    <a:pt x="1556560" y="136098"/>
                    <a:pt x="1518208" y="136098"/>
                  </a:cubicBezTo>
                  <a:cubicBezTo>
                    <a:pt x="1481094" y="136098"/>
                    <a:pt x="1450165" y="105445"/>
                    <a:pt x="1450165" y="67436"/>
                  </a:cubicBezTo>
                  <a:cubicBezTo>
                    <a:pt x="1450165" y="29427"/>
                    <a:pt x="1481094" y="0"/>
                    <a:pt x="1518208" y="0"/>
                  </a:cubicBezTo>
                  <a:close/>
                  <a:moveTo>
                    <a:pt x="1314962" y="0"/>
                  </a:moveTo>
                  <a:cubicBezTo>
                    <a:pt x="1352078" y="0"/>
                    <a:pt x="1383008" y="29427"/>
                    <a:pt x="1383008" y="67436"/>
                  </a:cubicBezTo>
                  <a:cubicBezTo>
                    <a:pt x="1383008" y="105445"/>
                    <a:pt x="1352078" y="136098"/>
                    <a:pt x="1314962" y="136098"/>
                  </a:cubicBezTo>
                  <a:cubicBezTo>
                    <a:pt x="1277847" y="136098"/>
                    <a:pt x="1246917" y="105445"/>
                    <a:pt x="1246917" y="67436"/>
                  </a:cubicBezTo>
                  <a:cubicBezTo>
                    <a:pt x="1246917" y="29427"/>
                    <a:pt x="1277847" y="0"/>
                    <a:pt x="1314962" y="0"/>
                  </a:cubicBezTo>
                  <a:close/>
                  <a:moveTo>
                    <a:pt x="1105619" y="0"/>
                  </a:moveTo>
                  <a:cubicBezTo>
                    <a:pt x="1143629" y="0"/>
                    <a:pt x="1174283" y="29427"/>
                    <a:pt x="1174283" y="67436"/>
                  </a:cubicBezTo>
                  <a:cubicBezTo>
                    <a:pt x="1174283" y="105445"/>
                    <a:pt x="1143629" y="136098"/>
                    <a:pt x="1105619" y="136098"/>
                  </a:cubicBezTo>
                  <a:cubicBezTo>
                    <a:pt x="1068835" y="136098"/>
                    <a:pt x="1038181" y="105445"/>
                    <a:pt x="1038181" y="67436"/>
                  </a:cubicBezTo>
                  <a:cubicBezTo>
                    <a:pt x="1038181" y="29427"/>
                    <a:pt x="1068835" y="0"/>
                    <a:pt x="1105619" y="0"/>
                  </a:cubicBezTo>
                  <a:close/>
                  <a:moveTo>
                    <a:pt x="898109" y="0"/>
                  </a:moveTo>
                  <a:cubicBezTo>
                    <a:pt x="936119" y="0"/>
                    <a:pt x="965547" y="29427"/>
                    <a:pt x="965547" y="67436"/>
                  </a:cubicBezTo>
                  <a:cubicBezTo>
                    <a:pt x="965547" y="105445"/>
                    <a:pt x="936119" y="136098"/>
                    <a:pt x="898109" y="136098"/>
                  </a:cubicBezTo>
                  <a:cubicBezTo>
                    <a:pt x="860099" y="136098"/>
                    <a:pt x="829445" y="105445"/>
                    <a:pt x="829445" y="67436"/>
                  </a:cubicBezTo>
                  <a:cubicBezTo>
                    <a:pt x="829445" y="29427"/>
                    <a:pt x="860099" y="0"/>
                    <a:pt x="898109" y="0"/>
                  </a:cubicBezTo>
                  <a:close/>
                  <a:moveTo>
                    <a:pt x="688148" y="0"/>
                  </a:moveTo>
                  <a:cubicBezTo>
                    <a:pt x="726158" y="0"/>
                    <a:pt x="756812" y="29427"/>
                    <a:pt x="756812" y="67436"/>
                  </a:cubicBezTo>
                  <a:cubicBezTo>
                    <a:pt x="756812" y="105445"/>
                    <a:pt x="726158" y="136098"/>
                    <a:pt x="688148" y="136098"/>
                  </a:cubicBezTo>
                  <a:cubicBezTo>
                    <a:pt x="650137" y="136098"/>
                    <a:pt x="620710" y="105445"/>
                    <a:pt x="620710" y="67436"/>
                  </a:cubicBezTo>
                  <a:cubicBezTo>
                    <a:pt x="620710" y="29427"/>
                    <a:pt x="650137" y="0"/>
                    <a:pt x="688148" y="0"/>
                  </a:cubicBezTo>
                  <a:close/>
                  <a:moveTo>
                    <a:pt x="479412" y="0"/>
                  </a:moveTo>
                  <a:cubicBezTo>
                    <a:pt x="517422" y="0"/>
                    <a:pt x="548076" y="29427"/>
                    <a:pt x="548076" y="67436"/>
                  </a:cubicBezTo>
                  <a:cubicBezTo>
                    <a:pt x="548076" y="105445"/>
                    <a:pt x="517422" y="136098"/>
                    <a:pt x="479412" y="136098"/>
                  </a:cubicBezTo>
                  <a:cubicBezTo>
                    <a:pt x="441401" y="136098"/>
                    <a:pt x="411974" y="105445"/>
                    <a:pt x="411974" y="67436"/>
                  </a:cubicBezTo>
                  <a:cubicBezTo>
                    <a:pt x="411974" y="29427"/>
                    <a:pt x="441401" y="0"/>
                    <a:pt x="479412" y="0"/>
                  </a:cubicBezTo>
                  <a:close/>
                  <a:moveTo>
                    <a:pt x="271902" y="0"/>
                  </a:moveTo>
                  <a:cubicBezTo>
                    <a:pt x="308686" y="0"/>
                    <a:pt x="339340" y="29427"/>
                    <a:pt x="339340" y="67436"/>
                  </a:cubicBezTo>
                  <a:cubicBezTo>
                    <a:pt x="339340" y="105445"/>
                    <a:pt x="308686" y="136098"/>
                    <a:pt x="271902" y="136098"/>
                  </a:cubicBezTo>
                  <a:cubicBezTo>
                    <a:pt x="233892" y="136098"/>
                    <a:pt x="203238" y="105445"/>
                    <a:pt x="203238" y="67436"/>
                  </a:cubicBezTo>
                  <a:cubicBezTo>
                    <a:pt x="203238" y="29427"/>
                    <a:pt x="233892" y="0"/>
                    <a:pt x="271902" y="0"/>
                  </a:cubicBezTo>
                  <a:close/>
                  <a:moveTo>
                    <a:pt x="68662" y="0"/>
                  </a:moveTo>
                  <a:cubicBezTo>
                    <a:pt x="105445" y="0"/>
                    <a:pt x="136098" y="29427"/>
                    <a:pt x="136098" y="67436"/>
                  </a:cubicBezTo>
                  <a:cubicBezTo>
                    <a:pt x="136098" y="105445"/>
                    <a:pt x="105445" y="136098"/>
                    <a:pt x="68662" y="136098"/>
                  </a:cubicBezTo>
                  <a:cubicBezTo>
                    <a:pt x="30653" y="136098"/>
                    <a:pt x="0" y="105445"/>
                    <a:pt x="0" y="67436"/>
                  </a:cubicBezTo>
                  <a:cubicBezTo>
                    <a:pt x="0" y="29427"/>
                    <a:pt x="30653" y="0"/>
                    <a:pt x="68662" y="0"/>
                  </a:cubicBezTo>
                  <a:close/>
                </a:path>
              </a:pathLst>
            </a:custGeom>
            <a:solidFill>
              <a:srgbClr val="2E2E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xmlns="" id="{4988BAB9-F112-0E4E-9E47-1D33286AF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86973" y="7852248"/>
              <a:ext cx="1794988" cy="136087"/>
            </a:xfrm>
            <a:custGeom>
              <a:avLst/>
              <a:gdLst>
                <a:gd name="connsiteX0" fmla="*/ 1726944 w 1794988"/>
                <a:gd name="connsiteY0" fmla="*/ 0 h 136087"/>
                <a:gd name="connsiteX1" fmla="*/ 1794988 w 1794988"/>
                <a:gd name="connsiteY1" fmla="*/ 68044 h 136087"/>
                <a:gd name="connsiteX2" fmla="*/ 1726944 w 1794988"/>
                <a:gd name="connsiteY2" fmla="*/ 136087 h 136087"/>
                <a:gd name="connsiteX3" fmla="*/ 1658901 w 1794988"/>
                <a:gd name="connsiteY3" fmla="*/ 68044 h 136087"/>
                <a:gd name="connsiteX4" fmla="*/ 1726944 w 1794988"/>
                <a:gd name="connsiteY4" fmla="*/ 0 h 136087"/>
                <a:gd name="connsiteX5" fmla="*/ 1518208 w 1794988"/>
                <a:gd name="connsiteY5" fmla="*/ 0 h 136087"/>
                <a:gd name="connsiteX6" fmla="*/ 1586252 w 1794988"/>
                <a:gd name="connsiteY6" fmla="*/ 68044 h 136087"/>
                <a:gd name="connsiteX7" fmla="*/ 1518208 w 1794988"/>
                <a:gd name="connsiteY7" fmla="*/ 136087 h 136087"/>
                <a:gd name="connsiteX8" fmla="*/ 1450165 w 1794988"/>
                <a:gd name="connsiteY8" fmla="*/ 68044 h 136087"/>
                <a:gd name="connsiteX9" fmla="*/ 1518208 w 1794988"/>
                <a:gd name="connsiteY9" fmla="*/ 0 h 136087"/>
                <a:gd name="connsiteX10" fmla="*/ 1314962 w 1794988"/>
                <a:gd name="connsiteY10" fmla="*/ 0 h 136087"/>
                <a:gd name="connsiteX11" fmla="*/ 1383008 w 1794988"/>
                <a:gd name="connsiteY11" fmla="*/ 68044 h 136087"/>
                <a:gd name="connsiteX12" fmla="*/ 1314962 w 1794988"/>
                <a:gd name="connsiteY12" fmla="*/ 136087 h 136087"/>
                <a:gd name="connsiteX13" fmla="*/ 1246917 w 1794988"/>
                <a:gd name="connsiteY13" fmla="*/ 68044 h 136087"/>
                <a:gd name="connsiteX14" fmla="*/ 1314962 w 1794988"/>
                <a:gd name="connsiteY14" fmla="*/ 0 h 136087"/>
                <a:gd name="connsiteX15" fmla="*/ 1105619 w 1794988"/>
                <a:gd name="connsiteY15" fmla="*/ 0 h 136087"/>
                <a:gd name="connsiteX16" fmla="*/ 1174283 w 1794988"/>
                <a:gd name="connsiteY16" fmla="*/ 68044 h 136087"/>
                <a:gd name="connsiteX17" fmla="*/ 1105619 w 1794988"/>
                <a:gd name="connsiteY17" fmla="*/ 136087 h 136087"/>
                <a:gd name="connsiteX18" fmla="*/ 1038181 w 1794988"/>
                <a:gd name="connsiteY18" fmla="*/ 68044 h 136087"/>
                <a:gd name="connsiteX19" fmla="*/ 1105619 w 1794988"/>
                <a:gd name="connsiteY19" fmla="*/ 0 h 136087"/>
                <a:gd name="connsiteX20" fmla="*/ 898109 w 1794988"/>
                <a:gd name="connsiteY20" fmla="*/ 0 h 136087"/>
                <a:gd name="connsiteX21" fmla="*/ 965547 w 1794988"/>
                <a:gd name="connsiteY21" fmla="*/ 68044 h 136087"/>
                <a:gd name="connsiteX22" fmla="*/ 898109 w 1794988"/>
                <a:gd name="connsiteY22" fmla="*/ 136087 h 136087"/>
                <a:gd name="connsiteX23" fmla="*/ 829445 w 1794988"/>
                <a:gd name="connsiteY23" fmla="*/ 68044 h 136087"/>
                <a:gd name="connsiteX24" fmla="*/ 898109 w 1794988"/>
                <a:gd name="connsiteY24" fmla="*/ 0 h 136087"/>
                <a:gd name="connsiteX25" fmla="*/ 688148 w 1794988"/>
                <a:gd name="connsiteY25" fmla="*/ 0 h 136087"/>
                <a:gd name="connsiteX26" fmla="*/ 756812 w 1794988"/>
                <a:gd name="connsiteY26" fmla="*/ 68044 h 136087"/>
                <a:gd name="connsiteX27" fmla="*/ 688148 w 1794988"/>
                <a:gd name="connsiteY27" fmla="*/ 136087 h 136087"/>
                <a:gd name="connsiteX28" fmla="*/ 620710 w 1794988"/>
                <a:gd name="connsiteY28" fmla="*/ 68044 h 136087"/>
                <a:gd name="connsiteX29" fmla="*/ 688148 w 1794988"/>
                <a:gd name="connsiteY29" fmla="*/ 0 h 136087"/>
                <a:gd name="connsiteX30" fmla="*/ 479412 w 1794988"/>
                <a:gd name="connsiteY30" fmla="*/ 0 h 136087"/>
                <a:gd name="connsiteX31" fmla="*/ 548076 w 1794988"/>
                <a:gd name="connsiteY31" fmla="*/ 68044 h 136087"/>
                <a:gd name="connsiteX32" fmla="*/ 479412 w 1794988"/>
                <a:gd name="connsiteY32" fmla="*/ 136087 h 136087"/>
                <a:gd name="connsiteX33" fmla="*/ 411974 w 1794988"/>
                <a:gd name="connsiteY33" fmla="*/ 68044 h 136087"/>
                <a:gd name="connsiteX34" fmla="*/ 479412 w 1794988"/>
                <a:gd name="connsiteY34" fmla="*/ 0 h 136087"/>
                <a:gd name="connsiteX35" fmla="*/ 271902 w 1794988"/>
                <a:gd name="connsiteY35" fmla="*/ 0 h 136087"/>
                <a:gd name="connsiteX36" fmla="*/ 339340 w 1794988"/>
                <a:gd name="connsiteY36" fmla="*/ 68044 h 136087"/>
                <a:gd name="connsiteX37" fmla="*/ 271902 w 1794988"/>
                <a:gd name="connsiteY37" fmla="*/ 136087 h 136087"/>
                <a:gd name="connsiteX38" fmla="*/ 203238 w 1794988"/>
                <a:gd name="connsiteY38" fmla="*/ 68044 h 136087"/>
                <a:gd name="connsiteX39" fmla="*/ 271902 w 1794988"/>
                <a:gd name="connsiteY39" fmla="*/ 0 h 136087"/>
                <a:gd name="connsiteX40" fmla="*/ 68662 w 1794988"/>
                <a:gd name="connsiteY40" fmla="*/ 0 h 136087"/>
                <a:gd name="connsiteX41" fmla="*/ 136098 w 1794988"/>
                <a:gd name="connsiteY41" fmla="*/ 68044 h 136087"/>
                <a:gd name="connsiteX42" fmla="*/ 68662 w 1794988"/>
                <a:gd name="connsiteY42" fmla="*/ 136087 h 136087"/>
                <a:gd name="connsiteX43" fmla="*/ 0 w 1794988"/>
                <a:gd name="connsiteY43" fmla="*/ 68044 h 136087"/>
                <a:gd name="connsiteX44" fmla="*/ 68662 w 1794988"/>
                <a:gd name="connsiteY44" fmla="*/ 0 h 136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794988" h="136087">
                  <a:moveTo>
                    <a:pt x="1726944" y="0"/>
                  </a:moveTo>
                  <a:cubicBezTo>
                    <a:pt x="1765296" y="0"/>
                    <a:pt x="1794988" y="29692"/>
                    <a:pt x="1794988" y="68044"/>
                  </a:cubicBezTo>
                  <a:cubicBezTo>
                    <a:pt x="1794988" y="105158"/>
                    <a:pt x="1765296" y="136087"/>
                    <a:pt x="1726944" y="136087"/>
                  </a:cubicBezTo>
                  <a:cubicBezTo>
                    <a:pt x="1689830" y="136087"/>
                    <a:pt x="1658901" y="105158"/>
                    <a:pt x="1658901" y="68044"/>
                  </a:cubicBezTo>
                  <a:cubicBezTo>
                    <a:pt x="1658901" y="29692"/>
                    <a:pt x="1689830" y="0"/>
                    <a:pt x="1726944" y="0"/>
                  </a:cubicBezTo>
                  <a:close/>
                  <a:moveTo>
                    <a:pt x="1518208" y="0"/>
                  </a:moveTo>
                  <a:cubicBezTo>
                    <a:pt x="1556560" y="0"/>
                    <a:pt x="1586252" y="29692"/>
                    <a:pt x="1586252" y="68044"/>
                  </a:cubicBezTo>
                  <a:cubicBezTo>
                    <a:pt x="1586252" y="105158"/>
                    <a:pt x="1556560" y="136087"/>
                    <a:pt x="1518208" y="136087"/>
                  </a:cubicBezTo>
                  <a:cubicBezTo>
                    <a:pt x="1481094" y="136087"/>
                    <a:pt x="1450165" y="105158"/>
                    <a:pt x="1450165" y="68044"/>
                  </a:cubicBezTo>
                  <a:cubicBezTo>
                    <a:pt x="1450165" y="29692"/>
                    <a:pt x="1481094" y="0"/>
                    <a:pt x="1518208" y="0"/>
                  </a:cubicBezTo>
                  <a:close/>
                  <a:moveTo>
                    <a:pt x="1314962" y="0"/>
                  </a:moveTo>
                  <a:cubicBezTo>
                    <a:pt x="1352078" y="0"/>
                    <a:pt x="1383008" y="29692"/>
                    <a:pt x="1383008" y="68044"/>
                  </a:cubicBezTo>
                  <a:cubicBezTo>
                    <a:pt x="1383008" y="105158"/>
                    <a:pt x="1352078" y="136087"/>
                    <a:pt x="1314962" y="136087"/>
                  </a:cubicBezTo>
                  <a:cubicBezTo>
                    <a:pt x="1277847" y="136087"/>
                    <a:pt x="1246917" y="105158"/>
                    <a:pt x="1246917" y="68044"/>
                  </a:cubicBezTo>
                  <a:cubicBezTo>
                    <a:pt x="1246917" y="29692"/>
                    <a:pt x="1277847" y="0"/>
                    <a:pt x="1314962" y="0"/>
                  </a:cubicBezTo>
                  <a:close/>
                  <a:moveTo>
                    <a:pt x="1105619" y="0"/>
                  </a:moveTo>
                  <a:cubicBezTo>
                    <a:pt x="1143629" y="0"/>
                    <a:pt x="1174283" y="29692"/>
                    <a:pt x="1174283" y="68044"/>
                  </a:cubicBezTo>
                  <a:cubicBezTo>
                    <a:pt x="1174283" y="105158"/>
                    <a:pt x="1143629" y="136087"/>
                    <a:pt x="1105619" y="136087"/>
                  </a:cubicBezTo>
                  <a:cubicBezTo>
                    <a:pt x="1068835" y="136087"/>
                    <a:pt x="1038181" y="105158"/>
                    <a:pt x="1038181" y="68044"/>
                  </a:cubicBezTo>
                  <a:cubicBezTo>
                    <a:pt x="1038181" y="29692"/>
                    <a:pt x="1068835" y="0"/>
                    <a:pt x="1105619" y="0"/>
                  </a:cubicBezTo>
                  <a:close/>
                  <a:moveTo>
                    <a:pt x="898109" y="0"/>
                  </a:moveTo>
                  <a:cubicBezTo>
                    <a:pt x="936119" y="0"/>
                    <a:pt x="965547" y="29692"/>
                    <a:pt x="965547" y="68044"/>
                  </a:cubicBezTo>
                  <a:cubicBezTo>
                    <a:pt x="965547" y="105158"/>
                    <a:pt x="936119" y="136087"/>
                    <a:pt x="898109" y="136087"/>
                  </a:cubicBezTo>
                  <a:cubicBezTo>
                    <a:pt x="860099" y="136087"/>
                    <a:pt x="829445" y="105158"/>
                    <a:pt x="829445" y="68044"/>
                  </a:cubicBezTo>
                  <a:cubicBezTo>
                    <a:pt x="829445" y="29692"/>
                    <a:pt x="860099" y="0"/>
                    <a:pt x="898109" y="0"/>
                  </a:cubicBezTo>
                  <a:close/>
                  <a:moveTo>
                    <a:pt x="688148" y="0"/>
                  </a:moveTo>
                  <a:cubicBezTo>
                    <a:pt x="726158" y="0"/>
                    <a:pt x="756812" y="29692"/>
                    <a:pt x="756812" y="68044"/>
                  </a:cubicBezTo>
                  <a:cubicBezTo>
                    <a:pt x="756812" y="105158"/>
                    <a:pt x="726158" y="136087"/>
                    <a:pt x="688148" y="136087"/>
                  </a:cubicBezTo>
                  <a:cubicBezTo>
                    <a:pt x="650137" y="136087"/>
                    <a:pt x="620710" y="105158"/>
                    <a:pt x="620710" y="68044"/>
                  </a:cubicBezTo>
                  <a:cubicBezTo>
                    <a:pt x="620710" y="29692"/>
                    <a:pt x="650137" y="0"/>
                    <a:pt x="688148" y="0"/>
                  </a:cubicBezTo>
                  <a:close/>
                  <a:moveTo>
                    <a:pt x="479412" y="0"/>
                  </a:moveTo>
                  <a:cubicBezTo>
                    <a:pt x="517422" y="0"/>
                    <a:pt x="548076" y="29692"/>
                    <a:pt x="548076" y="68044"/>
                  </a:cubicBezTo>
                  <a:cubicBezTo>
                    <a:pt x="548076" y="105158"/>
                    <a:pt x="517422" y="136087"/>
                    <a:pt x="479412" y="136087"/>
                  </a:cubicBezTo>
                  <a:cubicBezTo>
                    <a:pt x="441401" y="136087"/>
                    <a:pt x="411974" y="105158"/>
                    <a:pt x="411974" y="68044"/>
                  </a:cubicBezTo>
                  <a:cubicBezTo>
                    <a:pt x="411974" y="29692"/>
                    <a:pt x="441401" y="0"/>
                    <a:pt x="479412" y="0"/>
                  </a:cubicBezTo>
                  <a:close/>
                  <a:moveTo>
                    <a:pt x="271902" y="0"/>
                  </a:moveTo>
                  <a:cubicBezTo>
                    <a:pt x="308686" y="0"/>
                    <a:pt x="339340" y="29692"/>
                    <a:pt x="339340" y="68044"/>
                  </a:cubicBezTo>
                  <a:cubicBezTo>
                    <a:pt x="339340" y="105158"/>
                    <a:pt x="308686" y="136087"/>
                    <a:pt x="271902" y="136087"/>
                  </a:cubicBezTo>
                  <a:cubicBezTo>
                    <a:pt x="233892" y="136087"/>
                    <a:pt x="203238" y="105158"/>
                    <a:pt x="203238" y="68044"/>
                  </a:cubicBezTo>
                  <a:cubicBezTo>
                    <a:pt x="203238" y="29692"/>
                    <a:pt x="233892" y="0"/>
                    <a:pt x="271902" y="0"/>
                  </a:cubicBezTo>
                  <a:close/>
                  <a:moveTo>
                    <a:pt x="68662" y="0"/>
                  </a:moveTo>
                  <a:cubicBezTo>
                    <a:pt x="105445" y="0"/>
                    <a:pt x="136098" y="29692"/>
                    <a:pt x="136098" y="68044"/>
                  </a:cubicBezTo>
                  <a:cubicBezTo>
                    <a:pt x="136098" y="105158"/>
                    <a:pt x="105445" y="136087"/>
                    <a:pt x="68662" y="136087"/>
                  </a:cubicBezTo>
                  <a:cubicBezTo>
                    <a:pt x="30653" y="136087"/>
                    <a:pt x="0" y="105158"/>
                    <a:pt x="0" y="68044"/>
                  </a:cubicBezTo>
                  <a:cubicBezTo>
                    <a:pt x="0" y="29692"/>
                    <a:pt x="30653" y="0"/>
                    <a:pt x="68662" y="0"/>
                  </a:cubicBezTo>
                  <a:close/>
                </a:path>
              </a:pathLst>
            </a:custGeom>
            <a:solidFill>
              <a:srgbClr val="2E2E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xmlns="" id="{BC1CAEE2-8F29-8E43-8188-1FEEB6330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3165" y="6890959"/>
              <a:ext cx="427200" cy="152550"/>
            </a:xfrm>
            <a:custGeom>
              <a:avLst/>
              <a:gdLst>
                <a:gd name="connsiteX0" fmla="*/ 141564 w 427200"/>
                <a:gd name="connsiteY0" fmla="*/ 51792 h 152550"/>
                <a:gd name="connsiteX1" fmla="*/ 127753 w 427200"/>
                <a:gd name="connsiteY1" fmla="*/ 58069 h 152550"/>
                <a:gd name="connsiteX2" fmla="*/ 121475 w 427200"/>
                <a:gd name="connsiteY2" fmla="*/ 76903 h 152550"/>
                <a:gd name="connsiteX3" fmla="*/ 127753 w 427200"/>
                <a:gd name="connsiteY3" fmla="*/ 95736 h 152550"/>
                <a:gd name="connsiteX4" fmla="*/ 141564 w 427200"/>
                <a:gd name="connsiteY4" fmla="*/ 102014 h 152550"/>
                <a:gd name="connsiteX5" fmla="*/ 155375 w 427200"/>
                <a:gd name="connsiteY5" fmla="*/ 95736 h 152550"/>
                <a:gd name="connsiteX6" fmla="*/ 161653 w 427200"/>
                <a:gd name="connsiteY6" fmla="*/ 76903 h 152550"/>
                <a:gd name="connsiteX7" fmla="*/ 155375 w 427200"/>
                <a:gd name="connsiteY7" fmla="*/ 58069 h 152550"/>
                <a:gd name="connsiteX8" fmla="*/ 141564 w 427200"/>
                <a:gd name="connsiteY8" fmla="*/ 51792 h 152550"/>
                <a:gd name="connsiteX9" fmla="*/ 239580 w 427200"/>
                <a:gd name="connsiteY9" fmla="*/ 50586 h 152550"/>
                <a:gd name="connsiteX10" fmla="*/ 225636 w 427200"/>
                <a:gd name="connsiteY10" fmla="*/ 56880 h 152550"/>
                <a:gd name="connsiteX11" fmla="*/ 220566 w 427200"/>
                <a:gd name="connsiteY11" fmla="*/ 74503 h 152550"/>
                <a:gd name="connsiteX12" fmla="*/ 225636 w 427200"/>
                <a:gd name="connsiteY12" fmla="*/ 94645 h 152550"/>
                <a:gd name="connsiteX13" fmla="*/ 238312 w 427200"/>
                <a:gd name="connsiteY13" fmla="*/ 100939 h 152550"/>
                <a:gd name="connsiteX14" fmla="*/ 252256 w 427200"/>
                <a:gd name="connsiteY14" fmla="*/ 94645 h 152550"/>
                <a:gd name="connsiteX15" fmla="*/ 257326 w 427200"/>
                <a:gd name="connsiteY15" fmla="*/ 75762 h 152550"/>
                <a:gd name="connsiteX16" fmla="*/ 252256 w 427200"/>
                <a:gd name="connsiteY16" fmla="*/ 56880 h 152550"/>
                <a:gd name="connsiteX17" fmla="*/ 239580 w 427200"/>
                <a:gd name="connsiteY17" fmla="*/ 50586 h 152550"/>
                <a:gd name="connsiteX18" fmla="*/ 233242 w 427200"/>
                <a:gd name="connsiteY18" fmla="*/ 32962 h 152550"/>
                <a:gd name="connsiteX19" fmla="*/ 259861 w 427200"/>
                <a:gd name="connsiteY19" fmla="*/ 46809 h 152550"/>
                <a:gd name="connsiteX20" fmla="*/ 259861 w 427200"/>
                <a:gd name="connsiteY20" fmla="*/ 35480 h 152550"/>
                <a:gd name="connsiteX21" fmla="*/ 278875 w 427200"/>
                <a:gd name="connsiteY21" fmla="*/ 35480 h 152550"/>
                <a:gd name="connsiteX22" fmla="*/ 278875 w 427200"/>
                <a:gd name="connsiteY22" fmla="*/ 111009 h 152550"/>
                <a:gd name="connsiteX23" fmla="*/ 277608 w 427200"/>
                <a:gd name="connsiteY23" fmla="*/ 132409 h 152550"/>
                <a:gd name="connsiteX24" fmla="*/ 270002 w 427200"/>
                <a:gd name="connsiteY24" fmla="*/ 143739 h 152550"/>
                <a:gd name="connsiteX25" fmla="*/ 258594 w 427200"/>
                <a:gd name="connsiteY25" fmla="*/ 150033 h 152550"/>
                <a:gd name="connsiteX26" fmla="*/ 240847 w 427200"/>
                <a:gd name="connsiteY26" fmla="*/ 152550 h 152550"/>
                <a:gd name="connsiteX27" fmla="*/ 210425 w 427200"/>
                <a:gd name="connsiteY27" fmla="*/ 146256 h 152550"/>
                <a:gd name="connsiteX28" fmla="*/ 200284 w 427200"/>
                <a:gd name="connsiteY28" fmla="*/ 127374 h 152550"/>
                <a:gd name="connsiteX29" fmla="*/ 200284 w 427200"/>
                <a:gd name="connsiteY29" fmla="*/ 124856 h 152550"/>
                <a:gd name="connsiteX30" fmla="*/ 225636 w 427200"/>
                <a:gd name="connsiteY30" fmla="*/ 127374 h 152550"/>
                <a:gd name="connsiteX31" fmla="*/ 229439 w 427200"/>
                <a:gd name="connsiteY31" fmla="*/ 133668 h 152550"/>
                <a:gd name="connsiteX32" fmla="*/ 239580 w 427200"/>
                <a:gd name="connsiteY32" fmla="*/ 136186 h 152550"/>
                <a:gd name="connsiteX33" fmla="*/ 252256 w 427200"/>
                <a:gd name="connsiteY33" fmla="*/ 133668 h 152550"/>
                <a:gd name="connsiteX34" fmla="*/ 256059 w 427200"/>
                <a:gd name="connsiteY34" fmla="*/ 127374 h 152550"/>
                <a:gd name="connsiteX35" fmla="*/ 257326 w 427200"/>
                <a:gd name="connsiteY35" fmla="*/ 117303 h 152550"/>
                <a:gd name="connsiteX36" fmla="*/ 257326 w 427200"/>
                <a:gd name="connsiteY36" fmla="*/ 104715 h 152550"/>
                <a:gd name="connsiteX37" fmla="*/ 231974 w 427200"/>
                <a:gd name="connsiteY37" fmla="*/ 118562 h 152550"/>
                <a:gd name="connsiteX38" fmla="*/ 205355 w 427200"/>
                <a:gd name="connsiteY38" fmla="*/ 104715 h 152550"/>
                <a:gd name="connsiteX39" fmla="*/ 197749 w 427200"/>
                <a:gd name="connsiteY39" fmla="*/ 77021 h 152550"/>
                <a:gd name="connsiteX40" fmla="*/ 207890 w 427200"/>
                <a:gd name="connsiteY40" fmla="*/ 44292 h 152550"/>
                <a:gd name="connsiteX41" fmla="*/ 233242 w 427200"/>
                <a:gd name="connsiteY41" fmla="*/ 32962 h 152550"/>
                <a:gd name="connsiteX42" fmla="*/ 399465 w 427200"/>
                <a:gd name="connsiteY42" fmla="*/ 32958 h 152550"/>
                <a:gd name="connsiteX43" fmla="*/ 413333 w 427200"/>
                <a:gd name="connsiteY43" fmla="*/ 35506 h 152550"/>
                <a:gd name="connsiteX44" fmla="*/ 422157 w 427200"/>
                <a:gd name="connsiteY44" fmla="*/ 43148 h 152550"/>
                <a:gd name="connsiteX45" fmla="*/ 425940 w 427200"/>
                <a:gd name="connsiteY45" fmla="*/ 52065 h 152550"/>
                <a:gd name="connsiteX46" fmla="*/ 427200 w 427200"/>
                <a:gd name="connsiteY46" fmla="*/ 67350 h 152550"/>
                <a:gd name="connsiteX47" fmla="*/ 427200 w 427200"/>
                <a:gd name="connsiteY47" fmla="*/ 119573 h 152550"/>
                <a:gd name="connsiteX48" fmla="*/ 405768 w 427200"/>
                <a:gd name="connsiteY48" fmla="*/ 119573 h 152550"/>
                <a:gd name="connsiteX49" fmla="*/ 405768 w 427200"/>
                <a:gd name="connsiteY49" fmla="*/ 77540 h 152550"/>
                <a:gd name="connsiteX50" fmla="*/ 404508 w 427200"/>
                <a:gd name="connsiteY50" fmla="*/ 59707 h 152550"/>
                <a:gd name="connsiteX51" fmla="*/ 399465 w 427200"/>
                <a:gd name="connsiteY51" fmla="*/ 53338 h 152550"/>
                <a:gd name="connsiteX52" fmla="*/ 391901 w 427200"/>
                <a:gd name="connsiteY52" fmla="*/ 50791 h 152550"/>
                <a:gd name="connsiteX53" fmla="*/ 381815 w 427200"/>
                <a:gd name="connsiteY53" fmla="*/ 53338 h 152550"/>
                <a:gd name="connsiteX54" fmla="*/ 375511 w 427200"/>
                <a:gd name="connsiteY54" fmla="*/ 62255 h 152550"/>
                <a:gd name="connsiteX55" fmla="*/ 374251 w 427200"/>
                <a:gd name="connsiteY55" fmla="*/ 81361 h 152550"/>
                <a:gd name="connsiteX56" fmla="*/ 374251 w 427200"/>
                <a:gd name="connsiteY56" fmla="*/ 119573 h 152550"/>
                <a:gd name="connsiteX57" fmla="*/ 351558 w 427200"/>
                <a:gd name="connsiteY57" fmla="*/ 119573 h 152550"/>
                <a:gd name="connsiteX58" fmla="*/ 351558 w 427200"/>
                <a:gd name="connsiteY58" fmla="*/ 35506 h 152550"/>
                <a:gd name="connsiteX59" fmla="*/ 371729 w 427200"/>
                <a:gd name="connsiteY59" fmla="*/ 35506 h 152550"/>
                <a:gd name="connsiteX60" fmla="*/ 371729 w 427200"/>
                <a:gd name="connsiteY60" fmla="*/ 46970 h 152550"/>
                <a:gd name="connsiteX61" fmla="*/ 399465 w 427200"/>
                <a:gd name="connsiteY61" fmla="*/ 32958 h 152550"/>
                <a:gd name="connsiteX62" fmla="*/ 141564 w 427200"/>
                <a:gd name="connsiteY62" fmla="*/ 32958 h 152550"/>
                <a:gd name="connsiteX63" fmla="*/ 172953 w 427200"/>
                <a:gd name="connsiteY63" fmla="*/ 45514 h 152550"/>
                <a:gd name="connsiteX64" fmla="*/ 185508 w 427200"/>
                <a:gd name="connsiteY64" fmla="*/ 76903 h 152550"/>
                <a:gd name="connsiteX65" fmla="*/ 172953 w 427200"/>
                <a:gd name="connsiteY65" fmla="*/ 108292 h 152550"/>
                <a:gd name="connsiteX66" fmla="*/ 141564 w 427200"/>
                <a:gd name="connsiteY66" fmla="*/ 119592 h 152550"/>
                <a:gd name="connsiteX67" fmla="*/ 120219 w 427200"/>
                <a:gd name="connsiteY67" fmla="*/ 115825 h 152550"/>
                <a:gd name="connsiteX68" fmla="*/ 103897 w 427200"/>
                <a:gd name="connsiteY68" fmla="*/ 100758 h 152550"/>
                <a:gd name="connsiteX69" fmla="*/ 98875 w 427200"/>
                <a:gd name="connsiteY69" fmla="*/ 75647 h 152550"/>
                <a:gd name="connsiteX70" fmla="*/ 103897 w 427200"/>
                <a:gd name="connsiteY70" fmla="*/ 54303 h 152550"/>
                <a:gd name="connsiteX71" fmla="*/ 120219 w 427200"/>
                <a:gd name="connsiteY71" fmla="*/ 39236 h 152550"/>
                <a:gd name="connsiteX72" fmla="*/ 141564 w 427200"/>
                <a:gd name="connsiteY72" fmla="*/ 32958 h 152550"/>
                <a:gd name="connsiteX73" fmla="*/ 302116 w 427200"/>
                <a:gd name="connsiteY73" fmla="*/ 32250 h 152550"/>
                <a:gd name="connsiteX74" fmla="*/ 322932 w 427200"/>
                <a:gd name="connsiteY74" fmla="*/ 32250 h 152550"/>
                <a:gd name="connsiteX75" fmla="*/ 322932 w 427200"/>
                <a:gd name="connsiteY75" fmla="*/ 114116 h 152550"/>
                <a:gd name="connsiteX76" fmla="*/ 302116 w 427200"/>
                <a:gd name="connsiteY76" fmla="*/ 114116 h 152550"/>
                <a:gd name="connsiteX77" fmla="*/ 302116 w 427200"/>
                <a:gd name="connsiteY77" fmla="*/ 0 h 152550"/>
                <a:gd name="connsiteX78" fmla="*/ 322932 w 427200"/>
                <a:gd name="connsiteY78" fmla="*/ 0 h 152550"/>
                <a:gd name="connsiteX79" fmla="*/ 322932 w 427200"/>
                <a:gd name="connsiteY79" fmla="*/ 21087 h 152550"/>
                <a:gd name="connsiteX80" fmla="*/ 302116 w 427200"/>
                <a:gd name="connsiteY80" fmla="*/ 21087 h 152550"/>
                <a:gd name="connsiteX81" fmla="*/ 0 w 427200"/>
                <a:gd name="connsiteY81" fmla="*/ 0 h 152550"/>
                <a:gd name="connsiteX82" fmla="*/ 23719 w 427200"/>
                <a:gd name="connsiteY82" fmla="*/ 0 h 152550"/>
                <a:gd name="connsiteX83" fmla="*/ 23719 w 427200"/>
                <a:gd name="connsiteY83" fmla="*/ 95294 h 152550"/>
                <a:gd name="connsiteX84" fmla="*/ 81146 w 427200"/>
                <a:gd name="connsiteY84" fmla="*/ 95294 h 152550"/>
                <a:gd name="connsiteX85" fmla="*/ 81146 w 427200"/>
                <a:gd name="connsiteY85" fmla="*/ 114102 h 152550"/>
                <a:gd name="connsiteX86" fmla="*/ 0 w 427200"/>
                <a:gd name="connsiteY86" fmla="*/ 114102 h 152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427200" h="152550">
                  <a:moveTo>
                    <a:pt x="141564" y="51792"/>
                  </a:moveTo>
                  <a:cubicBezTo>
                    <a:pt x="135286" y="51792"/>
                    <a:pt x="131519" y="53047"/>
                    <a:pt x="127753" y="58069"/>
                  </a:cubicBezTo>
                  <a:cubicBezTo>
                    <a:pt x="123986" y="63092"/>
                    <a:pt x="121475" y="68114"/>
                    <a:pt x="121475" y="76903"/>
                  </a:cubicBezTo>
                  <a:cubicBezTo>
                    <a:pt x="121475" y="84436"/>
                    <a:pt x="123986" y="91969"/>
                    <a:pt x="127753" y="95736"/>
                  </a:cubicBezTo>
                  <a:cubicBezTo>
                    <a:pt x="131519" y="100758"/>
                    <a:pt x="135286" y="102014"/>
                    <a:pt x="141564" y="102014"/>
                  </a:cubicBezTo>
                  <a:cubicBezTo>
                    <a:pt x="147842" y="102014"/>
                    <a:pt x="151608" y="100758"/>
                    <a:pt x="155375" y="95736"/>
                  </a:cubicBezTo>
                  <a:cubicBezTo>
                    <a:pt x="160397" y="91969"/>
                    <a:pt x="161653" y="84436"/>
                    <a:pt x="161653" y="76903"/>
                  </a:cubicBezTo>
                  <a:cubicBezTo>
                    <a:pt x="161653" y="68114"/>
                    <a:pt x="160397" y="63092"/>
                    <a:pt x="155375" y="58069"/>
                  </a:cubicBezTo>
                  <a:cubicBezTo>
                    <a:pt x="151608" y="53047"/>
                    <a:pt x="147842" y="51792"/>
                    <a:pt x="141564" y="51792"/>
                  </a:cubicBezTo>
                  <a:close/>
                  <a:moveTo>
                    <a:pt x="239580" y="50586"/>
                  </a:moveTo>
                  <a:cubicBezTo>
                    <a:pt x="234509" y="50586"/>
                    <a:pt x="229439" y="53103"/>
                    <a:pt x="225636" y="56880"/>
                  </a:cubicBezTo>
                  <a:cubicBezTo>
                    <a:pt x="221833" y="60656"/>
                    <a:pt x="220566" y="66950"/>
                    <a:pt x="220566" y="74503"/>
                  </a:cubicBezTo>
                  <a:cubicBezTo>
                    <a:pt x="220566" y="84574"/>
                    <a:pt x="221833" y="90868"/>
                    <a:pt x="225636" y="94645"/>
                  </a:cubicBezTo>
                  <a:cubicBezTo>
                    <a:pt x="229439" y="98421"/>
                    <a:pt x="234509" y="100939"/>
                    <a:pt x="238312" y="100939"/>
                  </a:cubicBezTo>
                  <a:cubicBezTo>
                    <a:pt x="243383" y="100939"/>
                    <a:pt x="248453" y="98421"/>
                    <a:pt x="252256" y="94645"/>
                  </a:cubicBezTo>
                  <a:cubicBezTo>
                    <a:pt x="256059" y="90868"/>
                    <a:pt x="257326" y="84574"/>
                    <a:pt x="257326" y="75762"/>
                  </a:cubicBezTo>
                  <a:cubicBezTo>
                    <a:pt x="257326" y="66950"/>
                    <a:pt x="256059" y="60656"/>
                    <a:pt x="252256" y="56880"/>
                  </a:cubicBezTo>
                  <a:cubicBezTo>
                    <a:pt x="249721" y="53103"/>
                    <a:pt x="244650" y="50586"/>
                    <a:pt x="239580" y="50586"/>
                  </a:cubicBezTo>
                  <a:close/>
                  <a:moveTo>
                    <a:pt x="233242" y="32962"/>
                  </a:moveTo>
                  <a:cubicBezTo>
                    <a:pt x="243383" y="32962"/>
                    <a:pt x="252256" y="37998"/>
                    <a:pt x="259861" y="46809"/>
                  </a:cubicBezTo>
                  <a:lnTo>
                    <a:pt x="259861" y="35480"/>
                  </a:lnTo>
                  <a:lnTo>
                    <a:pt x="278875" y="35480"/>
                  </a:lnTo>
                  <a:lnTo>
                    <a:pt x="278875" y="111009"/>
                  </a:lnTo>
                  <a:cubicBezTo>
                    <a:pt x="278875" y="119821"/>
                    <a:pt x="278875" y="127374"/>
                    <a:pt x="277608" y="132409"/>
                  </a:cubicBezTo>
                  <a:cubicBezTo>
                    <a:pt x="276340" y="137445"/>
                    <a:pt x="273805" y="141221"/>
                    <a:pt x="270002" y="143739"/>
                  </a:cubicBezTo>
                  <a:cubicBezTo>
                    <a:pt x="268735" y="146256"/>
                    <a:pt x="263664" y="148774"/>
                    <a:pt x="258594" y="150033"/>
                  </a:cubicBezTo>
                  <a:cubicBezTo>
                    <a:pt x="254791" y="152550"/>
                    <a:pt x="248453" y="152550"/>
                    <a:pt x="240847" y="152550"/>
                  </a:cubicBezTo>
                  <a:cubicBezTo>
                    <a:pt x="225636" y="152550"/>
                    <a:pt x="215495" y="150033"/>
                    <a:pt x="210425" y="146256"/>
                  </a:cubicBezTo>
                  <a:cubicBezTo>
                    <a:pt x="204087" y="139962"/>
                    <a:pt x="200284" y="133668"/>
                    <a:pt x="200284" y="127374"/>
                  </a:cubicBezTo>
                  <a:cubicBezTo>
                    <a:pt x="200284" y="126115"/>
                    <a:pt x="200284" y="124856"/>
                    <a:pt x="200284" y="124856"/>
                  </a:cubicBezTo>
                  <a:lnTo>
                    <a:pt x="225636" y="127374"/>
                  </a:lnTo>
                  <a:cubicBezTo>
                    <a:pt x="226904" y="131150"/>
                    <a:pt x="228171" y="132409"/>
                    <a:pt x="229439" y="133668"/>
                  </a:cubicBezTo>
                  <a:cubicBezTo>
                    <a:pt x="231974" y="134927"/>
                    <a:pt x="234509" y="136186"/>
                    <a:pt x="239580" y="136186"/>
                  </a:cubicBezTo>
                  <a:cubicBezTo>
                    <a:pt x="244650" y="136186"/>
                    <a:pt x="249721" y="134927"/>
                    <a:pt x="252256" y="133668"/>
                  </a:cubicBezTo>
                  <a:cubicBezTo>
                    <a:pt x="254791" y="132409"/>
                    <a:pt x="256059" y="131150"/>
                    <a:pt x="256059" y="127374"/>
                  </a:cubicBezTo>
                  <a:cubicBezTo>
                    <a:pt x="257326" y="126115"/>
                    <a:pt x="257326" y="122339"/>
                    <a:pt x="257326" y="117303"/>
                  </a:cubicBezTo>
                  <a:lnTo>
                    <a:pt x="257326" y="104715"/>
                  </a:lnTo>
                  <a:cubicBezTo>
                    <a:pt x="250988" y="114786"/>
                    <a:pt x="242115" y="118562"/>
                    <a:pt x="231974" y="118562"/>
                  </a:cubicBezTo>
                  <a:cubicBezTo>
                    <a:pt x="221833" y="118562"/>
                    <a:pt x="211693" y="114786"/>
                    <a:pt x="205355" y="104715"/>
                  </a:cubicBezTo>
                  <a:cubicBezTo>
                    <a:pt x="200284" y="97162"/>
                    <a:pt x="197749" y="88350"/>
                    <a:pt x="197749" y="77021"/>
                  </a:cubicBezTo>
                  <a:cubicBezTo>
                    <a:pt x="197749" y="63174"/>
                    <a:pt x="201552" y="51845"/>
                    <a:pt x="207890" y="44292"/>
                  </a:cubicBezTo>
                  <a:cubicBezTo>
                    <a:pt x="215495" y="37998"/>
                    <a:pt x="223101" y="32962"/>
                    <a:pt x="233242" y="32962"/>
                  </a:cubicBezTo>
                  <a:close/>
                  <a:moveTo>
                    <a:pt x="399465" y="32958"/>
                  </a:moveTo>
                  <a:cubicBezTo>
                    <a:pt x="404508" y="32958"/>
                    <a:pt x="408290" y="34232"/>
                    <a:pt x="413333" y="35506"/>
                  </a:cubicBezTo>
                  <a:cubicBezTo>
                    <a:pt x="417115" y="38053"/>
                    <a:pt x="419636" y="40601"/>
                    <a:pt x="422157" y="43148"/>
                  </a:cubicBezTo>
                  <a:cubicBezTo>
                    <a:pt x="424679" y="45696"/>
                    <a:pt x="425940" y="49517"/>
                    <a:pt x="425940" y="52065"/>
                  </a:cubicBezTo>
                  <a:cubicBezTo>
                    <a:pt x="427200" y="55886"/>
                    <a:pt x="427200" y="60981"/>
                    <a:pt x="427200" y="67350"/>
                  </a:cubicBezTo>
                  <a:lnTo>
                    <a:pt x="427200" y="119573"/>
                  </a:lnTo>
                  <a:lnTo>
                    <a:pt x="405768" y="119573"/>
                  </a:lnTo>
                  <a:lnTo>
                    <a:pt x="405768" y="77540"/>
                  </a:lnTo>
                  <a:cubicBezTo>
                    <a:pt x="405768" y="67350"/>
                    <a:pt x="404508" y="60981"/>
                    <a:pt x="404508" y="59707"/>
                  </a:cubicBezTo>
                  <a:cubicBezTo>
                    <a:pt x="403247" y="55886"/>
                    <a:pt x="401986" y="54612"/>
                    <a:pt x="399465" y="53338"/>
                  </a:cubicBezTo>
                  <a:cubicBezTo>
                    <a:pt x="396943" y="52065"/>
                    <a:pt x="394422" y="50791"/>
                    <a:pt x="391901" y="50791"/>
                  </a:cubicBezTo>
                  <a:cubicBezTo>
                    <a:pt x="388118" y="50791"/>
                    <a:pt x="384336" y="52065"/>
                    <a:pt x="381815" y="53338"/>
                  </a:cubicBezTo>
                  <a:cubicBezTo>
                    <a:pt x="378033" y="55886"/>
                    <a:pt x="376772" y="58433"/>
                    <a:pt x="375511" y="62255"/>
                  </a:cubicBezTo>
                  <a:cubicBezTo>
                    <a:pt x="374251" y="66076"/>
                    <a:pt x="374251" y="72445"/>
                    <a:pt x="374251" y="81361"/>
                  </a:cubicBezTo>
                  <a:lnTo>
                    <a:pt x="374251" y="119573"/>
                  </a:lnTo>
                  <a:lnTo>
                    <a:pt x="351558" y="119573"/>
                  </a:lnTo>
                  <a:lnTo>
                    <a:pt x="351558" y="35506"/>
                  </a:lnTo>
                  <a:lnTo>
                    <a:pt x="371729" y="35506"/>
                  </a:lnTo>
                  <a:lnTo>
                    <a:pt x="371729" y="46970"/>
                  </a:lnTo>
                  <a:cubicBezTo>
                    <a:pt x="379294" y="38053"/>
                    <a:pt x="388118" y="32958"/>
                    <a:pt x="399465" y="32958"/>
                  </a:cubicBezTo>
                  <a:close/>
                  <a:moveTo>
                    <a:pt x="141564" y="32958"/>
                  </a:moveTo>
                  <a:cubicBezTo>
                    <a:pt x="154120" y="32958"/>
                    <a:pt x="164164" y="37980"/>
                    <a:pt x="172953" y="45514"/>
                  </a:cubicBezTo>
                  <a:cubicBezTo>
                    <a:pt x="180486" y="54303"/>
                    <a:pt x="185508" y="64347"/>
                    <a:pt x="185508" y="76903"/>
                  </a:cubicBezTo>
                  <a:cubicBezTo>
                    <a:pt x="185508" y="89458"/>
                    <a:pt x="180486" y="99503"/>
                    <a:pt x="172953" y="108292"/>
                  </a:cubicBezTo>
                  <a:cubicBezTo>
                    <a:pt x="164164" y="117081"/>
                    <a:pt x="154120" y="119592"/>
                    <a:pt x="141564" y="119592"/>
                  </a:cubicBezTo>
                  <a:cubicBezTo>
                    <a:pt x="134031" y="119592"/>
                    <a:pt x="126497" y="118336"/>
                    <a:pt x="120219" y="115825"/>
                  </a:cubicBezTo>
                  <a:cubicBezTo>
                    <a:pt x="112686" y="112058"/>
                    <a:pt x="107664" y="107036"/>
                    <a:pt x="103897" y="100758"/>
                  </a:cubicBezTo>
                  <a:cubicBezTo>
                    <a:pt x="100131" y="93225"/>
                    <a:pt x="98875" y="85692"/>
                    <a:pt x="98875" y="75647"/>
                  </a:cubicBezTo>
                  <a:cubicBezTo>
                    <a:pt x="98875" y="68114"/>
                    <a:pt x="100131" y="60581"/>
                    <a:pt x="103897" y="54303"/>
                  </a:cubicBezTo>
                  <a:cubicBezTo>
                    <a:pt x="107664" y="48025"/>
                    <a:pt x="112686" y="43003"/>
                    <a:pt x="120219" y="39236"/>
                  </a:cubicBezTo>
                  <a:cubicBezTo>
                    <a:pt x="126497" y="35469"/>
                    <a:pt x="134031" y="32958"/>
                    <a:pt x="141564" y="32958"/>
                  </a:cubicBezTo>
                  <a:close/>
                  <a:moveTo>
                    <a:pt x="302116" y="32250"/>
                  </a:moveTo>
                  <a:lnTo>
                    <a:pt x="322932" y="32250"/>
                  </a:lnTo>
                  <a:lnTo>
                    <a:pt x="322932" y="114116"/>
                  </a:lnTo>
                  <a:lnTo>
                    <a:pt x="302116" y="114116"/>
                  </a:lnTo>
                  <a:close/>
                  <a:moveTo>
                    <a:pt x="302116" y="0"/>
                  </a:moveTo>
                  <a:lnTo>
                    <a:pt x="322932" y="0"/>
                  </a:lnTo>
                  <a:lnTo>
                    <a:pt x="322932" y="21087"/>
                  </a:lnTo>
                  <a:lnTo>
                    <a:pt x="302116" y="21087"/>
                  </a:lnTo>
                  <a:close/>
                  <a:moveTo>
                    <a:pt x="0" y="0"/>
                  </a:moveTo>
                  <a:lnTo>
                    <a:pt x="23719" y="0"/>
                  </a:lnTo>
                  <a:lnTo>
                    <a:pt x="23719" y="95294"/>
                  </a:lnTo>
                  <a:lnTo>
                    <a:pt x="81146" y="95294"/>
                  </a:lnTo>
                  <a:lnTo>
                    <a:pt x="81146" y="114102"/>
                  </a:lnTo>
                  <a:lnTo>
                    <a:pt x="0" y="114102"/>
                  </a:lnTo>
                  <a:close/>
                </a:path>
              </a:pathLst>
            </a:custGeom>
            <a:solidFill>
              <a:srgbClr val="2E2E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xmlns="" id="{8B15BFFF-375D-184A-8D78-CD4814FB2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33165" y="7539138"/>
              <a:ext cx="756795" cy="114148"/>
            </a:xfrm>
            <a:custGeom>
              <a:avLst/>
              <a:gdLst>
                <a:gd name="connsiteX0" fmla="*/ 154417 w 756795"/>
                <a:gd name="connsiteY0" fmla="*/ 72667 h 114148"/>
                <a:gd name="connsiteX1" fmla="*/ 142210 w 756795"/>
                <a:gd name="connsiteY1" fmla="*/ 76434 h 114148"/>
                <a:gd name="connsiteX2" fmla="*/ 130003 w 756795"/>
                <a:gd name="connsiteY2" fmla="*/ 80201 h 114148"/>
                <a:gd name="connsiteX3" fmla="*/ 125121 w 756795"/>
                <a:gd name="connsiteY3" fmla="*/ 87734 h 114148"/>
                <a:gd name="connsiteX4" fmla="*/ 128783 w 756795"/>
                <a:gd name="connsiteY4" fmla="*/ 96523 h 114148"/>
                <a:gd name="connsiteX5" fmla="*/ 137327 w 756795"/>
                <a:gd name="connsiteY5" fmla="*/ 99034 h 114148"/>
                <a:gd name="connsiteX6" fmla="*/ 148314 w 756795"/>
                <a:gd name="connsiteY6" fmla="*/ 95267 h 114148"/>
                <a:gd name="connsiteX7" fmla="*/ 154417 w 756795"/>
                <a:gd name="connsiteY7" fmla="*/ 87734 h 114148"/>
                <a:gd name="connsiteX8" fmla="*/ 154417 w 756795"/>
                <a:gd name="connsiteY8" fmla="*/ 77690 h 114148"/>
                <a:gd name="connsiteX9" fmla="*/ 716845 w 756795"/>
                <a:gd name="connsiteY9" fmla="*/ 45895 h 114148"/>
                <a:gd name="connsiteX10" fmla="*/ 703112 w 756795"/>
                <a:gd name="connsiteY10" fmla="*/ 52097 h 114148"/>
                <a:gd name="connsiteX11" fmla="*/ 698118 w 756795"/>
                <a:gd name="connsiteY11" fmla="*/ 69462 h 114148"/>
                <a:gd name="connsiteX12" fmla="*/ 701863 w 756795"/>
                <a:gd name="connsiteY12" fmla="*/ 88068 h 114148"/>
                <a:gd name="connsiteX13" fmla="*/ 716845 w 756795"/>
                <a:gd name="connsiteY13" fmla="*/ 97991 h 114148"/>
                <a:gd name="connsiteX14" fmla="*/ 729329 w 756795"/>
                <a:gd name="connsiteY14" fmla="*/ 90549 h 114148"/>
                <a:gd name="connsiteX15" fmla="*/ 734323 w 756795"/>
                <a:gd name="connsiteY15" fmla="*/ 71943 h 114148"/>
                <a:gd name="connsiteX16" fmla="*/ 729329 w 756795"/>
                <a:gd name="connsiteY16" fmla="*/ 52097 h 114148"/>
                <a:gd name="connsiteX17" fmla="*/ 716845 w 756795"/>
                <a:gd name="connsiteY17" fmla="*/ 45895 h 114148"/>
                <a:gd name="connsiteX18" fmla="*/ 554159 w 756795"/>
                <a:gd name="connsiteY18" fmla="*/ 45045 h 114148"/>
                <a:gd name="connsiteX19" fmla="*/ 538874 w 756795"/>
                <a:gd name="connsiteY19" fmla="*/ 52578 h 114148"/>
                <a:gd name="connsiteX20" fmla="*/ 533779 w 756795"/>
                <a:gd name="connsiteY20" fmla="*/ 71412 h 114148"/>
                <a:gd name="connsiteX21" fmla="*/ 538874 w 756795"/>
                <a:gd name="connsiteY21" fmla="*/ 90245 h 114148"/>
                <a:gd name="connsiteX22" fmla="*/ 554159 w 756795"/>
                <a:gd name="connsiteY22" fmla="*/ 96523 h 114148"/>
                <a:gd name="connsiteX23" fmla="*/ 568170 w 756795"/>
                <a:gd name="connsiteY23" fmla="*/ 90245 h 114148"/>
                <a:gd name="connsiteX24" fmla="*/ 574539 w 756795"/>
                <a:gd name="connsiteY24" fmla="*/ 71412 h 114148"/>
                <a:gd name="connsiteX25" fmla="*/ 568170 w 756795"/>
                <a:gd name="connsiteY25" fmla="*/ 52578 h 114148"/>
                <a:gd name="connsiteX26" fmla="*/ 554159 w 756795"/>
                <a:gd name="connsiteY26" fmla="*/ 45045 h 114148"/>
                <a:gd name="connsiteX27" fmla="*/ 379022 w 756795"/>
                <a:gd name="connsiteY27" fmla="*/ 32962 h 114148"/>
                <a:gd name="connsiteX28" fmla="*/ 399774 w 756795"/>
                <a:gd name="connsiteY28" fmla="*/ 32962 h 114148"/>
                <a:gd name="connsiteX29" fmla="*/ 414422 w 756795"/>
                <a:gd name="connsiteY29" fmla="*/ 87490 h 114148"/>
                <a:gd name="connsiteX30" fmla="*/ 427849 w 756795"/>
                <a:gd name="connsiteY30" fmla="*/ 32962 h 114148"/>
                <a:gd name="connsiteX31" fmla="*/ 449821 w 756795"/>
                <a:gd name="connsiteY31" fmla="*/ 32962 h 114148"/>
                <a:gd name="connsiteX32" fmla="*/ 463249 w 756795"/>
                <a:gd name="connsiteY32" fmla="*/ 87490 h 114148"/>
                <a:gd name="connsiteX33" fmla="*/ 477897 w 756795"/>
                <a:gd name="connsiteY33" fmla="*/ 32962 h 114148"/>
                <a:gd name="connsiteX34" fmla="*/ 498648 w 756795"/>
                <a:gd name="connsiteY34" fmla="*/ 32962 h 114148"/>
                <a:gd name="connsiteX35" fmla="*/ 473014 w 756795"/>
                <a:gd name="connsiteY35" fmla="*/ 114148 h 114148"/>
                <a:gd name="connsiteX36" fmla="*/ 452263 w 756795"/>
                <a:gd name="connsiteY36" fmla="*/ 114148 h 114148"/>
                <a:gd name="connsiteX37" fmla="*/ 438835 w 756795"/>
                <a:gd name="connsiteY37" fmla="*/ 62044 h 114148"/>
                <a:gd name="connsiteX38" fmla="*/ 425408 w 756795"/>
                <a:gd name="connsiteY38" fmla="*/ 114148 h 114148"/>
                <a:gd name="connsiteX39" fmla="*/ 403436 w 756795"/>
                <a:gd name="connsiteY39" fmla="*/ 114148 h 114148"/>
                <a:gd name="connsiteX40" fmla="*/ 654825 w 756795"/>
                <a:gd name="connsiteY40" fmla="*/ 27467 h 114148"/>
                <a:gd name="connsiteX41" fmla="*/ 668877 w 756795"/>
                <a:gd name="connsiteY41" fmla="*/ 31289 h 114148"/>
                <a:gd name="connsiteX42" fmla="*/ 662489 w 756795"/>
                <a:gd name="connsiteY42" fmla="*/ 51669 h 114148"/>
                <a:gd name="connsiteX43" fmla="*/ 652270 w 756795"/>
                <a:gd name="connsiteY43" fmla="*/ 47847 h 114148"/>
                <a:gd name="connsiteX44" fmla="*/ 643328 w 756795"/>
                <a:gd name="connsiteY44" fmla="*/ 50395 h 114148"/>
                <a:gd name="connsiteX45" fmla="*/ 639495 w 756795"/>
                <a:gd name="connsiteY45" fmla="*/ 59311 h 114148"/>
                <a:gd name="connsiteX46" fmla="*/ 636941 w 756795"/>
                <a:gd name="connsiteY46" fmla="*/ 87334 h 114148"/>
                <a:gd name="connsiteX47" fmla="*/ 636941 w 756795"/>
                <a:gd name="connsiteY47" fmla="*/ 114082 h 114148"/>
                <a:gd name="connsiteX48" fmla="*/ 615224 w 756795"/>
                <a:gd name="connsiteY48" fmla="*/ 114082 h 114148"/>
                <a:gd name="connsiteX49" fmla="*/ 615224 w 756795"/>
                <a:gd name="connsiteY49" fmla="*/ 28741 h 114148"/>
                <a:gd name="connsiteX50" fmla="*/ 634386 w 756795"/>
                <a:gd name="connsiteY50" fmla="*/ 28741 h 114148"/>
                <a:gd name="connsiteX51" fmla="*/ 634386 w 756795"/>
                <a:gd name="connsiteY51" fmla="*/ 41479 h 114148"/>
                <a:gd name="connsiteX52" fmla="*/ 644605 w 756795"/>
                <a:gd name="connsiteY52" fmla="*/ 30015 h 114148"/>
                <a:gd name="connsiteX53" fmla="*/ 654825 w 756795"/>
                <a:gd name="connsiteY53" fmla="*/ 27467 h 114148"/>
                <a:gd name="connsiteX54" fmla="*/ 554159 w 756795"/>
                <a:gd name="connsiteY54" fmla="*/ 27467 h 114148"/>
                <a:gd name="connsiteX55" fmla="*/ 586002 w 756795"/>
                <a:gd name="connsiteY55" fmla="*/ 40023 h 114148"/>
                <a:gd name="connsiteX56" fmla="*/ 597466 w 756795"/>
                <a:gd name="connsiteY56" fmla="*/ 71412 h 114148"/>
                <a:gd name="connsiteX57" fmla="*/ 584729 w 756795"/>
                <a:gd name="connsiteY57" fmla="*/ 101545 h 114148"/>
                <a:gd name="connsiteX58" fmla="*/ 554159 w 756795"/>
                <a:gd name="connsiteY58" fmla="*/ 114101 h 114148"/>
                <a:gd name="connsiteX59" fmla="*/ 532505 w 756795"/>
                <a:gd name="connsiteY59" fmla="*/ 110334 h 114148"/>
                <a:gd name="connsiteX60" fmla="*/ 515946 w 756795"/>
                <a:gd name="connsiteY60" fmla="*/ 94012 h 114148"/>
                <a:gd name="connsiteX61" fmla="*/ 510851 w 756795"/>
                <a:gd name="connsiteY61" fmla="*/ 70156 h 114148"/>
                <a:gd name="connsiteX62" fmla="*/ 515946 w 756795"/>
                <a:gd name="connsiteY62" fmla="*/ 48812 h 114148"/>
                <a:gd name="connsiteX63" fmla="*/ 531231 w 756795"/>
                <a:gd name="connsiteY63" fmla="*/ 33745 h 114148"/>
                <a:gd name="connsiteX64" fmla="*/ 554159 w 756795"/>
                <a:gd name="connsiteY64" fmla="*/ 27467 h 114148"/>
                <a:gd name="connsiteX65" fmla="*/ 322262 w 756795"/>
                <a:gd name="connsiteY65" fmla="*/ 27467 h 114148"/>
                <a:gd name="connsiteX66" fmla="*/ 347897 w 756795"/>
                <a:gd name="connsiteY66" fmla="*/ 33745 h 114148"/>
                <a:gd name="connsiteX67" fmla="*/ 357662 w 756795"/>
                <a:gd name="connsiteY67" fmla="*/ 50067 h 114148"/>
                <a:gd name="connsiteX68" fmla="*/ 338131 w 756795"/>
                <a:gd name="connsiteY68" fmla="*/ 53834 h 114148"/>
                <a:gd name="connsiteX69" fmla="*/ 333249 w 756795"/>
                <a:gd name="connsiteY69" fmla="*/ 46301 h 114148"/>
                <a:gd name="connsiteX70" fmla="*/ 323483 w 756795"/>
                <a:gd name="connsiteY70" fmla="*/ 43789 h 114148"/>
                <a:gd name="connsiteX71" fmla="*/ 311276 w 756795"/>
                <a:gd name="connsiteY71" fmla="*/ 46301 h 114148"/>
                <a:gd name="connsiteX72" fmla="*/ 307614 w 756795"/>
                <a:gd name="connsiteY72" fmla="*/ 51323 h 114148"/>
                <a:gd name="connsiteX73" fmla="*/ 310056 w 756795"/>
                <a:gd name="connsiteY73" fmla="*/ 55090 h 114148"/>
                <a:gd name="connsiteX74" fmla="*/ 330807 w 756795"/>
                <a:gd name="connsiteY74" fmla="*/ 60112 h 114148"/>
                <a:gd name="connsiteX75" fmla="*/ 354000 w 756795"/>
                <a:gd name="connsiteY75" fmla="*/ 71412 h 114148"/>
                <a:gd name="connsiteX76" fmla="*/ 361324 w 756795"/>
                <a:gd name="connsiteY76" fmla="*/ 86478 h 114148"/>
                <a:gd name="connsiteX77" fmla="*/ 351559 w 756795"/>
                <a:gd name="connsiteY77" fmla="*/ 106567 h 114148"/>
                <a:gd name="connsiteX78" fmla="*/ 324704 w 756795"/>
                <a:gd name="connsiteY78" fmla="*/ 114101 h 114148"/>
                <a:gd name="connsiteX79" fmla="*/ 297849 w 756795"/>
                <a:gd name="connsiteY79" fmla="*/ 107823 h 114148"/>
                <a:gd name="connsiteX80" fmla="*/ 285642 w 756795"/>
                <a:gd name="connsiteY80" fmla="*/ 88990 h 114148"/>
                <a:gd name="connsiteX81" fmla="*/ 307614 w 756795"/>
                <a:gd name="connsiteY81" fmla="*/ 86478 h 114148"/>
                <a:gd name="connsiteX82" fmla="*/ 312497 w 756795"/>
                <a:gd name="connsiteY82" fmla="*/ 95267 h 114148"/>
                <a:gd name="connsiteX83" fmla="*/ 324704 w 756795"/>
                <a:gd name="connsiteY83" fmla="*/ 99034 h 114148"/>
                <a:gd name="connsiteX84" fmla="*/ 336911 w 756795"/>
                <a:gd name="connsiteY84" fmla="*/ 96523 h 114148"/>
                <a:gd name="connsiteX85" fmla="*/ 339352 w 756795"/>
                <a:gd name="connsiteY85" fmla="*/ 90245 h 114148"/>
                <a:gd name="connsiteX86" fmla="*/ 338131 w 756795"/>
                <a:gd name="connsiteY86" fmla="*/ 85223 h 114148"/>
                <a:gd name="connsiteX87" fmla="*/ 330807 w 756795"/>
                <a:gd name="connsiteY87" fmla="*/ 82712 h 114148"/>
                <a:gd name="connsiteX88" fmla="*/ 297849 w 756795"/>
                <a:gd name="connsiteY88" fmla="*/ 72667 h 114148"/>
                <a:gd name="connsiteX89" fmla="*/ 288083 w 756795"/>
                <a:gd name="connsiteY89" fmla="*/ 52578 h 114148"/>
                <a:gd name="connsiteX90" fmla="*/ 296628 w 756795"/>
                <a:gd name="connsiteY90" fmla="*/ 35001 h 114148"/>
                <a:gd name="connsiteX91" fmla="*/ 322262 w 756795"/>
                <a:gd name="connsiteY91" fmla="*/ 27467 h 114148"/>
                <a:gd name="connsiteX92" fmla="*/ 232169 w 756795"/>
                <a:gd name="connsiteY92" fmla="*/ 27467 h 114148"/>
                <a:gd name="connsiteX93" fmla="*/ 257918 w 756795"/>
                <a:gd name="connsiteY93" fmla="*/ 33745 h 114148"/>
                <a:gd name="connsiteX94" fmla="*/ 269505 w 756795"/>
                <a:gd name="connsiteY94" fmla="*/ 50067 h 114148"/>
                <a:gd name="connsiteX95" fmla="*/ 248906 w 756795"/>
                <a:gd name="connsiteY95" fmla="*/ 53834 h 114148"/>
                <a:gd name="connsiteX96" fmla="*/ 242469 w 756795"/>
                <a:gd name="connsiteY96" fmla="*/ 46301 h 114148"/>
                <a:gd name="connsiteX97" fmla="*/ 233457 w 756795"/>
                <a:gd name="connsiteY97" fmla="*/ 43789 h 114148"/>
                <a:gd name="connsiteX98" fmla="*/ 219295 w 756795"/>
                <a:gd name="connsiteY98" fmla="*/ 46301 h 114148"/>
                <a:gd name="connsiteX99" fmla="*/ 216720 w 756795"/>
                <a:gd name="connsiteY99" fmla="*/ 51323 h 114148"/>
                <a:gd name="connsiteX100" fmla="*/ 219295 w 756795"/>
                <a:gd name="connsiteY100" fmla="*/ 55090 h 114148"/>
                <a:gd name="connsiteX101" fmla="*/ 241181 w 756795"/>
                <a:gd name="connsiteY101" fmla="*/ 60112 h 114148"/>
                <a:gd name="connsiteX102" fmla="*/ 265643 w 756795"/>
                <a:gd name="connsiteY102" fmla="*/ 71412 h 114148"/>
                <a:gd name="connsiteX103" fmla="*/ 273368 w 756795"/>
                <a:gd name="connsiteY103" fmla="*/ 86478 h 114148"/>
                <a:gd name="connsiteX104" fmla="*/ 263068 w 756795"/>
                <a:gd name="connsiteY104" fmla="*/ 106567 h 114148"/>
                <a:gd name="connsiteX105" fmla="*/ 233457 w 756795"/>
                <a:gd name="connsiteY105" fmla="*/ 114101 h 114148"/>
                <a:gd name="connsiteX106" fmla="*/ 206420 w 756795"/>
                <a:gd name="connsiteY106" fmla="*/ 107823 h 114148"/>
                <a:gd name="connsiteX107" fmla="*/ 192258 w 756795"/>
                <a:gd name="connsiteY107" fmla="*/ 88990 h 114148"/>
                <a:gd name="connsiteX108" fmla="*/ 215432 w 756795"/>
                <a:gd name="connsiteY108" fmla="*/ 86478 h 114148"/>
                <a:gd name="connsiteX109" fmla="*/ 221869 w 756795"/>
                <a:gd name="connsiteY109" fmla="*/ 95267 h 114148"/>
                <a:gd name="connsiteX110" fmla="*/ 233457 w 756795"/>
                <a:gd name="connsiteY110" fmla="*/ 99034 h 114148"/>
                <a:gd name="connsiteX111" fmla="*/ 247618 w 756795"/>
                <a:gd name="connsiteY111" fmla="*/ 96523 h 114148"/>
                <a:gd name="connsiteX112" fmla="*/ 250193 w 756795"/>
                <a:gd name="connsiteY112" fmla="*/ 90245 h 114148"/>
                <a:gd name="connsiteX113" fmla="*/ 248906 w 756795"/>
                <a:gd name="connsiteY113" fmla="*/ 85223 h 114148"/>
                <a:gd name="connsiteX114" fmla="*/ 241181 w 756795"/>
                <a:gd name="connsiteY114" fmla="*/ 82712 h 114148"/>
                <a:gd name="connsiteX115" fmla="*/ 206420 w 756795"/>
                <a:gd name="connsiteY115" fmla="*/ 72667 h 114148"/>
                <a:gd name="connsiteX116" fmla="*/ 196120 w 756795"/>
                <a:gd name="connsiteY116" fmla="*/ 52578 h 114148"/>
                <a:gd name="connsiteX117" fmla="*/ 205133 w 756795"/>
                <a:gd name="connsiteY117" fmla="*/ 35001 h 114148"/>
                <a:gd name="connsiteX118" fmla="*/ 232169 w 756795"/>
                <a:gd name="connsiteY118" fmla="*/ 27467 h 114148"/>
                <a:gd name="connsiteX119" fmla="*/ 142210 w 756795"/>
                <a:gd name="connsiteY119" fmla="*/ 27467 h 114148"/>
                <a:gd name="connsiteX120" fmla="*/ 162962 w 756795"/>
                <a:gd name="connsiteY120" fmla="*/ 31234 h 114148"/>
                <a:gd name="connsiteX121" fmla="*/ 172727 w 756795"/>
                <a:gd name="connsiteY121" fmla="*/ 40023 h 114148"/>
                <a:gd name="connsiteX122" fmla="*/ 175169 w 756795"/>
                <a:gd name="connsiteY122" fmla="*/ 60112 h 114148"/>
                <a:gd name="connsiteX123" fmla="*/ 175169 w 756795"/>
                <a:gd name="connsiteY123" fmla="*/ 85223 h 114148"/>
                <a:gd name="connsiteX124" fmla="*/ 176389 w 756795"/>
                <a:gd name="connsiteY124" fmla="*/ 101545 h 114148"/>
                <a:gd name="connsiteX125" fmla="*/ 180051 w 756795"/>
                <a:gd name="connsiteY125" fmla="*/ 112845 h 114148"/>
                <a:gd name="connsiteX126" fmla="*/ 159300 w 756795"/>
                <a:gd name="connsiteY126" fmla="*/ 112845 h 114148"/>
                <a:gd name="connsiteX127" fmla="*/ 156858 w 756795"/>
                <a:gd name="connsiteY127" fmla="*/ 106567 h 114148"/>
                <a:gd name="connsiteX128" fmla="*/ 155638 w 756795"/>
                <a:gd name="connsiteY128" fmla="*/ 104056 h 114148"/>
                <a:gd name="connsiteX129" fmla="*/ 144652 w 756795"/>
                <a:gd name="connsiteY129" fmla="*/ 112845 h 114148"/>
                <a:gd name="connsiteX130" fmla="*/ 131224 w 756795"/>
                <a:gd name="connsiteY130" fmla="*/ 114101 h 114148"/>
                <a:gd name="connsiteX131" fmla="*/ 111693 w 756795"/>
                <a:gd name="connsiteY131" fmla="*/ 107823 h 114148"/>
                <a:gd name="connsiteX132" fmla="*/ 104369 w 756795"/>
                <a:gd name="connsiteY132" fmla="*/ 90245 h 114148"/>
                <a:gd name="connsiteX133" fmla="*/ 108031 w 756795"/>
                <a:gd name="connsiteY133" fmla="*/ 77690 h 114148"/>
                <a:gd name="connsiteX134" fmla="*/ 116576 w 756795"/>
                <a:gd name="connsiteY134" fmla="*/ 68901 h 114148"/>
                <a:gd name="connsiteX135" fmla="*/ 133665 w 756795"/>
                <a:gd name="connsiteY135" fmla="*/ 63878 h 114148"/>
                <a:gd name="connsiteX136" fmla="*/ 154417 w 756795"/>
                <a:gd name="connsiteY136" fmla="*/ 58856 h 114148"/>
                <a:gd name="connsiteX137" fmla="*/ 154417 w 756795"/>
                <a:gd name="connsiteY137" fmla="*/ 56345 h 114148"/>
                <a:gd name="connsiteX138" fmla="*/ 151976 w 756795"/>
                <a:gd name="connsiteY138" fmla="*/ 47556 h 114148"/>
                <a:gd name="connsiteX139" fmla="*/ 139769 w 756795"/>
                <a:gd name="connsiteY139" fmla="*/ 45045 h 114148"/>
                <a:gd name="connsiteX140" fmla="*/ 131224 w 756795"/>
                <a:gd name="connsiteY140" fmla="*/ 47556 h 114148"/>
                <a:gd name="connsiteX141" fmla="*/ 126341 w 756795"/>
                <a:gd name="connsiteY141" fmla="*/ 55090 h 114148"/>
                <a:gd name="connsiteX142" fmla="*/ 106810 w 756795"/>
                <a:gd name="connsiteY142" fmla="*/ 51323 h 114148"/>
                <a:gd name="connsiteX143" fmla="*/ 117797 w 756795"/>
                <a:gd name="connsiteY143" fmla="*/ 33745 h 114148"/>
                <a:gd name="connsiteX144" fmla="*/ 142210 w 756795"/>
                <a:gd name="connsiteY144" fmla="*/ 27467 h 114148"/>
                <a:gd name="connsiteX145" fmla="*/ 23520 w 756795"/>
                <a:gd name="connsiteY145" fmla="*/ 18808 h 114148"/>
                <a:gd name="connsiteX146" fmla="*/ 23520 w 756795"/>
                <a:gd name="connsiteY146" fmla="*/ 51409 h 114148"/>
                <a:gd name="connsiteX147" fmla="*/ 35898 w 756795"/>
                <a:gd name="connsiteY147" fmla="*/ 51409 h 114148"/>
                <a:gd name="connsiteX148" fmla="*/ 53229 w 756795"/>
                <a:gd name="connsiteY148" fmla="*/ 50155 h 114148"/>
                <a:gd name="connsiteX149" fmla="*/ 60656 w 756795"/>
                <a:gd name="connsiteY149" fmla="*/ 43886 h 114148"/>
                <a:gd name="connsiteX150" fmla="*/ 63132 w 756795"/>
                <a:gd name="connsiteY150" fmla="*/ 35109 h 114148"/>
                <a:gd name="connsiteX151" fmla="*/ 60656 w 756795"/>
                <a:gd name="connsiteY151" fmla="*/ 23824 h 114148"/>
                <a:gd name="connsiteX152" fmla="*/ 50753 w 756795"/>
                <a:gd name="connsiteY152" fmla="*/ 18808 h 114148"/>
                <a:gd name="connsiteX153" fmla="*/ 34660 w 756795"/>
                <a:gd name="connsiteY153" fmla="*/ 18808 h 114148"/>
                <a:gd name="connsiteX154" fmla="*/ 734323 w 756795"/>
                <a:gd name="connsiteY154" fmla="*/ 0 h 114148"/>
                <a:gd name="connsiteX155" fmla="*/ 756795 w 756795"/>
                <a:gd name="connsiteY155" fmla="*/ 0 h 114148"/>
                <a:gd name="connsiteX156" fmla="*/ 756795 w 756795"/>
                <a:gd name="connsiteY156" fmla="*/ 112875 h 114148"/>
                <a:gd name="connsiteX157" fmla="*/ 735571 w 756795"/>
                <a:gd name="connsiteY157" fmla="*/ 112875 h 114148"/>
                <a:gd name="connsiteX158" fmla="*/ 735571 w 756795"/>
                <a:gd name="connsiteY158" fmla="*/ 100472 h 114148"/>
                <a:gd name="connsiteX159" fmla="*/ 724335 w 756795"/>
                <a:gd name="connsiteY159" fmla="*/ 111635 h 114148"/>
                <a:gd name="connsiteX160" fmla="*/ 710602 w 756795"/>
                <a:gd name="connsiteY160" fmla="*/ 114116 h 114148"/>
                <a:gd name="connsiteX161" fmla="*/ 685634 w 756795"/>
                <a:gd name="connsiteY161" fmla="*/ 102952 h 114148"/>
                <a:gd name="connsiteX162" fmla="*/ 675646 w 756795"/>
                <a:gd name="connsiteY162" fmla="*/ 71943 h 114148"/>
                <a:gd name="connsiteX163" fmla="*/ 685634 w 756795"/>
                <a:gd name="connsiteY163" fmla="*/ 39693 h 114148"/>
                <a:gd name="connsiteX164" fmla="*/ 710602 w 756795"/>
                <a:gd name="connsiteY164" fmla="*/ 28529 h 114148"/>
                <a:gd name="connsiteX165" fmla="*/ 734323 w 756795"/>
                <a:gd name="connsiteY165" fmla="*/ 39693 h 114148"/>
                <a:gd name="connsiteX166" fmla="*/ 0 w 756795"/>
                <a:gd name="connsiteY166" fmla="*/ 0 h 114148"/>
                <a:gd name="connsiteX167" fmla="*/ 37136 w 756795"/>
                <a:gd name="connsiteY167" fmla="*/ 0 h 114148"/>
                <a:gd name="connsiteX168" fmla="*/ 64369 w 756795"/>
                <a:gd name="connsiteY168" fmla="*/ 1254 h 114148"/>
                <a:gd name="connsiteX169" fmla="*/ 80462 w 756795"/>
                <a:gd name="connsiteY169" fmla="*/ 12539 h 114148"/>
                <a:gd name="connsiteX170" fmla="*/ 86651 w 756795"/>
                <a:gd name="connsiteY170" fmla="*/ 35109 h 114148"/>
                <a:gd name="connsiteX171" fmla="*/ 82938 w 756795"/>
                <a:gd name="connsiteY171" fmla="*/ 52663 h 114148"/>
                <a:gd name="connsiteX172" fmla="*/ 74272 w 756795"/>
                <a:gd name="connsiteY172" fmla="*/ 63948 h 114148"/>
                <a:gd name="connsiteX173" fmla="*/ 61894 w 756795"/>
                <a:gd name="connsiteY173" fmla="*/ 68963 h 114148"/>
                <a:gd name="connsiteX174" fmla="*/ 38374 w 756795"/>
                <a:gd name="connsiteY174" fmla="*/ 70217 h 114148"/>
                <a:gd name="connsiteX175" fmla="*/ 23520 w 756795"/>
                <a:gd name="connsiteY175" fmla="*/ 70217 h 114148"/>
                <a:gd name="connsiteX176" fmla="*/ 23520 w 756795"/>
                <a:gd name="connsiteY176" fmla="*/ 114102 h 114148"/>
                <a:gd name="connsiteX177" fmla="*/ 0 w 756795"/>
                <a:gd name="connsiteY177" fmla="*/ 114102 h 114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</a:cxnLst>
              <a:rect l="l" t="t" r="r" b="b"/>
              <a:pathLst>
                <a:path w="756795" h="114148">
                  <a:moveTo>
                    <a:pt x="154417" y="72667"/>
                  </a:moveTo>
                  <a:cubicBezTo>
                    <a:pt x="151976" y="73923"/>
                    <a:pt x="147093" y="73923"/>
                    <a:pt x="142210" y="76434"/>
                  </a:cubicBezTo>
                  <a:cubicBezTo>
                    <a:pt x="136107" y="77690"/>
                    <a:pt x="131224" y="78945"/>
                    <a:pt x="130003" y="80201"/>
                  </a:cubicBezTo>
                  <a:cubicBezTo>
                    <a:pt x="126341" y="82712"/>
                    <a:pt x="125121" y="85223"/>
                    <a:pt x="125121" y="87734"/>
                  </a:cubicBezTo>
                  <a:cubicBezTo>
                    <a:pt x="125121" y="90245"/>
                    <a:pt x="126341" y="94012"/>
                    <a:pt x="128783" y="96523"/>
                  </a:cubicBezTo>
                  <a:cubicBezTo>
                    <a:pt x="131224" y="99034"/>
                    <a:pt x="134886" y="99034"/>
                    <a:pt x="137327" y="99034"/>
                  </a:cubicBezTo>
                  <a:cubicBezTo>
                    <a:pt x="140989" y="99034"/>
                    <a:pt x="144652" y="97778"/>
                    <a:pt x="148314" y="95267"/>
                  </a:cubicBezTo>
                  <a:cubicBezTo>
                    <a:pt x="150755" y="92756"/>
                    <a:pt x="153196" y="90245"/>
                    <a:pt x="154417" y="87734"/>
                  </a:cubicBezTo>
                  <a:cubicBezTo>
                    <a:pt x="154417" y="86478"/>
                    <a:pt x="154417" y="82712"/>
                    <a:pt x="154417" y="77690"/>
                  </a:cubicBezTo>
                  <a:close/>
                  <a:moveTo>
                    <a:pt x="716845" y="45895"/>
                  </a:moveTo>
                  <a:cubicBezTo>
                    <a:pt x="710602" y="45895"/>
                    <a:pt x="706857" y="48375"/>
                    <a:pt x="703112" y="52097"/>
                  </a:cubicBezTo>
                  <a:cubicBezTo>
                    <a:pt x="699366" y="55818"/>
                    <a:pt x="698118" y="62020"/>
                    <a:pt x="698118" y="69462"/>
                  </a:cubicBezTo>
                  <a:cubicBezTo>
                    <a:pt x="698118" y="79385"/>
                    <a:pt x="699366" y="85587"/>
                    <a:pt x="701863" y="88068"/>
                  </a:cubicBezTo>
                  <a:cubicBezTo>
                    <a:pt x="705609" y="94270"/>
                    <a:pt x="710602" y="97991"/>
                    <a:pt x="716845" y="97991"/>
                  </a:cubicBezTo>
                  <a:cubicBezTo>
                    <a:pt x="721838" y="97991"/>
                    <a:pt x="725584" y="95510"/>
                    <a:pt x="729329" y="90549"/>
                  </a:cubicBezTo>
                  <a:cubicBezTo>
                    <a:pt x="733074" y="86827"/>
                    <a:pt x="734323" y="80625"/>
                    <a:pt x="734323" y="71943"/>
                  </a:cubicBezTo>
                  <a:cubicBezTo>
                    <a:pt x="734323" y="63260"/>
                    <a:pt x="733074" y="55818"/>
                    <a:pt x="729329" y="52097"/>
                  </a:cubicBezTo>
                  <a:cubicBezTo>
                    <a:pt x="725584" y="48375"/>
                    <a:pt x="721838" y="45895"/>
                    <a:pt x="716845" y="45895"/>
                  </a:cubicBezTo>
                  <a:close/>
                  <a:moveTo>
                    <a:pt x="554159" y="45045"/>
                  </a:moveTo>
                  <a:cubicBezTo>
                    <a:pt x="549064" y="45045"/>
                    <a:pt x="543969" y="47556"/>
                    <a:pt x="538874" y="52578"/>
                  </a:cubicBezTo>
                  <a:cubicBezTo>
                    <a:pt x="535052" y="57601"/>
                    <a:pt x="533779" y="62623"/>
                    <a:pt x="533779" y="71412"/>
                  </a:cubicBezTo>
                  <a:cubicBezTo>
                    <a:pt x="533779" y="78945"/>
                    <a:pt x="535052" y="86478"/>
                    <a:pt x="538874" y="90245"/>
                  </a:cubicBezTo>
                  <a:cubicBezTo>
                    <a:pt x="543969" y="94012"/>
                    <a:pt x="549064" y="96523"/>
                    <a:pt x="554159" y="96523"/>
                  </a:cubicBezTo>
                  <a:cubicBezTo>
                    <a:pt x="560527" y="96523"/>
                    <a:pt x="564349" y="94012"/>
                    <a:pt x="568170" y="90245"/>
                  </a:cubicBezTo>
                  <a:cubicBezTo>
                    <a:pt x="571991" y="86478"/>
                    <a:pt x="574539" y="78945"/>
                    <a:pt x="574539" y="71412"/>
                  </a:cubicBezTo>
                  <a:cubicBezTo>
                    <a:pt x="574539" y="62623"/>
                    <a:pt x="571991" y="57601"/>
                    <a:pt x="568170" y="52578"/>
                  </a:cubicBezTo>
                  <a:cubicBezTo>
                    <a:pt x="564349" y="47556"/>
                    <a:pt x="560527" y="45045"/>
                    <a:pt x="554159" y="45045"/>
                  </a:cubicBezTo>
                  <a:close/>
                  <a:moveTo>
                    <a:pt x="379022" y="32962"/>
                  </a:moveTo>
                  <a:lnTo>
                    <a:pt x="399774" y="32962"/>
                  </a:lnTo>
                  <a:lnTo>
                    <a:pt x="414422" y="87490"/>
                  </a:lnTo>
                  <a:lnTo>
                    <a:pt x="427849" y="32962"/>
                  </a:lnTo>
                  <a:lnTo>
                    <a:pt x="449821" y="32962"/>
                  </a:lnTo>
                  <a:lnTo>
                    <a:pt x="463249" y="87490"/>
                  </a:lnTo>
                  <a:lnTo>
                    <a:pt x="477897" y="32962"/>
                  </a:lnTo>
                  <a:lnTo>
                    <a:pt x="498648" y="32962"/>
                  </a:lnTo>
                  <a:lnTo>
                    <a:pt x="473014" y="114148"/>
                  </a:lnTo>
                  <a:lnTo>
                    <a:pt x="452263" y="114148"/>
                  </a:lnTo>
                  <a:lnTo>
                    <a:pt x="438835" y="62044"/>
                  </a:lnTo>
                  <a:lnTo>
                    <a:pt x="425408" y="114148"/>
                  </a:lnTo>
                  <a:lnTo>
                    <a:pt x="403436" y="114148"/>
                  </a:lnTo>
                  <a:close/>
                  <a:moveTo>
                    <a:pt x="654825" y="27467"/>
                  </a:moveTo>
                  <a:cubicBezTo>
                    <a:pt x="659934" y="27467"/>
                    <a:pt x="665044" y="28741"/>
                    <a:pt x="668877" y="31289"/>
                  </a:cubicBezTo>
                  <a:lnTo>
                    <a:pt x="662489" y="51669"/>
                  </a:lnTo>
                  <a:cubicBezTo>
                    <a:pt x="658657" y="49121"/>
                    <a:pt x="654825" y="47847"/>
                    <a:pt x="652270" y="47847"/>
                  </a:cubicBezTo>
                  <a:cubicBezTo>
                    <a:pt x="648437" y="47847"/>
                    <a:pt x="645883" y="49121"/>
                    <a:pt x="643328" y="50395"/>
                  </a:cubicBezTo>
                  <a:cubicBezTo>
                    <a:pt x="642050" y="51669"/>
                    <a:pt x="639495" y="55490"/>
                    <a:pt x="639495" y="59311"/>
                  </a:cubicBezTo>
                  <a:cubicBezTo>
                    <a:pt x="636941" y="64406"/>
                    <a:pt x="636941" y="73322"/>
                    <a:pt x="636941" y="87334"/>
                  </a:cubicBezTo>
                  <a:lnTo>
                    <a:pt x="636941" y="114082"/>
                  </a:lnTo>
                  <a:lnTo>
                    <a:pt x="615224" y="114082"/>
                  </a:lnTo>
                  <a:lnTo>
                    <a:pt x="615224" y="28741"/>
                  </a:lnTo>
                  <a:lnTo>
                    <a:pt x="634386" y="28741"/>
                  </a:lnTo>
                  <a:lnTo>
                    <a:pt x="634386" y="41479"/>
                  </a:lnTo>
                  <a:cubicBezTo>
                    <a:pt x="639495" y="36384"/>
                    <a:pt x="642050" y="32562"/>
                    <a:pt x="644605" y="30015"/>
                  </a:cubicBezTo>
                  <a:cubicBezTo>
                    <a:pt x="647160" y="28741"/>
                    <a:pt x="650992" y="27467"/>
                    <a:pt x="654825" y="27467"/>
                  </a:cubicBezTo>
                  <a:close/>
                  <a:moveTo>
                    <a:pt x="554159" y="27467"/>
                  </a:moveTo>
                  <a:cubicBezTo>
                    <a:pt x="566896" y="27467"/>
                    <a:pt x="577086" y="31234"/>
                    <a:pt x="586002" y="40023"/>
                  </a:cubicBezTo>
                  <a:cubicBezTo>
                    <a:pt x="593645" y="48812"/>
                    <a:pt x="597466" y="58856"/>
                    <a:pt x="597466" y="71412"/>
                  </a:cubicBezTo>
                  <a:cubicBezTo>
                    <a:pt x="597466" y="83967"/>
                    <a:pt x="593645" y="94012"/>
                    <a:pt x="584729" y="101545"/>
                  </a:cubicBezTo>
                  <a:cubicBezTo>
                    <a:pt x="577086" y="110334"/>
                    <a:pt x="566896" y="114101"/>
                    <a:pt x="554159" y="114101"/>
                  </a:cubicBezTo>
                  <a:cubicBezTo>
                    <a:pt x="546516" y="114101"/>
                    <a:pt x="538874" y="112845"/>
                    <a:pt x="532505" y="110334"/>
                  </a:cubicBezTo>
                  <a:cubicBezTo>
                    <a:pt x="524862" y="106567"/>
                    <a:pt x="519767" y="101545"/>
                    <a:pt x="515946" y="94012"/>
                  </a:cubicBezTo>
                  <a:cubicBezTo>
                    <a:pt x="512125" y="87734"/>
                    <a:pt x="510851" y="80201"/>
                    <a:pt x="510851" y="70156"/>
                  </a:cubicBezTo>
                  <a:cubicBezTo>
                    <a:pt x="510851" y="62623"/>
                    <a:pt x="512125" y="55090"/>
                    <a:pt x="515946" y="48812"/>
                  </a:cubicBezTo>
                  <a:cubicBezTo>
                    <a:pt x="519767" y="42534"/>
                    <a:pt x="524862" y="37512"/>
                    <a:pt x="531231" y="33745"/>
                  </a:cubicBezTo>
                  <a:cubicBezTo>
                    <a:pt x="538874" y="28723"/>
                    <a:pt x="546516" y="27467"/>
                    <a:pt x="554159" y="27467"/>
                  </a:cubicBezTo>
                  <a:close/>
                  <a:moveTo>
                    <a:pt x="322262" y="27467"/>
                  </a:moveTo>
                  <a:cubicBezTo>
                    <a:pt x="333249" y="27467"/>
                    <a:pt x="341793" y="28723"/>
                    <a:pt x="347897" y="33745"/>
                  </a:cubicBezTo>
                  <a:cubicBezTo>
                    <a:pt x="352780" y="37512"/>
                    <a:pt x="356442" y="42534"/>
                    <a:pt x="357662" y="50067"/>
                  </a:cubicBezTo>
                  <a:lnTo>
                    <a:pt x="338131" y="53834"/>
                  </a:lnTo>
                  <a:cubicBezTo>
                    <a:pt x="336911" y="50067"/>
                    <a:pt x="335690" y="47556"/>
                    <a:pt x="333249" y="46301"/>
                  </a:cubicBezTo>
                  <a:cubicBezTo>
                    <a:pt x="330807" y="45045"/>
                    <a:pt x="327145" y="43789"/>
                    <a:pt x="323483" y="43789"/>
                  </a:cubicBezTo>
                  <a:cubicBezTo>
                    <a:pt x="317380" y="43789"/>
                    <a:pt x="313718" y="45045"/>
                    <a:pt x="311276" y="46301"/>
                  </a:cubicBezTo>
                  <a:cubicBezTo>
                    <a:pt x="310056" y="47556"/>
                    <a:pt x="307614" y="48812"/>
                    <a:pt x="307614" y="51323"/>
                  </a:cubicBezTo>
                  <a:cubicBezTo>
                    <a:pt x="307614" y="52578"/>
                    <a:pt x="308835" y="52578"/>
                    <a:pt x="310056" y="55090"/>
                  </a:cubicBezTo>
                  <a:cubicBezTo>
                    <a:pt x="312497" y="56345"/>
                    <a:pt x="318600" y="57601"/>
                    <a:pt x="330807" y="60112"/>
                  </a:cubicBezTo>
                  <a:cubicBezTo>
                    <a:pt x="341793" y="62623"/>
                    <a:pt x="350338" y="66390"/>
                    <a:pt x="354000" y="71412"/>
                  </a:cubicBezTo>
                  <a:cubicBezTo>
                    <a:pt x="358883" y="73923"/>
                    <a:pt x="361324" y="80201"/>
                    <a:pt x="361324" y="86478"/>
                  </a:cubicBezTo>
                  <a:cubicBezTo>
                    <a:pt x="361324" y="94012"/>
                    <a:pt x="357662" y="100290"/>
                    <a:pt x="351559" y="106567"/>
                  </a:cubicBezTo>
                  <a:cubicBezTo>
                    <a:pt x="345455" y="112845"/>
                    <a:pt x="336911" y="114101"/>
                    <a:pt x="324704" y="114101"/>
                  </a:cubicBezTo>
                  <a:cubicBezTo>
                    <a:pt x="313718" y="114101"/>
                    <a:pt x="303952" y="112845"/>
                    <a:pt x="297849" y="107823"/>
                  </a:cubicBezTo>
                  <a:cubicBezTo>
                    <a:pt x="291745" y="102801"/>
                    <a:pt x="286863" y="96523"/>
                    <a:pt x="285642" y="88990"/>
                  </a:cubicBezTo>
                  <a:lnTo>
                    <a:pt x="307614" y="86478"/>
                  </a:lnTo>
                  <a:cubicBezTo>
                    <a:pt x="307614" y="90245"/>
                    <a:pt x="310056" y="92756"/>
                    <a:pt x="312497" y="95267"/>
                  </a:cubicBezTo>
                  <a:cubicBezTo>
                    <a:pt x="316159" y="97778"/>
                    <a:pt x="318600" y="99034"/>
                    <a:pt x="324704" y="99034"/>
                  </a:cubicBezTo>
                  <a:cubicBezTo>
                    <a:pt x="329587" y="99034"/>
                    <a:pt x="334469" y="97778"/>
                    <a:pt x="336911" y="96523"/>
                  </a:cubicBezTo>
                  <a:cubicBezTo>
                    <a:pt x="338131" y="94012"/>
                    <a:pt x="339352" y="92756"/>
                    <a:pt x="339352" y="90245"/>
                  </a:cubicBezTo>
                  <a:cubicBezTo>
                    <a:pt x="339352" y="87734"/>
                    <a:pt x="339352" y="86478"/>
                    <a:pt x="338131" y="85223"/>
                  </a:cubicBezTo>
                  <a:cubicBezTo>
                    <a:pt x="336911" y="85223"/>
                    <a:pt x="334469" y="83967"/>
                    <a:pt x="330807" y="82712"/>
                  </a:cubicBezTo>
                  <a:cubicBezTo>
                    <a:pt x="313718" y="78945"/>
                    <a:pt x="302732" y="75178"/>
                    <a:pt x="297849" y="72667"/>
                  </a:cubicBezTo>
                  <a:cubicBezTo>
                    <a:pt x="291745" y="67645"/>
                    <a:pt x="288083" y="61367"/>
                    <a:pt x="288083" y="52578"/>
                  </a:cubicBezTo>
                  <a:cubicBezTo>
                    <a:pt x="288083" y="46301"/>
                    <a:pt x="290525" y="40023"/>
                    <a:pt x="296628" y="35001"/>
                  </a:cubicBezTo>
                  <a:cubicBezTo>
                    <a:pt x="301511" y="29978"/>
                    <a:pt x="311276" y="27467"/>
                    <a:pt x="322262" y="27467"/>
                  </a:cubicBezTo>
                  <a:close/>
                  <a:moveTo>
                    <a:pt x="232169" y="27467"/>
                  </a:moveTo>
                  <a:cubicBezTo>
                    <a:pt x="243756" y="27467"/>
                    <a:pt x="252768" y="28723"/>
                    <a:pt x="257918" y="33745"/>
                  </a:cubicBezTo>
                  <a:cubicBezTo>
                    <a:pt x="263068" y="37512"/>
                    <a:pt x="268218" y="42534"/>
                    <a:pt x="269505" y="50067"/>
                  </a:cubicBezTo>
                  <a:lnTo>
                    <a:pt x="248906" y="53834"/>
                  </a:lnTo>
                  <a:cubicBezTo>
                    <a:pt x="247618" y="50067"/>
                    <a:pt x="246331" y="47556"/>
                    <a:pt x="242469" y="46301"/>
                  </a:cubicBezTo>
                  <a:cubicBezTo>
                    <a:pt x="241181" y="45045"/>
                    <a:pt x="237319" y="43789"/>
                    <a:pt x="233457" y="43789"/>
                  </a:cubicBezTo>
                  <a:cubicBezTo>
                    <a:pt x="227019" y="43789"/>
                    <a:pt x="223157" y="45045"/>
                    <a:pt x="219295" y="46301"/>
                  </a:cubicBezTo>
                  <a:cubicBezTo>
                    <a:pt x="218007" y="47556"/>
                    <a:pt x="216720" y="48812"/>
                    <a:pt x="216720" y="51323"/>
                  </a:cubicBezTo>
                  <a:cubicBezTo>
                    <a:pt x="216720" y="52578"/>
                    <a:pt x="218007" y="52578"/>
                    <a:pt x="219295" y="55090"/>
                  </a:cubicBezTo>
                  <a:cubicBezTo>
                    <a:pt x="220582" y="56345"/>
                    <a:pt x="228307" y="57601"/>
                    <a:pt x="241181" y="60112"/>
                  </a:cubicBezTo>
                  <a:cubicBezTo>
                    <a:pt x="252768" y="62623"/>
                    <a:pt x="261780" y="66390"/>
                    <a:pt x="265643" y="71412"/>
                  </a:cubicBezTo>
                  <a:cubicBezTo>
                    <a:pt x="270793" y="73923"/>
                    <a:pt x="273368" y="80201"/>
                    <a:pt x="273368" y="86478"/>
                  </a:cubicBezTo>
                  <a:cubicBezTo>
                    <a:pt x="273368" y="94012"/>
                    <a:pt x="269505" y="100290"/>
                    <a:pt x="263068" y="106567"/>
                  </a:cubicBezTo>
                  <a:cubicBezTo>
                    <a:pt x="256631" y="112845"/>
                    <a:pt x="247618" y="114101"/>
                    <a:pt x="233457" y="114101"/>
                  </a:cubicBezTo>
                  <a:cubicBezTo>
                    <a:pt x="223157" y="114101"/>
                    <a:pt x="212857" y="112845"/>
                    <a:pt x="206420" y="107823"/>
                  </a:cubicBezTo>
                  <a:cubicBezTo>
                    <a:pt x="199983" y="102801"/>
                    <a:pt x="194833" y="96523"/>
                    <a:pt x="192258" y="88990"/>
                  </a:cubicBezTo>
                  <a:lnTo>
                    <a:pt x="215432" y="86478"/>
                  </a:lnTo>
                  <a:cubicBezTo>
                    <a:pt x="216720" y="90245"/>
                    <a:pt x="218007" y="92756"/>
                    <a:pt x="221869" y="95267"/>
                  </a:cubicBezTo>
                  <a:cubicBezTo>
                    <a:pt x="224444" y="97778"/>
                    <a:pt x="228307" y="99034"/>
                    <a:pt x="233457" y="99034"/>
                  </a:cubicBezTo>
                  <a:cubicBezTo>
                    <a:pt x="239894" y="99034"/>
                    <a:pt x="243756" y="97778"/>
                    <a:pt x="247618" y="96523"/>
                  </a:cubicBezTo>
                  <a:cubicBezTo>
                    <a:pt x="248906" y="94012"/>
                    <a:pt x="250193" y="92756"/>
                    <a:pt x="250193" y="90245"/>
                  </a:cubicBezTo>
                  <a:cubicBezTo>
                    <a:pt x="250193" y="87734"/>
                    <a:pt x="248906" y="86478"/>
                    <a:pt x="248906" y="85223"/>
                  </a:cubicBezTo>
                  <a:cubicBezTo>
                    <a:pt x="247618" y="85223"/>
                    <a:pt x="245044" y="83967"/>
                    <a:pt x="241181" y="82712"/>
                  </a:cubicBezTo>
                  <a:cubicBezTo>
                    <a:pt x="223157" y="78945"/>
                    <a:pt x="210282" y="75178"/>
                    <a:pt x="206420" y="72667"/>
                  </a:cubicBezTo>
                  <a:cubicBezTo>
                    <a:pt x="199983" y="67645"/>
                    <a:pt x="196120" y="61367"/>
                    <a:pt x="196120" y="52578"/>
                  </a:cubicBezTo>
                  <a:cubicBezTo>
                    <a:pt x="196120" y="46301"/>
                    <a:pt x="198695" y="40023"/>
                    <a:pt x="205133" y="35001"/>
                  </a:cubicBezTo>
                  <a:cubicBezTo>
                    <a:pt x="210282" y="29978"/>
                    <a:pt x="219295" y="27467"/>
                    <a:pt x="232169" y="27467"/>
                  </a:cubicBezTo>
                  <a:close/>
                  <a:moveTo>
                    <a:pt x="142210" y="27467"/>
                  </a:moveTo>
                  <a:cubicBezTo>
                    <a:pt x="150755" y="27467"/>
                    <a:pt x="158079" y="28723"/>
                    <a:pt x="162962" y="31234"/>
                  </a:cubicBezTo>
                  <a:cubicBezTo>
                    <a:pt x="167844" y="33745"/>
                    <a:pt x="171507" y="36256"/>
                    <a:pt x="172727" y="40023"/>
                  </a:cubicBezTo>
                  <a:cubicBezTo>
                    <a:pt x="175169" y="43789"/>
                    <a:pt x="175169" y="50067"/>
                    <a:pt x="175169" y="60112"/>
                  </a:cubicBezTo>
                  <a:lnTo>
                    <a:pt x="175169" y="85223"/>
                  </a:lnTo>
                  <a:cubicBezTo>
                    <a:pt x="175169" y="92756"/>
                    <a:pt x="175169" y="99034"/>
                    <a:pt x="176389" y="101545"/>
                  </a:cubicBezTo>
                  <a:cubicBezTo>
                    <a:pt x="176389" y="105312"/>
                    <a:pt x="178831" y="109078"/>
                    <a:pt x="180051" y="112845"/>
                  </a:cubicBezTo>
                  <a:lnTo>
                    <a:pt x="159300" y="112845"/>
                  </a:lnTo>
                  <a:cubicBezTo>
                    <a:pt x="158079" y="111590"/>
                    <a:pt x="158079" y="109078"/>
                    <a:pt x="156858" y="106567"/>
                  </a:cubicBezTo>
                  <a:cubicBezTo>
                    <a:pt x="156858" y="105312"/>
                    <a:pt x="155638" y="104056"/>
                    <a:pt x="155638" y="104056"/>
                  </a:cubicBezTo>
                  <a:cubicBezTo>
                    <a:pt x="151976" y="107823"/>
                    <a:pt x="148314" y="110334"/>
                    <a:pt x="144652" y="112845"/>
                  </a:cubicBezTo>
                  <a:cubicBezTo>
                    <a:pt x="139769" y="114101"/>
                    <a:pt x="136107" y="114101"/>
                    <a:pt x="131224" y="114101"/>
                  </a:cubicBezTo>
                  <a:cubicBezTo>
                    <a:pt x="122679" y="114101"/>
                    <a:pt x="116576" y="112845"/>
                    <a:pt x="111693" y="107823"/>
                  </a:cubicBezTo>
                  <a:cubicBezTo>
                    <a:pt x="106810" y="102801"/>
                    <a:pt x="104369" y="97778"/>
                    <a:pt x="104369" y="90245"/>
                  </a:cubicBezTo>
                  <a:cubicBezTo>
                    <a:pt x="104369" y="85223"/>
                    <a:pt x="105590" y="81456"/>
                    <a:pt x="108031" y="77690"/>
                  </a:cubicBezTo>
                  <a:cubicBezTo>
                    <a:pt x="110472" y="73923"/>
                    <a:pt x="112914" y="71412"/>
                    <a:pt x="116576" y="68901"/>
                  </a:cubicBezTo>
                  <a:cubicBezTo>
                    <a:pt x="121459" y="66390"/>
                    <a:pt x="126341" y="65134"/>
                    <a:pt x="133665" y="63878"/>
                  </a:cubicBezTo>
                  <a:cubicBezTo>
                    <a:pt x="144652" y="62623"/>
                    <a:pt x="150755" y="60112"/>
                    <a:pt x="154417" y="58856"/>
                  </a:cubicBezTo>
                  <a:lnTo>
                    <a:pt x="154417" y="56345"/>
                  </a:lnTo>
                  <a:cubicBezTo>
                    <a:pt x="154417" y="52578"/>
                    <a:pt x="154417" y="48812"/>
                    <a:pt x="151976" y="47556"/>
                  </a:cubicBezTo>
                  <a:cubicBezTo>
                    <a:pt x="149534" y="45045"/>
                    <a:pt x="145872" y="45045"/>
                    <a:pt x="139769" y="45045"/>
                  </a:cubicBezTo>
                  <a:cubicBezTo>
                    <a:pt x="136107" y="45045"/>
                    <a:pt x="132445" y="45045"/>
                    <a:pt x="131224" y="47556"/>
                  </a:cubicBezTo>
                  <a:cubicBezTo>
                    <a:pt x="128783" y="48812"/>
                    <a:pt x="126341" y="51323"/>
                    <a:pt x="126341" y="55090"/>
                  </a:cubicBezTo>
                  <a:lnTo>
                    <a:pt x="106810" y="51323"/>
                  </a:lnTo>
                  <a:cubicBezTo>
                    <a:pt x="108031" y="42534"/>
                    <a:pt x="111693" y="37512"/>
                    <a:pt x="117797" y="33745"/>
                  </a:cubicBezTo>
                  <a:cubicBezTo>
                    <a:pt x="123900" y="28723"/>
                    <a:pt x="131224" y="27467"/>
                    <a:pt x="142210" y="27467"/>
                  </a:cubicBezTo>
                  <a:close/>
                  <a:moveTo>
                    <a:pt x="23520" y="18808"/>
                  </a:moveTo>
                  <a:lnTo>
                    <a:pt x="23520" y="51409"/>
                  </a:lnTo>
                  <a:lnTo>
                    <a:pt x="35898" y="51409"/>
                  </a:lnTo>
                  <a:cubicBezTo>
                    <a:pt x="44563" y="51409"/>
                    <a:pt x="50753" y="50155"/>
                    <a:pt x="53229" y="50155"/>
                  </a:cubicBezTo>
                  <a:cubicBezTo>
                    <a:pt x="56942" y="48901"/>
                    <a:pt x="59418" y="46393"/>
                    <a:pt x="60656" y="43886"/>
                  </a:cubicBezTo>
                  <a:cubicBezTo>
                    <a:pt x="61894" y="41378"/>
                    <a:pt x="63132" y="38870"/>
                    <a:pt x="63132" y="35109"/>
                  </a:cubicBezTo>
                  <a:cubicBezTo>
                    <a:pt x="63132" y="30093"/>
                    <a:pt x="61894" y="27585"/>
                    <a:pt x="60656" y="23824"/>
                  </a:cubicBezTo>
                  <a:cubicBezTo>
                    <a:pt x="56942" y="22570"/>
                    <a:pt x="54466" y="20062"/>
                    <a:pt x="50753" y="18808"/>
                  </a:cubicBezTo>
                  <a:cubicBezTo>
                    <a:pt x="48277" y="18808"/>
                    <a:pt x="42088" y="18808"/>
                    <a:pt x="34660" y="18808"/>
                  </a:cubicBezTo>
                  <a:close/>
                  <a:moveTo>
                    <a:pt x="734323" y="0"/>
                  </a:moveTo>
                  <a:lnTo>
                    <a:pt x="756795" y="0"/>
                  </a:lnTo>
                  <a:lnTo>
                    <a:pt x="756795" y="112875"/>
                  </a:lnTo>
                  <a:lnTo>
                    <a:pt x="735571" y="112875"/>
                  </a:lnTo>
                  <a:lnTo>
                    <a:pt x="735571" y="100472"/>
                  </a:lnTo>
                  <a:cubicBezTo>
                    <a:pt x="733074" y="105433"/>
                    <a:pt x="728080" y="109154"/>
                    <a:pt x="724335" y="111635"/>
                  </a:cubicBezTo>
                  <a:cubicBezTo>
                    <a:pt x="719341" y="114116"/>
                    <a:pt x="714348" y="114116"/>
                    <a:pt x="710602" y="114116"/>
                  </a:cubicBezTo>
                  <a:cubicBezTo>
                    <a:pt x="700615" y="114116"/>
                    <a:pt x="691876" y="110395"/>
                    <a:pt x="685634" y="102952"/>
                  </a:cubicBezTo>
                  <a:cubicBezTo>
                    <a:pt x="679391" y="95510"/>
                    <a:pt x="675646" y="85587"/>
                    <a:pt x="675646" y="71943"/>
                  </a:cubicBezTo>
                  <a:cubicBezTo>
                    <a:pt x="675646" y="58298"/>
                    <a:pt x="679391" y="47135"/>
                    <a:pt x="685634" y="39693"/>
                  </a:cubicBezTo>
                  <a:cubicBezTo>
                    <a:pt x="691876" y="32250"/>
                    <a:pt x="700615" y="28529"/>
                    <a:pt x="710602" y="28529"/>
                  </a:cubicBezTo>
                  <a:cubicBezTo>
                    <a:pt x="719341" y="28529"/>
                    <a:pt x="728080" y="32250"/>
                    <a:pt x="734323" y="39693"/>
                  </a:cubicBezTo>
                  <a:close/>
                  <a:moveTo>
                    <a:pt x="0" y="0"/>
                  </a:moveTo>
                  <a:lnTo>
                    <a:pt x="37136" y="0"/>
                  </a:lnTo>
                  <a:cubicBezTo>
                    <a:pt x="50753" y="0"/>
                    <a:pt x="60656" y="0"/>
                    <a:pt x="64369" y="1254"/>
                  </a:cubicBezTo>
                  <a:cubicBezTo>
                    <a:pt x="70559" y="2508"/>
                    <a:pt x="76748" y="7523"/>
                    <a:pt x="80462" y="12539"/>
                  </a:cubicBezTo>
                  <a:cubicBezTo>
                    <a:pt x="85413" y="18808"/>
                    <a:pt x="86651" y="25078"/>
                    <a:pt x="86651" y="35109"/>
                  </a:cubicBezTo>
                  <a:cubicBezTo>
                    <a:pt x="86651" y="41378"/>
                    <a:pt x="85413" y="47647"/>
                    <a:pt x="82938" y="52663"/>
                  </a:cubicBezTo>
                  <a:cubicBezTo>
                    <a:pt x="80462" y="57678"/>
                    <a:pt x="77986" y="61440"/>
                    <a:pt x="74272" y="63948"/>
                  </a:cubicBezTo>
                  <a:cubicBezTo>
                    <a:pt x="70559" y="66455"/>
                    <a:pt x="65607" y="67709"/>
                    <a:pt x="61894" y="68963"/>
                  </a:cubicBezTo>
                  <a:cubicBezTo>
                    <a:pt x="56942" y="70217"/>
                    <a:pt x="48277" y="70217"/>
                    <a:pt x="38374" y="70217"/>
                  </a:cubicBezTo>
                  <a:lnTo>
                    <a:pt x="23520" y="70217"/>
                  </a:lnTo>
                  <a:lnTo>
                    <a:pt x="23520" y="114102"/>
                  </a:lnTo>
                  <a:lnTo>
                    <a:pt x="0" y="114102"/>
                  </a:lnTo>
                  <a:close/>
                </a:path>
              </a:pathLst>
            </a:custGeom>
            <a:solidFill>
              <a:srgbClr val="2E2E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20" name="Freeform 48">
              <a:extLst>
                <a:ext uri="{FF2B5EF4-FFF2-40B4-BE49-F238E27FC236}">
                  <a16:creationId xmlns:a16="http://schemas.microsoft.com/office/drawing/2014/main" xmlns="" id="{B735D450-1B81-D344-9416-D7A8AC178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80222" y="6275741"/>
              <a:ext cx="576768" cy="302119"/>
            </a:xfrm>
            <a:custGeom>
              <a:avLst/>
              <a:gdLst>
                <a:gd name="T0" fmla="*/ 231 w 462"/>
                <a:gd name="T1" fmla="*/ 0 h 241"/>
                <a:gd name="T2" fmla="*/ 231 w 462"/>
                <a:gd name="T3" fmla="*/ 0 h 241"/>
                <a:gd name="T4" fmla="*/ 231 w 462"/>
                <a:gd name="T5" fmla="*/ 0 h 241"/>
                <a:gd name="T6" fmla="*/ 0 w 462"/>
                <a:gd name="T7" fmla="*/ 231 h 241"/>
                <a:gd name="T8" fmla="*/ 0 w 462"/>
                <a:gd name="T9" fmla="*/ 240 h 241"/>
                <a:gd name="T10" fmla="*/ 461 w 462"/>
                <a:gd name="T11" fmla="*/ 240 h 241"/>
                <a:gd name="T12" fmla="*/ 461 w 462"/>
                <a:gd name="T13" fmla="*/ 231 h 241"/>
                <a:gd name="T14" fmla="*/ 461 w 462"/>
                <a:gd name="T15" fmla="*/ 231 h 241"/>
                <a:gd name="T16" fmla="*/ 231 w 462"/>
                <a:gd name="T17" fmla="*/ 0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241">
                  <a:moveTo>
                    <a:pt x="231" y="0"/>
                  </a:moveTo>
                  <a:lnTo>
                    <a:pt x="231" y="0"/>
                  </a:lnTo>
                  <a:lnTo>
                    <a:pt x="231" y="0"/>
                  </a:lnTo>
                  <a:cubicBezTo>
                    <a:pt x="103" y="0"/>
                    <a:pt x="0" y="104"/>
                    <a:pt x="0" y="231"/>
                  </a:cubicBezTo>
                  <a:lnTo>
                    <a:pt x="0" y="240"/>
                  </a:lnTo>
                  <a:lnTo>
                    <a:pt x="461" y="240"/>
                  </a:lnTo>
                  <a:lnTo>
                    <a:pt x="461" y="231"/>
                  </a:lnTo>
                  <a:lnTo>
                    <a:pt x="461" y="231"/>
                  </a:lnTo>
                  <a:cubicBezTo>
                    <a:pt x="461" y="104"/>
                    <a:pt x="358" y="0"/>
                    <a:pt x="231" y="0"/>
                  </a:cubicBezTo>
                </a:path>
              </a:pathLst>
            </a:custGeom>
            <a:solidFill>
              <a:srgbClr val="FFB60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21" name="Freeform 49">
              <a:extLst>
                <a:ext uri="{FF2B5EF4-FFF2-40B4-BE49-F238E27FC236}">
                  <a16:creationId xmlns:a16="http://schemas.microsoft.com/office/drawing/2014/main" xmlns="" id="{C46C969B-52BD-544B-A3A1-52A6328C7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84585" y="6341654"/>
              <a:ext cx="203244" cy="203244"/>
            </a:xfrm>
            <a:custGeom>
              <a:avLst/>
              <a:gdLst>
                <a:gd name="T0" fmla="*/ 164 w 165"/>
                <a:gd name="T1" fmla="*/ 82 h 164"/>
                <a:gd name="T2" fmla="*/ 164 w 165"/>
                <a:gd name="T3" fmla="*/ 82 h 164"/>
                <a:gd name="T4" fmla="*/ 83 w 165"/>
                <a:gd name="T5" fmla="*/ 163 h 164"/>
                <a:gd name="T6" fmla="*/ 83 w 165"/>
                <a:gd name="T7" fmla="*/ 163 h 164"/>
                <a:gd name="T8" fmla="*/ 0 w 165"/>
                <a:gd name="T9" fmla="*/ 82 h 164"/>
                <a:gd name="T10" fmla="*/ 0 w 165"/>
                <a:gd name="T11" fmla="*/ 82 h 164"/>
                <a:gd name="T12" fmla="*/ 83 w 165"/>
                <a:gd name="T13" fmla="*/ 0 h 164"/>
                <a:gd name="T14" fmla="*/ 83 w 165"/>
                <a:gd name="T15" fmla="*/ 0 h 164"/>
                <a:gd name="T16" fmla="*/ 164 w 165"/>
                <a:gd name="T17" fmla="*/ 82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5" h="164">
                  <a:moveTo>
                    <a:pt x="164" y="82"/>
                  </a:moveTo>
                  <a:lnTo>
                    <a:pt x="164" y="82"/>
                  </a:lnTo>
                  <a:cubicBezTo>
                    <a:pt x="164" y="127"/>
                    <a:pt x="128" y="163"/>
                    <a:pt x="83" y="163"/>
                  </a:cubicBezTo>
                  <a:lnTo>
                    <a:pt x="83" y="163"/>
                  </a:lnTo>
                  <a:cubicBezTo>
                    <a:pt x="37" y="163"/>
                    <a:pt x="0" y="127"/>
                    <a:pt x="0" y="82"/>
                  </a:cubicBezTo>
                  <a:lnTo>
                    <a:pt x="0" y="82"/>
                  </a:lnTo>
                  <a:cubicBezTo>
                    <a:pt x="0" y="37"/>
                    <a:pt x="37" y="0"/>
                    <a:pt x="83" y="0"/>
                  </a:cubicBezTo>
                  <a:lnTo>
                    <a:pt x="83" y="0"/>
                  </a:lnTo>
                  <a:cubicBezTo>
                    <a:pt x="128" y="0"/>
                    <a:pt x="164" y="37"/>
                    <a:pt x="164" y="82"/>
                  </a:cubicBezTo>
                </a:path>
              </a:pathLst>
            </a:custGeom>
            <a:solidFill>
              <a:srgbClr val="F6685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22" name="Freeform 50">
              <a:extLst>
                <a:ext uri="{FF2B5EF4-FFF2-40B4-BE49-F238E27FC236}">
                  <a16:creationId xmlns:a16="http://schemas.microsoft.com/office/drawing/2014/main" xmlns="" id="{B2328D46-03F2-7C40-BBFC-DFA0E080B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32903" y="6341654"/>
              <a:ext cx="203241" cy="203244"/>
            </a:xfrm>
            <a:custGeom>
              <a:avLst/>
              <a:gdLst>
                <a:gd name="T0" fmla="*/ 163 w 164"/>
                <a:gd name="T1" fmla="*/ 82 h 164"/>
                <a:gd name="T2" fmla="*/ 163 w 164"/>
                <a:gd name="T3" fmla="*/ 82 h 164"/>
                <a:gd name="T4" fmla="*/ 81 w 164"/>
                <a:gd name="T5" fmla="*/ 163 h 164"/>
                <a:gd name="T6" fmla="*/ 81 w 164"/>
                <a:gd name="T7" fmla="*/ 163 h 164"/>
                <a:gd name="T8" fmla="*/ 0 w 164"/>
                <a:gd name="T9" fmla="*/ 82 h 164"/>
                <a:gd name="T10" fmla="*/ 0 w 164"/>
                <a:gd name="T11" fmla="*/ 82 h 164"/>
                <a:gd name="T12" fmla="*/ 81 w 164"/>
                <a:gd name="T13" fmla="*/ 0 h 164"/>
                <a:gd name="T14" fmla="*/ 81 w 164"/>
                <a:gd name="T15" fmla="*/ 0 h 164"/>
                <a:gd name="T16" fmla="*/ 163 w 164"/>
                <a:gd name="T17" fmla="*/ 82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4" h="164">
                  <a:moveTo>
                    <a:pt x="163" y="82"/>
                  </a:moveTo>
                  <a:lnTo>
                    <a:pt x="163" y="82"/>
                  </a:lnTo>
                  <a:cubicBezTo>
                    <a:pt x="163" y="127"/>
                    <a:pt x="126" y="163"/>
                    <a:pt x="81" y="163"/>
                  </a:cubicBezTo>
                  <a:lnTo>
                    <a:pt x="81" y="163"/>
                  </a:lnTo>
                  <a:cubicBezTo>
                    <a:pt x="36" y="163"/>
                    <a:pt x="0" y="127"/>
                    <a:pt x="0" y="82"/>
                  </a:cubicBezTo>
                  <a:lnTo>
                    <a:pt x="0" y="82"/>
                  </a:lnTo>
                  <a:cubicBezTo>
                    <a:pt x="0" y="37"/>
                    <a:pt x="36" y="0"/>
                    <a:pt x="81" y="0"/>
                  </a:cubicBezTo>
                  <a:lnTo>
                    <a:pt x="81" y="0"/>
                  </a:lnTo>
                  <a:cubicBezTo>
                    <a:pt x="126" y="0"/>
                    <a:pt x="163" y="37"/>
                    <a:pt x="163" y="8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xmlns="" id="{C63E23B4-1DFB-E946-A2BF-D8E327F06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1741" y="5814325"/>
              <a:ext cx="946551" cy="405239"/>
            </a:xfrm>
            <a:custGeom>
              <a:avLst/>
              <a:gdLst>
                <a:gd name="connsiteX0" fmla="*/ 933429 w 946551"/>
                <a:gd name="connsiteY0" fmla="*/ 171837 h 405239"/>
                <a:gd name="connsiteX1" fmla="*/ 942802 w 946551"/>
                <a:gd name="connsiteY1" fmla="*/ 176499 h 405239"/>
                <a:gd name="connsiteX2" fmla="*/ 942802 w 946551"/>
                <a:gd name="connsiteY2" fmla="*/ 196389 h 405239"/>
                <a:gd name="connsiteX3" fmla="*/ 737847 w 946551"/>
                <a:gd name="connsiteY3" fmla="*/ 401510 h 405239"/>
                <a:gd name="connsiteX4" fmla="*/ 727849 w 946551"/>
                <a:gd name="connsiteY4" fmla="*/ 405239 h 405239"/>
                <a:gd name="connsiteX5" fmla="*/ 717851 w 946551"/>
                <a:gd name="connsiteY5" fmla="*/ 401510 h 405239"/>
                <a:gd name="connsiteX6" fmla="*/ 717851 w 946551"/>
                <a:gd name="connsiteY6" fmla="*/ 381619 h 405239"/>
                <a:gd name="connsiteX7" fmla="*/ 924056 w 946551"/>
                <a:gd name="connsiteY7" fmla="*/ 176499 h 405239"/>
                <a:gd name="connsiteX8" fmla="*/ 933429 w 946551"/>
                <a:gd name="connsiteY8" fmla="*/ 171837 h 405239"/>
                <a:gd name="connsiteX9" fmla="*/ 14140 w 946551"/>
                <a:gd name="connsiteY9" fmla="*/ 171837 h 405239"/>
                <a:gd name="connsiteX10" fmla="*/ 23619 w 946551"/>
                <a:gd name="connsiteY10" fmla="*/ 176499 h 405239"/>
                <a:gd name="connsiteX11" fmla="*/ 228739 w 946551"/>
                <a:gd name="connsiteY11" fmla="*/ 381619 h 405239"/>
                <a:gd name="connsiteX12" fmla="*/ 228739 w 946551"/>
                <a:gd name="connsiteY12" fmla="*/ 401510 h 405239"/>
                <a:gd name="connsiteX13" fmla="*/ 218794 w 946551"/>
                <a:gd name="connsiteY13" fmla="*/ 405239 h 405239"/>
                <a:gd name="connsiteX14" fmla="*/ 208849 w 946551"/>
                <a:gd name="connsiteY14" fmla="*/ 401510 h 405239"/>
                <a:gd name="connsiteX15" fmla="*/ 3729 w 946551"/>
                <a:gd name="connsiteY15" fmla="*/ 196389 h 405239"/>
                <a:gd name="connsiteX16" fmla="*/ 3729 w 946551"/>
                <a:gd name="connsiteY16" fmla="*/ 176499 h 405239"/>
                <a:gd name="connsiteX17" fmla="*/ 14140 w 946551"/>
                <a:gd name="connsiteY17" fmla="*/ 171837 h 405239"/>
                <a:gd name="connsiteX18" fmla="*/ 506866 w 946551"/>
                <a:gd name="connsiteY18" fmla="*/ 0 h 405239"/>
                <a:gd name="connsiteX19" fmla="*/ 519454 w 946551"/>
                <a:gd name="connsiteY19" fmla="*/ 13744 h 405239"/>
                <a:gd name="connsiteX20" fmla="*/ 519454 w 946551"/>
                <a:gd name="connsiteY20" fmla="*/ 304854 h 405239"/>
                <a:gd name="connsiteX21" fmla="*/ 506866 w 946551"/>
                <a:gd name="connsiteY21" fmla="*/ 317348 h 405239"/>
                <a:gd name="connsiteX22" fmla="*/ 493134 w 946551"/>
                <a:gd name="connsiteY22" fmla="*/ 304854 h 405239"/>
                <a:gd name="connsiteX23" fmla="*/ 493134 w 946551"/>
                <a:gd name="connsiteY23" fmla="*/ 13744 h 405239"/>
                <a:gd name="connsiteX24" fmla="*/ 506866 w 946551"/>
                <a:gd name="connsiteY24" fmla="*/ 0 h 4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46551" h="405239">
                  <a:moveTo>
                    <a:pt x="933429" y="171837"/>
                  </a:moveTo>
                  <a:cubicBezTo>
                    <a:pt x="936866" y="171837"/>
                    <a:pt x="940302" y="173391"/>
                    <a:pt x="942802" y="176499"/>
                  </a:cubicBezTo>
                  <a:cubicBezTo>
                    <a:pt x="947801" y="182715"/>
                    <a:pt x="947801" y="190174"/>
                    <a:pt x="942802" y="196389"/>
                  </a:cubicBezTo>
                  <a:lnTo>
                    <a:pt x="737847" y="401510"/>
                  </a:lnTo>
                  <a:cubicBezTo>
                    <a:pt x="735347" y="403996"/>
                    <a:pt x="731598" y="405239"/>
                    <a:pt x="727849" y="405239"/>
                  </a:cubicBezTo>
                  <a:cubicBezTo>
                    <a:pt x="724100" y="405239"/>
                    <a:pt x="720350" y="403996"/>
                    <a:pt x="717851" y="401510"/>
                  </a:cubicBezTo>
                  <a:cubicBezTo>
                    <a:pt x="712852" y="396537"/>
                    <a:pt x="712852" y="386592"/>
                    <a:pt x="717851" y="381619"/>
                  </a:cubicBezTo>
                  <a:lnTo>
                    <a:pt x="924056" y="176499"/>
                  </a:lnTo>
                  <a:cubicBezTo>
                    <a:pt x="926556" y="173391"/>
                    <a:pt x="929992" y="171837"/>
                    <a:pt x="933429" y="171837"/>
                  </a:cubicBezTo>
                  <a:close/>
                  <a:moveTo>
                    <a:pt x="14140" y="171837"/>
                  </a:moveTo>
                  <a:cubicBezTo>
                    <a:pt x="17714" y="171837"/>
                    <a:pt x="21133" y="173391"/>
                    <a:pt x="23619" y="176499"/>
                  </a:cubicBezTo>
                  <a:lnTo>
                    <a:pt x="228739" y="381619"/>
                  </a:lnTo>
                  <a:cubicBezTo>
                    <a:pt x="233712" y="386592"/>
                    <a:pt x="233712" y="396537"/>
                    <a:pt x="228739" y="401510"/>
                  </a:cubicBezTo>
                  <a:cubicBezTo>
                    <a:pt x="226253" y="403996"/>
                    <a:pt x="222523" y="405239"/>
                    <a:pt x="218794" y="405239"/>
                  </a:cubicBezTo>
                  <a:cubicBezTo>
                    <a:pt x="215065" y="405239"/>
                    <a:pt x="211335" y="403996"/>
                    <a:pt x="208849" y="401510"/>
                  </a:cubicBezTo>
                  <a:lnTo>
                    <a:pt x="3729" y="196389"/>
                  </a:lnTo>
                  <a:cubicBezTo>
                    <a:pt x="-1244" y="190174"/>
                    <a:pt x="-1244" y="182715"/>
                    <a:pt x="3729" y="176499"/>
                  </a:cubicBezTo>
                  <a:cubicBezTo>
                    <a:pt x="6837" y="173391"/>
                    <a:pt x="10566" y="171837"/>
                    <a:pt x="14140" y="171837"/>
                  </a:cubicBezTo>
                  <a:close/>
                  <a:moveTo>
                    <a:pt x="506866" y="0"/>
                  </a:moveTo>
                  <a:cubicBezTo>
                    <a:pt x="513732" y="0"/>
                    <a:pt x="519454" y="6247"/>
                    <a:pt x="519454" y="13744"/>
                  </a:cubicBezTo>
                  <a:lnTo>
                    <a:pt x="519454" y="304854"/>
                  </a:lnTo>
                  <a:cubicBezTo>
                    <a:pt x="519454" y="312350"/>
                    <a:pt x="513732" y="317348"/>
                    <a:pt x="506866" y="317348"/>
                  </a:cubicBezTo>
                  <a:cubicBezTo>
                    <a:pt x="500000" y="317348"/>
                    <a:pt x="493134" y="312350"/>
                    <a:pt x="493134" y="304854"/>
                  </a:cubicBezTo>
                  <a:lnTo>
                    <a:pt x="493134" y="13744"/>
                  </a:lnTo>
                  <a:cubicBezTo>
                    <a:pt x="493134" y="6247"/>
                    <a:pt x="500000" y="0"/>
                    <a:pt x="506866" y="0"/>
                  </a:cubicBezTo>
                  <a:close/>
                </a:path>
              </a:pathLst>
            </a:custGeom>
            <a:solidFill>
              <a:srgbClr val="373CA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24" name="Freeform 54">
              <a:extLst>
                <a:ext uri="{FF2B5EF4-FFF2-40B4-BE49-F238E27FC236}">
                  <a16:creationId xmlns:a16="http://schemas.microsoft.com/office/drawing/2014/main" xmlns="" id="{8943D993-8A90-ED43-A3BE-B27867FC6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34024" y="4298244"/>
              <a:ext cx="873393" cy="2697087"/>
            </a:xfrm>
            <a:custGeom>
              <a:avLst/>
              <a:gdLst>
                <a:gd name="T0" fmla="*/ 157 w 701"/>
                <a:gd name="T1" fmla="*/ 1965 h 2165"/>
                <a:gd name="T2" fmla="*/ 157 w 701"/>
                <a:gd name="T3" fmla="*/ 1965 h 2165"/>
                <a:gd name="T4" fmla="*/ 143 w 701"/>
                <a:gd name="T5" fmla="*/ 1979 h 2165"/>
                <a:gd name="T6" fmla="*/ 143 w 701"/>
                <a:gd name="T7" fmla="*/ 1979 h 2165"/>
                <a:gd name="T8" fmla="*/ 129 w 701"/>
                <a:gd name="T9" fmla="*/ 1965 h 2165"/>
                <a:gd name="T10" fmla="*/ 129 w 701"/>
                <a:gd name="T11" fmla="*/ 1965 h 2165"/>
                <a:gd name="T12" fmla="*/ 143 w 701"/>
                <a:gd name="T13" fmla="*/ 1951 h 2165"/>
                <a:gd name="T14" fmla="*/ 143 w 701"/>
                <a:gd name="T15" fmla="*/ 1951 h 2165"/>
                <a:gd name="T16" fmla="*/ 157 w 701"/>
                <a:gd name="T17" fmla="*/ 1965 h 2165"/>
                <a:gd name="T18" fmla="*/ 700 w 701"/>
                <a:gd name="T19" fmla="*/ 6 h 2165"/>
                <a:gd name="T20" fmla="*/ 686 w 701"/>
                <a:gd name="T21" fmla="*/ 0 h 2165"/>
                <a:gd name="T22" fmla="*/ 686 w 701"/>
                <a:gd name="T23" fmla="*/ 0 h 2165"/>
                <a:gd name="T24" fmla="*/ 243 w 701"/>
                <a:gd name="T25" fmla="*/ 778 h 2165"/>
                <a:gd name="T26" fmla="*/ 243 w 701"/>
                <a:gd name="T27" fmla="*/ 778 h 2165"/>
                <a:gd name="T28" fmla="*/ 24 w 701"/>
                <a:gd name="T29" fmla="*/ 1588 h 2165"/>
                <a:gd name="T30" fmla="*/ 24 w 701"/>
                <a:gd name="T31" fmla="*/ 1588 h 2165"/>
                <a:gd name="T32" fmla="*/ 125 w 701"/>
                <a:gd name="T33" fmla="*/ 1943 h 2165"/>
                <a:gd name="T34" fmla="*/ 125 w 701"/>
                <a:gd name="T35" fmla="*/ 1943 h 2165"/>
                <a:gd name="T36" fmla="*/ 113 w 701"/>
                <a:gd name="T37" fmla="*/ 1965 h 2165"/>
                <a:gd name="T38" fmla="*/ 113 w 701"/>
                <a:gd name="T39" fmla="*/ 1965 h 2165"/>
                <a:gd name="T40" fmla="*/ 143 w 701"/>
                <a:gd name="T41" fmla="*/ 1995 h 2165"/>
                <a:gd name="T42" fmla="*/ 143 w 701"/>
                <a:gd name="T43" fmla="*/ 1995 h 2165"/>
                <a:gd name="T44" fmla="*/ 143 w 701"/>
                <a:gd name="T45" fmla="*/ 1995 h 2165"/>
                <a:gd name="T46" fmla="*/ 143 w 701"/>
                <a:gd name="T47" fmla="*/ 1995 h 2165"/>
                <a:gd name="T48" fmla="*/ 150 w 701"/>
                <a:gd name="T49" fmla="*/ 2070 h 2165"/>
                <a:gd name="T50" fmla="*/ 148 w 701"/>
                <a:gd name="T51" fmla="*/ 2071 h 2165"/>
                <a:gd name="T52" fmla="*/ 148 w 701"/>
                <a:gd name="T53" fmla="*/ 2071 h 2165"/>
                <a:gd name="T54" fmla="*/ 113 w 701"/>
                <a:gd name="T55" fmla="*/ 2117 h 2165"/>
                <a:gd name="T56" fmla="*/ 113 w 701"/>
                <a:gd name="T57" fmla="*/ 2117 h 2165"/>
                <a:gd name="T58" fmla="*/ 161 w 701"/>
                <a:gd name="T59" fmla="*/ 2164 h 2165"/>
                <a:gd name="T60" fmla="*/ 161 w 701"/>
                <a:gd name="T61" fmla="*/ 2164 h 2165"/>
                <a:gd name="T62" fmla="*/ 209 w 701"/>
                <a:gd name="T63" fmla="*/ 2120 h 2165"/>
                <a:gd name="T64" fmla="*/ 214 w 701"/>
                <a:gd name="T65" fmla="*/ 2120 h 2165"/>
                <a:gd name="T66" fmla="*/ 214 w 701"/>
                <a:gd name="T67" fmla="*/ 2067 h 2165"/>
                <a:gd name="T68" fmla="*/ 172 w 701"/>
                <a:gd name="T69" fmla="*/ 2120 h 2165"/>
                <a:gd name="T70" fmla="*/ 194 w 701"/>
                <a:gd name="T71" fmla="*/ 2120 h 2165"/>
                <a:gd name="T72" fmla="*/ 194 w 701"/>
                <a:gd name="T73" fmla="*/ 2120 h 2165"/>
                <a:gd name="T74" fmla="*/ 161 w 701"/>
                <a:gd name="T75" fmla="*/ 2149 h 2165"/>
                <a:gd name="T76" fmla="*/ 161 w 701"/>
                <a:gd name="T77" fmla="*/ 2149 h 2165"/>
                <a:gd name="T78" fmla="*/ 129 w 701"/>
                <a:gd name="T79" fmla="*/ 2117 h 2165"/>
                <a:gd name="T80" fmla="*/ 129 w 701"/>
                <a:gd name="T81" fmla="*/ 2117 h 2165"/>
                <a:gd name="T82" fmla="*/ 156 w 701"/>
                <a:gd name="T83" fmla="*/ 2084 h 2165"/>
                <a:gd name="T84" fmla="*/ 157 w 701"/>
                <a:gd name="T85" fmla="*/ 2083 h 2165"/>
                <a:gd name="T86" fmla="*/ 157 w 701"/>
                <a:gd name="T87" fmla="*/ 2083 h 2165"/>
                <a:gd name="T88" fmla="*/ 157 w 701"/>
                <a:gd name="T89" fmla="*/ 1990 h 2165"/>
                <a:gd name="T90" fmla="*/ 157 w 701"/>
                <a:gd name="T91" fmla="*/ 1990 h 2165"/>
                <a:gd name="T92" fmla="*/ 172 w 701"/>
                <a:gd name="T93" fmla="*/ 1965 h 2165"/>
                <a:gd name="T94" fmla="*/ 172 w 701"/>
                <a:gd name="T95" fmla="*/ 1965 h 2165"/>
                <a:gd name="T96" fmla="*/ 143 w 701"/>
                <a:gd name="T97" fmla="*/ 1937 h 2165"/>
                <a:gd name="T98" fmla="*/ 143 w 701"/>
                <a:gd name="T99" fmla="*/ 1937 h 2165"/>
                <a:gd name="T100" fmla="*/ 139 w 701"/>
                <a:gd name="T101" fmla="*/ 1937 h 2165"/>
                <a:gd name="T102" fmla="*/ 139 w 701"/>
                <a:gd name="T103" fmla="*/ 1937 h 2165"/>
                <a:gd name="T104" fmla="*/ 39 w 701"/>
                <a:gd name="T105" fmla="*/ 1586 h 2165"/>
                <a:gd name="T106" fmla="*/ 39 w 701"/>
                <a:gd name="T107" fmla="*/ 1586 h 2165"/>
                <a:gd name="T108" fmla="*/ 255 w 701"/>
                <a:gd name="T109" fmla="*/ 787 h 2165"/>
                <a:gd name="T110" fmla="*/ 255 w 701"/>
                <a:gd name="T111" fmla="*/ 787 h 2165"/>
                <a:gd name="T112" fmla="*/ 700 w 701"/>
                <a:gd name="T113" fmla="*/ 6 h 2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01" h="2165">
                  <a:moveTo>
                    <a:pt x="157" y="1965"/>
                  </a:moveTo>
                  <a:lnTo>
                    <a:pt x="157" y="1965"/>
                  </a:lnTo>
                  <a:cubicBezTo>
                    <a:pt x="157" y="1973"/>
                    <a:pt x="150" y="1979"/>
                    <a:pt x="143" y="1979"/>
                  </a:cubicBezTo>
                  <a:lnTo>
                    <a:pt x="143" y="1979"/>
                  </a:lnTo>
                  <a:cubicBezTo>
                    <a:pt x="135" y="1979"/>
                    <a:pt x="129" y="1973"/>
                    <a:pt x="129" y="1965"/>
                  </a:cubicBezTo>
                  <a:lnTo>
                    <a:pt x="129" y="1965"/>
                  </a:lnTo>
                  <a:cubicBezTo>
                    <a:pt x="129" y="1958"/>
                    <a:pt x="135" y="1951"/>
                    <a:pt x="143" y="1951"/>
                  </a:cubicBezTo>
                  <a:lnTo>
                    <a:pt x="143" y="1951"/>
                  </a:lnTo>
                  <a:cubicBezTo>
                    <a:pt x="150" y="1951"/>
                    <a:pt x="157" y="1958"/>
                    <a:pt x="157" y="1965"/>
                  </a:cubicBezTo>
                  <a:close/>
                  <a:moveTo>
                    <a:pt x="700" y="6"/>
                  </a:moveTo>
                  <a:lnTo>
                    <a:pt x="686" y="0"/>
                  </a:lnTo>
                  <a:lnTo>
                    <a:pt x="686" y="0"/>
                  </a:lnTo>
                  <a:cubicBezTo>
                    <a:pt x="684" y="5"/>
                    <a:pt x="516" y="402"/>
                    <a:pt x="243" y="778"/>
                  </a:cubicBezTo>
                  <a:lnTo>
                    <a:pt x="243" y="778"/>
                  </a:lnTo>
                  <a:cubicBezTo>
                    <a:pt x="19" y="1085"/>
                    <a:pt x="0" y="1388"/>
                    <a:pt x="24" y="1588"/>
                  </a:cubicBezTo>
                  <a:lnTo>
                    <a:pt x="24" y="1588"/>
                  </a:lnTo>
                  <a:cubicBezTo>
                    <a:pt x="46" y="1773"/>
                    <a:pt x="107" y="1907"/>
                    <a:pt x="125" y="1943"/>
                  </a:cubicBezTo>
                  <a:lnTo>
                    <a:pt x="125" y="1943"/>
                  </a:lnTo>
                  <a:cubicBezTo>
                    <a:pt x="118" y="1948"/>
                    <a:pt x="113" y="1956"/>
                    <a:pt x="113" y="1965"/>
                  </a:cubicBezTo>
                  <a:lnTo>
                    <a:pt x="113" y="1965"/>
                  </a:lnTo>
                  <a:cubicBezTo>
                    <a:pt x="113" y="1982"/>
                    <a:pt x="126" y="1995"/>
                    <a:pt x="143" y="1995"/>
                  </a:cubicBezTo>
                  <a:lnTo>
                    <a:pt x="143" y="1995"/>
                  </a:lnTo>
                  <a:lnTo>
                    <a:pt x="143" y="1995"/>
                  </a:lnTo>
                  <a:lnTo>
                    <a:pt x="143" y="1995"/>
                  </a:lnTo>
                  <a:cubicBezTo>
                    <a:pt x="163" y="2061"/>
                    <a:pt x="155" y="2067"/>
                    <a:pt x="150" y="2070"/>
                  </a:cubicBezTo>
                  <a:lnTo>
                    <a:pt x="148" y="2071"/>
                  </a:lnTo>
                  <a:lnTo>
                    <a:pt x="148" y="2071"/>
                  </a:lnTo>
                  <a:cubicBezTo>
                    <a:pt x="133" y="2081"/>
                    <a:pt x="113" y="2093"/>
                    <a:pt x="113" y="2117"/>
                  </a:cubicBezTo>
                  <a:lnTo>
                    <a:pt x="113" y="2117"/>
                  </a:lnTo>
                  <a:cubicBezTo>
                    <a:pt x="113" y="2143"/>
                    <a:pt x="135" y="2164"/>
                    <a:pt x="161" y="2164"/>
                  </a:cubicBezTo>
                  <a:lnTo>
                    <a:pt x="161" y="2164"/>
                  </a:lnTo>
                  <a:cubicBezTo>
                    <a:pt x="186" y="2164"/>
                    <a:pt x="207" y="2145"/>
                    <a:pt x="209" y="2120"/>
                  </a:cubicBezTo>
                  <a:lnTo>
                    <a:pt x="214" y="2120"/>
                  </a:lnTo>
                  <a:lnTo>
                    <a:pt x="214" y="2067"/>
                  </a:lnTo>
                  <a:lnTo>
                    <a:pt x="172" y="2120"/>
                  </a:lnTo>
                  <a:lnTo>
                    <a:pt x="194" y="2120"/>
                  </a:lnTo>
                  <a:lnTo>
                    <a:pt x="194" y="2120"/>
                  </a:lnTo>
                  <a:cubicBezTo>
                    <a:pt x="192" y="2136"/>
                    <a:pt x="178" y="2149"/>
                    <a:pt x="161" y="2149"/>
                  </a:cubicBezTo>
                  <a:lnTo>
                    <a:pt x="161" y="2149"/>
                  </a:lnTo>
                  <a:cubicBezTo>
                    <a:pt x="144" y="2149"/>
                    <a:pt x="129" y="2134"/>
                    <a:pt x="129" y="2117"/>
                  </a:cubicBezTo>
                  <a:lnTo>
                    <a:pt x="129" y="2117"/>
                  </a:lnTo>
                  <a:cubicBezTo>
                    <a:pt x="129" y="2103"/>
                    <a:pt x="140" y="2095"/>
                    <a:pt x="156" y="2084"/>
                  </a:cubicBezTo>
                  <a:lnTo>
                    <a:pt x="157" y="2083"/>
                  </a:lnTo>
                  <a:lnTo>
                    <a:pt x="157" y="2083"/>
                  </a:lnTo>
                  <a:cubicBezTo>
                    <a:pt x="172" y="2074"/>
                    <a:pt x="179" y="2062"/>
                    <a:pt x="157" y="1990"/>
                  </a:cubicBezTo>
                  <a:lnTo>
                    <a:pt x="157" y="1990"/>
                  </a:lnTo>
                  <a:cubicBezTo>
                    <a:pt x="166" y="1986"/>
                    <a:pt x="172" y="1976"/>
                    <a:pt x="172" y="1965"/>
                  </a:cubicBezTo>
                  <a:lnTo>
                    <a:pt x="172" y="1965"/>
                  </a:lnTo>
                  <a:cubicBezTo>
                    <a:pt x="172" y="1949"/>
                    <a:pt x="159" y="1937"/>
                    <a:pt x="143" y="1937"/>
                  </a:cubicBezTo>
                  <a:lnTo>
                    <a:pt x="143" y="1937"/>
                  </a:lnTo>
                  <a:cubicBezTo>
                    <a:pt x="142" y="1937"/>
                    <a:pt x="140" y="1937"/>
                    <a:pt x="139" y="1937"/>
                  </a:cubicBezTo>
                  <a:lnTo>
                    <a:pt x="139" y="1937"/>
                  </a:lnTo>
                  <a:cubicBezTo>
                    <a:pt x="122" y="1903"/>
                    <a:pt x="61" y="1771"/>
                    <a:pt x="39" y="1586"/>
                  </a:cubicBezTo>
                  <a:lnTo>
                    <a:pt x="39" y="1586"/>
                  </a:lnTo>
                  <a:cubicBezTo>
                    <a:pt x="16" y="1389"/>
                    <a:pt x="34" y="1090"/>
                    <a:pt x="255" y="787"/>
                  </a:cubicBezTo>
                  <a:lnTo>
                    <a:pt x="255" y="787"/>
                  </a:lnTo>
                  <a:cubicBezTo>
                    <a:pt x="529" y="409"/>
                    <a:pt x="698" y="10"/>
                    <a:pt x="700" y="6"/>
                  </a:cubicBezTo>
                  <a:close/>
                </a:path>
              </a:pathLst>
            </a:custGeom>
            <a:solidFill>
              <a:srgbClr val="17161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25" name="Freeform 55">
              <a:extLst>
                <a:ext uri="{FF2B5EF4-FFF2-40B4-BE49-F238E27FC236}">
                  <a16:creationId xmlns:a16="http://schemas.microsoft.com/office/drawing/2014/main" xmlns="" id="{FA147F96-5B63-DA45-87C3-1589CA3D70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68971" y="4270778"/>
              <a:ext cx="2362010" cy="3142022"/>
            </a:xfrm>
            <a:custGeom>
              <a:avLst/>
              <a:gdLst>
                <a:gd name="T0" fmla="*/ 29 w 1896"/>
                <a:gd name="T1" fmla="*/ 8 h 2524"/>
                <a:gd name="T2" fmla="*/ 1886 w 1896"/>
                <a:gd name="T3" fmla="*/ 2476 h 2524"/>
                <a:gd name="T4" fmla="*/ 1886 w 1896"/>
                <a:gd name="T5" fmla="*/ 2476 h 2524"/>
                <a:gd name="T6" fmla="*/ 1881 w 1896"/>
                <a:gd name="T7" fmla="*/ 2514 h 2524"/>
                <a:gd name="T8" fmla="*/ 1881 w 1896"/>
                <a:gd name="T9" fmla="*/ 2514 h 2524"/>
                <a:gd name="T10" fmla="*/ 1843 w 1896"/>
                <a:gd name="T11" fmla="*/ 2508 h 2524"/>
                <a:gd name="T12" fmla="*/ 5 w 1896"/>
                <a:gd name="T13" fmla="*/ 26 h 2524"/>
                <a:gd name="T14" fmla="*/ 5 w 1896"/>
                <a:gd name="T15" fmla="*/ 26 h 2524"/>
                <a:gd name="T16" fmla="*/ 8 w 1896"/>
                <a:gd name="T17" fmla="*/ 5 h 2524"/>
                <a:gd name="T18" fmla="*/ 8 w 1896"/>
                <a:gd name="T19" fmla="*/ 5 h 2524"/>
                <a:gd name="T20" fmla="*/ 29 w 1896"/>
                <a:gd name="T21" fmla="*/ 8 h 2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96" h="2524">
                  <a:moveTo>
                    <a:pt x="29" y="8"/>
                  </a:moveTo>
                  <a:lnTo>
                    <a:pt x="1886" y="2476"/>
                  </a:lnTo>
                  <a:lnTo>
                    <a:pt x="1886" y="2476"/>
                  </a:lnTo>
                  <a:cubicBezTo>
                    <a:pt x="1895" y="2488"/>
                    <a:pt x="1893" y="2505"/>
                    <a:pt x="1881" y="2514"/>
                  </a:cubicBezTo>
                  <a:lnTo>
                    <a:pt x="1881" y="2514"/>
                  </a:lnTo>
                  <a:cubicBezTo>
                    <a:pt x="1868" y="2523"/>
                    <a:pt x="1851" y="2520"/>
                    <a:pt x="1843" y="2508"/>
                  </a:cubicBezTo>
                  <a:lnTo>
                    <a:pt x="5" y="26"/>
                  </a:lnTo>
                  <a:lnTo>
                    <a:pt x="5" y="26"/>
                  </a:lnTo>
                  <a:cubicBezTo>
                    <a:pt x="0" y="19"/>
                    <a:pt x="1" y="10"/>
                    <a:pt x="8" y="5"/>
                  </a:cubicBezTo>
                  <a:lnTo>
                    <a:pt x="8" y="5"/>
                  </a:lnTo>
                  <a:cubicBezTo>
                    <a:pt x="15" y="0"/>
                    <a:pt x="24" y="1"/>
                    <a:pt x="29" y="8"/>
                  </a:cubicBezTo>
                </a:path>
              </a:pathLst>
            </a:custGeom>
            <a:solidFill>
              <a:srgbClr val="FFB60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26" name="Freeform 56">
              <a:extLst>
                <a:ext uri="{FF2B5EF4-FFF2-40B4-BE49-F238E27FC236}">
                  <a16:creationId xmlns:a16="http://schemas.microsoft.com/office/drawing/2014/main" xmlns="" id="{43E65AD8-8C16-F34A-94C8-009842A47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53350" y="7193082"/>
              <a:ext cx="1181007" cy="977762"/>
            </a:xfrm>
            <a:custGeom>
              <a:avLst/>
              <a:gdLst>
                <a:gd name="T0" fmla="*/ 0 w 948"/>
                <a:gd name="T1" fmla="*/ 418 h 785"/>
                <a:gd name="T2" fmla="*/ 0 w 948"/>
                <a:gd name="T3" fmla="*/ 418 h 785"/>
                <a:gd name="T4" fmla="*/ 830 w 948"/>
                <a:gd name="T5" fmla="*/ 0 h 785"/>
                <a:gd name="T6" fmla="*/ 947 w 948"/>
                <a:gd name="T7" fmla="*/ 113 h 785"/>
                <a:gd name="T8" fmla="*/ 947 w 948"/>
                <a:gd name="T9" fmla="*/ 113 h 785"/>
                <a:gd name="T10" fmla="*/ 0 w 948"/>
                <a:gd name="T11" fmla="*/ 784 h 785"/>
                <a:gd name="T12" fmla="*/ 0 w 948"/>
                <a:gd name="T13" fmla="*/ 418 h 7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48" h="785">
                  <a:moveTo>
                    <a:pt x="0" y="418"/>
                  </a:moveTo>
                  <a:lnTo>
                    <a:pt x="0" y="418"/>
                  </a:lnTo>
                  <a:cubicBezTo>
                    <a:pt x="0" y="418"/>
                    <a:pt x="366" y="535"/>
                    <a:pt x="830" y="0"/>
                  </a:cubicBezTo>
                  <a:lnTo>
                    <a:pt x="947" y="113"/>
                  </a:lnTo>
                  <a:lnTo>
                    <a:pt x="947" y="113"/>
                  </a:lnTo>
                  <a:cubicBezTo>
                    <a:pt x="947" y="113"/>
                    <a:pt x="705" y="759"/>
                    <a:pt x="0" y="784"/>
                  </a:cubicBezTo>
                  <a:lnTo>
                    <a:pt x="0" y="418"/>
                  </a:lnTo>
                </a:path>
              </a:pathLst>
            </a:custGeom>
            <a:solidFill>
              <a:srgbClr val="17161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27" name="Freeform 57">
              <a:extLst>
                <a:ext uri="{FF2B5EF4-FFF2-40B4-BE49-F238E27FC236}">
                  <a16:creationId xmlns:a16="http://schemas.microsoft.com/office/drawing/2014/main" xmlns="" id="{F4CF4296-8D95-A54C-8F98-F15805D54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80548" y="6912931"/>
              <a:ext cx="263666" cy="417472"/>
            </a:xfrm>
            <a:custGeom>
              <a:avLst/>
              <a:gdLst>
                <a:gd name="T0" fmla="*/ 4 w 213"/>
                <a:gd name="T1" fmla="*/ 222 h 336"/>
                <a:gd name="T2" fmla="*/ 4 w 213"/>
                <a:gd name="T3" fmla="*/ 222 h 336"/>
                <a:gd name="T4" fmla="*/ 4 w 213"/>
                <a:gd name="T5" fmla="*/ 164 h 336"/>
                <a:gd name="T6" fmla="*/ 4 w 213"/>
                <a:gd name="T7" fmla="*/ 164 h 336"/>
                <a:gd name="T8" fmla="*/ 21 w 213"/>
                <a:gd name="T9" fmla="*/ 104 h 336"/>
                <a:gd name="T10" fmla="*/ 23 w 213"/>
                <a:gd name="T11" fmla="*/ 52 h 336"/>
                <a:gd name="T12" fmla="*/ 21 w 213"/>
                <a:gd name="T13" fmla="*/ 3 h 336"/>
                <a:gd name="T14" fmla="*/ 21 w 213"/>
                <a:gd name="T15" fmla="*/ 3 h 336"/>
                <a:gd name="T16" fmla="*/ 76 w 213"/>
                <a:gd name="T17" fmla="*/ 77 h 336"/>
                <a:gd name="T18" fmla="*/ 212 w 213"/>
                <a:gd name="T19" fmla="*/ 261 h 336"/>
                <a:gd name="T20" fmla="*/ 212 w 213"/>
                <a:gd name="T21" fmla="*/ 261 h 336"/>
                <a:gd name="T22" fmla="*/ 176 w 213"/>
                <a:gd name="T23" fmla="*/ 304 h 336"/>
                <a:gd name="T24" fmla="*/ 176 w 213"/>
                <a:gd name="T25" fmla="*/ 304 h 336"/>
                <a:gd name="T26" fmla="*/ 121 w 213"/>
                <a:gd name="T27" fmla="*/ 335 h 336"/>
                <a:gd name="T28" fmla="*/ 4 w 213"/>
                <a:gd name="T29" fmla="*/ 222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13" h="336">
                  <a:moveTo>
                    <a:pt x="4" y="222"/>
                  </a:moveTo>
                  <a:lnTo>
                    <a:pt x="4" y="222"/>
                  </a:lnTo>
                  <a:cubicBezTo>
                    <a:pt x="4" y="222"/>
                    <a:pt x="0" y="189"/>
                    <a:pt x="4" y="164"/>
                  </a:cubicBezTo>
                  <a:lnTo>
                    <a:pt x="4" y="164"/>
                  </a:lnTo>
                  <a:cubicBezTo>
                    <a:pt x="10" y="138"/>
                    <a:pt x="21" y="104"/>
                    <a:pt x="21" y="104"/>
                  </a:cubicBezTo>
                  <a:lnTo>
                    <a:pt x="23" y="52"/>
                  </a:lnTo>
                  <a:lnTo>
                    <a:pt x="21" y="3"/>
                  </a:lnTo>
                  <a:lnTo>
                    <a:pt x="21" y="3"/>
                  </a:lnTo>
                  <a:cubicBezTo>
                    <a:pt x="21" y="3"/>
                    <a:pt x="73" y="0"/>
                    <a:pt x="76" y="77"/>
                  </a:cubicBezTo>
                  <a:lnTo>
                    <a:pt x="212" y="261"/>
                  </a:lnTo>
                  <a:lnTo>
                    <a:pt x="212" y="261"/>
                  </a:lnTo>
                  <a:cubicBezTo>
                    <a:pt x="212" y="261"/>
                    <a:pt x="193" y="288"/>
                    <a:pt x="176" y="304"/>
                  </a:cubicBezTo>
                  <a:lnTo>
                    <a:pt x="176" y="304"/>
                  </a:lnTo>
                  <a:cubicBezTo>
                    <a:pt x="156" y="323"/>
                    <a:pt x="121" y="335"/>
                    <a:pt x="121" y="335"/>
                  </a:cubicBezTo>
                  <a:lnTo>
                    <a:pt x="4" y="222"/>
                  </a:lnTo>
                </a:path>
              </a:pathLst>
            </a:custGeom>
            <a:solidFill>
              <a:srgbClr val="F6685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xmlns="" id="{860D2987-BFF4-7D4F-B7D2-D88D4391E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76258" y="6961077"/>
              <a:ext cx="230268" cy="256875"/>
            </a:xfrm>
            <a:custGeom>
              <a:avLst/>
              <a:gdLst>
                <a:gd name="connsiteX0" fmla="*/ 98629 w 230268"/>
                <a:gd name="connsiteY0" fmla="*/ 200 h 256875"/>
                <a:gd name="connsiteX1" fmla="*/ 117682 w 230268"/>
                <a:gd name="connsiteY1" fmla="*/ 10860 h 256875"/>
                <a:gd name="connsiteX2" fmla="*/ 128948 w 230268"/>
                <a:gd name="connsiteY2" fmla="*/ 30066 h 256875"/>
                <a:gd name="connsiteX3" fmla="*/ 125030 w 230268"/>
                <a:gd name="connsiteY3" fmla="*/ 47042 h 256875"/>
                <a:gd name="connsiteX4" fmla="*/ 128333 w 230268"/>
                <a:gd name="connsiteY4" fmla="*/ 44262 h 256875"/>
                <a:gd name="connsiteX5" fmla="*/ 166013 w 230268"/>
                <a:gd name="connsiteY5" fmla="*/ 51671 h 256875"/>
                <a:gd name="connsiteX6" fmla="*/ 177731 w 230268"/>
                <a:gd name="connsiteY6" fmla="*/ 71004 h 256875"/>
                <a:gd name="connsiteX7" fmla="*/ 175504 w 230268"/>
                <a:gd name="connsiteY7" fmla="*/ 80514 h 256875"/>
                <a:gd name="connsiteX8" fmla="*/ 185074 w 230268"/>
                <a:gd name="connsiteY8" fmla="*/ 78290 h 256875"/>
                <a:gd name="connsiteX9" fmla="*/ 204234 w 230268"/>
                <a:gd name="connsiteY9" fmla="*/ 90118 h 256875"/>
                <a:gd name="connsiteX10" fmla="*/ 211643 w 230268"/>
                <a:gd name="connsiteY10" fmla="*/ 127627 h 256875"/>
                <a:gd name="connsiteX11" fmla="*/ 198913 w 230268"/>
                <a:gd name="connsiteY11" fmla="*/ 143092 h 256875"/>
                <a:gd name="connsiteX12" fmla="*/ 204053 w 230268"/>
                <a:gd name="connsiteY12" fmla="*/ 141904 h 256875"/>
                <a:gd name="connsiteX13" fmla="*/ 220707 w 230268"/>
                <a:gd name="connsiteY13" fmla="*/ 152154 h 256875"/>
                <a:gd name="connsiteX14" fmla="*/ 213245 w 230268"/>
                <a:gd name="connsiteY14" fmla="*/ 223270 h 256875"/>
                <a:gd name="connsiteX15" fmla="*/ 203295 w 230268"/>
                <a:gd name="connsiteY15" fmla="*/ 211009 h 256875"/>
                <a:gd name="connsiteX16" fmla="*/ 192102 w 230268"/>
                <a:gd name="connsiteY16" fmla="*/ 222044 h 256875"/>
                <a:gd name="connsiteX17" fmla="*/ 118723 w 230268"/>
                <a:gd name="connsiteY17" fmla="*/ 252698 h 256875"/>
                <a:gd name="connsiteX18" fmla="*/ 130791 w 230268"/>
                <a:gd name="connsiteY18" fmla="*/ 203039 h 256875"/>
                <a:gd name="connsiteX19" fmla="*/ 133512 w 230268"/>
                <a:gd name="connsiteY19" fmla="*/ 199994 h 256875"/>
                <a:gd name="connsiteX20" fmla="*/ 121034 w 230268"/>
                <a:gd name="connsiteY20" fmla="*/ 206968 h 256875"/>
                <a:gd name="connsiteX21" fmla="*/ 86920 w 230268"/>
                <a:gd name="connsiteY21" fmla="*/ 206197 h 256875"/>
                <a:gd name="connsiteX22" fmla="*/ 87229 w 230268"/>
                <a:gd name="connsiteY22" fmla="*/ 172546 h 256875"/>
                <a:gd name="connsiteX23" fmla="*/ 92121 w 230268"/>
                <a:gd name="connsiteY23" fmla="*/ 163902 h 256875"/>
                <a:gd name="connsiteX24" fmla="*/ 84067 w 230268"/>
                <a:gd name="connsiteY24" fmla="*/ 168520 h 256875"/>
                <a:gd name="connsiteX25" fmla="*/ 50829 w 230268"/>
                <a:gd name="connsiteY25" fmla="*/ 167748 h 256875"/>
                <a:gd name="connsiteX26" fmla="*/ 63236 w 230268"/>
                <a:gd name="connsiteY26" fmla="*/ 110616 h 256875"/>
                <a:gd name="connsiteX27" fmla="*/ 66559 w 230268"/>
                <a:gd name="connsiteY27" fmla="*/ 106732 h 256875"/>
                <a:gd name="connsiteX28" fmla="*/ 60370 w 230268"/>
                <a:gd name="connsiteY28" fmla="*/ 112066 h 256875"/>
                <a:gd name="connsiteX29" fmla="*/ 4481 w 230268"/>
                <a:gd name="connsiteY29" fmla="*/ 124973 h 256875"/>
                <a:gd name="connsiteX30" fmla="*/ 38934 w 230268"/>
                <a:gd name="connsiteY30" fmla="*/ 43109 h 256875"/>
                <a:gd name="connsiteX31" fmla="*/ 98629 w 230268"/>
                <a:gd name="connsiteY31" fmla="*/ 200 h 25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0268" h="256875">
                  <a:moveTo>
                    <a:pt x="98629" y="200"/>
                  </a:moveTo>
                  <a:cubicBezTo>
                    <a:pt x="104685" y="1014"/>
                    <a:pt x="110915" y="4348"/>
                    <a:pt x="117682" y="10860"/>
                  </a:cubicBezTo>
                  <a:cubicBezTo>
                    <a:pt x="124450" y="17682"/>
                    <a:pt x="127987" y="23961"/>
                    <a:pt x="128948" y="30066"/>
                  </a:cubicBezTo>
                  <a:lnTo>
                    <a:pt x="125030" y="47042"/>
                  </a:lnTo>
                  <a:lnTo>
                    <a:pt x="128333" y="44262"/>
                  </a:lnTo>
                  <a:cubicBezTo>
                    <a:pt x="140587" y="36853"/>
                    <a:pt x="151921" y="37470"/>
                    <a:pt x="166013" y="51671"/>
                  </a:cubicBezTo>
                  <a:cubicBezTo>
                    <a:pt x="173059" y="58463"/>
                    <a:pt x="176735" y="64791"/>
                    <a:pt x="177731" y="71004"/>
                  </a:cubicBezTo>
                  <a:lnTo>
                    <a:pt x="175504" y="80514"/>
                  </a:lnTo>
                  <a:lnTo>
                    <a:pt x="185074" y="78290"/>
                  </a:lnTo>
                  <a:cubicBezTo>
                    <a:pt x="191190" y="79312"/>
                    <a:pt x="197442" y="83017"/>
                    <a:pt x="204234" y="90118"/>
                  </a:cubicBezTo>
                  <a:cubicBezTo>
                    <a:pt x="218435" y="103702"/>
                    <a:pt x="219053" y="115124"/>
                    <a:pt x="211643" y="127627"/>
                  </a:cubicBezTo>
                  <a:lnTo>
                    <a:pt x="198913" y="143092"/>
                  </a:lnTo>
                  <a:lnTo>
                    <a:pt x="204053" y="141904"/>
                  </a:lnTo>
                  <a:cubicBezTo>
                    <a:pt x="209358" y="142805"/>
                    <a:pt x="214799" y="146024"/>
                    <a:pt x="220707" y="152154"/>
                  </a:cubicBezTo>
                  <a:cubicBezTo>
                    <a:pt x="238119" y="168094"/>
                    <a:pt x="229413" y="207331"/>
                    <a:pt x="213245" y="223270"/>
                  </a:cubicBezTo>
                  <a:lnTo>
                    <a:pt x="203295" y="211009"/>
                  </a:lnTo>
                  <a:cubicBezTo>
                    <a:pt x="203295" y="211009"/>
                    <a:pt x="195833" y="218366"/>
                    <a:pt x="192102" y="222044"/>
                  </a:cubicBezTo>
                  <a:cubicBezTo>
                    <a:pt x="162253" y="252698"/>
                    <a:pt x="131160" y="263733"/>
                    <a:pt x="118723" y="252698"/>
                  </a:cubicBezTo>
                  <a:cubicBezTo>
                    <a:pt x="110328" y="244421"/>
                    <a:pt x="114526" y="225110"/>
                    <a:pt x="130791" y="203039"/>
                  </a:cubicBezTo>
                  <a:lnTo>
                    <a:pt x="133512" y="199994"/>
                  </a:lnTo>
                  <a:lnTo>
                    <a:pt x="121034" y="206968"/>
                  </a:lnTo>
                  <a:cubicBezTo>
                    <a:pt x="106061" y="212988"/>
                    <a:pt x="93712" y="212988"/>
                    <a:pt x="86920" y="206197"/>
                  </a:cubicBezTo>
                  <a:cubicBezTo>
                    <a:pt x="80746" y="199405"/>
                    <a:pt x="81054" y="187365"/>
                    <a:pt x="87229" y="172546"/>
                  </a:cubicBezTo>
                  <a:lnTo>
                    <a:pt x="92121" y="163902"/>
                  </a:lnTo>
                  <a:lnTo>
                    <a:pt x="84067" y="168520"/>
                  </a:lnTo>
                  <a:cubicBezTo>
                    <a:pt x="69516" y="174539"/>
                    <a:pt x="57569" y="174539"/>
                    <a:pt x="50829" y="167748"/>
                  </a:cubicBezTo>
                  <a:cubicBezTo>
                    <a:pt x="39801" y="157560"/>
                    <a:pt x="45315" y="135564"/>
                    <a:pt x="63236" y="110616"/>
                  </a:cubicBezTo>
                  <a:lnTo>
                    <a:pt x="66559" y="106732"/>
                  </a:lnTo>
                  <a:lnTo>
                    <a:pt x="60370" y="112066"/>
                  </a:lnTo>
                  <a:cubicBezTo>
                    <a:pt x="35857" y="129625"/>
                    <a:pt x="14632" y="134276"/>
                    <a:pt x="4481" y="124973"/>
                  </a:cubicBezTo>
                  <a:cubicBezTo>
                    <a:pt x="-7823" y="111329"/>
                    <a:pt x="5712" y="77839"/>
                    <a:pt x="38934" y="43109"/>
                  </a:cubicBezTo>
                  <a:cubicBezTo>
                    <a:pt x="63851" y="17992"/>
                    <a:pt x="80461" y="-2241"/>
                    <a:pt x="98629" y="200"/>
                  </a:cubicBezTo>
                  <a:close/>
                </a:path>
              </a:pathLst>
            </a:custGeom>
            <a:solidFill>
              <a:srgbClr val="EF836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29" name="Freeform 62">
              <a:extLst>
                <a:ext uri="{FF2B5EF4-FFF2-40B4-BE49-F238E27FC236}">
                  <a16:creationId xmlns:a16="http://schemas.microsoft.com/office/drawing/2014/main" xmlns="" id="{52C537A6-D2E9-CD47-8087-E9837DB18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53346" y="7868721"/>
              <a:ext cx="93384" cy="109861"/>
            </a:xfrm>
            <a:custGeom>
              <a:avLst/>
              <a:gdLst>
                <a:gd name="T0" fmla="*/ 0 w 75"/>
                <a:gd name="T1" fmla="*/ 88 h 89"/>
                <a:gd name="T2" fmla="*/ 74 w 75"/>
                <a:gd name="T3" fmla="*/ 88 h 89"/>
                <a:gd name="T4" fmla="*/ 74 w 75"/>
                <a:gd name="T5" fmla="*/ 0 h 89"/>
                <a:gd name="T6" fmla="*/ 0 w 75"/>
                <a:gd name="T7" fmla="*/ 0 h 89"/>
                <a:gd name="T8" fmla="*/ 0 w 75"/>
                <a:gd name="T9" fmla="*/ 88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89">
                  <a:moveTo>
                    <a:pt x="0" y="88"/>
                  </a:moveTo>
                  <a:lnTo>
                    <a:pt x="74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0" y="88"/>
                  </a:lnTo>
                </a:path>
              </a:pathLst>
            </a:custGeom>
            <a:solidFill>
              <a:srgbClr val="90C0C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30" name="Freeform 63">
              <a:extLst>
                <a:ext uri="{FF2B5EF4-FFF2-40B4-BE49-F238E27FC236}">
                  <a16:creationId xmlns:a16="http://schemas.microsoft.com/office/drawing/2014/main" xmlns="" id="{B34A2042-0045-D347-AB13-405D60019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13775" y="7841261"/>
              <a:ext cx="428458" cy="164791"/>
            </a:xfrm>
            <a:custGeom>
              <a:avLst/>
              <a:gdLst>
                <a:gd name="T0" fmla="*/ 0 w 342"/>
                <a:gd name="T1" fmla="*/ 130 h 131"/>
                <a:gd name="T2" fmla="*/ 341 w 342"/>
                <a:gd name="T3" fmla="*/ 130 h 131"/>
                <a:gd name="T4" fmla="*/ 341 w 342"/>
                <a:gd name="T5" fmla="*/ 0 h 131"/>
                <a:gd name="T6" fmla="*/ 0 w 342"/>
                <a:gd name="T7" fmla="*/ 0 h 131"/>
                <a:gd name="T8" fmla="*/ 0 w 342"/>
                <a:gd name="T9" fmla="*/ 13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2" h="131">
                  <a:moveTo>
                    <a:pt x="0" y="130"/>
                  </a:moveTo>
                  <a:lnTo>
                    <a:pt x="341" y="130"/>
                  </a:lnTo>
                  <a:lnTo>
                    <a:pt x="341" y="0"/>
                  </a:lnTo>
                  <a:lnTo>
                    <a:pt x="0" y="0"/>
                  </a:lnTo>
                  <a:lnTo>
                    <a:pt x="0" y="130"/>
                  </a:lnTo>
                </a:path>
              </a:pathLst>
            </a:custGeom>
            <a:solidFill>
              <a:srgbClr val="373CA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31" name="Freeform 64">
              <a:extLst>
                <a:ext uri="{FF2B5EF4-FFF2-40B4-BE49-F238E27FC236}">
                  <a16:creationId xmlns:a16="http://schemas.microsoft.com/office/drawing/2014/main" xmlns="" id="{7E59C6AC-13A0-184E-A122-1D1ADB65D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13771" y="7863233"/>
              <a:ext cx="373527" cy="120847"/>
            </a:xfrm>
            <a:custGeom>
              <a:avLst/>
              <a:gdLst>
                <a:gd name="T0" fmla="*/ 0 w 300"/>
                <a:gd name="T1" fmla="*/ 94 h 95"/>
                <a:gd name="T2" fmla="*/ 299 w 300"/>
                <a:gd name="T3" fmla="*/ 94 h 95"/>
                <a:gd name="T4" fmla="*/ 299 w 300"/>
                <a:gd name="T5" fmla="*/ 0 h 95"/>
                <a:gd name="T6" fmla="*/ 0 w 300"/>
                <a:gd name="T7" fmla="*/ 0 h 95"/>
                <a:gd name="T8" fmla="*/ 0 w 300"/>
                <a:gd name="T9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0" h="95">
                  <a:moveTo>
                    <a:pt x="0" y="94"/>
                  </a:moveTo>
                  <a:lnTo>
                    <a:pt x="299" y="94"/>
                  </a:lnTo>
                  <a:lnTo>
                    <a:pt x="299" y="0"/>
                  </a:lnTo>
                  <a:lnTo>
                    <a:pt x="0" y="0"/>
                  </a:lnTo>
                  <a:lnTo>
                    <a:pt x="0" y="94"/>
                  </a:lnTo>
                </a:path>
              </a:pathLst>
            </a:custGeom>
            <a:solidFill>
              <a:srgbClr val="C0E1E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32" name="Freeform 65">
              <a:extLst>
                <a:ext uri="{FF2B5EF4-FFF2-40B4-BE49-F238E27FC236}">
                  <a16:creationId xmlns:a16="http://schemas.microsoft.com/office/drawing/2014/main" xmlns="" id="{B9FF79B1-9BBD-7B4B-B9F0-801108E62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71946" y="7885205"/>
              <a:ext cx="76903" cy="76903"/>
            </a:xfrm>
            <a:custGeom>
              <a:avLst/>
              <a:gdLst>
                <a:gd name="T0" fmla="*/ 60 w 61"/>
                <a:gd name="T1" fmla="*/ 30 h 61"/>
                <a:gd name="T2" fmla="*/ 60 w 61"/>
                <a:gd name="T3" fmla="*/ 30 h 61"/>
                <a:gd name="T4" fmla="*/ 30 w 61"/>
                <a:gd name="T5" fmla="*/ 60 h 61"/>
                <a:gd name="T6" fmla="*/ 30 w 61"/>
                <a:gd name="T7" fmla="*/ 60 h 61"/>
                <a:gd name="T8" fmla="*/ 0 w 61"/>
                <a:gd name="T9" fmla="*/ 30 h 61"/>
                <a:gd name="T10" fmla="*/ 0 w 61"/>
                <a:gd name="T11" fmla="*/ 30 h 61"/>
                <a:gd name="T12" fmla="*/ 30 w 61"/>
                <a:gd name="T13" fmla="*/ 0 h 61"/>
                <a:gd name="T14" fmla="*/ 30 w 61"/>
                <a:gd name="T15" fmla="*/ 0 h 61"/>
                <a:gd name="T16" fmla="*/ 60 w 61"/>
                <a:gd name="T17" fmla="*/ 3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" h="61">
                  <a:moveTo>
                    <a:pt x="60" y="30"/>
                  </a:moveTo>
                  <a:lnTo>
                    <a:pt x="60" y="30"/>
                  </a:lnTo>
                  <a:cubicBezTo>
                    <a:pt x="60" y="46"/>
                    <a:pt x="46" y="60"/>
                    <a:pt x="30" y="60"/>
                  </a:cubicBezTo>
                  <a:lnTo>
                    <a:pt x="30" y="60"/>
                  </a:lnTo>
                  <a:cubicBezTo>
                    <a:pt x="13" y="60"/>
                    <a:pt x="0" y="46"/>
                    <a:pt x="0" y="30"/>
                  </a:cubicBezTo>
                  <a:lnTo>
                    <a:pt x="0" y="30"/>
                  </a:lnTo>
                  <a:cubicBezTo>
                    <a:pt x="0" y="13"/>
                    <a:pt x="13" y="0"/>
                    <a:pt x="30" y="0"/>
                  </a:cubicBezTo>
                  <a:lnTo>
                    <a:pt x="30" y="0"/>
                  </a:lnTo>
                  <a:cubicBezTo>
                    <a:pt x="46" y="0"/>
                    <a:pt x="60" y="13"/>
                    <a:pt x="60" y="30"/>
                  </a:cubicBezTo>
                </a:path>
              </a:pathLst>
            </a:custGeom>
            <a:solidFill>
              <a:srgbClr val="373CA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xmlns="" id="{AC672541-BF66-9E44-B2EF-006BC6414740}"/>
              </a:ext>
            </a:extLst>
          </p:cNvPr>
          <p:cNvGrpSpPr/>
          <p:nvPr/>
        </p:nvGrpSpPr>
        <p:grpSpPr>
          <a:xfrm>
            <a:off x="6659728" y="1896835"/>
            <a:ext cx="1889607" cy="1535304"/>
            <a:chOff x="17561023" y="5314460"/>
            <a:chExt cx="3779213" cy="3070607"/>
          </a:xfrm>
        </p:grpSpPr>
        <p:sp>
          <p:nvSpPr>
            <p:cNvPr id="133" name="Freeform 66">
              <a:extLst>
                <a:ext uri="{FF2B5EF4-FFF2-40B4-BE49-F238E27FC236}">
                  <a16:creationId xmlns:a16="http://schemas.microsoft.com/office/drawing/2014/main" xmlns="" id="{B8218A24-E604-6641-B14A-D7E9B9173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61023" y="7923651"/>
              <a:ext cx="3746258" cy="461416"/>
            </a:xfrm>
            <a:custGeom>
              <a:avLst/>
              <a:gdLst>
                <a:gd name="T0" fmla="*/ 3008 w 3009"/>
                <a:gd name="T1" fmla="*/ 186 h 372"/>
                <a:gd name="T2" fmla="*/ 3008 w 3009"/>
                <a:gd name="T3" fmla="*/ 186 h 372"/>
                <a:gd name="T4" fmla="*/ 1504 w 3009"/>
                <a:gd name="T5" fmla="*/ 371 h 372"/>
                <a:gd name="T6" fmla="*/ 1504 w 3009"/>
                <a:gd name="T7" fmla="*/ 371 h 372"/>
                <a:gd name="T8" fmla="*/ 0 w 3009"/>
                <a:gd name="T9" fmla="*/ 186 h 372"/>
                <a:gd name="T10" fmla="*/ 0 w 3009"/>
                <a:gd name="T11" fmla="*/ 186 h 372"/>
                <a:gd name="T12" fmla="*/ 1504 w 3009"/>
                <a:gd name="T13" fmla="*/ 0 h 372"/>
                <a:gd name="T14" fmla="*/ 1504 w 3009"/>
                <a:gd name="T15" fmla="*/ 0 h 372"/>
                <a:gd name="T16" fmla="*/ 3008 w 3009"/>
                <a:gd name="T17" fmla="*/ 186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09" h="372">
                  <a:moveTo>
                    <a:pt x="3008" y="186"/>
                  </a:moveTo>
                  <a:lnTo>
                    <a:pt x="3008" y="186"/>
                  </a:lnTo>
                  <a:cubicBezTo>
                    <a:pt x="3008" y="288"/>
                    <a:pt x="2335" y="371"/>
                    <a:pt x="1504" y="371"/>
                  </a:cubicBezTo>
                  <a:lnTo>
                    <a:pt x="1504" y="371"/>
                  </a:lnTo>
                  <a:cubicBezTo>
                    <a:pt x="674" y="371"/>
                    <a:pt x="0" y="288"/>
                    <a:pt x="0" y="186"/>
                  </a:cubicBezTo>
                  <a:lnTo>
                    <a:pt x="0" y="186"/>
                  </a:lnTo>
                  <a:cubicBezTo>
                    <a:pt x="0" y="83"/>
                    <a:pt x="674" y="0"/>
                    <a:pt x="1504" y="0"/>
                  </a:cubicBezTo>
                  <a:lnTo>
                    <a:pt x="1504" y="0"/>
                  </a:lnTo>
                  <a:cubicBezTo>
                    <a:pt x="2335" y="0"/>
                    <a:pt x="3008" y="83"/>
                    <a:pt x="3008" y="186"/>
                  </a:cubicBezTo>
                </a:path>
              </a:pathLst>
            </a:custGeom>
            <a:solidFill>
              <a:srgbClr val="7CA0C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xmlns="" id="{9933EF29-6538-B84D-BF25-0786DCD08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75487" y="6158418"/>
              <a:ext cx="726123" cy="462420"/>
            </a:xfrm>
            <a:custGeom>
              <a:avLst/>
              <a:gdLst>
                <a:gd name="connsiteX0" fmla="*/ 699245 w 726123"/>
                <a:gd name="connsiteY0" fmla="*/ 319978 h 462420"/>
                <a:gd name="connsiteX1" fmla="*/ 717445 w 726123"/>
                <a:gd name="connsiteY1" fmla="*/ 328307 h 462420"/>
                <a:gd name="connsiteX2" fmla="*/ 688731 w 726123"/>
                <a:gd name="connsiteY2" fmla="*/ 425684 h 462420"/>
                <a:gd name="connsiteX3" fmla="*/ 592603 w 726123"/>
                <a:gd name="connsiteY3" fmla="*/ 453149 h 462420"/>
                <a:gd name="connsiteX4" fmla="*/ 620069 w 726123"/>
                <a:gd name="connsiteY4" fmla="*/ 357021 h 462420"/>
                <a:gd name="connsiteX5" fmla="*/ 699245 w 726123"/>
                <a:gd name="connsiteY5" fmla="*/ 319978 h 462420"/>
                <a:gd name="connsiteX6" fmla="*/ 60259 w 726123"/>
                <a:gd name="connsiteY6" fmla="*/ 262 h 462420"/>
                <a:gd name="connsiteX7" fmla="*/ 99405 w 726123"/>
                <a:gd name="connsiteY7" fmla="*/ 94906 h 462420"/>
                <a:gd name="connsiteX8" fmla="*/ 40053 w 726123"/>
                <a:gd name="connsiteY8" fmla="*/ 178193 h 462420"/>
                <a:gd name="connsiteX9" fmla="*/ 909 w 726123"/>
                <a:gd name="connsiteY9" fmla="*/ 83549 h 462420"/>
                <a:gd name="connsiteX10" fmla="*/ 60259 w 726123"/>
                <a:gd name="connsiteY10" fmla="*/ 262 h 462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6123" h="462420">
                  <a:moveTo>
                    <a:pt x="699245" y="319978"/>
                  </a:moveTo>
                  <a:cubicBezTo>
                    <a:pt x="706521" y="320895"/>
                    <a:pt x="712763" y="323626"/>
                    <a:pt x="717445" y="328307"/>
                  </a:cubicBezTo>
                  <a:cubicBezTo>
                    <a:pt x="736171" y="347034"/>
                    <a:pt x="723687" y="390728"/>
                    <a:pt x="688731" y="425684"/>
                  </a:cubicBezTo>
                  <a:cubicBezTo>
                    <a:pt x="653777" y="459391"/>
                    <a:pt x="610081" y="473124"/>
                    <a:pt x="592603" y="453149"/>
                  </a:cubicBezTo>
                  <a:cubicBezTo>
                    <a:pt x="572629" y="434423"/>
                    <a:pt x="586361" y="390728"/>
                    <a:pt x="620069" y="357021"/>
                  </a:cubicBezTo>
                  <a:cubicBezTo>
                    <a:pt x="646287" y="330804"/>
                    <a:pt x="677419" y="317228"/>
                    <a:pt x="699245" y="319978"/>
                  </a:cubicBezTo>
                  <a:close/>
                  <a:moveTo>
                    <a:pt x="60259" y="262"/>
                  </a:moveTo>
                  <a:cubicBezTo>
                    <a:pt x="88039" y="2786"/>
                    <a:pt x="104455" y="45691"/>
                    <a:pt x="99405" y="94906"/>
                  </a:cubicBezTo>
                  <a:cubicBezTo>
                    <a:pt x="93091" y="144121"/>
                    <a:pt x="66573" y="181978"/>
                    <a:pt x="40053" y="178193"/>
                  </a:cubicBezTo>
                  <a:cubicBezTo>
                    <a:pt x="12273" y="174407"/>
                    <a:pt x="-4143" y="132763"/>
                    <a:pt x="909" y="83549"/>
                  </a:cubicBezTo>
                  <a:cubicBezTo>
                    <a:pt x="7221" y="34334"/>
                    <a:pt x="33741" y="-3524"/>
                    <a:pt x="60259" y="262"/>
                  </a:cubicBezTo>
                  <a:close/>
                </a:path>
              </a:pathLst>
            </a:custGeom>
            <a:solidFill>
              <a:srgbClr val="F6685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35" name="Freeform 69">
              <a:extLst>
                <a:ext uri="{FF2B5EF4-FFF2-40B4-BE49-F238E27FC236}">
                  <a16:creationId xmlns:a16="http://schemas.microsoft.com/office/drawing/2014/main" xmlns="" id="{8D51EDA7-86FF-8041-825C-267588498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70219" y="5841789"/>
              <a:ext cx="725082" cy="593249"/>
            </a:xfrm>
            <a:custGeom>
              <a:avLst/>
              <a:gdLst>
                <a:gd name="T0" fmla="*/ 398 w 582"/>
                <a:gd name="T1" fmla="*/ 65 h 478"/>
                <a:gd name="T2" fmla="*/ 398 w 582"/>
                <a:gd name="T3" fmla="*/ 65 h 478"/>
                <a:gd name="T4" fmla="*/ 0 w 582"/>
                <a:gd name="T5" fmla="*/ 224 h 478"/>
                <a:gd name="T6" fmla="*/ 518 w 582"/>
                <a:gd name="T7" fmla="*/ 477 h 478"/>
                <a:gd name="T8" fmla="*/ 518 w 582"/>
                <a:gd name="T9" fmla="*/ 477 h 478"/>
                <a:gd name="T10" fmla="*/ 398 w 582"/>
                <a:gd name="T11" fmla="*/ 65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82" h="478">
                  <a:moveTo>
                    <a:pt x="398" y="65"/>
                  </a:moveTo>
                  <a:lnTo>
                    <a:pt x="398" y="65"/>
                  </a:lnTo>
                  <a:cubicBezTo>
                    <a:pt x="264" y="0"/>
                    <a:pt x="93" y="71"/>
                    <a:pt x="0" y="224"/>
                  </a:cubicBezTo>
                  <a:lnTo>
                    <a:pt x="518" y="477"/>
                  </a:lnTo>
                  <a:lnTo>
                    <a:pt x="518" y="477"/>
                  </a:lnTo>
                  <a:cubicBezTo>
                    <a:pt x="581" y="309"/>
                    <a:pt x="532" y="131"/>
                    <a:pt x="398" y="65"/>
                  </a:cubicBezTo>
                </a:path>
              </a:pathLst>
            </a:custGeom>
            <a:solidFill>
              <a:srgbClr val="2E2E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36" name="Freeform 70">
              <a:extLst>
                <a:ext uri="{FF2B5EF4-FFF2-40B4-BE49-F238E27FC236}">
                  <a16:creationId xmlns:a16="http://schemas.microsoft.com/office/drawing/2014/main" xmlns="" id="{CCE69C31-5529-B543-BE20-B265284E84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49375" y="6121932"/>
              <a:ext cx="758040" cy="686632"/>
            </a:xfrm>
            <a:custGeom>
              <a:avLst/>
              <a:gdLst>
                <a:gd name="T0" fmla="*/ 86 w 610"/>
                <a:gd name="T1" fmla="*/ 36 h 551"/>
                <a:gd name="T2" fmla="*/ 86 w 610"/>
                <a:gd name="T3" fmla="*/ 36 h 551"/>
                <a:gd name="T4" fmla="*/ 183 w 610"/>
                <a:gd name="T5" fmla="*/ 483 h 551"/>
                <a:gd name="T6" fmla="*/ 183 w 610"/>
                <a:gd name="T7" fmla="*/ 483 h 551"/>
                <a:gd name="T8" fmla="*/ 593 w 610"/>
                <a:gd name="T9" fmla="*/ 283 h 551"/>
                <a:gd name="T10" fmla="*/ 593 w 610"/>
                <a:gd name="T11" fmla="*/ 283 h 551"/>
                <a:gd name="T12" fmla="*/ 609 w 610"/>
                <a:gd name="T13" fmla="*/ 246 h 551"/>
                <a:gd name="T14" fmla="*/ 106 w 610"/>
                <a:gd name="T15" fmla="*/ 0 h 551"/>
                <a:gd name="T16" fmla="*/ 106 w 610"/>
                <a:gd name="T17" fmla="*/ 0 h 551"/>
                <a:gd name="T18" fmla="*/ 86 w 610"/>
                <a:gd name="T19" fmla="*/ 36 h 5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10" h="551">
                  <a:moveTo>
                    <a:pt x="86" y="36"/>
                  </a:moveTo>
                  <a:lnTo>
                    <a:pt x="86" y="36"/>
                  </a:lnTo>
                  <a:cubicBezTo>
                    <a:pt x="0" y="215"/>
                    <a:pt x="42" y="414"/>
                    <a:pt x="183" y="483"/>
                  </a:cubicBezTo>
                  <a:lnTo>
                    <a:pt x="183" y="483"/>
                  </a:lnTo>
                  <a:cubicBezTo>
                    <a:pt x="322" y="550"/>
                    <a:pt x="506" y="462"/>
                    <a:pt x="593" y="283"/>
                  </a:cubicBezTo>
                  <a:lnTo>
                    <a:pt x="593" y="283"/>
                  </a:lnTo>
                  <a:cubicBezTo>
                    <a:pt x="599" y="271"/>
                    <a:pt x="604" y="258"/>
                    <a:pt x="609" y="246"/>
                  </a:cubicBezTo>
                  <a:lnTo>
                    <a:pt x="106" y="0"/>
                  </a:lnTo>
                  <a:lnTo>
                    <a:pt x="106" y="0"/>
                  </a:lnTo>
                  <a:cubicBezTo>
                    <a:pt x="99" y="12"/>
                    <a:pt x="93" y="24"/>
                    <a:pt x="86" y="36"/>
                  </a:cubicBezTo>
                </a:path>
              </a:pathLst>
            </a:custGeom>
            <a:solidFill>
              <a:srgbClr val="EF836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37" name="Freeform 71">
              <a:extLst>
                <a:ext uri="{FF2B5EF4-FFF2-40B4-BE49-F238E27FC236}">
                  <a16:creationId xmlns:a16="http://schemas.microsoft.com/office/drawing/2014/main" xmlns="" id="{47F5A262-B908-7047-AC23-A3B60CB6F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59236" y="6023057"/>
              <a:ext cx="714096" cy="417472"/>
            </a:xfrm>
            <a:custGeom>
              <a:avLst/>
              <a:gdLst>
                <a:gd name="T0" fmla="*/ 535 w 573"/>
                <a:gd name="T1" fmla="*/ 336 h 337"/>
                <a:gd name="T2" fmla="*/ 572 w 573"/>
                <a:gd name="T3" fmla="*/ 261 h 337"/>
                <a:gd name="T4" fmla="*/ 37 w 573"/>
                <a:gd name="T5" fmla="*/ 0 h 337"/>
                <a:gd name="T6" fmla="*/ 0 w 573"/>
                <a:gd name="T7" fmla="*/ 75 h 337"/>
                <a:gd name="T8" fmla="*/ 535 w 573"/>
                <a:gd name="T9" fmla="*/ 336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3" h="337">
                  <a:moveTo>
                    <a:pt x="535" y="336"/>
                  </a:moveTo>
                  <a:lnTo>
                    <a:pt x="572" y="261"/>
                  </a:lnTo>
                  <a:lnTo>
                    <a:pt x="37" y="0"/>
                  </a:lnTo>
                  <a:lnTo>
                    <a:pt x="0" y="75"/>
                  </a:lnTo>
                  <a:lnTo>
                    <a:pt x="535" y="336"/>
                  </a:lnTo>
                </a:path>
              </a:pathLst>
            </a:custGeom>
            <a:solidFill>
              <a:srgbClr val="17161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38" name="Freeform 72">
              <a:extLst>
                <a:ext uri="{FF2B5EF4-FFF2-40B4-BE49-F238E27FC236}">
                  <a16:creationId xmlns:a16="http://schemas.microsoft.com/office/drawing/2014/main" xmlns="" id="{8E293AF8-8DA2-8544-90FF-2F205BEAE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20780" y="6121936"/>
              <a:ext cx="686633" cy="433952"/>
            </a:xfrm>
            <a:custGeom>
              <a:avLst/>
              <a:gdLst>
                <a:gd name="T0" fmla="*/ 27 w 551"/>
                <a:gd name="T1" fmla="*/ 36 h 349"/>
                <a:gd name="T2" fmla="*/ 27 w 551"/>
                <a:gd name="T3" fmla="*/ 36 h 349"/>
                <a:gd name="T4" fmla="*/ 0 w 551"/>
                <a:gd name="T5" fmla="*/ 107 h 349"/>
                <a:gd name="T6" fmla="*/ 495 w 551"/>
                <a:gd name="T7" fmla="*/ 348 h 349"/>
                <a:gd name="T8" fmla="*/ 495 w 551"/>
                <a:gd name="T9" fmla="*/ 348 h 349"/>
                <a:gd name="T10" fmla="*/ 534 w 551"/>
                <a:gd name="T11" fmla="*/ 283 h 349"/>
                <a:gd name="T12" fmla="*/ 534 w 551"/>
                <a:gd name="T13" fmla="*/ 283 h 349"/>
                <a:gd name="T14" fmla="*/ 550 w 551"/>
                <a:gd name="T15" fmla="*/ 246 h 349"/>
                <a:gd name="T16" fmla="*/ 47 w 551"/>
                <a:gd name="T17" fmla="*/ 0 h 349"/>
                <a:gd name="T18" fmla="*/ 47 w 551"/>
                <a:gd name="T19" fmla="*/ 0 h 349"/>
                <a:gd name="T20" fmla="*/ 27 w 551"/>
                <a:gd name="T21" fmla="*/ 36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51" h="349">
                  <a:moveTo>
                    <a:pt x="27" y="36"/>
                  </a:moveTo>
                  <a:lnTo>
                    <a:pt x="27" y="36"/>
                  </a:lnTo>
                  <a:cubicBezTo>
                    <a:pt x="16" y="60"/>
                    <a:pt x="7" y="83"/>
                    <a:pt x="0" y="107"/>
                  </a:cubicBezTo>
                  <a:lnTo>
                    <a:pt x="495" y="348"/>
                  </a:lnTo>
                  <a:lnTo>
                    <a:pt x="495" y="348"/>
                  </a:lnTo>
                  <a:cubicBezTo>
                    <a:pt x="509" y="328"/>
                    <a:pt x="523" y="307"/>
                    <a:pt x="534" y="283"/>
                  </a:cubicBezTo>
                  <a:lnTo>
                    <a:pt x="534" y="283"/>
                  </a:lnTo>
                  <a:cubicBezTo>
                    <a:pt x="540" y="271"/>
                    <a:pt x="545" y="258"/>
                    <a:pt x="550" y="246"/>
                  </a:cubicBezTo>
                  <a:lnTo>
                    <a:pt x="47" y="0"/>
                  </a:lnTo>
                  <a:lnTo>
                    <a:pt x="47" y="0"/>
                  </a:lnTo>
                  <a:cubicBezTo>
                    <a:pt x="40" y="12"/>
                    <a:pt x="34" y="24"/>
                    <a:pt x="27" y="36"/>
                  </a:cubicBezTo>
                </a:path>
              </a:pathLst>
            </a:custGeom>
            <a:solidFill>
              <a:srgbClr val="373CA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xmlns="" id="{E4AB2716-A3D4-0D46-9E28-8C42BBDB3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49455" y="6187852"/>
              <a:ext cx="441345" cy="266015"/>
            </a:xfrm>
            <a:custGeom>
              <a:avLst/>
              <a:gdLst>
                <a:gd name="connsiteX0" fmla="*/ 266825 w 441345"/>
                <a:gd name="connsiteY0" fmla="*/ 203245 h 266015"/>
                <a:gd name="connsiteX1" fmla="*/ 441345 w 441345"/>
                <a:gd name="connsiteY1" fmla="*/ 205809 h 266015"/>
                <a:gd name="connsiteX2" fmla="*/ 437579 w 441345"/>
                <a:gd name="connsiteY2" fmla="*/ 212217 h 266015"/>
                <a:gd name="connsiteX3" fmla="*/ 313279 w 441345"/>
                <a:gd name="connsiteY3" fmla="*/ 257077 h 266015"/>
                <a:gd name="connsiteX4" fmla="*/ 266825 w 441345"/>
                <a:gd name="connsiteY4" fmla="*/ 203245 h 266015"/>
                <a:gd name="connsiteX5" fmla="*/ 13141 w 441345"/>
                <a:gd name="connsiteY5" fmla="*/ 0 h 266015"/>
                <a:gd name="connsiteX6" fmla="*/ 122749 w 441345"/>
                <a:gd name="connsiteY6" fmla="*/ 134201 h 266015"/>
                <a:gd name="connsiteX7" fmla="*/ 52197 w 441345"/>
                <a:gd name="connsiteY7" fmla="*/ 129276 h 266015"/>
                <a:gd name="connsiteX8" fmla="*/ 9361 w 441345"/>
                <a:gd name="connsiteY8" fmla="*/ 7387 h 266015"/>
                <a:gd name="connsiteX9" fmla="*/ 13141 w 441345"/>
                <a:gd name="connsiteY9" fmla="*/ 0 h 266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41345" h="266015">
                  <a:moveTo>
                    <a:pt x="266825" y="203245"/>
                  </a:moveTo>
                  <a:lnTo>
                    <a:pt x="441345" y="205809"/>
                  </a:lnTo>
                  <a:cubicBezTo>
                    <a:pt x="440089" y="208372"/>
                    <a:pt x="440089" y="210936"/>
                    <a:pt x="437579" y="212217"/>
                  </a:cubicBezTo>
                  <a:cubicBezTo>
                    <a:pt x="416235" y="259641"/>
                    <a:pt x="359735" y="278867"/>
                    <a:pt x="313279" y="257077"/>
                  </a:cubicBezTo>
                  <a:cubicBezTo>
                    <a:pt x="290679" y="245542"/>
                    <a:pt x="274357" y="226316"/>
                    <a:pt x="266825" y="203245"/>
                  </a:cubicBezTo>
                  <a:close/>
                  <a:moveTo>
                    <a:pt x="13141" y="0"/>
                  </a:moveTo>
                  <a:lnTo>
                    <a:pt x="122749" y="134201"/>
                  </a:lnTo>
                  <a:cubicBezTo>
                    <a:pt x="100071" y="141588"/>
                    <a:pt x="76133" y="140357"/>
                    <a:pt x="52197" y="129276"/>
                  </a:cubicBezTo>
                  <a:cubicBezTo>
                    <a:pt x="6841" y="107114"/>
                    <a:pt x="-13315" y="52942"/>
                    <a:pt x="9361" y="7387"/>
                  </a:cubicBezTo>
                  <a:cubicBezTo>
                    <a:pt x="10621" y="4925"/>
                    <a:pt x="13141" y="2463"/>
                    <a:pt x="131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40" name="Freeform 75">
              <a:extLst>
                <a:ext uri="{FF2B5EF4-FFF2-40B4-BE49-F238E27FC236}">
                  <a16:creationId xmlns:a16="http://schemas.microsoft.com/office/drawing/2014/main" xmlns="" id="{E32FA1CF-4E77-874A-A0A0-B9855909C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64002" y="5490234"/>
              <a:ext cx="1499600" cy="2702579"/>
            </a:xfrm>
            <a:custGeom>
              <a:avLst/>
              <a:gdLst>
                <a:gd name="T0" fmla="*/ 1202 w 1203"/>
                <a:gd name="T1" fmla="*/ 2170 h 2171"/>
                <a:gd name="T2" fmla="*/ 0 w 1203"/>
                <a:gd name="T3" fmla="*/ 2170 h 2171"/>
                <a:gd name="T4" fmla="*/ 0 w 1203"/>
                <a:gd name="T5" fmla="*/ 0 h 2171"/>
                <a:gd name="T6" fmla="*/ 1202 w 1203"/>
                <a:gd name="T7" fmla="*/ 0 h 2171"/>
                <a:gd name="T8" fmla="*/ 1202 w 1203"/>
                <a:gd name="T9" fmla="*/ 2170 h 2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03" h="2171">
                  <a:moveTo>
                    <a:pt x="1202" y="2170"/>
                  </a:moveTo>
                  <a:lnTo>
                    <a:pt x="0" y="2170"/>
                  </a:lnTo>
                  <a:lnTo>
                    <a:pt x="0" y="0"/>
                  </a:lnTo>
                  <a:lnTo>
                    <a:pt x="1202" y="0"/>
                  </a:lnTo>
                  <a:lnTo>
                    <a:pt x="1202" y="2170"/>
                  </a:lnTo>
                </a:path>
              </a:pathLst>
            </a:custGeom>
            <a:solidFill>
              <a:srgbClr val="2E2E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41" name="Freeform 76">
              <a:extLst>
                <a:ext uri="{FF2B5EF4-FFF2-40B4-BE49-F238E27FC236}">
                  <a16:creationId xmlns:a16="http://schemas.microsoft.com/office/drawing/2014/main" xmlns="" id="{C803E790-94DE-6E43-AF4D-C7E8232CC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4424" y="5545164"/>
              <a:ext cx="1378756" cy="2351024"/>
            </a:xfrm>
            <a:custGeom>
              <a:avLst/>
              <a:gdLst>
                <a:gd name="T0" fmla="*/ 1105 w 1106"/>
                <a:gd name="T1" fmla="*/ 1888 h 1889"/>
                <a:gd name="T2" fmla="*/ 0 w 1106"/>
                <a:gd name="T3" fmla="*/ 1888 h 1889"/>
                <a:gd name="T4" fmla="*/ 0 w 1106"/>
                <a:gd name="T5" fmla="*/ 0 h 1889"/>
                <a:gd name="T6" fmla="*/ 1105 w 1106"/>
                <a:gd name="T7" fmla="*/ 0 h 1889"/>
                <a:gd name="T8" fmla="*/ 1105 w 1106"/>
                <a:gd name="T9" fmla="*/ 1888 h 18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06" h="1889">
                  <a:moveTo>
                    <a:pt x="1105" y="1888"/>
                  </a:moveTo>
                  <a:lnTo>
                    <a:pt x="0" y="1888"/>
                  </a:lnTo>
                  <a:lnTo>
                    <a:pt x="0" y="0"/>
                  </a:lnTo>
                  <a:lnTo>
                    <a:pt x="1105" y="0"/>
                  </a:lnTo>
                  <a:lnTo>
                    <a:pt x="1105" y="1888"/>
                  </a:lnTo>
                </a:path>
              </a:pathLst>
            </a:custGeom>
            <a:solidFill>
              <a:srgbClr val="373CA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42" name="Freeform 77">
              <a:extLst>
                <a:ext uri="{FF2B5EF4-FFF2-40B4-BE49-F238E27FC236}">
                  <a16:creationId xmlns:a16="http://schemas.microsoft.com/office/drawing/2014/main" xmlns="" id="{F449E30C-DC20-1043-AF1F-210CF862E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01192" y="7940132"/>
              <a:ext cx="219722" cy="219722"/>
            </a:xfrm>
            <a:custGeom>
              <a:avLst/>
              <a:gdLst>
                <a:gd name="T0" fmla="*/ 177 w 178"/>
                <a:gd name="T1" fmla="*/ 88 h 176"/>
                <a:gd name="T2" fmla="*/ 177 w 178"/>
                <a:gd name="T3" fmla="*/ 88 h 176"/>
                <a:gd name="T4" fmla="*/ 89 w 178"/>
                <a:gd name="T5" fmla="*/ 175 h 176"/>
                <a:gd name="T6" fmla="*/ 89 w 178"/>
                <a:gd name="T7" fmla="*/ 175 h 176"/>
                <a:gd name="T8" fmla="*/ 0 w 178"/>
                <a:gd name="T9" fmla="*/ 88 h 176"/>
                <a:gd name="T10" fmla="*/ 0 w 178"/>
                <a:gd name="T11" fmla="*/ 88 h 176"/>
                <a:gd name="T12" fmla="*/ 89 w 178"/>
                <a:gd name="T13" fmla="*/ 0 h 176"/>
                <a:gd name="T14" fmla="*/ 89 w 178"/>
                <a:gd name="T15" fmla="*/ 0 h 176"/>
                <a:gd name="T16" fmla="*/ 177 w 178"/>
                <a:gd name="T17" fmla="*/ 88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8" h="176">
                  <a:moveTo>
                    <a:pt x="177" y="88"/>
                  </a:moveTo>
                  <a:lnTo>
                    <a:pt x="177" y="88"/>
                  </a:lnTo>
                  <a:cubicBezTo>
                    <a:pt x="177" y="136"/>
                    <a:pt x="137" y="175"/>
                    <a:pt x="89" y="175"/>
                  </a:cubicBezTo>
                  <a:lnTo>
                    <a:pt x="89" y="175"/>
                  </a:lnTo>
                  <a:cubicBezTo>
                    <a:pt x="40" y="175"/>
                    <a:pt x="0" y="136"/>
                    <a:pt x="0" y="88"/>
                  </a:cubicBezTo>
                  <a:lnTo>
                    <a:pt x="0" y="88"/>
                  </a:lnTo>
                  <a:cubicBezTo>
                    <a:pt x="0" y="39"/>
                    <a:pt x="40" y="0"/>
                    <a:pt x="89" y="0"/>
                  </a:cubicBezTo>
                  <a:lnTo>
                    <a:pt x="89" y="0"/>
                  </a:lnTo>
                  <a:cubicBezTo>
                    <a:pt x="137" y="0"/>
                    <a:pt x="177" y="39"/>
                    <a:pt x="177" y="88"/>
                  </a:cubicBezTo>
                </a:path>
              </a:pathLst>
            </a:custGeom>
            <a:solidFill>
              <a:srgbClr val="17161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43" name="Freeform 78">
              <a:extLst>
                <a:ext uri="{FF2B5EF4-FFF2-40B4-BE49-F238E27FC236}">
                  <a16:creationId xmlns:a16="http://schemas.microsoft.com/office/drawing/2014/main" xmlns="" id="{344D5720-E8D7-B547-B036-47E47BD31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1744" y="6446027"/>
              <a:ext cx="192258" cy="379018"/>
            </a:xfrm>
            <a:custGeom>
              <a:avLst/>
              <a:gdLst>
                <a:gd name="T0" fmla="*/ 152 w 153"/>
                <a:gd name="T1" fmla="*/ 39 h 306"/>
                <a:gd name="T2" fmla="*/ 93 w 153"/>
                <a:gd name="T3" fmla="*/ 0 h 306"/>
                <a:gd name="T4" fmla="*/ 0 w 153"/>
                <a:gd name="T5" fmla="*/ 131 h 306"/>
                <a:gd name="T6" fmla="*/ 0 w 153"/>
                <a:gd name="T7" fmla="*/ 131 h 306"/>
                <a:gd name="T8" fmla="*/ 152 w 153"/>
                <a:gd name="T9" fmla="*/ 305 h 306"/>
                <a:gd name="T10" fmla="*/ 152 w 153"/>
                <a:gd name="T11" fmla="*/ 39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3" h="306">
                  <a:moveTo>
                    <a:pt x="152" y="39"/>
                  </a:moveTo>
                  <a:lnTo>
                    <a:pt x="93" y="0"/>
                  </a:lnTo>
                  <a:lnTo>
                    <a:pt x="0" y="131"/>
                  </a:lnTo>
                  <a:lnTo>
                    <a:pt x="0" y="131"/>
                  </a:lnTo>
                  <a:cubicBezTo>
                    <a:pt x="0" y="131"/>
                    <a:pt x="61" y="214"/>
                    <a:pt x="152" y="305"/>
                  </a:cubicBezTo>
                  <a:lnTo>
                    <a:pt x="152" y="39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44" name="Freeform 79">
              <a:extLst>
                <a:ext uri="{FF2B5EF4-FFF2-40B4-BE49-F238E27FC236}">
                  <a16:creationId xmlns:a16="http://schemas.microsoft.com/office/drawing/2014/main" xmlns="" id="{E961D219-5F82-5C47-93DA-CA96DF53B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60754" y="6198838"/>
              <a:ext cx="131833" cy="411980"/>
            </a:xfrm>
            <a:custGeom>
              <a:avLst/>
              <a:gdLst>
                <a:gd name="T0" fmla="*/ 103 w 104"/>
                <a:gd name="T1" fmla="*/ 200 h 332"/>
                <a:gd name="T2" fmla="*/ 103 w 104"/>
                <a:gd name="T3" fmla="*/ 200 h 332"/>
                <a:gd name="T4" fmla="*/ 68 w 104"/>
                <a:gd name="T5" fmla="*/ 104 h 332"/>
                <a:gd name="T6" fmla="*/ 68 w 104"/>
                <a:gd name="T7" fmla="*/ 104 h 332"/>
                <a:gd name="T8" fmla="*/ 56 w 104"/>
                <a:gd name="T9" fmla="*/ 11 h 332"/>
                <a:gd name="T10" fmla="*/ 56 w 104"/>
                <a:gd name="T11" fmla="*/ 11 h 332"/>
                <a:gd name="T12" fmla="*/ 10 w 104"/>
                <a:gd name="T13" fmla="*/ 111 h 332"/>
                <a:gd name="T14" fmla="*/ 10 w 104"/>
                <a:gd name="T15" fmla="*/ 331 h 332"/>
                <a:gd name="T16" fmla="*/ 103 w 104"/>
                <a:gd name="T17" fmla="*/ 200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4" h="332">
                  <a:moveTo>
                    <a:pt x="103" y="200"/>
                  </a:moveTo>
                  <a:lnTo>
                    <a:pt x="103" y="200"/>
                  </a:lnTo>
                  <a:cubicBezTo>
                    <a:pt x="103" y="200"/>
                    <a:pt x="90" y="124"/>
                    <a:pt x="68" y="104"/>
                  </a:cubicBezTo>
                  <a:lnTo>
                    <a:pt x="68" y="104"/>
                  </a:lnTo>
                  <a:cubicBezTo>
                    <a:pt x="40" y="77"/>
                    <a:pt x="67" y="17"/>
                    <a:pt x="56" y="11"/>
                  </a:cubicBezTo>
                  <a:lnTo>
                    <a:pt x="56" y="11"/>
                  </a:lnTo>
                  <a:cubicBezTo>
                    <a:pt x="35" y="0"/>
                    <a:pt x="0" y="37"/>
                    <a:pt x="10" y="111"/>
                  </a:cubicBezTo>
                  <a:lnTo>
                    <a:pt x="10" y="331"/>
                  </a:lnTo>
                  <a:lnTo>
                    <a:pt x="103" y="200"/>
                  </a:lnTo>
                </a:path>
              </a:pathLst>
            </a:custGeom>
            <a:solidFill>
              <a:srgbClr val="F6685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xmlns="" id="{EFAEC1F3-073F-9D4E-AE16-9067FDC4B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4423" y="5567136"/>
              <a:ext cx="1377486" cy="2223445"/>
            </a:xfrm>
            <a:custGeom>
              <a:avLst/>
              <a:gdLst>
                <a:gd name="connsiteX0" fmla="*/ 1224950 w 1377486"/>
                <a:gd name="connsiteY0" fmla="*/ 2073215 h 2223445"/>
                <a:gd name="connsiteX1" fmla="*/ 1195400 w 1377486"/>
                <a:gd name="connsiteY1" fmla="*/ 2089355 h 2223445"/>
                <a:gd name="connsiteX2" fmla="*/ 1186782 w 1377486"/>
                <a:gd name="connsiteY2" fmla="*/ 2132810 h 2223445"/>
                <a:gd name="connsiteX3" fmla="*/ 1196632 w 1377486"/>
                <a:gd name="connsiteY3" fmla="*/ 2177507 h 2223445"/>
                <a:gd name="connsiteX4" fmla="*/ 1224950 w 1377486"/>
                <a:gd name="connsiteY4" fmla="*/ 2193647 h 2223445"/>
                <a:gd name="connsiteX5" fmla="*/ 1253268 w 1377486"/>
                <a:gd name="connsiteY5" fmla="*/ 2177507 h 2223445"/>
                <a:gd name="connsiteX6" fmla="*/ 1261886 w 1377486"/>
                <a:gd name="connsiteY6" fmla="*/ 2132810 h 2223445"/>
                <a:gd name="connsiteX7" fmla="*/ 1253268 w 1377486"/>
                <a:gd name="connsiteY7" fmla="*/ 2089355 h 2223445"/>
                <a:gd name="connsiteX8" fmla="*/ 1224950 w 1377486"/>
                <a:gd name="connsiteY8" fmla="*/ 2073215 h 2223445"/>
                <a:gd name="connsiteX9" fmla="*/ 1053436 w 1377486"/>
                <a:gd name="connsiteY9" fmla="*/ 2073215 h 2223445"/>
                <a:gd name="connsiteX10" fmla="*/ 1025118 w 1377486"/>
                <a:gd name="connsiteY10" fmla="*/ 2089355 h 2223445"/>
                <a:gd name="connsiteX11" fmla="*/ 1016500 w 1377486"/>
                <a:gd name="connsiteY11" fmla="*/ 2132810 h 2223445"/>
                <a:gd name="connsiteX12" fmla="*/ 1025118 w 1377486"/>
                <a:gd name="connsiteY12" fmla="*/ 2177507 h 2223445"/>
                <a:gd name="connsiteX13" fmla="*/ 1053436 w 1377486"/>
                <a:gd name="connsiteY13" fmla="*/ 2193647 h 2223445"/>
                <a:gd name="connsiteX14" fmla="*/ 1081752 w 1377486"/>
                <a:gd name="connsiteY14" fmla="*/ 2177507 h 2223445"/>
                <a:gd name="connsiteX15" fmla="*/ 1091602 w 1377486"/>
                <a:gd name="connsiteY15" fmla="*/ 2132810 h 2223445"/>
                <a:gd name="connsiteX16" fmla="*/ 1081752 w 1377486"/>
                <a:gd name="connsiteY16" fmla="*/ 2089355 h 2223445"/>
                <a:gd name="connsiteX17" fmla="*/ 1053436 w 1377486"/>
                <a:gd name="connsiteY17" fmla="*/ 2073215 h 2223445"/>
                <a:gd name="connsiteX18" fmla="*/ 880998 w 1377486"/>
                <a:gd name="connsiteY18" fmla="*/ 2073215 h 2223445"/>
                <a:gd name="connsiteX19" fmla="*/ 850574 w 1377486"/>
                <a:gd name="connsiteY19" fmla="*/ 2089355 h 2223445"/>
                <a:gd name="connsiteX20" fmla="*/ 842970 w 1377486"/>
                <a:gd name="connsiteY20" fmla="*/ 2132810 h 2223445"/>
                <a:gd name="connsiteX21" fmla="*/ 851842 w 1377486"/>
                <a:gd name="connsiteY21" fmla="*/ 2177507 h 2223445"/>
                <a:gd name="connsiteX22" fmla="*/ 880998 w 1377486"/>
                <a:gd name="connsiteY22" fmla="*/ 2193647 h 2223445"/>
                <a:gd name="connsiteX23" fmla="*/ 910152 w 1377486"/>
                <a:gd name="connsiteY23" fmla="*/ 2177507 h 2223445"/>
                <a:gd name="connsiteX24" fmla="*/ 920294 w 1377486"/>
                <a:gd name="connsiteY24" fmla="*/ 2132810 h 2223445"/>
                <a:gd name="connsiteX25" fmla="*/ 910152 w 1377486"/>
                <a:gd name="connsiteY25" fmla="*/ 2089355 h 2223445"/>
                <a:gd name="connsiteX26" fmla="*/ 880998 w 1377486"/>
                <a:gd name="connsiteY26" fmla="*/ 2073215 h 2223445"/>
                <a:gd name="connsiteX27" fmla="*/ 342680 w 1377486"/>
                <a:gd name="connsiteY27" fmla="*/ 2073215 h 2223445"/>
                <a:gd name="connsiteX28" fmla="*/ 312256 w 1377486"/>
                <a:gd name="connsiteY28" fmla="*/ 2089355 h 2223445"/>
                <a:gd name="connsiteX29" fmla="*/ 303384 w 1377486"/>
                <a:gd name="connsiteY29" fmla="*/ 2132810 h 2223445"/>
                <a:gd name="connsiteX30" fmla="*/ 312256 w 1377486"/>
                <a:gd name="connsiteY30" fmla="*/ 2177507 h 2223445"/>
                <a:gd name="connsiteX31" fmla="*/ 342680 w 1377486"/>
                <a:gd name="connsiteY31" fmla="*/ 2193647 h 2223445"/>
                <a:gd name="connsiteX32" fmla="*/ 371834 w 1377486"/>
                <a:gd name="connsiteY32" fmla="*/ 2177507 h 2223445"/>
                <a:gd name="connsiteX33" fmla="*/ 380708 w 1377486"/>
                <a:gd name="connsiteY33" fmla="*/ 2132810 h 2223445"/>
                <a:gd name="connsiteX34" fmla="*/ 371834 w 1377486"/>
                <a:gd name="connsiteY34" fmla="*/ 2089355 h 2223445"/>
                <a:gd name="connsiteX35" fmla="*/ 342680 w 1377486"/>
                <a:gd name="connsiteY35" fmla="*/ 2073215 h 2223445"/>
                <a:gd name="connsiteX36" fmla="*/ 46860 w 1377486"/>
                <a:gd name="connsiteY36" fmla="*/ 2073215 h 2223445"/>
                <a:gd name="connsiteX37" fmla="*/ 17264 w 1377486"/>
                <a:gd name="connsiteY37" fmla="*/ 2089355 h 2223445"/>
                <a:gd name="connsiteX38" fmla="*/ 9866 w 1377486"/>
                <a:gd name="connsiteY38" fmla="*/ 2132810 h 2223445"/>
                <a:gd name="connsiteX39" fmla="*/ 18496 w 1377486"/>
                <a:gd name="connsiteY39" fmla="*/ 2177507 h 2223445"/>
                <a:gd name="connsiteX40" fmla="*/ 46860 w 1377486"/>
                <a:gd name="connsiteY40" fmla="*/ 2193647 h 2223445"/>
                <a:gd name="connsiteX41" fmla="*/ 76454 w 1377486"/>
                <a:gd name="connsiteY41" fmla="*/ 2177507 h 2223445"/>
                <a:gd name="connsiteX42" fmla="*/ 85086 w 1377486"/>
                <a:gd name="connsiteY42" fmla="*/ 2132810 h 2223445"/>
                <a:gd name="connsiteX43" fmla="*/ 76454 w 1377486"/>
                <a:gd name="connsiteY43" fmla="*/ 2089355 h 2223445"/>
                <a:gd name="connsiteX44" fmla="*/ 46860 w 1377486"/>
                <a:gd name="connsiteY44" fmla="*/ 2073215 h 2223445"/>
                <a:gd name="connsiteX45" fmla="*/ 1224950 w 1377486"/>
                <a:gd name="connsiteY45" fmla="*/ 2043417 h 2223445"/>
                <a:gd name="connsiteX46" fmla="*/ 1277892 w 1377486"/>
                <a:gd name="connsiteY46" fmla="*/ 2068249 h 2223445"/>
                <a:gd name="connsiteX47" fmla="*/ 1295128 w 1377486"/>
                <a:gd name="connsiteY47" fmla="*/ 2132810 h 2223445"/>
                <a:gd name="connsiteX48" fmla="*/ 1277892 w 1377486"/>
                <a:gd name="connsiteY48" fmla="*/ 2197372 h 2223445"/>
                <a:gd name="connsiteX49" fmla="*/ 1224950 w 1377486"/>
                <a:gd name="connsiteY49" fmla="*/ 2223445 h 2223445"/>
                <a:gd name="connsiteX50" fmla="*/ 1172008 w 1377486"/>
                <a:gd name="connsiteY50" fmla="*/ 2197372 h 2223445"/>
                <a:gd name="connsiteX51" fmla="*/ 1153540 w 1377486"/>
                <a:gd name="connsiteY51" fmla="*/ 2132810 h 2223445"/>
                <a:gd name="connsiteX52" fmla="*/ 1172008 w 1377486"/>
                <a:gd name="connsiteY52" fmla="*/ 2068249 h 2223445"/>
                <a:gd name="connsiteX53" fmla="*/ 1224950 w 1377486"/>
                <a:gd name="connsiteY53" fmla="*/ 2043417 h 2223445"/>
                <a:gd name="connsiteX54" fmla="*/ 1054666 w 1377486"/>
                <a:gd name="connsiteY54" fmla="*/ 2043417 h 2223445"/>
                <a:gd name="connsiteX55" fmla="*/ 1107608 w 1377486"/>
                <a:gd name="connsiteY55" fmla="*/ 2068249 h 2223445"/>
                <a:gd name="connsiteX56" fmla="*/ 1124844 w 1377486"/>
                <a:gd name="connsiteY56" fmla="*/ 2132810 h 2223445"/>
                <a:gd name="connsiteX57" fmla="*/ 1107608 w 1377486"/>
                <a:gd name="connsiteY57" fmla="*/ 2197372 h 2223445"/>
                <a:gd name="connsiteX58" fmla="*/ 1054666 w 1377486"/>
                <a:gd name="connsiteY58" fmla="*/ 2223445 h 2223445"/>
                <a:gd name="connsiteX59" fmla="*/ 1000494 w 1377486"/>
                <a:gd name="connsiteY59" fmla="*/ 2197372 h 2223445"/>
                <a:gd name="connsiteX60" fmla="*/ 983256 w 1377486"/>
                <a:gd name="connsiteY60" fmla="*/ 2132810 h 2223445"/>
                <a:gd name="connsiteX61" fmla="*/ 1000494 w 1377486"/>
                <a:gd name="connsiteY61" fmla="*/ 2068249 h 2223445"/>
                <a:gd name="connsiteX62" fmla="*/ 1054666 w 1377486"/>
                <a:gd name="connsiteY62" fmla="*/ 2043417 h 2223445"/>
                <a:gd name="connsiteX63" fmla="*/ 880998 w 1377486"/>
                <a:gd name="connsiteY63" fmla="*/ 2043417 h 2223445"/>
                <a:gd name="connsiteX64" fmla="*/ 936772 w 1377486"/>
                <a:gd name="connsiteY64" fmla="*/ 2068249 h 2223445"/>
                <a:gd name="connsiteX65" fmla="*/ 954520 w 1377486"/>
                <a:gd name="connsiteY65" fmla="*/ 2132810 h 2223445"/>
                <a:gd name="connsiteX66" fmla="*/ 936772 w 1377486"/>
                <a:gd name="connsiteY66" fmla="*/ 2197372 h 2223445"/>
                <a:gd name="connsiteX67" fmla="*/ 880998 w 1377486"/>
                <a:gd name="connsiteY67" fmla="*/ 2223445 h 2223445"/>
                <a:gd name="connsiteX68" fmla="*/ 826490 w 1377486"/>
                <a:gd name="connsiteY68" fmla="*/ 2197372 h 2223445"/>
                <a:gd name="connsiteX69" fmla="*/ 807476 w 1377486"/>
                <a:gd name="connsiteY69" fmla="*/ 2132810 h 2223445"/>
                <a:gd name="connsiteX70" fmla="*/ 826490 w 1377486"/>
                <a:gd name="connsiteY70" fmla="*/ 2068249 h 2223445"/>
                <a:gd name="connsiteX71" fmla="*/ 880998 w 1377486"/>
                <a:gd name="connsiteY71" fmla="*/ 2043417 h 2223445"/>
                <a:gd name="connsiteX72" fmla="*/ 342680 w 1377486"/>
                <a:gd name="connsiteY72" fmla="*/ 2043417 h 2223445"/>
                <a:gd name="connsiteX73" fmla="*/ 397188 w 1377486"/>
                <a:gd name="connsiteY73" fmla="*/ 2068249 h 2223445"/>
                <a:gd name="connsiteX74" fmla="*/ 416202 w 1377486"/>
                <a:gd name="connsiteY74" fmla="*/ 2132810 h 2223445"/>
                <a:gd name="connsiteX75" fmla="*/ 397188 w 1377486"/>
                <a:gd name="connsiteY75" fmla="*/ 2197372 h 2223445"/>
                <a:gd name="connsiteX76" fmla="*/ 342680 w 1377486"/>
                <a:gd name="connsiteY76" fmla="*/ 2223445 h 2223445"/>
                <a:gd name="connsiteX77" fmla="*/ 286904 w 1377486"/>
                <a:gd name="connsiteY77" fmla="*/ 2197372 h 2223445"/>
                <a:gd name="connsiteX78" fmla="*/ 269158 w 1377486"/>
                <a:gd name="connsiteY78" fmla="*/ 2132810 h 2223445"/>
                <a:gd name="connsiteX79" fmla="*/ 286904 w 1377486"/>
                <a:gd name="connsiteY79" fmla="*/ 2068249 h 2223445"/>
                <a:gd name="connsiteX80" fmla="*/ 342680 w 1377486"/>
                <a:gd name="connsiteY80" fmla="*/ 2043417 h 2223445"/>
                <a:gd name="connsiteX81" fmla="*/ 46860 w 1377486"/>
                <a:gd name="connsiteY81" fmla="*/ 2043417 h 2223445"/>
                <a:gd name="connsiteX82" fmla="*/ 101116 w 1377486"/>
                <a:gd name="connsiteY82" fmla="*/ 2068249 h 2223445"/>
                <a:gd name="connsiteX83" fmla="*/ 119614 w 1377486"/>
                <a:gd name="connsiteY83" fmla="*/ 2132810 h 2223445"/>
                <a:gd name="connsiteX84" fmla="*/ 101116 w 1377486"/>
                <a:gd name="connsiteY84" fmla="*/ 2197372 h 2223445"/>
                <a:gd name="connsiteX85" fmla="*/ 46860 w 1377486"/>
                <a:gd name="connsiteY85" fmla="*/ 2223445 h 2223445"/>
                <a:gd name="connsiteX86" fmla="*/ 0 w 1377486"/>
                <a:gd name="connsiteY86" fmla="*/ 2204821 h 2223445"/>
                <a:gd name="connsiteX87" fmla="*/ 0 w 1377486"/>
                <a:gd name="connsiteY87" fmla="*/ 2060799 h 2223445"/>
                <a:gd name="connsiteX88" fmla="*/ 46860 w 1377486"/>
                <a:gd name="connsiteY88" fmla="*/ 2043417 h 2223445"/>
                <a:gd name="connsiteX89" fmla="*/ 1354154 w 1377486"/>
                <a:gd name="connsiteY89" fmla="*/ 2043414 h 2223445"/>
                <a:gd name="connsiteX90" fmla="*/ 1372066 w 1377486"/>
                <a:gd name="connsiteY90" fmla="*/ 2043414 h 2223445"/>
                <a:gd name="connsiteX91" fmla="*/ 1372066 w 1377486"/>
                <a:gd name="connsiteY91" fmla="*/ 2217953 h 2223445"/>
                <a:gd name="connsiteX92" fmla="*/ 1325496 w 1377486"/>
                <a:gd name="connsiteY92" fmla="*/ 2217953 h 2223445"/>
                <a:gd name="connsiteX93" fmla="*/ 1325496 w 1377486"/>
                <a:gd name="connsiteY93" fmla="*/ 2191958 h 2223445"/>
                <a:gd name="connsiteX94" fmla="*/ 1356544 w 1377486"/>
                <a:gd name="connsiteY94" fmla="*/ 2191958 h 2223445"/>
                <a:gd name="connsiteX95" fmla="*/ 1356544 w 1377486"/>
                <a:gd name="connsiteY95" fmla="*/ 2071885 h 2223445"/>
                <a:gd name="connsiteX96" fmla="*/ 1329078 w 1377486"/>
                <a:gd name="connsiteY96" fmla="*/ 2083026 h 2223445"/>
                <a:gd name="connsiteX97" fmla="*/ 1318332 w 1377486"/>
                <a:gd name="connsiteY97" fmla="*/ 2058269 h 2223445"/>
                <a:gd name="connsiteX98" fmla="*/ 716746 w 1377486"/>
                <a:gd name="connsiteY98" fmla="*/ 2043414 h 2223445"/>
                <a:gd name="connsiteX99" fmla="*/ 753584 w 1377486"/>
                <a:gd name="connsiteY99" fmla="*/ 2043414 h 2223445"/>
                <a:gd name="connsiteX100" fmla="*/ 753584 w 1377486"/>
                <a:gd name="connsiteY100" fmla="*/ 2191958 h 2223445"/>
                <a:gd name="connsiteX101" fmla="*/ 784280 w 1377486"/>
                <a:gd name="connsiteY101" fmla="*/ 2191958 h 2223445"/>
                <a:gd name="connsiteX102" fmla="*/ 784280 w 1377486"/>
                <a:gd name="connsiteY102" fmla="*/ 2217953 h 2223445"/>
                <a:gd name="connsiteX103" fmla="*/ 688506 w 1377486"/>
                <a:gd name="connsiteY103" fmla="*/ 2217953 h 2223445"/>
                <a:gd name="connsiteX104" fmla="*/ 688506 w 1377486"/>
                <a:gd name="connsiteY104" fmla="*/ 2191958 h 2223445"/>
                <a:gd name="connsiteX105" fmla="*/ 720430 w 1377486"/>
                <a:gd name="connsiteY105" fmla="*/ 2191958 h 2223445"/>
                <a:gd name="connsiteX106" fmla="*/ 720430 w 1377486"/>
                <a:gd name="connsiteY106" fmla="*/ 2071885 h 2223445"/>
                <a:gd name="connsiteX107" fmla="*/ 692188 w 1377486"/>
                <a:gd name="connsiteY107" fmla="*/ 2083026 h 2223445"/>
                <a:gd name="connsiteX108" fmla="*/ 681138 w 1377486"/>
                <a:gd name="connsiteY108" fmla="*/ 2058269 h 2223445"/>
                <a:gd name="connsiteX109" fmla="*/ 595900 w 1377486"/>
                <a:gd name="connsiteY109" fmla="*/ 2043414 h 2223445"/>
                <a:gd name="connsiteX110" fmla="*/ 632736 w 1377486"/>
                <a:gd name="connsiteY110" fmla="*/ 2043414 h 2223445"/>
                <a:gd name="connsiteX111" fmla="*/ 632736 w 1377486"/>
                <a:gd name="connsiteY111" fmla="*/ 2191958 h 2223445"/>
                <a:gd name="connsiteX112" fmla="*/ 663434 w 1377486"/>
                <a:gd name="connsiteY112" fmla="*/ 2191958 h 2223445"/>
                <a:gd name="connsiteX113" fmla="*/ 663434 w 1377486"/>
                <a:gd name="connsiteY113" fmla="*/ 2217953 h 2223445"/>
                <a:gd name="connsiteX114" fmla="*/ 567658 w 1377486"/>
                <a:gd name="connsiteY114" fmla="*/ 2217953 h 2223445"/>
                <a:gd name="connsiteX115" fmla="*/ 567658 w 1377486"/>
                <a:gd name="connsiteY115" fmla="*/ 2191958 h 2223445"/>
                <a:gd name="connsiteX116" fmla="*/ 599584 w 1377486"/>
                <a:gd name="connsiteY116" fmla="*/ 2191958 h 2223445"/>
                <a:gd name="connsiteX117" fmla="*/ 599584 w 1377486"/>
                <a:gd name="connsiteY117" fmla="*/ 2071885 h 2223445"/>
                <a:gd name="connsiteX118" fmla="*/ 571342 w 1377486"/>
                <a:gd name="connsiteY118" fmla="*/ 2083026 h 2223445"/>
                <a:gd name="connsiteX119" fmla="*/ 560292 w 1377486"/>
                <a:gd name="connsiteY119" fmla="*/ 2058269 h 2223445"/>
                <a:gd name="connsiteX120" fmla="*/ 469556 w 1377486"/>
                <a:gd name="connsiteY120" fmla="*/ 2043414 h 2223445"/>
                <a:gd name="connsiteX121" fmla="*/ 506392 w 1377486"/>
                <a:gd name="connsiteY121" fmla="*/ 2043414 h 2223445"/>
                <a:gd name="connsiteX122" fmla="*/ 506392 w 1377486"/>
                <a:gd name="connsiteY122" fmla="*/ 2191958 h 2223445"/>
                <a:gd name="connsiteX123" fmla="*/ 537088 w 1377486"/>
                <a:gd name="connsiteY123" fmla="*/ 2191958 h 2223445"/>
                <a:gd name="connsiteX124" fmla="*/ 537088 w 1377486"/>
                <a:gd name="connsiteY124" fmla="*/ 2217953 h 2223445"/>
                <a:gd name="connsiteX125" fmla="*/ 441316 w 1377486"/>
                <a:gd name="connsiteY125" fmla="*/ 2217953 h 2223445"/>
                <a:gd name="connsiteX126" fmla="*/ 441316 w 1377486"/>
                <a:gd name="connsiteY126" fmla="*/ 2191958 h 2223445"/>
                <a:gd name="connsiteX127" fmla="*/ 473240 w 1377486"/>
                <a:gd name="connsiteY127" fmla="*/ 2191958 h 2223445"/>
                <a:gd name="connsiteX128" fmla="*/ 473240 w 1377486"/>
                <a:gd name="connsiteY128" fmla="*/ 2071885 h 2223445"/>
                <a:gd name="connsiteX129" fmla="*/ 445000 w 1377486"/>
                <a:gd name="connsiteY129" fmla="*/ 2083026 h 2223445"/>
                <a:gd name="connsiteX130" fmla="*/ 433948 w 1377486"/>
                <a:gd name="connsiteY130" fmla="*/ 2058269 h 2223445"/>
                <a:gd name="connsiteX131" fmla="*/ 178852 w 1377486"/>
                <a:gd name="connsiteY131" fmla="*/ 2043414 h 2223445"/>
                <a:gd name="connsiteX132" fmla="*/ 216126 w 1377486"/>
                <a:gd name="connsiteY132" fmla="*/ 2043414 h 2223445"/>
                <a:gd name="connsiteX133" fmla="*/ 216126 w 1377486"/>
                <a:gd name="connsiteY133" fmla="*/ 2191958 h 2223445"/>
                <a:gd name="connsiteX134" fmla="*/ 245946 w 1377486"/>
                <a:gd name="connsiteY134" fmla="*/ 2191958 h 2223445"/>
                <a:gd name="connsiteX135" fmla="*/ 245946 w 1377486"/>
                <a:gd name="connsiteY135" fmla="*/ 2217953 h 2223445"/>
                <a:gd name="connsiteX136" fmla="*/ 149032 w 1377486"/>
                <a:gd name="connsiteY136" fmla="*/ 2217953 h 2223445"/>
                <a:gd name="connsiteX137" fmla="*/ 149032 w 1377486"/>
                <a:gd name="connsiteY137" fmla="*/ 2191958 h 2223445"/>
                <a:gd name="connsiteX138" fmla="*/ 182580 w 1377486"/>
                <a:gd name="connsiteY138" fmla="*/ 2191958 h 2223445"/>
                <a:gd name="connsiteX139" fmla="*/ 182580 w 1377486"/>
                <a:gd name="connsiteY139" fmla="*/ 2071885 h 2223445"/>
                <a:gd name="connsiteX140" fmla="*/ 152760 w 1377486"/>
                <a:gd name="connsiteY140" fmla="*/ 2083026 h 2223445"/>
                <a:gd name="connsiteX141" fmla="*/ 142820 w 1377486"/>
                <a:gd name="connsiteY141" fmla="*/ 2058269 h 2223445"/>
                <a:gd name="connsiteX142" fmla="*/ 1224950 w 1377486"/>
                <a:gd name="connsiteY142" fmla="*/ 1732646 h 2223445"/>
                <a:gd name="connsiteX143" fmla="*/ 1195400 w 1377486"/>
                <a:gd name="connsiteY143" fmla="*/ 1748786 h 2223445"/>
                <a:gd name="connsiteX144" fmla="*/ 1186782 w 1377486"/>
                <a:gd name="connsiteY144" fmla="*/ 1792241 h 2223445"/>
                <a:gd name="connsiteX145" fmla="*/ 1196632 w 1377486"/>
                <a:gd name="connsiteY145" fmla="*/ 1836938 h 2223445"/>
                <a:gd name="connsiteX146" fmla="*/ 1224950 w 1377486"/>
                <a:gd name="connsiteY146" fmla="*/ 1853078 h 2223445"/>
                <a:gd name="connsiteX147" fmla="*/ 1253268 w 1377486"/>
                <a:gd name="connsiteY147" fmla="*/ 1836938 h 2223445"/>
                <a:gd name="connsiteX148" fmla="*/ 1261886 w 1377486"/>
                <a:gd name="connsiteY148" fmla="*/ 1792241 h 2223445"/>
                <a:gd name="connsiteX149" fmla="*/ 1253268 w 1377486"/>
                <a:gd name="connsiteY149" fmla="*/ 1748786 h 2223445"/>
                <a:gd name="connsiteX150" fmla="*/ 1224950 w 1377486"/>
                <a:gd name="connsiteY150" fmla="*/ 1732646 h 2223445"/>
                <a:gd name="connsiteX151" fmla="*/ 1053436 w 1377486"/>
                <a:gd name="connsiteY151" fmla="*/ 1732646 h 2223445"/>
                <a:gd name="connsiteX152" fmla="*/ 1025118 w 1377486"/>
                <a:gd name="connsiteY152" fmla="*/ 1748786 h 2223445"/>
                <a:gd name="connsiteX153" fmla="*/ 1016500 w 1377486"/>
                <a:gd name="connsiteY153" fmla="*/ 1792241 h 2223445"/>
                <a:gd name="connsiteX154" fmla="*/ 1025118 w 1377486"/>
                <a:gd name="connsiteY154" fmla="*/ 1836938 h 2223445"/>
                <a:gd name="connsiteX155" fmla="*/ 1053436 w 1377486"/>
                <a:gd name="connsiteY155" fmla="*/ 1853078 h 2223445"/>
                <a:gd name="connsiteX156" fmla="*/ 1081752 w 1377486"/>
                <a:gd name="connsiteY156" fmla="*/ 1836938 h 2223445"/>
                <a:gd name="connsiteX157" fmla="*/ 1091602 w 1377486"/>
                <a:gd name="connsiteY157" fmla="*/ 1792241 h 2223445"/>
                <a:gd name="connsiteX158" fmla="*/ 1081752 w 1377486"/>
                <a:gd name="connsiteY158" fmla="*/ 1748786 h 2223445"/>
                <a:gd name="connsiteX159" fmla="*/ 1053436 w 1377486"/>
                <a:gd name="connsiteY159" fmla="*/ 1732646 h 2223445"/>
                <a:gd name="connsiteX160" fmla="*/ 880998 w 1377486"/>
                <a:gd name="connsiteY160" fmla="*/ 1732646 h 2223445"/>
                <a:gd name="connsiteX161" fmla="*/ 850574 w 1377486"/>
                <a:gd name="connsiteY161" fmla="*/ 1748786 h 2223445"/>
                <a:gd name="connsiteX162" fmla="*/ 842970 w 1377486"/>
                <a:gd name="connsiteY162" fmla="*/ 1792241 h 2223445"/>
                <a:gd name="connsiteX163" fmla="*/ 851842 w 1377486"/>
                <a:gd name="connsiteY163" fmla="*/ 1836938 h 2223445"/>
                <a:gd name="connsiteX164" fmla="*/ 880998 w 1377486"/>
                <a:gd name="connsiteY164" fmla="*/ 1853078 h 2223445"/>
                <a:gd name="connsiteX165" fmla="*/ 910152 w 1377486"/>
                <a:gd name="connsiteY165" fmla="*/ 1836938 h 2223445"/>
                <a:gd name="connsiteX166" fmla="*/ 920294 w 1377486"/>
                <a:gd name="connsiteY166" fmla="*/ 1792241 h 2223445"/>
                <a:gd name="connsiteX167" fmla="*/ 910152 w 1377486"/>
                <a:gd name="connsiteY167" fmla="*/ 1748786 h 2223445"/>
                <a:gd name="connsiteX168" fmla="*/ 880998 w 1377486"/>
                <a:gd name="connsiteY168" fmla="*/ 1732646 h 2223445"/>
                <a:gd name="connsiteX169" fmla="*/ 589870 w 1377486"/>
                <a:gd name="connsiteY169" fmla="*/ 1732646 h 2223445"/>
                <a:gd name="connsiteX170" fmla="*/ 559446 w 1377486"/>
                <a:gd name="connsiteY170" fmla="*/ 1748786 h 2223445"/>
                <a:gd name="connsiteX171" fmla="*/ 550572 w 1377486"/>
                <a:gd name="connsiteY171" fmla="*/ 1792241 h 2223445"/>
                <a:gd name="connsiteX172" fmla="*/ 559446 w 1377486"/>
                <a:gd name="connsiteY172" fmla="*/ 1836938 h 2223445"/>
                <a:gd name="connsiteX173" fmla="*/ 589870 w 1377486"/>
                <a:gd name="connsiteY173" fmla="*/ 1853078 h 2223445"/>
                <a:gd name="connsiteX174" fmla="*/ 619024 w 1377486"/>
                <a:gd name="connsiteY174" fmla="*/ 1836938 h 2223445"/>
                <a:gd name="connsiteX175" fmla="*/ 627898 w 1377486"/>
                <a:gd name="connsiteY175" fmla="*/ 1792241 h 2223445"/>
                <a:gd name="connsiteX176" fmla="*/ 619024 w 1377486"/>
                <a:gd name="connsiteY176" fmla="*/ 1748786 h 2223445"/>
                <a:gd name="connsiteX177" fmla="*/ 589870 w 1377486"/>
                <a:gd name="connsiteY177" fmla="*/ 1732646 h 2223445"/>
                <a:gd name="connsiteX178" fmla="*/ 293880 w 1377486"/>
                <a:gd name="connsiteY178" fmla="*/ 1732646 h 2223445"/>
                <a:gd name="connsiteX179" fmla="*/ 263714 w 1377486"/>
                <a:gd name="connsiteY179" fmla="*/ 1748786 h 2223445"/>
                <a:gd name="connsiteX180" fmla="*/ 254916 w 1377486"/>
                <a:gd name="connsiteY180" fmla="*/ 1792241 h 2223445"/>
                <a:gd name="connsiteX181" fmla="*/ 263714 w 1377486"/>
                <a:gd name="connsiteY181" fmla="*/ 1836938 h 2223445"/>
                <a:gd name="connsiteX182" fmla="*/ 293880 w 1377486"/>
                <a:gd name="connsiteY182" fmla="*/ 1853078 h 2223445"/>
                <a:gd name="connsiteX183" fmla="*/ 322788 w 1377486"/>
                <a:gd name="connsiteY183" fmla="*/ 1836938 h 2223445"/>
                <a:gd name="connsiteX184" fmla="*/ 331586 w 1377486"/>
                <a:gd name="connsiteY184" fmla="*/ 1792241 h 2223445"/>
                <a:gd name="connsiteX185" fmla="*/ 322788 w 1377486"/>
                <a:gd name="connsiteY185" fmla="*/ 1748786 h 2223445"/>
                <a:gd name="connsiteX186" fmla="*/ 293880 w 1377486"/>
                <a:gd name="connsiteY186" fmla="*/ 1732646 h 2223445"/>
                <a:gd name="connsiteX187" fmla="*/ 1224950 w 1377486"/>
                <a:gd name="connsiteY187" fmla="*/ 1702848 h 2223445"/>
                <a:gd name="connsiteX188" fmla="*/ 1277892 w 1377486"/>
                <a:gd name="connsiteY188" fmla="*/ 1727680 h 2223445"/>
                <a:gd name="connsiteX189" fmla="*/ 1295128 w 1377486"/>
                <a:gd name="connsiteY189" fmla="*/ 1792241 h 2223445"/>
                <a:gd name="connsiteX190" fmla="*/ 1277892 w 1377486"/>
                <a:gd name="connsiteY190" fmla="*/ 1856803 h 2223445"/>
                <a:gd name="connsiteX191" fmla="*/ 1224950 w 1377486"/>
                <a:gd name="connsiteY191" fmla="*/ 1882876 h 2223445"/>
                <a:gd name="connsiteX192" fmla="*/ 1172008 w 1377486"/>
                <a:gd name="connsiteY192" fmla="*/ 1856803 h 2223445"/>
                <a:gd name="connsiteX193" fmla="*/ 1153540 w 1377486"/>
                <a:gd name="connsiteY193" fmla="*/ 1792241 h 2223445"/>
                <a:gd name="connsiteX194" fmla="*/ 1172008 w 1377486"/>
                <a:gd name="connsiteY194" fmla="*/ 1727680 h 2223445"/>
                <a:gd name="connsiteX195" fmla="*/ 1224950 w 1377486"/>
                <a:gd name="connsiteY195" fmla="*/ 1702848 h 2223445"/>
                <a:gd name="connsiteX196" fmla="*/ 1054666 w 1377486"/>
                <a:gd name="connsiteY196" fmla="*/ 1702848 h 2223445"/>
                <a:gd name="connsiteX197" fmla="*/ 1107608 w 1377486"/>
                <a:gd name="connsiteY197" fmla="*/ 1727680 h 2223445"/>
                <a:gd name="connsiteX198" fmla="*/ 1124844 w 1377486"/>
                <a:gd name="connsiteY198" fmla="*/ 1792241 h 2223445"/>
                <a:gd name="connsiteX199" fmla="*/ 1107608 w 1377486"/>
                <a:gd name="connsiteY199" fmla="*/ 1856803 h 2223445"/>
                <a:gd name="connsiteX200" fmla="*/ 1054666 w 1377486"/>
                <a:gd name="connsiteY200" fmla="*/ 1882876 h 2223445"/>
                <a:gd name="connsiteX201" fmla="*/ 1000494 w 1377486"/>
                <a:gd name="connsiteY201" fmla="*/ 1856803 h 2223445"/>
                <a:gd name="connsiteX202" fmla="*/ 983256 w 1377486"/>
                <a:gd name="connsiteY202" fmla="*/ 1792241 h 2223445"/>
                <a:gd name="connsiteX203" fmla="*/ 1000494 w 1377486"/>
                <a:gd name="connsiteY203" fmla="*/ 1727680 h 2223445"/>
                <a:gd name="connsiteX204" fmla="*/ 1054666 w 1377486"/>
                <a:gd name="connsiteY204" fmla="*/ 1702848 h 2223445"/>
                <a:gd name="connsiteX205" fmla="*/ 880998 w 1377486"/>
                <a:gd name="connsiteY205" fmla="*/ 1702848 h 2223445"/>
                <a:gd name="connsiteX206" fmla="*/ 936772 w 1377486"/>
                <a:gd name="connsiteY206" fmla="*/ 1727680 h 2223445"/>
                <a:gd name="connsiteX207" fmla="*/ 954520 w 1377486"/>
                <a:gd name="connsiteY207" fmla="*/ 1792241 h 2223445"/>
                <a:gd name="connsiteX208" fmla="*/ 936772 w 1377486"/>
                <a:gd name="connsiteY208" fmla="*/ 1856803 h 2223445"/>
                <a:gd name="connsiteX209" fmla="*/ 880998 w 1377486"/>
                <a:gd name="connsiteY209" fmla="*/ 1882876 h 2223445"/>
                <a:gd name="connsiteX210" fmla="*/ 826490 w 1377486"/>
                <a:gd name="connsiteY210" fmla="*/ 1856803 h 2223445"/>
                <a:gd name="connsiteX211" fmla="*/ 807476 w 1377486"/>
                <a:gd name="connsiteY211" fmla="*/ 1792241 h 2223445"/>
                <a:gd name="connsiteX212" fmla="*/ 826490 w 1377486"/>
                <a:gd name="connsiteY212" fmla="*/ 1727680 h 2223445"/>
                <a:gd name="connsiteX213" fmla="*/ 880998 w 1377486"/>
                <a:gd name="connsiteY213" fmla="*/ 1702848 h 2223445"/>
                <a:gd name="connsiteX214" fmla="*/ 589870 w 1377486"/>
                <a:gd name="connsiteY214" fmla="*/ 1702848 h 2223445"/>
                <a:gd name="connsiteX215" fmla="*/ 645646 w 1377486"/>
                <a:gd name="connsiteY215" fmla="*/ 1727680 h 2223445"/>
                <a:gd name="connsiteX216" fmla="*/ 663392 w 1377486"/>
                <a:gd name="connsiteY216" fmla="*/ 1792241 h 2223445"/>
                <a:gd name="connsiteX217" fmla="*/ 644378 w 1377486"/>
                <a:gd name="connsiteY217" fmla="*/ 1856803 h 2223445"/>
                <a:gd name="connsiteX218" fmla="*/ 589870 w 1377486"/>
                <a:gd name="connsiteY218" fmla="*/ 1882876 h 2223445"/>
                <a:gd name="connsiteX219" fmla="*/ 535360 w 1377486"/>
                <a:gd name="connsiteY219" fmla="*/ 1856803 h 2223445"/>
                <a:gd name="connsiteX220" fmla="*/ 516346 w 1377486"/>
                <a:gd name="connsiteY220" fmla="*/ 1792241 h 2223445"/>
                <a:gd name="connsiteX221" fmla="*/ 535360 w 1377486"/>
                <a:gd name="connsiteY221" fmla="*/ 1727680 h 2223445"/>
                <a:gd name="connsiteX222" fmla="*/ 589870 w 1377486"/>
                <a:gd name="connsiteY222" fmla="*/ 1702848 h 2223445"/>
                <a:gd name="connsiteX223" fmla="*/ 293880 w 1377486"/>
                <a:gd name="connsiteY223" fmla="*/ 1702848 h 2223445"/>
                <a:gd name="connsiteX224" fmla="*/ 347926 w 1377486"/>
                <a:gd name="connsiteY224" fmla="*/ 1727680 h 2223445"/>
                <a:gd name="connsiteX225" fmla="*/ 366780 w 1377486"/>
                <a:gd name="connsiteY225" fmla="*/ 1792241 h 2223445"/>
                <a:gd name="connsiteX226" fmla="*/ 347926 w 1377486"/>
                <a:gd name="connsiteY226" fmla="*/ 1856803 h 2223445"/>
                <a:gd name="connsiteX227" fmla="*/ 293880 w 1377486"/>
                <a:gd name="connsiteY227" fmla="*/ 1882876 h 2223445"/>
                <a:gd name="connsiteX228" fmla="*/ 238576 w 1377486"/>
                <a:gd name="connsiteY228" fmla="*/ 1856803 h 2223445"/>
                <a:gd name="connsiteX229" fmla="*/ 219722 w 1377486"/>
                <a:gd name="connsiteY229" fmla="*/ 1792241 h 2223445"/>
                <a:gd name="connsiteX230" fmla="*/ 238576 w 1377486"/>
                <a:gd name="connsiteY230" fmla="*/ 1727680 h 2223445"/>
                <a:gd name="connsiteX231" fmla="*/ 293880 w 1377486"/>
                <a:gd name="connsiteY231" fmla="*/ 1702848 h 2223445"/>
                <a:gd name="connsiteX232" fmla="*/ 1354154 w 1377486"/>
                <a:gd name="connsiteY232" fmla="*/ 1702845 h 2223445"/>
                <a:gd name="connsiteX233" fmla="*/ 1372066 w 1377486"/>
                <a:gd name="connsiteY233" fmla="*/ 1702845 h 2223445"/>
                <a:gd name="connsiteX234" fmla="*/ 1372066 w 1377486"/>
                <a:gd name="connsiteY234" fmla="*/ 1877384 h 2223445"/>
                <a:gd name="connsiteX235" fmla="*/ 1325496 w 1377486"/>
                <a:gd name="connsiteY235" fmla="*/ 1877384 h 2223445"/>
                <a:gd name="connsiteX236" fmla="*/ 1325496 w 1377486"/>
                <a:gd name="connsiteY236" fmla="*/ 1851389 h 2223445"/>
                <a:gd name="connsiteX237" fmla="*/ 1356544 w 1377486"/>
                <a:gd name="connsiteY237" fmla="*/ 1851389 h 2223445"/>
                <a:gd name="connsiteX238" fmla="*/ 1356544 w 1377486"/>
                <a:gd name="connsiteY238" fmla="*/ 1731316 h 2223445"/>
                <a:gd name="connsiteX239" fmla="*/ 1329078 w 1377486"/>
                <a:gd name="connsiteY239" fmla="*/ 1743695 h 2223445"/>
                <a:gd name="connsiteX240" fmla="*/ 1318332 w 1377486"/>
                <a:gd name="connsiteY240" fmla="*/ 1717700 h 2223445"/>
                <a:gd name="connsiteX241" fmla="*/ 716746 w 1377486"/>
                <a:gd name="connsiteY241" fmla="*/ 1702845 h 2223445"/>
                <a:gd name="connsiteX242" fmla="*/ 753584 w 1377486"/>
                <a:gd name="connsiteY242" fmla="*/ 1702845 h 2223445"/>
                <a:gd name="connsiteX243" fmla="*/ 753584 w 1377486"/>
                <a:gd name="connsiteY243" fmla="*/ 1851389 h 2223445"/>
                <a:gd name="connsiteX244" fmla="*/ 784280 w 1377486"/>
                <a:gd name="connsiteY244" fmla="*/ 1851389 h 2223445"/>
                <a:gd name="connsiteX245" fmla="*/ 784280 w 1377486"/>
                <a:gd name="connsiteY245" fmla="*/ 1877384 h 2223445"/>
                <a:gd name="connsiteX246" fmla="*/ 688506 w 1377486"/>
                <a:gd name="connsiteY246" fmla="*/ 1877384 h 2223445"/>
                <a:gd name="connsiteX247" fmla="*/ 688506 w 1377486"/>
                <a:gd name="connsiteY247" fmla="*/ 1851389 h 2223445"/>
                <a:gd name="connsiteX248" fmla="*/ 720430 w 1377486"/>
                <a:gd name="connsiteY248" fmla="*/ 1851389 h 2223445"/>
                <a:gd name="connsiteX249" fmla="*/ 720430 w 1377486"/>
                <a:gd name="connsiteY249" fmla="*/ 1731316 h 2223445"/>
                <a:gd name="connsiteX250" fmla="*/ 692188 w 1377486"/>
                <a:gd name="connsiteY250" fmla="*/ 1743695 h 2223445"/>
                <a:gd name="connsiteX251" fmla="*/ 681138 w 1377486"/>
                <a:gd name="connsiteY251" fmla="*/ 1717700 h 2223445"/>
                <a:gd name="connsiteX252" fmla="*/ 425612 w 1377486"/>
                <a:gd name="connsiteY252" fmla="*/ 1702845 h 2223445"/>
                <a:gd name="connsiteX253" fmla="*/ 462448 w 1377486"/>
                <a:gd name="connsiteY253" fmla="*/ 1702845 h 2223445"/>
                <a:gd name="connsiteX254" fmla="*/ 462448 w 1377486"/>
                <a:gd name="connsiteY254" fmla="*/ 1851389 h 2223445"/>
                <a:gd name="connsiteX255" fmla="*/ 493144 w 1377486"/>
                <a:gd name="connsiteY255" fmla="*/ 1851389 h 2223445"/>
                <a:gd name="connsiteX256" fmla="*/ 493144 w 1377486"/>
                <a:gd name="connsiteY256" fmla="*/ 1877384 h 2223445"/>
                <a:gd name="connsiteX257" fmla="*/ 396144 w 1377486"/>
                <a:gd name="connsiteY257" fmla="*/ 1877384 h 2223445"/>
                <a:gd name="connsiteX258" fmla="*/ 396144 w 1377486"/>
                <a:gd name="connsiteY258" fmla="*/ 1851389 h 2223445"/>
                <a:gd name="connsiteX259" fmla="*/ 429296 w 1377486"/>
                <a:gd name="connsiteY259" fmla="*/ 1851389 h 2223445"/>
                <a:gd name="connsiteX260" fmla="*/ 429296 w 1377486"/>
                <a:gd name="connsiteY260" fmla="*/ 1731316 h 2223445"/>
                <a:gd name="connsiteX261" fmla="*/ 401056 w 1377486"/>
                <a:gd name="connsiteY261" fmla="*/ 1743695 h 2223445"/>
                <a:gd name="connsiteX262" fmla="*/ 390004 w 1377486"/>
                <a:gd name="connsiteY262" fmla="*/ 1717700 h 2223445"/>
                <a:gd name="connsiteX263" fmla="*/ 130216 w 1377486"/>
                <a:gd name="connsiteY263" fmla="*/ 1702845 h 2223445"/>
                <a:gd name="connsiteX264" fmla="*/ 165822 w 1377486"/>
                <a:gd name="connsiteY264" fmla="*/ 1702845 h 2223445"/>
                <a:gd name="connsiteX265" fmla="*/ 165822 w 1377486"/>
                <a:gd name="connsiteY265" fmla="*/ 1851389 h 2223445"/>
                <a:gd name="connsiteX266" fmla="*/ 196518 w 1377486"/>
                <a:gd name="connsiteY266" fmla="*/ 1851389 h 2223445"/>
                <a:gd name="connsiteX267" fmla="*/ 196518 w 1377486"/>
                <a:gd name="connsiteY267" fmla="*/ 1877384 h 2223445"/>
                <a:gd name="connsiteX268" fmla="*/ 100748 w 1377486"/>
                <a:gd name="connsiteY268" fmla="*/ 1877384 h 2223445"/>
                <a:gd name="connsiteX269" fmla="*/ 100748 w 1377486"/>
                <a:gd name="connsiteY269" fmla="*/ 1851389 h 2223445"/>
                <a:gd name="connsiteX270" fmla="*/ 132670 w 1377486"/>
                <a:gd name="connsiteY270" fmla="*/ 1851389 h 2223445"/>
                <a:gd name="connsiteX271" fmla="*/ 132670 w 1377486"/>
                <a:gd name="connsiteY271" fmla="*/ 1731316 h 2223445"/>
                <a:gd name="connsiteX272" fmla="*/ 105658 w 1377486"/>
                <a:gd name="connsiteY272" fmla="*/ 1743695 h 2223445"/>
                <a:gd name="connsiteX273" fmla="*/ 93380 w 1377486"/>
                <a:gd name="connsiteY273" fmla="*/ 1717700 h 2223445"/>
                <a:gd name="connsiteX274" fmla="*/ 8682 w 1377486"/>
                <a:gd name="connsiteY274" fmla="*/ 1702845 h 2223445"/>
                <a:gd name="connsiteX275" fmla="*/ 44654 w 1377486"/>
                <a:gd name="connsiteY275" fmla="*/ 1702845 h 2223445"/>
                <a:gd name="connsiteX276" fmla="*/ 44654 w 1377486"/>
                <a:gd name="connsiteY276" fmla="*/ 1851389 h 2223445"/>
                <a:gd name="connsiteX277" fmla="*/ 75662 w 1377486"/>
                <a:gd name="connsiteY277" fmla="*/ 1851389 h 2223445"/>
                <a:gd name="connsiteX278" fmla="*/ 75662 w 1377486"/>
                <a:gd name="connsiteY278" fmla="*/ 1877384 h 2223445"/>
                <a:gd name="connsiteX279" fmla="*/ 0 w 1377486"/>
                <a:gd name="connsiteY279" fmla="*/ 1877384 h 2223445"/>
                <a:gd name="connsiteX280" fmla="*/ 0 w 1377486"/>
                <a:gd name="connsiteY280" fmla="*/ 1851389 h 2223445"/>
                <a:gd name="connsiteX281" fmla="*/ 11164 w 1377486"/>
                <a:gd name="connsiteY281" fmla="*/ 1851389 h 2223445"/>
                <a:gd name="connsiteX282" fmla="*/ 11164 w 1377486"/>
                <a:gd name="connsiteY282" fmla="*/ 1731316 h 2223445"/>
                <a:gd name="connsiteX283" fmla="*/ 0 w 1377486"/>
                <a:gd name="connsiteY283" fmla="*/ 1736268 h 2223445"/>
                <a:gd name="connsiteX284" fmla="*/ 0 w 1377486"/>
                <a:gd name="connsiteY284" fmla="*/ 1706559 h 2223445"/>
                <a:gd name="connsiteX285" fmla="*/ 977764 w 1377486"/>
                <a:gd name="connsiteY285" fmla="*/ 1385535 h 2223445"/>
                <a:gd name="connsiteX286" fmla="*/ 948216 w 1377486"/>
                <a:gd name="connsiteY286" fmla="*/ 1403037 h 2223445"/>
                <a:gd name="connsiteX287" fmla="*/ 939598 w 1377486"/>
                <a:gd name="connsiteY287" fmla="*/ 1446792 h 2223445"/>
                <a:gd name="connsiteX288" fmla="*/ 949446 w 1377486"/>
                <a:gd name="connsiteY288" fmla="*/ 1491798 h 2223445"/>
                <a:gd name="connsiteX289" fmla="*/ 977764 w 1377486"/>
                <a:gd name="connsiteY289" fmla="*/ 1508050 h 2223445"/>
                <a:gd name="connsiteX290" fmla="*/ 1006082 w 1377486"/>
                <a:gd name="connsiteY290" fmla="*/ 1491798 h 2223445"/>
                <a:gd name="connsiteX291" fmla="*/ 1014700 w 1377486"/>
                <a:gd name="connsiteY291" fmla="*/ 1446792 h 2223445"/>
                <a:gd name="connsiteX292" fmla="*/ 1006082 w 1377486"/>
                <a:gd name="connsiteY292" fmla="*/ 1403037 h 2223445"/>
                <a:gd name="connsiteX293" fmla="*/ 977764 w 1377486"/>
                <a:gd name="connsiteY293" fmla="*/ 1385535 h 2223445"/>
                <a:gd name="connsiteX294" fmla="*/ 679908 w 1377486"/>
                <a:gd name="connsiteY294" fmla="*/ 1385535 h 2223445"/>
                <a:gd name="connsiteX295" fmla="*/ 651590 w 1377486"/>
                <a:gd name="connsiteY295" fmla="*/ 1403037 h 2223445"/>
                <a:gd name="connsiteX296" fmla="*/ 641742 w 1377486"/>
                <a:gd name="connsiteY296" fmla="*/ 1446792 h 2223445"/>
                <a:gd name="connsiteX297" fmla="*/ 651590 w 1377486"/>
                <a:gd name="connsiteY297" fmla="*/ 1491798 h 2223445"/>
                <a:gd name="connsiteX298" fmla="*/ 679908 w 1377486"/>
                <a:gd name="connsiteY298" fmla="*/ 1508050 h 2223445"/>
                <a:gd name="connsiteX299" fmla="*/ 708226 w 1377486"/>
                <a:gd name="connsiteY299" fmla="*/ 1491798 h 2223445"/>
                <a:gd name="connsiteX300" fmla="*/ 718076 w 1377486"/>
                <a:gd name="connsiteY300" fmla="*/ 1446792 h 2223445"/>
                <a:gd name="connsiteX301" fmla="*/ 708226 w 1377486"/>
                <a:gd name="connsiteY301" fmla="*/ 1403037 h 2223445"/>
                <a:gd name="connsiteX302" fmla="*/ 679908 w 1377486"/>
                <a:gd name="connsiteY302" fmla="*/ 1385535 h 2223445"/>
                <a:gd name="connsiteX303" fmla="*/ 512968 w 1377486"/>
                <a:gd name="connsiteY303" fmla="*/ 1385535 h 2223445"/>
                <a:gd name="connsiteX304" fmla="*/ 482544 w 1377486"/>
                <a:gd name="connsiteY304" fmla="*/ 1403037 h 2223445"/>
                <a:gd name="connsiteX305" fmla="*/ 473670 w 1377486"/>
                <a:gd name="connsiteY305" fmla="*/ 1446792 h 2223445"/>
                <a:gd name="connsiteX306" fmla="*/ 483812 w 1377486"/>
                <a:gd name="connsiteY306" fmla="*/ 1491798 h 2223445"/>
                <a:gd name="connsiteX307" fmla="*/ 512968 w 1377486"/>
                <a:gd name="connsiteY307" fmla="*/ 1508050 h 2223445"/>
                <a:gd name="connsiteX308" fmla="*/ 542122 w 1377486"/>
                <a:gd name="connsiteY308" fmla="*/ 1491798 h 2223445"/>
                <a:gd name="connsiteX309" fmla="*/ 552264 w 1377486"/>
                <a:gd name="connsiteY309" fmla="*/ 1446792 h 2223445"/>
                <a:gd name="connsiteX310" fmla="*/ 542122 w 1377486"/>
                <a:gd name="connsiteY310" fmla="*/ 1403037 h 2223445"/>
                <a:gd name="connsiteX311" fmla="*/ 512968 w 1377486"/>
                <a:gd name="connsiteY311" fmla="*/ 1385535 h 2223445"/>
                <a:gd name="connsiteX312" fmla="*/ 342680 w 1377486"/>
                <a:gd name="connsiteY312" fmla="*/ 1385535 h 2223445"/>
                <a:gd name="connsiteX313" fmla="*/ 312256 w 1377486"/>
                <a:gd name="connsiteY313" fmla="*/ 1403037 h 2223445"/>
                <a:gd name="connsiteX314" fmla="*/ 303384 w 1377486"/>
                <a:gd name="connsiteY314" fmla="*/ 1446792 h 2223445"/>
                <a:gd name="connsiteX315" fmla="*/ 312256 w 1377486"/>
                <a:gd name="connsiteY315" fmla="*/ 1491798 h 2223445"/>
                <a:gd name="connsiteX316" fmla="*/ 342680 w 1377486"/>
                <a:gd name="connsiteY316" fmla="*/ 1508050 h 2223445"/>
                <a:gd name="connsiteX317" fmla="*/ 371834 w 1377486"/>
                <a:gd name="connsiteY317" fmla="*/ 1491798 h 2223445"/>
                <a:gd name="connsiteX318" fmla="*/ 380708 w 1377486"/>
                <a:gd name="connsiteY318" fmla="*/ 1446792 h 2223445"/>
                <a:gd name="connsiteX319" fmla="*/ 371834 w 1377486"/>
                <a:gd name="connsiteY319" fmla="*/ 1403037 h 2223445"/>
                <a:gd name="connsiteX320" fmla="*/ 342680 w 1377486"/>
                <a:gd name="connsiteY320" fmla="*/ 1385535 h 2223445"/>
                <a:gd name="connsiteX321" fmla="*/ 173032 w 1377486"/>
                <a:gd name="connsiteY321" fmla="*/ 1385535 h 2223445"/>
                <a:gd name="connsiteX322" fmla="*/ 142866 w 1377486"/>
                <a:gd name="connsiteY322" fmla="*/ 1403037 h 2223445"/>
                <a:gd name="connsiteX323" fmla="*/ 134068 w 1377486"/>
                <a:gd name="connsiteY323" fmla="*/ 1446792 h 2223445"/>
                <a:gd name="connsiteX324" fmla="*/ 142866 w 1377486"/>
                <a:gd name="connsiteY324" fmla="*/ 1491798 h 2223445"/>
                <a:gd name="connsiteX325" fmla="*/ 173032 w 1377486"/>
                <a:gd name="connsiteY325" fmla="*/ 1508050 h 2223445"/>
                <a:gd name="connsiteX326" fmla="*/ 201940 w 1377486"/>
                <a:gd name="connsiteY326" fmla="*/ 1491798 h 2223445"/>
                <a:gd name="connsiteX327" fmla="*/ 210738 w 1377486"/>
                <a:gd name="connsiteY327" fmla="*/ 1446792 h 2223445"/>
                <a:gd name="connsiteX328" fmla="*/ 201940 w 1377486"/>
                <a:gd name="connsiteY328" fmla="*/ 1403037 h 2223445"/>
                <a:gd name="connsiteX329" fmla="*/ 173032 w 1377486"/>
                <a:gd name="connsiteY329" fmla="*/ 1385535 h 2223445"/>
                <a:gd name="connsiteX330" fmla="*/ 1354154 w 1377486"/>
                <a:gd name="connsiteY330" fmla="*/ 1362276 h 2223445"/>
                <a:gd name="connsiteX331" fmla="*/ 1372066 w 1377486"/>
                <a:gd name="connsiteY331" fmla="*/ 1362276 h 2223445"/>
                <a:gd name="connsiteX332" fmla="*/ 1372066 w 1377486"/>
                <a:gd name="connsiteY332" fmla="*/ 1536815 h 2223445"/>
                <a:gd name="connsiteX333" fmla="*/ 1325496 w 1377486"/>
                <a:gd name="connsiteY333" fmla="*/ 1536815 h 2223445"/>
                <a:gd name="connsiteX334" fmla="*/ 1325496 w 1377486"/>
                <a:gd name="connsiteY334" fmla="*/ 1510820 h 2223445"/>
                <a:gd name="connsiteX335" fmla="*/ 1356544 w 1377486"/>
                <a:gd name="connsiteY335" fmla="*/ 1510820 h 2223445"/>
                <a:gd name="connsiteX336" fmla="*/ 1356544 w 1377486"/>
                <a:gd name="connsiteY336" fmla="*/ 1390747 h 2223445"/>
                <a:gd name="connsiteX337" fmla="*/ 1329078 w 1377486"/>
                <a:gd name="connsiteY337" fmla="*/ 1401888 h 2223445"/>
                <a:gd name="connsiteX338" fmla="*/ 1318332 w 1377486"/>
                <a:gd name="connsiteY338" fmla="*/ 1377131 h 2223445"/>
                <a:gd name="connsiteX339" fmla="*/ 1234320 w 1377486"/>
                <a:gd name="connsiteY339" fmla="*/ 1362276 h 2223445"/>
                <a:gd name="connsiteX340" fmla="*/ 1269930 w 1377486"/>
                <a:gd name="connsiteY340" fmla="*/ 1362276 h 2223445"/>
                <a:gd name="connsiteX341" fmla="*/ 1269930 w 1377486"/>
                <a:gd name="connsiteY341" fmla="*/ 1510820 h 2223445"/>
                <a:gd name="connsiteX342" fmla="*/ 1300626 w 1377486"/>
                <a:gd name="connsiteY342" fmla="*/ 1510820 h 2223445"/>
                <a:gd name="connsiteX343" fmla="*/ 1300626 w 1377486"/>
                <a:gd name="connsiteY343" fmla="*/ 1536815 h 2223445"/>
                <a:gd name="connsiteX344" fmla="*/ 1204852 w 1377486"/>
                <a:gd name="connsiteY344" fmla="*/ 1536815 h 2223445"/>
                <a:gd name="connsiteX345" fmla="*/ 1204852 w 1377486"/>
                <a:gd name="connsiteY345" fmla="*/ 1510820 h 2223445"/>
                <a:gd name="connsiteX346" fmla="*/ 1236776 w 1377486"/>
                <a:gd name="connsiteY346" fmla="*/ 1510820 h 2223445"/>
                <a:gd name="connsiteX347" fmla="*/ 1236776 w 1377486"/>
                <a:gd name="connsiteY347" fmla="*/ 1390747 h 2223445"/>
                <a:gd name="connsiteX348" fmla="*/ 1208534 w 1377486"/>
                <a:gd name="connsiteY348" fmla="*/ 1401888 h 2223445"/>
                <a:gd name="connsiteX349" fmla="*/ 1197484 w 1377486"/>
                <a:gd name="connsiteY349" fmla="*/ 1377131 h 2223445"/>
                <a:gd name="connsiteX350" fmla="*/ 1107174 w 1377486"/>
                <a:gd name="connsiteY350" fmla="*/ 1362276 h 2223445"/>
                <a:gd name="connsiteX351" fmla="*/ 1144446 w 1377486"/>
                <a:gd name="connsiteY351" fmla="*/ 1362276 h 2223445"/>
                <a:gd name="connsiteX352" fmla="*/ 1144446 w 1377486"/>
                <a:gd name="connsiteY352" fmla="*/ 1510820 h 2223445"/>
                <a:gd name="connsiteX353" fmla="*/ 1174266 w 1377486"/>
                <a:gd name="connsiteY353" fmla="*/ 1510820 h 2223445"/>
                <a:gd name="connsiteX354" fmla="*/ 1174266 w 1377486"/>
                <a:gd name="connsiteY354" fmla="*/ 1536815 h 2223445"/>
                <a:gd name="connsiteX355" fmla="*/ 1078596 w 1377486"/>
                <a:gd name="connsiteY355" fmla="*/ 1536815 h 2223445"/>
                <a:gd name="connsiteX356" fmla="*/ 1078596 w 1377486"/>
                <a:gd name="connsiteY356" fmla="*/ 1510820 h 2223445"/>
                <a:gd name="connsiteX357" fmla="*/ 1110900 w 1377486"/>
                <a:gd name="connsiteY357" fmla="*/ 1510820 h 2223445"/>
                <a:gd name="connsiteX358" fmla="*/ 1110900 w 1377486"/>
                <a:gd name="connsiteY358" fmla="*/ 1390747 h 2223445"/>
                <a:gd name="connsiteX359" fmla="*/ 1082324 w 1377486"/>
                <a:gd name="connsiteY359" fmla="*/ 1401888 h 2223445"/>
                <a:gd name="connsiteX360" fmla="*/ 1071142 w 1377486"/>
                <a:gd name="connsiteY360" fmla="*/ 1377131 h 2223445"/>
                <a:gd name="connsiteX361" fmla="*/ 816046 w 1377486"/>
                <a:gd name="connsiteY361" fmla="*/ 1362276 h 2223445"/>
                <a:gd name="connsiteX362" fmla="*/ 852078 w 1377486"/>
                <a:gd name="connsiteY362" fmla="*/ 1362276 h 2223445"/>
                <a:gd name="connsiteX363" fmla="*/ 852078 w 1377486"/>
                <a:gd name="connsiteY363" fmla="*/ 1510820 h 2223445"/>
                <a:gd name="connsiteX364" fmla="*/ 883140 w 1377486"/>
                <a:gd name="connsiteY364" fmla="*/ 1510820 h 2223445"/>
                <a:gd name="connsiteX365" fmla="*/ 883140 w 1377486"/>
                <a:gd name="connsiteY365" fmla="*/ 1536815 h 2223445"/>
                <a:gd name="connsiteX366" fmla="*/ 787468 w 1377486"/>
                <a:gd name="connsiteY366" fmla="*/ 1536815 h 2223445"/>
                <a:gd name="connsiteX367" fmla="*/ 787468 w 1377486"/>
                <a:gd name="connsiteY367" fmla="*/ 1510820 h 2223445"/>
                <a:gd name="connsiteX368" fmla="*/ 818530 w 1377486"/>
                <a:gd name="connsiteY368" fmla="*/ 1510820 h 2223445"/>
                <a:gd name="connsiteX369" fmla="*/ 818530 w 1377486"/>
                <a:gd name="connsiteY369" fmla="*/ 1390747 h 2223445"/>
                <a:gd name="connsiteX370" fmla="*/ 789952 w 1377486"/>
                <a:gd name="connsiteY370" fmla="*/ 1401888 h 2223445"/>
                <a:gd name="connsiteX371" fmla="*/ 780012 w 1377486"/>
                <a:gd name="connsiteY371" fmla="*/ 1377131 h 2223445"/>
                <a:gd name="connsiteX372" fmla="*/ 8682 w 1377486"/>
                <a:gd name="connsiteY372" fmla="*/ 1362276 h 2223445"/>
                <a:gd name="connsiteX373" fmla="*/ 44654 w 1377486"/>
                <a:gd name="connsiteY373" fmla="*/ 1362276 h 2223445"/>
                <a:gd name="connsiteX374" fmla="*/ 44654 w 1377486"/>
                <a:gd name="connsiteY374" fmla="*/ 1510820 h 2223445"/>
                <a:gd name="connsiteX375" fmla="*/ 75662 w 1377486"/>
                <a:gd name="connsiteY375" fmla="*/ 1510820 h 2223445"/>
                <a:gd name="connsiteX376" fmla="*/ 75662 w 1377486"/>
                <a:gd name="connsiteY376" fmla="*/ 1536815 h 2223445"/>
                <a:gd name="connsiteX377" fmla="*/ 0 w 1377486"/>
                <a:gd name="connsiteY377" fmla="*/ 1536815 h 2223445"/>
                <a:gd name="connsiteX378" fmla="*/ 0 w 1377486"/>
                <a:gd name="connsiteY378" fmla="*/ 1510820 h 2223445"/>
                <a:gd name="connsiteX379" fmla="*/ 11164 w 1377486"/>
                <a:gd name="connsiteY379" fmla="*/ 1510820 h 2223445"/>
                <a:gd name="connsiteX380" fmla="*/ 11164 w 1377486"/>
                <a:gd name="connsiteY380" fmla="*/ 1390747 h 2223445"/>
                <a:gd name="connsiteX381" fmla="*/ 0 w 1377486"/>
                <a:gd name="connsiteY381" fmla="*/ 1395699 h 2223445"/>
                <a:gd name="connsiteX382" fmla="*/ 0 w 1377486"/>
                <a:gd name="connsiteY382" fmla="*/ 1365990 h 2223445"/>
                <a:gd name="connsiteX383" fmla="*/ 977764 w 1377486"/>
                <a:gd name="connsiteY383" fmla="*/ 1356781 h 2223445"/>
                <a:gd name="connsiteX384" fmla="*/ 1030706 w 1377486"/>
                <a:gd name="connsiteY384" fmla="*/ 1381784 h 2223445"/>
                <a:gd name="connsiteX385" fmla="*/ 1047942 w 1377486"/>
                <a:gd name="connsiteY385" fmla="*/ 1446792 h 2223445"/>
                <a:gd name="connsiteX386" fmla="*/ 1030706 w 1377486"/>
                <a:gd name="connsiteY386" fmla="*/ 1511800 h 2223445"/>
                <a:gd name="connsiteX387" fmla="*/ 977764 w 1377486"/>
                <a:gd name="connsiteY387" fmla="*/ 1536803 h 2223445"/>
                <a:gd name="connsiteX388" fmla="*/ 923592 w 1377486"/>
                <a:gd name="connsiteY388" fmla="*/ 1511800 h 2223445"/>
                <a:gd name="connsiteX389" fmla="*/ 906356 w 1377486"/>
                <a:gd name="connsiteY389" fmla="*/ 1446792 h 2223445"/>
                <a:gd name="connsiteX390" fmla="*/ 923592 w 1377486"/>
                <a:gd name="connsiteY390" fmla="*/ 1381784 h 2223445"/>
                <a:gd name="connsiteX391" fmla="*/ 977764 w 1377486"/>
                <a:gd name="connsiteY391" fmla="*/ 1356781 h 2223445"/>
                <a:gd name="connsiteX392" fmla="*/ 681140 w 1377486"/>
                <a:gd name="connsiteY392" fmla="*/ 1356781 h 2223445"/>
                <a:gd name="connsiteX393" fmla="*/ 734082 w 1377486"/>
                <a:gd name="connsiteY393" fmla="*/ 1381784 h 2223445"/>
                <a:gd name="connsiteX394" fmla="*/ 751318 w 1377486"/>
                <a:gd name="connsiteY394" fmla="*/ 1446792 h 2223445"/>
                <a:gd name="connsiteX395" fmla="*/ 732850 w 1377486"/>
                <a:gd name="connsiteY395" fmla="*/ 1511800 h 2223445"/>
                <a:gd name="connsiteX396" fmla="*/ 681140 w 1377486"/>
                <a:gd name="connsiteY396" fmla="*/ 1536803 h 2223445"/>
                <a:gd name="connsiteX397" fmla="*/ 626966 w 1377486"/>
                <a:gd name="connsiteY397" fmla="*/ 1511800 h 2223445"/>
                <a:gd name="connsiteX398" fmla="*/ 609730 w 1377486"/>
                <a:gd name="connsiteY398" fmla="*/ 1446792 h 2223445"/>
                <a:gd name="connsiteX399" fmla="*/ 626966 w 1377486"/>
                <a:gd name="connsiteY399" fmla="*/ 1381784 h 2223445"/>
                <a:gd name="connsiteX400" fmla="*/ 681140 w 1377486"/>
                <a:gd name="connsiteY400" fmla="*/ 1356781 h 2223445"/>
                <a:gd name="connsiteX401" fmla="*/ 512968 w 1377486"/>
                <a:gd name="connsiteY401" fmla="*/ 1356781 h 2223445"/>
                <a:gd name="connsiteX402" fmla="*/ 567476 w 1377486"/>
                <a:gd name="connsiteY402" fmla="*/ 1381784 h 2223445"/>
                <a:gd name="connsiteX403" fmla="*/ 586490 w 1377486"/>
                <a:gd name="connsiteY403" fmla="*/ 1446792 h 2223445"/>
                <a:gd name="connsiteX404" fmla="*/ 567476 w 1377486"/>
                <a:gd name="connsiteY404" fmla="*/ 1511800 h 2223445"/>
                <a:gd name="connsiteX405" fmla="*/ 512968 w 1377486"/>
                <a:gd name="connsiteY405" fmla="*/ 1536803 h 2223445"/>
                <a:gd name="connsiteX406" fmla="*/ 458458 w 1377486"/>
                <a:gd name="connsiteY406" fmla="*/ 1511800 h 2223445"/>
                <a:gd name="connsiteX407" fmla="*/ 439444 w 1377486"/>
                <a:gd name="connsiteY407" fmla="*/ 1446792 h 2223445"/>
                <a:gd name="connsiteX408" fmla="*/ 458458 w 1377486"/>
                <a:gd name="connsiteY408" fmla="*/ 1381784 h 2223445"/>
                <a:gd name="connsiteX409" fmla="*/ 512968 w 1377486"/>
                <a:gd name="connsiteY409" fmla="*/ 1356781 h 2223445"/>
                <a:gd name="connsiteX410" fmla="*/ 342680 w 1377486"/>
                <a:gd name="connsiteY410" fmla="*/ 1356781 h 2223445"/>
                <a:gd name="connsiteX411" fmla="*/ 397188 w 1377486"/>
                <a:gd name="connsiteY411" fmla="*/ 1381784 h 2223445"/>
                <a:gd name="connsiteX412" fmla="*/ 416202 w 1377486"/>
                <a:gd name="connsiteY412" fmla="*/ 1446792 h 2223445"/>
                <a:gd name="connsiteX413" fmla="*/ 397188 w 1377486"/>
                <a:gd name="connsiteY413" fmla="*/ 1511800 h 2223445"/>
                <a:gd name="connsiteX414" fmla="*/ 342680 w 1377486"/>
                <a:gd name="connsiteY414" fmla="*/ 1536803 h 2223445"/>
                <a:gd name="connsiteX415" fmla="*/ 286904 w 1377486"/>
                <a:gd name="connsiteY415" fmla="*/ 1511800 h 2223445"/>
                <a:gd name="connsiteX416" fmla="*/ 269158 w 1377486"/>
                <a:gd name="connsiteY416" fmla="*/ 1446792 h 2223445"/>
                <a:gd name="connsiteX417" fmla="*/ 286904 w 1377486"/>
                <a:gd name="connsiteY417" fmla="*/ 1381784 h 2223445"/>
                <a:gd name="connsiteX418" fmla="*/ 342680 w 1377486"/>
                <a:gd name="connsiteY418" fmla="*/ 1356781 h 2223445"/>
                <a:gd name="connsiteX419" fmla="*/ 173032 w 1377486"/>
                <a:gd name="connsiteY419" fmla="*/ 1356781 h 2223445"/>
                <a:gd name="connsiteX420" fmla="*/ 227078 w 1377486"/>
                <a:gd name="connsiteY420" fmla="*/ 1381784 h 2223445"/>
                <a:gd name="connsiteX421" fmla="*/ 245932 w 1377486"/>
                <a:gd name="connsiteY421" fmla="*/ 1446792 h 2223445"/>
                <a:gd name="connsiteX422" fmla="*/ 227078 w 1377486"/>
                <a:gd name="connsiteY422" fmla="*/ 1511800 h 2223445"/>
                <a:gd name="connsiteX423" fmla="*/ 173032 w 1377486"/>
                <a:gd name="connsiteY423" fmla="*/ 1536803 h 2223445"/>
                <a:gd name="connsiteX424" fmla="*/ 117728 w 1377486"/>
                <a:gd name="connsiteY424" fmla="*/ 1511800 h 2223445"/>
                <a:gd name="connsiteX425" fmla="*/ 98876 w 1377486"/>
                <a:gd name="connsiteY425" fmla="*/ 1446792 h 2223445"/>
                <a:gd name="connsiteX426" fmla="*/ 117728 w 1377486"/>
                <a:gd name="connsiteY426" fmla="*/ 1381784 h 2223445"/>
                <a:gd name="connsiteX427" fmla="*/ 173032 w 1377486"/>
                <a:gd name="connsiteY427" fmla="*/ 1356781 h 2223445"/>
                <a:gd name="connsiteX428" fmla="*/ 1053436 w 1377486"/>
                <a:gd name="connsiteY428" fmla="*/ 1046010 h 2223445"/>
                <a:gd name="connsiteX429" fmla="*/ 1025118 w 1377486"/>
                <a:gd name="connsiteY429" fmla="*/ 1063393 h 2223445"/>
                <a:gd name="connsiteX430" fmla="*/ 1016500 w 1377486"/>
                <a:gd name="connsiteY430" fmla="*/ 1105607 h 2223445"/>
                <a:gd name="connsiteX431" fmla="*/ 1025118 w 1377486"/>
                <a:gd name="connsiteY431" fmla="*/ 1151545 h 2223445"/>
                <a:gd name="connsiteX432" fmla="*/ 1053436 w 1377486"/>
                <a:gd name="connsiteY432" fmla="*/ 1167686 h 2223445"/>
                <a:gd name="connsiteX433" fmla="*/ 1081752 w 1377486"/>
                <a:gd name="connsiteY433" fmla="*/ 1151545 h 2223445"/>
                <a:gd name="connsiteX434" fmla="*/ 1091602 w 1377486"/>
                <a:gd name="connsiteY434" fmla="*/ 1105607 h 2223445"/>
                <a:gd name="connsiteX435" fmla="*/ 1081752 w 1377486"/>
                <a:gd name="connsiteY435" fmla="*/ 1063393 h 2223445"/>
                <a:gd name="connsiteX436" fmla="*/ 1053436 w 1377486"/>
                <a:gd name="connsiteY436" fmla="*/ 1046010 h 2223445"/>
                <a:gd name="connsiteX437" fmla="*/ 512968 w 1377486"/>
                <a:gd name="connsiteY437" fmla="*/ 1046010 h 2223445"/>
                <a:gd name="connsiteX438" fmla="*/ 482544 w 1377486"/>
                <a:gd name="connsiteY438" fmla="*/ 1063393 h 2223445"/>
                <a:gd name="connsiteX439" fmla="*/ 473670 w 1377486"/>
                <a:gd name="connsiteY439" fmla="*/ 1105607 h 2223445"/>
                <a:gd name="connsiteX440" fmla="*/ 483812 w 1377486"/>
                <a:gd name="connsiteY440" fmla="*/ 1151545 h 2223445"/>
                <a:gd name="connsiteX441" fmla="*/ 512968 w 1377486"/>
                <a:gd name="connsiteY441" fmla="*/ 1167686 h 2223445"/>
                <a:gd name="connsiteX442" fmla="*/ 542122 w 1377486"/>
                <a:gd name="connsiteY442" fmla="*/ 1151545 h 2223445"/>
                <a:gd name="connsiteX443" fmla="*/ 552264 w 1377486"/>
                <a:gd name="connsiteY443" fmla="*/ 1105607 h 2223445"/>
                <a:gd name="connsiteX444" fmla="*/ 542122 w 1377486"/>
                <a:gd name="connsiteY444" fmla="*/ 1063393 h 2223445"/>
                <a:gd name="connsiteX445" fmla="*/ 512968 w 1377486"/>
                <a:gd name="connsiteY445" fmla="*/ 1046010 h 2223445"/>
                <a:gd name="connsiteX446" fmla="*/ 220566 w 1377486"/>
                <a:gd name="connsiteY446" fmla="*/ 1046010 h 2223445"/>
                <a:gd name="connsiteX447" fmla="*/ 191410 w 1377486"/>
                <a:gd name="connsiteY447" fmla="*/ 1063393 h 2223445"/>
                <a:gd name="connsiteX448" fmla="*/ 182536 w 1377486"/>
                <a:gd name="connsiteY448" fmla="*/ 1105607 h 2223445"/>
                <a:gd name="connsiteX449" fmla="*/ 191410 w 1377486"/>
                <a:gd name="connsiteY449" fmla="*/ 1151545 h 2223445"/>
                <a:gd name="connsiteX450" fmla="*/ 220566 w 1377486"/>
                <a:gd name="connsiteY450" fmla="*/ 1167686 h 2223445"/>
                <a:gd name="connsiteX451" fmla="*/ 250988 w 1377486"/>
                <a:gd name="connsiteY451" fmla="*/ 1151545 h 2223445"/>
                <a:gd name="connsiteX452" fmla="*/ 259862 w 1377486"/>
                <a:gd name="connsiteY452" fmla="*/ 1105607 h 2223445"/>
                <a:gd name="connsiteX453" fmla="*/ 250988 w 1377486"/>
                <a:gd name="connsiteY453" fmla="*/ 1063393 h 2223445"/>
                <a:gd name="connsiteX454" fmla="*/ 220566 w 1377486"/>
                <a:gd name="connsiteY454" fmla="*/ 1046010 h 2223445"/>
                <a:gd name="connsiteX455" fmla="*/ 46860 w 1377486"/>
                <a:gd name="connsiteY455" fmla="*/ 1046010 h 2223445"/>
                <a:gd name="connsiteX456" fmla="*/ 17264 w 1377486"/>
                <a:gd name="connsiteY456" fmla="*/ 1063393 h 2223445"/>
                <a:gd name="connsiteX457" fmla="*/ 9866 w 1377486"/>
                <a:gd name="connsiteY457" fmla="*/ 1105607 h 2223445"/>
                <a:gd name="connsiteX458" fmla="*/ 18496 w 1377486"/>
                <a:gd name="connsiteY458" fmla="*/ 1151545 h 2223445"/>
                <a:gd name="connsiteX459" fmla="*/ 46860 w 1377486"/>
                <a:gd name="connsiteY459" fmla="*/ 1167686 h 2223445"/>
                <a:gd name="connsiteX460" fmla="*/ 76454 w 1377486"/>
                <a:gd name="connsiteY460" fmla="*/ 1151545 h 2223445"/>
                <a:gd name="connsiteX461" fmla="*/ 85086 w 1377486"/>
                <a:gd name="connsiteY461" fmla="*/ 1105607 h 2223445"/>
                <a:gd name="connsiteX462" fmla="*/ 76454 w 1377486"/>
                <a:gd name="connsiteY462" fmla="*/ 1063393 h 2223445"/>
                <a:gd name="connsiteX463" fmla="*/ 46860 w 1377486"/>
                <a:gd name="connsiteY463" fmla="*/ 1046010 h 2223445"/>
                <a:gd name="connsiteX464" fmla="*/ 1345186 w 1377486"/>
                <a:gd name="connsiteY464" fmla="*/ 1016212 h 2223445"/>
                <a:gd name="connsiteX465" fmla="*/ 1372042 w 1377486"/>
                <a:gd name="connsiteY465" fmla="*/ 1021179 h 2223445"/>
                <a:gd name="connsiteX466" fmla="*/ 1372042 w 1377486"/>
                <a:gd name="connsiteY466" fmla="*/ 1059668 h 2223445"/>
                <a:gd name="connsiteX467" fmla="*/ 1345186 w 1377486"/>
                <a:gd name="connsiteY467" fmla="*/ 1046010 h 2223445"/>
                <a:gd name="connsiteX468" fmla="*/ 1315890 w 1377486"/>
                <a:gd name="connsiteY468" fmla="*/ 1063393 h 2223445"/>
                <a:gd name="connsiteX469" fmla="*/ 1307346 w 1377486"/>
                <a:gd name="connsiteY469" fmla="*/ 1105607 h 2223445"/>
                <a:gd name="connsiteX470" fmla="*/ 1317110 w 1377486"/>
                <a:gd name="connsiteY470" fmla="*/ 1151545 h 2223445"/>
                <a:gd name="connsiteX471" fmla="*/ 1345186 w 1377486"/>
                <a:gd name="connsiteY471" fmla="*/ 1167686 h 2223445"/>
                <a:gd name="connsiteX472" fmla="*/ 1372042 w 1377486"/>
                <a:gd name="connsiteY472" fmla="*/ 1152787 h 2223445"/>
                <a:gd name="connsiteX473" fmla="*/ 1372042 w 1377486"/>
                <a:gd name="connsiteY473" fmla="*/ 1192518 h 2223445"/>
                <a:gd name="connsiteX474" fmla="*/ 1345186 w 1377486"/>
                <a:gd name="connsiteY474" fmla="*/ 1196243 h 2223445"/>
                <a:gd name="connsiteX475" fmla="*/ 1292698 w 1377486"/>
                <a:gd name="connsiteY475" fmla="*/ 1170169 h 2223445"/>
                <a:gd name="connsiteX476" fmla="*/ 1274388 w 1377486"/>
                <a:gd name="connsiteY476" fmla="*/ 1105607 h 2223445"/>
                <a:gd name="connsiteX477" fmla="*/ 1292698 w 1377486"/>
                <a:gd name="connsiteY477" fmla="*/ 1042286 h 2223445"/>
                <a:gd name="connsiteX478" fmla="*/ 1345186 w 1377486"/>
                <a:gd name="connsiteY478" fmla="*/ 1016212 h 2223445"/>
                <a:gd name="connsiteX479" fmla="*/ 1184076 w 1377486"/>
                <a:gd name="connsiteY479" fmla="*/ 1016212 h 2223445"/>
                <a:gd name="connsiteX480" fmla="*/ 1221350 w 1377486"/>
                <a:gd name="connsiteY480" fmla="*/ 1016212 h 2223445"/>
                <a:gd name="connsiteX481" fmla="*/ 1221350 w 1377486"/>
                <a:gd name="connsiteY481" fmla="*/ 1163717 h 2223445"/>
                <a:gd name="connsiteX482" fmla="*/ 1251168 w 1377486"/>
                <a:gd name="connsiteY482" fmla="*/ 1163717 h 2223445"/>
                <a:gd name="connsiteX483" fmla="*/ 1251168 w 1377486"/>
                <a:gd name="connsiteY483" fmla="*/ 1190760 h 2223445"/>
                <a:gd name="connsiteX484" fmla="*/ 1155500 w 1377486"/>
                <a:gd name="connsiteY484" fmla="*/ 1190760 h 2223445"/>
                <a:gd name="connsiteX485" fmla="*/ 1155500 w 1377486"/>
                <a:gd name="connsiteY485" fmla="*/ 1163717 h 2223445"/>
                <a:gd name="connsiteX486" fmla="*/ 1186562 w 1377486"/>
                <a:gd name="connsiteY486" fmla="*/ 1163717 h 2223445"/>
                <a:gd name="connsiteX487" fmla="*/ 1186562 w 1377486"/>
                <a:gd name="connsiteY487" fmla="*/ 1045713 h 2223445"/>
                <a:gd name="connsiteX488" fmla="*/ 1159228 w 1377486"/>
                <a:gd name="connsiteY488" fmla="*/ 1056776 h 2223445"/>
                <a:gd name="connsiteX489" fmla="*/ 1148044 w 1377486"/>
                <a:gd name="connsiteY489" fmla="*/ 1032192 h 2223445"/>
                <a:gd name="connsiteX490" fmla="*/ 1054666 w 1377486"/>
                <a:gd name="connsiteY490" fmla="*/ 1016212 h 2223445"/>
                <a:gd name="connsiteX491" fmla="*/ 1107608 w 1377486"/>
                <a:gd name="connsiteY491" fmla="*/ 1041044 h 2223445"/>
                <a:gd name="connsiteX492" fmla="*/ 1124844 w 1377486"/>
                <a:gd name="connsiteY492" fmla="*/ 1105607 h 2223445"/>
                <a:gd name="connsiteX493" fmla="*/ 1107608 w 1377486"/>
                <a:gd name="connsiteY493" fmla="*/ 1170169 h 2223445"/>
                <a:gd name="connsiteX494" fmla="*/ 1054666 w 1377486"/>
                <a:gd name="connsiteY494" fmla="*/ 1196243 h 2223445"/>
                <a:gd name="connsiteX495" fmla="*/ 1000494 w 1377486"/>
                <a:gd name="connsiteY495" fmla="*/ 1170169 h 2223445"/>
                <a:gd name="connsiteX496" fmla="*/ 983256 w 1377486"/>
                <a:gd name="connsiteY496" fmla="*/ 1105607 h 2223445"/>
                <a:gd name="connsiteX497" fmla="*/ 1000494 w 1377486"/>
                <a:gd name="connsiteY497" fmla="*/ 1042286 h 2223445"/>
                <a:gd name="connsiteX498" fmla="*/ 1054666 w 1377486"/>
                <a:gd name="connsiteY498" fmla="*/ 1016212 h 2223445"/>
                <a:gd name="connsiteX499" fmla="*/ 892948 w 1377486"/>
                <a:gd name="connsiteY499" fmla="*/ 1016212 h 2223445"/>
                <a:gd name="connsiteX500" fmla="*/ 928980 w 1377486"/>
                <a:gd name="connsiteY500" fmla="*/ 1016212 h 2223445"/>
                <a:gd name="connsiteX501" fmla="*/ 928980 w 1377486"/>
                <a:gd name="connsiteY501" fmla="*/ 1163717 h 2223445"/>
                <a:gd name="connsiteX502" fmla="*/ 960042 w 1377486"/>
                <a:gd name="connsiteY502" fmla="*/ 1163717 h 2223445"/>
                <a:gd name="connsiteX503" fmla="*/ 960042 w 1377486"/>
                <a:gd name="connsiteY503" fmla="*/ 1190760 h 2223445"/>
                <a:gd name="connsiteX504" fmla="*/ 863128 w 1377486"/>
                <a:gd name="connsiteY504" fmla="*/ 1190760 h 2223445"/>
                <a:gd name="connsiteX505" fmla="*/ 863128 w 1377486"/>
                <a:gd name="connsiteY505" fmla="*/ 1163717 h 2223445"/>
                <a:gd name="connsiteX506" fmla="*/ 895432 w 1377486"/>
                <a:gd name="connsiteY506" fmla="*/ 1163717 h 2223445"/>
                <a:gd name="connsiteX507" fmla="*/ 895432 w 1377486"/>
                <a:gd name="connsiteY507" fmla="*/ 1045713 h 2223445"/>
                <a:gd name="connsiteX508" fmla="*/ 866856 w 1377486"/>
                <a:gd name="connsiteY508" fmla="*/ 1056776 h 2223445"/>
                <a:gd name="connsiteX509" fmla="*/ 856916 w 1377486"/>
                <a:gd name="connsiteY509" fmla="*/ 1032192 h 2223445"/>
                <a:gd name="connsiteX510" fmla="*/ 767410 w 1377486"/>
                <a:gd name="connsiteY510" fmla="*/ 1016212 h 2223445"/>
                <a:gd name="connsiteX511" fmla="*/ 803016 w 1377486"/>
                <a:gd name="connsiteY511" fmla="*/ 1016212 h 2223445"/>
                <a:gd name="connsiteX512" fmla="*/ 803016 w 1377486"/>
                <a:gd name="connsiteY512" fmla="*/ 1163717 h 2223445"/>
                <a:gd name="connsiteX513" fmla="*/ 833712 w 1377486"/>
                <a:gd name="connsiteY513" fmla="*/ 1163717 h 2223445"/>
                <a:gd name="connsiteX514" fmla="*/ 833712 w 1377486"/>
                <a:gd name="connsiteY514" fmla="*/ 1190760 h 2223445"/>
                <a:gd name="connsiteX515" fmla="*/ 737942 w 1377486"/>
                <a:gd name="connsiteY515" fmla="*/ 1190760 h 2223445"/>
                <a:gd name="connsiteX516" fmla="*/ 737942 w 1377486"/>
                <a:gd name="connsiteY516" fmla="*/ 1163717 h 2223445"/>
                <a:gd name="connsiteX517" fmla="*/ 771092 w 1377486"/>
                <a:gd name="connsiteY517" fmla="*/ 1163717 h 2223445"/>
                <a:gd name="connsiteX518" fmla="*/ 771092 w 1377486"/>
                <a:gd name="connsiteY518" fmla="*/ 1045713 h 2223445"/>
                <a:gd name="connsiteX519" fmla="*/ 741624 w 1377486"/>
                <a:gd name="connsiteY519" fmla="*/ 1056776 h 2223445"/>
                <a:gd name="connsiteX520" fmla="*/ 730574 w 1377486"/>
                <a:gd name="connsiteY520" fmla="*/ 1032192 h 2223445"/>
                <a:gd name="connsiteX521" fmla="*/ 645758 w 1377486"/>
                <a:gd name="connsiteY521" fmla="*/ 1016212 h 2223445"/>
                <a:gd name="connsiteX522" fmla="*/ 681790 w 1377486"/>
                <a:gd name="connsiteY522" fmla="*/ 1016212 h 2223445"/>
                <a:gd name="connsiteX523" fmla="*/ 681790 w 1377486"/>
                <a:gd name="connsiteY523" fmla="*/ 1163717 h 2223445"/>
                <a:gd name="connsiteX524" fmla="*/ 712850 w 1377486"/>
                <a:gd name="connsiteY524" fmla="*/ 1163717 h 2223445"/>
                <a:gd name="connsiteX525" fmla="*/ 712850 w 1377486"/>
                <a:gd name="connsiteY525" fmla="*/ 1190760 h 2223445"/>
                <a:gd name="connsiteX526" fmla="*/ 615940 w 1377486"/>
                <a:gd name="connsiteY526" fmla="*/ 1190760 h 2223445"/>
                <a:gd name="connsiteX527" fmla="*/ 615940 w 1377486"/>
                <a:gd name="connsiteY527" fmla="*/ 1163717 h 2223445"/>
                <a:gd name="connsiteX528" fmla="*/ 648244 w 1377486"/>
                <a:gd name="connsiteY528" fmla="*/ 1163717 h 2223445"/>
                <a:gd name="connsiteX529" fmla="*/ 648244 w 1377486"/>
                <a:gd name="connsiteY529" fmla="*/ 1045713 h 2223445"/>
                <a:gd name="connsiteX530" fmla="*/ 619666 w 1377486"/>
                <a:gd name="connsiteY530" fmla="*/ 1056776 h 2223445"/>
                <a:gd name="connsiteX531" fmla="*/ 609728 w 1377486"/>
                <a:gd name="connsiteY531" fmla="*/ 1032192 h 2223445"/>
                <a:gd name="connsiteX532" fmla="*/ 512968 w 1377486"/>
                <a:gd name="connsiteY532" fmla="*/ 1016212 h 2223445"/>
                <a:gd name="connsiteX533" fmla="*/ 567476 w 1377486"/>
                <a:gd name="connsiteY533" fmla="*/ 1041044 h 2223445"/>
                <a:gd name="connsiteX534" fmla="*/ 586490 w 1377486"/>
                <a:gd name="connsiteY534" fmla="*/ 1105607 h 2223445"/>
                <a:gd name="connsiteX535" fmla="*/ 567476 w 1377486"/>
                <a:gd name="connsiteY535" fmla="*/ 1170169 h 2223445"/>
                <a:gd name="connsiteX536" fmla="*/ 512968 w 1377486"/>
                <a:gd name="connsiteY536" fmla="*/ 1196243 h 2223445"/>
                <a:gd name="connsiteX537" fmla="*/ 458458 w 1377486"/>
                <a:gd name="connsiteY537" fmla="*/ 1170169 h 2223445"/>
                <a:gd name="connsiteX538" fmla="*/ 439444 w 1377486"/>
                <a:gd name="connsiteY538" fmla="*/ 1105607 h 2223445"/>
                <a:gd name="connsiteX539" fmla="*/ 458458 w 1377486"/>
                <a:gd name="connsiteY539" fmla="*/ 1042286 h 2223445"/>
                <a:gd name="connsiteX540" fmla="*/ 512968 w 1377486"/>
                <a:gd name="connsiteY540" fmla="*/ 1016212 h 2223445"/>
                <a:gd name="connsiteX541" fmla="*/ 349134 w 1377486"/>
                <a:gd name="connsiteY541" fmla="*/ 1016212 h 2223445"/>
                <a:gd name="connsiteX542" fmla="*/ 386406 w 1377486"/>
                <a:gd name="connsiteY542" fmla="*/ 1016212 h 2223445"/>
                <a:gd name="connsiteX543" fmla="*/ 386406 w 1377486"/>
                <a:gd name="connsiteY543" fmla="*/ 1163717 h 2223445"/>
                <a:gd name="connsiteX544" fmla="*/ 416226 w 1377486"/>
                <a:gd name="connsiteY544" fmla="*/ 1163717 h 2223445"/>
                <a:gd name="connsiteX545" fmla="*/ 416226 w 1377486"/>
                <a:gd name="connsiteY545" fmla="*/ 1190760 h 2223445"/>
                <a:gd name="connsiteX546" fmla="*/ 320556 w 1377486"/>
                <a:gd name="connsiteY546" fmla="*/ 1190760 h 2223445"/>
                <a:gd name="connsiteX547" fmla="*/ 320556 w 1377486"/>
                <a:gd name="connsiteY547" fmla="*/ 1163717 h 2223445"/>
                <a:gd name="connsiteX548" fmla="*/ 352860 w 1377486"/>
                <a:gd name="connsiteY548" fmla="*/ 1163717 h 2223445"/>
                <a:gd name="connsiteX549" fmla="*/ 352860 w 1377486"/>
                <a:gd name="connsiteY549" fmla="*/ 1045713 h 2223445"/>
                <a:gd name="connsiteX550" fmla="*/ 324284 w 1377486"/>
                <a:gd name="connsiteY550" fmla="*/ 1056776 h 2223445"/>
                <a:gd name="connsiteX551" fmla="*/ 313102 w 1377486"/>
                <a:gd name="connsiteY551" fmla="*/ 1032192 h 2223445"/>
                <a:gd name="connsiteX552" fmla="*/ 221832 w 1377486"/>
                <a:gd name="connsiteY552" fmla="*/ 1016212 h 2223445"/>
                <a:gd name="connsiteX553" fmla="*/ 276340 w 1377486"/>
                <a:gd name="connsiteY553" fmla="*/ 1041044 h 2223445"/>
                <a:gd name="connsiteX554" fmla="*/ 295354 w 1377486"/>
                <a:gd name="connsiteY554" fmla="*/ 1105607 h 2223445"/>
                <a:gd name="connsiteX555" fmla="*/ 276340 w 1377486"/>
                <a:gd name="connsiteY555" fmla="*/ 1170169 h 2223445"/>
                <a:gd name="connsiteX556" fmla="*/ 221832 w 1377486"/>
                <a:gd name="connsiteY556" fmla="*/ 1196243 h 2223445"/>
                <a:gd name="connsiteX557" fmla="*/ 166058 w 1377486"/>
                <a:gd name="connsiteY557" fmla="*/ 1170169 h 2223445"/>
                <a:gd name="connsiteX558" fmla="*/ 148312 w 1377486"/>
                <a:gd name="connsiteY558" fmla="*/ 1105607 h 2223445"/>
                <a:gd name="connsiteX559" fmla="*/ 166058 w 1377486"/>
                <a:gd name="connsiteY559" fmla="*/ 1042286 h 2223445"/>
                <a:gd name="connsiteX560" fmla="*/ 221832 w 1377486"/>
                <a:gd name="connsiteY560" fmla="*/ 1016212 h 2223445"/>
                <a:gd name="connsiteX561" fmla="*/ 46860 w 1377486"/>
                <a:gd name="connsiteY561" fmla="*/ 1016212 h 2223445"/>
                <a:gd name="connsiteX562" fmla="*/ 101116 w 1377486"/>
                <a:gd name="connsiteY562" fmla="*/ 1041044 h 2223445"/>
                <a:gd name="connsiteX563" fmla="*/ 119614 w 1377486"/>
                <a:gd name="connsiteY563" fmla="*/ 1105607 h 2223445"/>
                <a:gd name="connsiteX564" fmla="*/ 101116 w 1377486"/>
                <a:gd name="connsiteY564" fmla="*/ 1170169 h 2223445"/>
                <a:gd name="connsiteX565" fmla="*/ 46860 w 1377486"/>
                <a:gd name="connsiteY565" fmla="*/ 1196243 h 2223445"/>
                <a:gd name="connsiteX566" fmla="*/ 0 w 1377486"/>
                <a:gd name="connsiteY566" fmla="*/ 1178860 h 2223445"/>
                <a:gd name="connsiteX567" fmla="*/ 0 w 1377486"/>
                <a:gd name="connsiteY567" fmla="*/ 1034836 h 2223445"/>
                <a:gd name="connsiteX568" fmla="*/ 46860 w 1377486"/>
                <a:gd name="connsiteY568" fmla="*/ 1016212 h 2223445"/>
                <a:gd name="connsiteX569" fmla="*/ 1076634 w 1377486"/>
                <a:gd name="connsiteY569" fmla="*/ 694455 h 2223445"/>
                <a:gd name="connsiteX570" fmla="*/ 1044384 w 1377486"/>
                <a:gd name="connsiteY570" fmla="*/ 711838 h 2223445"/>
                <a:gd name="connsiteX571" fmla="*/ 1034462 w 1377486"/>
                <a:gd name="connsiteY571" fmla="*/ 755293 h 2223445"/>
                <a:gd name="connsiteX572" fmla="*/ 1044384 w 1377486"/>
                <a:gd name="connsiteY572" fmla="*/ 799990 h 2223445"/>
                <a:gd name="connsiteX573" fmla="*/ 1076634 w 1377486"/>
                <a:gd name="connsiteY573" fmla="*/ 816131 h 2223445"/>
                <a:gd name="connsiteX574" fmla="*/ 1106402 w 1377486"/>
                <a:gd name="connsiteY574" fmla="*/ 799990 h 2223445"/>
                <a:gd name="connsiteX575" fmla="*/ 1117566 w 1377486"/>
                <a:gd name="connsiteY575" fmla="*/ 755293 h 2223445"/>
                <a:gd name="connsiteX576" fmla="*/ 1106402 w 1377486"/>
                <a:gd name="connsiteY576" fmla="*/ 711838 h 2223445"/>
                <a:gd name="connsiteX577" fmla="*/ 1076634 w 1377486"/>
                <a:gd name="connsiteY577" fmla="*/ 694455 h 2223445"/>
                <a:gd name="connsiteX578" fmla="*/ 499866 w 1377486"/>
                <a:gd name="connsiteY578" fmla="*/ 694455 h 2223445"/>
                <a:gd name="connsiteX579" fmla="*/ 468856 w 1377486"/>
                <a:gd name="connsiteY579" fmla="*/ 711838 h 2223445"/>
                <a:gd name="connsiteX580" fmla="*/ 458934 w 1377486"/>
                <a:gd name="connsiteY580" fmla="*/ 755293 h 2223445"/>
                <a:gd name="connsiteX581" fmla="*/ 468856 w 1377486"/>
                <a:gd name="connsiteY581" fmla="*/ 799990 h 2223445"/>
                <a:gd name="connsiteX582" fmla="*/ 499866 w 1377486"/>
                <a:gd name="connsiteY582" fmla="*/ 816131 h 2223445"/>
                <a:gd name="connsiteX583" fmla="*/ 530874 w 1377486"/>
                <a:gd name="connsiteY583" fmla="*/ 799990 h 2223445"/>
                <a:gd name="connsiteX584" fmla="*/ 539558 w 1377486"/>
                <a:gd name="connsiteY584" fmla="*/ 755293 h 2223445"/>
                <a:gd name="connsiteX585" fmla="*/ 530874 w 1377486"/>
                <a:gd name="connsiteY585" fmla="*/ 711838 h 2223445"/>
                <a:gd name="connsiteX586" fmla="*/ 499866 w 1377486"/>
                <a:gd name="connsiteY586" fmla="*/ 694455 h 2223445"/>
                <a:gd name="connsiteX587" fmla="*/ 180654 w 1377486"/>
                <a:gd name="connsiteY587" fmla="*/ 694455 h 2223445"/>
                <a:gd name="connsiteX588" fmla="*/ 148662 w 1377486"/>
                <a:gd name="connsiteY588" fmla="*/ 711838 h 2223445"/>
                <a:gd name="connsiteX589" fmla="*/ 140048 w 1377486"/>
                <a:gd name="connsiteY589" fmla="*/ 755293 h 2223445"/>
                <a:gd name="connsiteX590" fmla="*/ 148662 w 1377486"/>
                <a:gd name="connsiteY590" fmla="*/ 799990 h 2223445"/>
                <a:gd name="connsiteX591" fmla="*/ 180654 w 1377486"/>
                <a:gd name="connsiteY591" fmla="*/ 816131 h 2223445"/>
                <a:gd name="connsiteX592" fmla="*/ 211414 w 1377486"/>
                <a:gd name="connsiteY592" fmla="*/ 799990 h 2223445"/>
                <a:gd name="connsiteX593" fmla="*/ 220028 w 1377486"/>
                <a:gd name="connsiteY593" fmla="*/ 755293 h 2223445"/>
                <a:gd name="connsiteX594" fmla="*/ 211414 w 1377486"/>
                <a:gd name="connsiteY594" fmla="*/ 711838 h 2223445"/>
                <a:gd name="connsiteX595" fmla="*/ 180654 w 1377486"/>
                <a:gd name="connsiteY595" fmla="*/ 694455 h 2223445"/>
                <a:gd name="connsiteX596" fmla="*/ 1352134 w 1377486"/>
                <a:gd name="connsiteY596" fmla="*/ 664657 h 2223445"/>
                <a:gd name="connsiteX597" fmla="*/ 1377486 w 1377486"/>
                <a:gd name="connsiteY597" fmla="*/ 664657 h 2223445"/>
                <a:gd name="connsiteX598" fmla="*/ 1377486 w 1377486"/>
                <a:gd name="connsiteY598" fmla="*/ 839205 h 2223445"/>
                <a:gd name="connsiteX599" fmla="*/ 1320442 w 1377486"/>
                <a:gd name="connsiteY599" fmla="*/ 839205 h 2223445"/>
                <a:gd name="connsiteX600" fmla="*/ 1320442 w 1377486"/>
                <a:gd name="connsiteY600" fmla="*/ 812162 h 2223445"/>
                <a:gd name="connsiteX601" fmla="*/ 1355936 w 1377486"/>
                <a:gd name="connsiteY601" fmla="*/ 812162 h 2223445"/>
                <a:gd name="connsiteX602" fmla="*/ 1355936 w 1377486"/>
                <a:gd name="connsiteY602" fmla="*/ 694158 h 2223445"/>
                <a:gd name="connsiteX603" fmla="*/ 1324246 w 1377486"/>
                <a:gd name="connsiteY603" fmla="*/ 705221 h 2223445"/>
                <a:gd name="connsiteX604" fmla="*/ 1312836 w 1377486"/>
                <a:gd name="connsiteY604" fmla="*/ 680637 h 2223445"/>
                <a:gd name="connsiteX605" fmla="*/ 1221570 w 1377486"/>
                <a:gd name="connsiteY605" fmla="*/ 664657 h 2223445"/>
                <a:gd name="connsiteX606" fmla="*/ 1260866 w 1377486"/>
                <a:gd name="connsiteY606" fmla="*/ 664657 h 2223445"/>
                <a:gd name="connsiteX607" fmla="*/ 1260866 w 1377486"/>
                <a:gd name="connsiteY607" fmla="*/ 812162 h 2223445"/>
                <a:gd name="connsiteX608" fmla="*/ 1295092 w 1377486"/>
                <a:gd name="connsiteY608" fmla="*/ 812162 h 2223445"/>
                <a:gd name="connsiteX609" fmla="*/ 1295092 w 1377486"/>
                <a:gd name="connsiteY609" fmla="*/ 839205 h 2223445"/>
                <a:gd name="connsiteX610" fmla="*/ 1188612 w 1377486"/>
                <a:gd name="connsiteY610" fmla="*/ 839205 h 2223445"/>
                <a:gd name="connsiteX611" fmla="*/ 1188612 w 1377486"/>
                <a:gd name="connsiteY611" fmla="*/ 812162 h 2223445"/>
                <a:gd name="connsiteX612" fmla="*/ 1224106 w 1377486"/>
                <a:gd name="connsiteY612" fmla="*/ 812162 h 2223445"/>
                <a:gd name="connsiteX613" fmla="*/ 1224106 w 1377486"/>
                <a:gd name="connsiteY613" fmla="*/ 694158 h 2223445"/>
                <a:gd name="connsiteX614" fmla="*/ 1193684 w 1377486"/>
                <a:gd name="connsiteY614" fmla="*/ 705221 h 2223445"/>
                <a:gd name="connsiteX615" fmla="*/ 1181008 w 1377486"/>
                <a:gd name="connsiteY615" fmla="*/ 680637 h 2223445"/>
                <a:gd name="connsiteX616" fmla="*/ 1076634 w 1377486"/>
                <a:gd name="connsiteY616" fmla="*/ 664657 h 2223445"/>
                <a:gd name="connsiteX617" fmla="*/ 1133690 w 1377486"/>
                <a:gd name="connsiteY617" fmla="*/ 689489 h 2223445"/>
                <a:gd name="connsiteX618" fmla="*/ 1152296 w 1377486"/>
                <a:gd name="connsiteY618" fmla="*/ 755293 h 2223445"/>
                <a:gd name="connsiteX619" fmla="*/ 1133690 w 1377486"/>
                <a:gd name="connsiteY619" fmla="*/ 819856 h 2223445"/>
                <a:gd name="connsiteX620" fmla="*/ 1076634 w 1377486"/>
                <a:gd name="connsiteY620" fmla="*/ 844688 h 2223445"/>
                <a:gd name="connsiteX621" fmla="*/ 1018336 w 1377486"/>
                <a:gd name="connsiteY621" fmla="*/ 819856 h 2223445"/>
                <a:gd name="connsiteX622" fmla="*/ 999732 w 1377486"/>
                <a:gd name="connsiteY622" fmla="*/ 755293 h 2223445"/>
                <a:gd name="connsiteX623" fmla="*/ 1018336 w 1377486"/>
                <a:gd name="connsiteY623" fmla="*/ 690731 h 2223445"/>
                <a:gd name="connsiteX624" fmla="*/ 1076634 w 1377486"/>
                <a:gd name="connsiteY624" fmla="*/ 664657 h 2223445"/>
                <a:gd name="connsiteX625" fmla="*/ 901706 w 1377486"/>
                <a:gd name="connsiteY625" fmla="*/ 664657 h 2223445"/>
                <a:gd name="connsiteX626" fmla="*/ 942270 w 1377486"/>
                <a:gd name="connsiteY626" fmla="*/ 664657 h 2223445"/>
                <a:gd name="connsiteX627" fmla="*/ 942270 w 1377486"/>
                <a:gd name="connsiteY627" fmla="*/ 812162 h 2223445"/>
                <a:gd name="connsiteX628" fmla="*/ 976494 w 1377486"/>
                <a:gd name="connsiteY628" fmla="*/ 812162 h 2223445"/>
                <a:gd name="connsiteX629" fmla="*/ 976494 w 1377486"/>
                <a:gd name="connsiteY629" fmla="*/ 839205 h 2223445"/>
                <a:gd name="connsiteX630" fmla="*/ 870016 w 1377486"/>
                <a:gd name="connsiteY630" fmla="*/ 839205 h 2223445"/>
                <a:gd name="connsiteX631" fmla="*/ 870016 w 1377486"/>
                <a:gd name="connsiteY631" fmla="*/ 812162 h 2223445"/>
                <a:gd name="connsiteX632" fmla="*/ 906776 w 1377486"/>
                <a:gd name="connsiteY632" fmla="*/ 812162 h 2223445"/>
                <a:gd name="connsiteX633" fmla="*/ 906776 w 1377486"/>
                <a:gd name="connsiteY633" fmla="*/ 694158 h 2223445"/>
                <a:gd name="connsiteX634" fmla="*/ 873818 w 1377486"/>
                <a:gd name="connsiteY634" fmla="*/ 705221 h 2223445"/>
                <a:gd name="connsiteX635" fmla="*/ 862410 w 1377486"/>
                <a:gd name="connsiteY635" fmla="*/ 680637 h 2223445"/>
                <a:gd name="connsiteX636" fmla="*/ 771140 w 1377486"/>
                <a:gd name="connsiteY636" fmla="*/ 664657 h 2223445"/>
                <a:gd name="connsiteX637" fmla="*/ 810436 w 1377486"/>
                <a:gd name="connsiteY637" fmla="*/ 664657 h 2223445"/>
                <a:gd name="connsiteX638" fmla="*/ 810436 w 1377486"/>
                <a:gd name="connsiteY638" fmla="*/ 812162 h 2223445"/>
                <a:gd name="connsiteX639" fmla="*/ 844662 w 1377486"/>
                <a:gd name="connsiteY639" fmla="*/ 812162 h 2223445"/>
                <a:gd name="connsiteX640" fmla="*/ 844662 w 1377486"/>
                <a:gd name="connsiteY640" fmla="*/ 839205 h 2223445"/>
                <a:gd name="connsiteX641" fmla="*/ 739450 w 1377486"/>
                <a:gd name="connsiteY641" fmla="*/ 839205 h 2223445"/>
                <a:gd name="connsiteX642" fmla="*/ 739450 w 1377486"/>
                <a:gd name="connsiteY642" fmla="*/ 812162 h 2223445"/>
                <a:gd name="connsiteX643" fmla="*/ 773676 w 1377486"/>
                <a:gd name="connsiteY643" fmla="*/ 812162 h 2223445"/>
                <a:gd name="connsiteX644" fmla="*/ 773676 w 1377486"/>
                <a:gd name="connsiteY644" fmla="*/ 694158 h 2223445"/>
                <a:gd name="connsiteX645" fmla="*/ 743254 w 1377486"/>
                <a:gd name="connsiteY645" fmla="*/ 705221 h 2223445"/>
                <a:gd name="connsiteX646" fmla="*/ 730576 w 1377486"/>
                <a:gd name="connsiteY646" fmla="*/ 680637 h 2223445"/>
                <a:gd name="connsiteX647" fmla="*/ 639308 w 1377486"/>
                <a:gd name="connsiteY647" fmla="*/ 664657 h 2223445"/>
                <a:gd name="connsiteX648" fmla="*/ 678604 w 1377486"/>
                <a:gd name="connsiteY648" fmla="*/ 664657 h 2223445"/>
                <a:gd name="connsiteX649" fmla="*/ 678604 w 1377486"/>
                <a:gd name="connsiteY649" fmla="*/ 812162 h 2223445"/>
                <a:gd name="connsiteX650" fmla="*/ 712828 w 1377486"/>
                <a:gd name="connsiteY650" fmla="*/ 812162 h 2223445"/>
                <a:gd name="connsiteX651" fmla="*/ 712828 w 1377486"/>
                <a:gd name="connsiteY651" fmla="*/ 839205 h 2223445"/>
                <a:gd name="connsiteX652" fmla="*/ 606350 w 1377486"/>
                <a:gd name="connsiteY652" fmla="*/ 839205 h 2223445"/>
                <a:gd name="connsiteX653" fmla="*/ 606350 w 1377486"/>
                <a:gd name="connsiteY653" fmla="*/ 812162 h 2223445"/>
                <a:gd name="connsiteX654" fmla="*/ 641842 w 1377486"/>
                <a:gd name="connsiteY654" fmla="*/ 812162 h 2223445"/>
                <a:gd name="connsiteX655" fmla="*/ 641842 w 1377486"/>
                <a:gd name="connsiteY655" fmla="*/ 694158 h 2223445"/>
                <a:gd name="connsiteX656" fmla="*/ 611420 w 1377486"/>
                <a:gd name="connsiteY656" fmla="*/ 705221 h 2223445"/>
                <a:gd name="connsiteX657" fmla="*/ 598744 w 1377486"/>
                <a:gd name="connsiteY657" fmla="*/ 680637 h 2223445"/>
                <a:gd name="connsiteX658" fmla="*/ 499866 w 1377486"/>
                <a:gd name="connsiteY658" fmla="*/ 664657 h 2223445"/>
                <a:gd name="connsiteX659" fmla="*/ 556922 w 1377486"/>
                <a:gd name="connsiteY659" fmla="*/ 689489 h 2223445"/>
                <a:gd name="connsiteX660" fmla="*/ 575528 w 1377486"/>
                <a:gd name="connsiteY660" fmla="*/ 755293 h 2223445"/>
                <a:gd name="connsiteX661" fmla="*/ 556922 w 1377486"/>
                <a:gd name="connsiteY661" fmla="*/ 819856 h 2223445"/>
                <a:gd name="connsiteX662" fmla="*/ 499866 w 1377486"/>
                <a:gd name="connsiteY662" fmla="*/ 844688 h 2223445"/>
                <a:gd name="connsiteX663" fmla="*/ 441568 w 1377486"/>
                <a:gd name="connsiteY663" fmla="*/ 819856 h 2223445"/>
                <a:gd name="connsiteX664" fmla="*/ 422964 w 1377486"/>
                <a:gd name="connsiteY664" fmla="*/ 755293 h 2223445"/>
                <a:gd name="connsiteX665" fmla="*/ 441568 w 1377486"/>
                <a:gd name="connsiteY665" fmla="*/ 690731 h 2223445"/>
                <a:gd name="connsiteX666" fmla="*/ 499866 w 1377486"/>
                <a:gd name="connsiteY666" fmla="*/ 664657 h 2223445"/>
                <a:gd name="connsiteX667" fmla="*/ 326200 w 1377486"/>
                <a:gd name="connsiteY667" fmla="*/ 664657 h 2223445"/>
                <a:gd name="connsiteX668" fmla="*/ 365496 w 1377486"/>
                <a:gd name="connsiteY668" fmla="*/ 664657 h 2223445"/>
                <a:gd name="connsiteX669" fmla="*/ 365496 w 1377486"/>
                <a:gd name="connsiteY669" fmla="*/ 812162 h 2223445"/>
                <a:gd name="connsiteX670" fmla="*/ 399724 w 1377486"/>
                <a:gd name="connsiteY670" fmla="*/ 812162 h 2223445"/>
                <a:gd name="connsiteX671" fmla="*/ 399724 w 1377486"/>
                <a:gd name="connsiteY671" fmla="*/ 839205 h 2223445"/>
                <a:gd name="connsiteX672" fmla="*/ 294508 w 1377486"/>
                <a:gd name="connsiteY672" fmla="*/ 839205 h 2223445"/>
                <a:gd name="connsiteX673" fmla="*/ 294508 w 1377486"/>
                <a:gd name="connsiteY673" fmla="*/ 812162 h 2223445"/>
                <a:gd name="connsiteX674" fmla="*/ 330002 w 1377486"/>
                <a:gd name="connsiteY674" fmla="*/ 812162 h 2223445"/>
                <a:gd name="connsiteX675" fmla="*/ 330002 w 1377486"/>
                <a:gd name="connsiteY675" fmla="*/ 694158 h 2223445"/>
                <a:gd name="connsiteX676" fmla="*/ 298312 w 1377486"/>
                <a:gd name="connsiteY676" fmla="*/ 705221 h 2223445"/>
                <a:gd name="connsiteX677" fmla="*/ 285636 w 1377486"/>
                <a:gd name="connsiteY677" fmla="*/ 680637 h 2223445"/>
                <a:gd name="connsiteX678" fmla="*/ 180654 w 1377486"/>
                <a:gd name="connsiteY678" fmla="*/ 664657 h 2223445"/>
                <a:gd name="connsiteX679" fmla="*/ 238484 w 1377486"/>
                <a:gd name="connsiteY679" fmla="*/ 689489 h 2223445"/>
                <a:gd name="connsiteX680" fmla="*/ 256940 w 1377486"/>
                <a:gd name="connsiteY680" fmla="*/ 755293 h 2223445"/>
                <a:gd name="connsiteX681" fmla="*/ 237254 w 1377486"/>
                <a:gd name="connsiteY681" fmla="*/ 819856 h 2223445"/>
                <a:gd name="connsiteX682" fmla="*/ 180654 w 1377486"/>
                <a:gd name="connsiteY682" fmla="*/ 844688 h 2223445"/>
                <a:gd name="connsiteX683" fmla="*/ 122822 w 1377486"/>
                <a:gd name="connsiteY683" fmla="*/ 819856 h 2223445"/>
                <a:gd name="connsiteX684" fmla="*/ 104366 w 1377486"/>
                <a:gd name="connsiteY684" fmla="*/ 755293 h 2223445"/>
                <a:gd name="connsiteX685" fmla="*/ 122822 w 1377486"/>
                <a:gd name="connsiteY685" fmla="*/ 690731 h 2223445"/>
                <a:gd name="connsiteX686" fmla="*/ 180654 w 1377486"/>
                <a:gd name="connsiteY686" fmla="*/ 664657 h 2223445"/>
                <a:gd name="connsiteX687" fmla="*/ 10906 w 1377486"/>
                <a:gd name="connsiteY687" fmla="*/ 664657 h 2223445"/>
                <a:gd name="connsiteX688" fmla="*/ 48468 w 1377486"/>
                <a:gd name="connsiteY688" fmla="*/ 664657 h 2223445"/>
                <a:gd name="connsiteX689" fmla="*/ 48468 w 1377486"/>
                <a:gd name="connsiteY689" fmla="*/ 812162 h 2223445"/>
                <a:gd name="connsiteX690" fmla="*/ 81186 w 1377486"/>
                <a:gd name="connsiteY690" fmla="*/ 812162 h 2223445"/>
                <a:gd name="connsiteX691" fmla="*/ 81186 w 1377486"/>
                <a:gd name="connsiteY691" fmla="*/ 839205 h 2223445"/>
                <a:gd name="connsiteX692" fmla="*/ 0 w 1377486"/>
                <a:gd name="connsiteY692" fmla="*/ 839205 h 2223445"/>
                <a:gd name="connsiteX693" fmla="*/ 0 w 1377486"/>
                <a:gd name="connsiteY693" fmla="*/ 812162 h 2223445"/>
                <a:gd name="connsiteX694" fmla="*/ 14540 w 1377486"/>
                <a:gd name="connsiteY694" fmla="*/ 812162 h 2223445"/>
                <a:gd name="connsiteX695" fmla="*/ 14540 w 1377486"/>
                <a:gd name="connsiteY695" fmla="*/ 694158 h 2223445"/>
                <a:gd name="connsiteX696" fmla="*/ 0 w 1377486"/>
                <a:gd name="connsiteY696" fmla="*/ 699075 h 2223445"/>
                <a:gd name="connsiteX697" fmla="*/ 0 w 1377486"/>
                <a:gd name="connsiteY697" fmla="*/ 669574 h 2223445"/>
                <a:gd name="connsiteX698" fmla="*/ 1053436 w 1377486"/>
                <a:gd name="connsiteY698" fmla="*/ 352842 h 2223445"/>
                <a:gd name="connsiteX699" fmla="*/ 1025118 w 1377486"/>
                <a:gd name="connsiteY699" fmla="*/ 369094 h 2223445"/>
                <a:gd name="connsiteX700" fmla="*/ 1016500 w 1377486"/>
                <a:gd name="connsiteY700" fmla="*/ 412849 h 2223445"/>
                <a:gd name="connsiteX701" fmla="*/ 1025118 w 1377486"/>
                <a:gd name="connsiteY701" fmla="*/ 457854 h 2223445"/>
                <a:gd name="connsiteX702" fmla="*/ 1053436 w 1377486"/>
                <a:gd name="connsiteY702" fmla="*/ 475357 h 2223445"/>
                <a:gd name="connsiteX703" fmla="*/ 1081752 w 1377486"/>
                <a:gd name="connsiteY703" fmla="*/ 457854 h 2223445"/>
                <a:gd name="connsiteX704" fmla="*/ 1091602 w 1377486"/>
                <a:gd name="connsiteY704" fmla="*/ 412849 h 2223445"/>
                <a:gd name="connsiteX705" fmla="*/ 1081752 w 1377486"/>
                <a:gd name="connsiteY705" fmla="*/ 369094 h 2223445"/>
                <a:gd name="connsiteX706" fmla="*/ 1053436 w 1377486"/>
                <a:gd name="connsiteY706" fmla="*/ 352842 h 2223445"/>
                <a:gd name="connsiteX707" fmla="*/ 760150 w 1377486"/>
                <a:gd name="connsiteY707" fmla="*/ 352842 h 2223445"/>
                <a:gd name="connsiteX708" fmla="*/ 729728 w 1377486"/>
                <a:gd name="connsiteY708" fmla="*/ 369094 h 2223445"/>
                <a:gd name="connsiteX709" fmla="*/ 722122 w 1377486"/>
                <a:gd name="connsiteY709" fmla="*/ 412849 h 2223445"/>
                <a:gd name="connsiteX710" fmla="*/ 730996 w 1377486"/>
                <a:gd name="connsiteY710" fmla="*/ 457854 h 2223445"/>
                <a:gd name="connsiteX711" fmla="*/ 760150 w 1377486"/>
                <a:gd name="connsiteY711" fmla="*/ 475357 h 2223445"/>
                <a:gd name="connsiteX712" fmla="*/ 789306 w 1377486"/>
                <a:gd name="connsiteY712" fmla="*/ 457854 h 2223445"/>
                <a:gd name="connsiteX713" fmla="*/ 799446 w 1377486"/>
                <a:gd name="connsiteY713" fmla="*/ 412849 h 2223445"/>
                <a:gd name="connsiteX714" fmla="*/ 789306 w 1377486"/>
                <a:gd name="connsiteY714" fmla="*/ 369094 h 2223445"/>
                <a:gd name="connsiteX715" fmla="*/ 760150 w 1377486"/>
                <a:gd name="connsiteY715" fmla="*/ 352842 h 2223445"/>
                <a:gd name="connsiteX716" fmla="*/ 463526 w 1377486"/>
                <a:gd name="connsiteY716" fmla="*/ 352842 h 2223445"/>
                <a:gd name="connsiteX717" fmla="*/ 433104 w 1377486"/>
                <a:gd name="connsiteY717" fmla="*/ 369094 h 2223445"/>
                <a:gd name="connsiteX718" fmla="*/ 424230 w 1377486"/>
                <a:gd name="connsiteY718" fmla="*/ 412849 h 2223445"/>
                <a:gd name="connsiteX719" fmla="*/ 433104 w 1377486"/>
                <a:gd name="connsiteY719" fmla="*/ 457854 h 2223445"/>
                <a:gd name="connsiteX720" fmla="*/ 463526 w 1377486"/>
                <a:gd name="connsiteY720" fmla="*/ 475357 h 2223445"/>
                <a:gd name="connsiteX721" fmla="*/ 492682 w 1377486"/>
                <a:gd name="connsiteY721" fmla="*/ 457854 h 2223445"/>
                <a:gd name="connsiteX722" fmla="*/ 501556 w 1377486"/>
                <a:gd name="connsiteY722" fmla="*/ 412849 h 2223445"/>
                <a:gd name="connsiteX723" fmla="*/ 492682 w 1377486"/>
                <a:gd name="connsiteY723" fmla="*/ 369094 h 2223445"/>
                <a:gd name="connsiteX724" fmla="*/ 463526 w 1377486"/>
                <a:gd name="connsiteY724" fmla="*/ 352842 h 2223445"/>
                <a:gd name="connsiteX725" fmla="*/ 46860 w 1377486"/>
                <a:gd name="connsiteY725" fmla="*/ 352842 h 2223445"/>
                <a:gd name="connsiteX726" fmla="*/ 17264 w 1377486"/>
                <a:gd name="connsiteY726" fmla="*/ 369094 h 2223445"/>
                <a:gd name="connsiteX727" fmla="*/ 9866 w 1377486"/>
                <a:gd name="connsiteY727" fmla="*/ 412849 h 2223445"/>
                <a:gd name="connsiteX728" fmla="*/ 18496 w 1377486"/>
                <a:gd name="connsiteY728" fmla="*/ 457854 h 2223445"/>
                <a:gd name="connsiteX729" fmla="*/ 46860 w 1377486"/>
                <a:gd name="connsiteY729" fmla="*/ 475357 h 2223445"/>
                <a:gd name="connsiteX730" fmla="*/ 76454 w 1377486"/>
                <a:gd name="connsiteY730" fmla="*/ 457854 h 2223445"/>
                <a:gd name="connsiteX731" fmla="*/ 85086 w 1377486"/>
                <a:gd name="connsiteY731" fmla="*/ 412849 h 2223445"/>
                <a:gd name="connsiteX732" fmla="*/ 76454 w 1377486"/>
                <a:gd name="connsiteY732" fmla="*/ 369094 h 2223445"/>
                <a:gd name="connsiteX733" fmla="*/ 46860 w 1377486"/>
                <a:gd name="connsiteY733" fmla="*/ 352842 h 2223445"/>
                <a:gd name="connsiteX734" fmla="*/ 1345186 w 1377486"/>
                <a:gd name="connsiteY734" fmla="*/ 324088 h 2223445"/>
                <a:gd name="connsiteX735" fmla="*/ 1372042 w 1377486"/>
                <a:gd name="connsiteY735" fmla="*/ 327839 h 2223445"/>
                <a:gd name="connsiteX736" fmla="*/ 1372042 w 1377486"/>
                <a:gd name="connsiteY736" fmla="*/ 366593 h 2223445"/>
                <a:gd name="connsiteX737" fmla="*/ 1345186 w 1377486"/>
                <a:gd name="connsiteY737" fmla="*/ 352842 h 2223445"/>
                <a:gd name="connsiteX738" fmla="*/ 1315890 w 1377486"/>
                <a:gd name="connsiteY738" fmla="*/ 369094 h 2223445"/>
                <a:gd name="connsiteX739" fmla="*/ 1307346 w 1377486"/>
                <a:gd name="connsiteY739" fmla="*/ 412849 h 2223445"/>
                <a:gd name="connsiteX740" fmla="*/ 1317110 w 1377486"/>
                <a:gd name="connsiteY740" fmla="*/ 457854 h 2223445"/>
                <a:gd name="connsiteX741" fmla="*/ 1345186 w 1377486"/>
                <a:gd name="connsiteY741" fmla="*/ 475357 h 2223445"/>
                <a:gd name="connsiteX742" fmla="*/ 1372042 w 1377486"/>
                <a:gd name="connsiteY742" fmla="*/ 461605 h 2223445"/>
                <a:gd name="connsiteX743" fmla="*/ 1372042 w 1377486"/>
                <a:gd name="connsiteY743" fmla="*/ 500360 h 2223445"/>
                <a:gd name="connsiteX744" fmla="*/ 1345186 w 1377486"/>
                <a:gd name="connsiteY744" fmla="*/ 504110 h 2223445"/>
                <a:gd name="connsiteX745" fmla="*/ 1292698 w 1377486"/>
                <a:gd name="connsiteY745" fmla="*/ 477857 h 2223445"/>
                <a:gd name="connsiteX746" fmla="*/ 1274388 w 1377486"/>
                <a:gd name="connsiteY746" fmla="*/ 412849 h 2223445"/>
                <a:gd name="connsiteX747" fmla="*/ 1292698 w 1377486"/>
                <a:gd name="connsiteY747" fmla="*/ 349091 h 2223445"/>
                <a:gd name="connsiteX748" fmla="*/ 1345186 w 1377486"/>
                <a:gd name="connsiteY748" fmla="*/ 324088 h 2223445"/>
                <a:gd name="connsiteX749" fmla="*/ 1184076 w 1377486"/>
                <a:gd name="connsiteY749" fmla="*/ 324088 h 2223445"/>
                <a:gd name="connsiteX750" fmla="*/ 1221350 w 1377486"/>
                <a:gd name="connsiteY750" fmla="*/ 324088 h 2223445"/>
                <a:gd name="connsiteX751" fmla="*/ 1221350 w 1377486"/>
                <a:gd name="connsiteY751" fmla="*/ 471593 h 2223445"/>
                <a:gd name="connsiteX752" fmla="*/ 1251168 w 1377486"/>
                <a:gd name="connsiteY752" fmla="*/ 471593 h 2223445"/>
                <a:gd name="connsiteX753" fmla="*/ 1251168 w 1377486"/>
                <a:gd name="connsiteY753" fmla="*/ 498636 h 2223445"/>
                <a:gd name="connsiteX754" fmla="*/ 1155500 w 1377486"/>
                <a:gd name="connsiteY754" fmla="*/ 498636 h 2223445"/>
                <a:gd name="connsiteX755" fmla="*/ 1155500 w 1377486"/>
                <a:gd name="connsiteY755" fmla="*/ 471593 h 2223445"/>
                <a:gd name="connsiteX756" fmla="*/ 1186562 w 1377486"/>
                <a:gd name="connsiteY756" fmla="*/ 471593 h 2223445"/>
                <a:gd name="connsiteX757" fmla="*/ 1186562 w 1377486"/>
                <a:gd name="connsiteY757" fmla="*/ 352360 h 2223445"/>
                <a:gd name="connsiteX758" fmla="*/ 1159228 w 1377486"/>
                <a:gd name="connsiteY758" fmla="*/ 364652 h 2223445"/>
                <a:gd name="connsiteX759" fmla="*/ 1148044 w 1377486"/>
                <a:gd name="connsiteY759" fmla="*/ 340068 h 2223445"/>
                <a:gd name="connsiteX760" fmla="*/ 1054666 w 1377486"/>
                <a:gd name="connsiteY760" fmla="*/ 324088 h 2223445"/>
                <a:gd name="connsiteX761" fmla="*/ 1107608 w 1377486"/>
                <a:gd name="connsiteY761" fmla="*/ 347841 h 2223445"/>
                <a:gd name="connsiteX762" fmla="*/ 1124844 w 1377486"/>
                <a:gd name="connsiteY762" fmla="*/ 412849 h 2223445"/>
                <a:gd name="connsiteX763" fmla="*/ 1107608 w 1377486"/>
                <a:gd name="connsiteY763" fmla="*/ 477857 h 2223445"/>
                <a:gd name="connsiteX764" fmla="*/ 1054666 w 1377486"/>
                <a:gd name="connsiteY764" fmla="*/ 504110 h 2223445"/>
                <a:gd name="connsiteX765" fmla="*/ 1000494 w 1377486"/>
                <a:gd name="connsiteY765" fmla="*/ 477857 h 2223445"/>
                <a:gd name="connsiteX766" fmla="*/ 983256 w 1377486"/>
                <a:gd name="connsiteY766" fmla="*/ 412849 h 2223445"/>
                <a:gd name="connsiteX767" fmla="*/ 1000494 w 1377486"/>
                <a:gd name="connsiteY767" fmla="*/ 349091 h 2223445"/>
                <a:gd name="connsiteX768" fmla="*/ 1054666 w 1377486"/>
                <a:gd name="connsiteY768" fmla="*/ 324088 h 2223445"/>
                <a:gd name="connsiteX769" fmla="*/ 892948 w 1377486"/>
                <a:gd name="connsiteY769" fmla="*/ 324088 h 2223445"/>
                <a:gd name="connsiteX770" fmla="*/ 928980 w 1377486"/>
                <a:gd name="connsiteY770" fmla="*/ 324088 h 2223445"/>
                <a:gd name="connsiteX771" fmla="*/ 928980 w 1377486"/>
                <a:gd name="connsiteY771" fmla="*/ 471593 h 2223445"/>
                <a:gd name="connsiteX772" fmla="*/ 960042 w 1377486"/>
                <a:gd name="connsiteY772" fmla="*/ 471593 h 2223445"/>
                <a:gd name="connsiteX773" fmla="*/ 960042 w 1377486"/>
                <a:gd name="connsiteY773" fmla="*/ 498636 h 2223445"/>
                <a:gd name="connsiteX774" fmla="*/ 863128 w 1377486"/>
                <a:gd name="connsiteY774" fmla="*/ 498636 h 2223445"/>
                <a:gd name="connsiteX775" fmla="*/ 863128 w 1377486"/>
                <a:gd name="connsiteY775" fmla="*/ 471593 h 2223445"/>
                <a:gd name="connsiteX776" fmla="*/ 895432 w 1377486"/>
                <a:gd name="connsiteY776" fmla="*/ 471593 h 2223445"/>
                <a:gd name="connsiteX777" fmla="*/ 895432 w 1377486"/>
                <a:gd name="connsiteY777" fmla="*/ 352360 h 2223445"/>
                <a:gd name="connsiteX778" fmla="*/ 866856 w 1377486"/>
                <a:gd name="connsiteY778" fmla="*/ 364652 h 2223445"/>
                <a:gd name="connsiteX779" fmla="*/ 856916 w 1377486"/>
                <a:gd name="connsiteY779" fmla="*/ 340068 h 2223445"/>
                <a:gd name="connsiteX780" fmla="*/ 760150 w 1377486"/>
                <a:gd name="connsiteY780" fmla="*/ 324088 h 2223445"/>
                <a:gd name="connsiteX781" fmla="*/ 815926 w 1377486"/>
                <a:gd name="connsiteY781" fmla="*/ 347841 h 2223445"/>
                <a:gd name="connsiteX782" fmla="*/ 833672 w 1377486"/>
                <a:gd name="connsiteY782" fmla="*/ 412849 h 2223445"/>
                <a:gd name="connsiteX783" fmla="*/ 815926 w 1377486"/>
                <a:gd name="connsiteY783" fmla="*/ 477857 h 2223445"/>
                <a:gd name="connsiteX784" fmla="*/ 760150 w 1377486"/>
                <a:gd name="connsiteY784" fmla="*/ 504110 h 2223445"/>
                <a:gd name="connsiteX785" fmla="*/ 705644 w 1377486"/>
                <a:gd name="connsiteY785" fmla="*/ 477857 h 2223445"/>
                <a:gd name="connsiteX786" fmla="*/ 686628 w 1377486"/>
                <a:gd name="connsiteY786" fmla="*/ 412849 h 2223445"/>
                <a:gd name="connsiteX787" fmla="*/ 705644 w 1377486"/>
                <a:gd name="connsiteY787" fmla="*/ 349091 h 2223445"/>
                <a:gd name="connsiteX788" fmla="*/ 760150 w 1377486"/>
                <a:gd name="connsiteY788" fmla="*/ 324088 h 2223445"/>
                <a:gd name="connsiteX789" fmla="*/ 595900 w 1377486"/>
                <a:gd name="connsiteY789" fmla="*/ 324088 h 2223445"/>
                <a:gd name="connsiteX790" fmla="*/ 632736 w 1377486"/>
                <a:gd name="connsiteY790" fmla="*/ 324088 h 2223445"/>
                <a:gd name="connsiteX791" fmla="*/ 632736 w 1377486"/>
                <a:gd name="connsiteY791" fmla="*/ 471593 h 2223445"/>
                <a:gd name="connsiteX792" fmla="*/ 663434 w 1377486"/>
                <a:gd name="connsiteY792" fmla="*/ 471593 h 2223445"/>
                <a:gd name="connsiteX793" fmla="*/ 663434 w 1377486"/>
                <a:gd name="connsiteY793" fmla="*/ 498636 h 2223445"/>
                <a:gd name="connsiteX794" fmla="*/ 567658 w 1377486"/>
                <a:gd name="connsiteY794" fmla="*/ 498636 h 2223445"/>
                <a:gd name="connsiteX795" fmla="*/ 567658 w 1377486"/>
                <a:gd name="connsiteY795" fmla="*/ 471593 h 2223445"/>
                <a:gd name="connsiteX796" fmla="*/ 599584 w 1377486"/>
                <a:gd name="connsiteY796" fmla="*/ 471593 h 2223445"/>
                <a:gd name="connsiteX797" fmla="*/ 599584 w 1377486"/>
                <a:gd name="connsiteY797" fmla="*/ 352360 h 2223445"/>
                <a:gd name="connsiteX798" fmla="*/ 571342 w 1377486"/>
                <a:gd name="connsiteY798" fmla="*/ 364652 h 2223445"/>
                <a:gd name="connsiteX799" fmla="*/ 560292 w 1377486"/>
                <a:gd name="connsiteY799" fmla="*/ 340068 h 2223445"/>
                <a:gd name="connsiteX800" fmla="*/ 463526 w 1377486"/>
                <a:gd name="connsiteY800" fmla="*/ 324088 h 2223445"/>
                <a:gd name="connsiteX801" fmla="*/ 519302 w 1377486"/>
                <a:gd name="connsiteY801" fmla="*/ 347841 h 2223445"/>
                <a:gd name="connsiteX802" fmla="*/ 537048 w 1377486"/>
                <a:gd name="connsiteY802" fmla="*/ 412849 h 2223445"/>
                <a:gd name="connsiteX803" fmla="*/ 518034 w 1377486"/>
                <a:gd name="connsiteY803" fmla="*/ 477857 h 2223445"/>
                <a:gd name="connsiteX804" fmla="*/ 463526 w 1377486"/>
                <a:gd name="connsiteY804" fmla="*/ 504110 h 2223445"/>
                <a:gd name="connsiteX805" fmla="*/ 409020 w 1377486"/>
                <a:gd name="connsiteY805" fmla="*/ 477857 h 2223445"/>
                <a:gd name="connsiteX806" fmla="*/ 390004 w 1377486"/>
                <a:gd name="connsiteY806" fmla="*/ 412849 h 2223445"/>
                <a:gd name="connsiteX807" fmla="*/ 409020 w 1377486"/>
                <a:gd name="connsiteY807" fmla="*/ 349091 h 2223445"/>
                <a:gd name="connsiteX808" fmla="*/ 463526 w 1377486"/>
                <a:gd name="connsiteY808" fmla="*/ 324088 h 2223445"/>
                <a:gd name="connsiteX809" fmla="*/ 299698 w 1377486"/>
                <a:gd name="connsiteY809" fmla="*/ 324088 h 2223445"/>
                <a:gd name="connsiteX810" fmla="*/ 336974 w 1377486"/>
                <a:gd name="connsiteY810" fmla="*/ 324088 h 2223445"/>
                <a:gd name="connsiteX811" fmla="*/ 336974 w 1377486"/>
                <a:gd name="connsiteY811" fmla="*/ 471593 h 2223445"/>
                <a:gd name="connsiteX812" fmla="*/ 366794 w 1377486"/>
                <a:gd name="connsiteY812" fmla="*/ 471593 h 2223445"/>
                <a:gd name="connsiteX813" fmla="*/ 366794 w 1377486"/>
                <a:gd name="connsiteY813" fmla="*/ 498636 h 2223445"/>
                <a:gd name="connsiteX814" fmla="*/ 269878 w 1377486"/>
                <a:gd name="connsiteY814" fmla="*/ 498636 h 2223445"/>
                <a:gd name="connsiteX815" fmla="*/ 269878 w 1377486"/>
                <a:gd name="connsiteY815" fmla="*/ 471593 h 2223445"/>
                <a:gd name="connsiteX816" fmla="*/ 303426 w 1377486"/>
                <a:gd name="connsiteY816" fmla="*/ 471593 h 2223445"/>
                <a:gd name="connsiteX817" fmla="*/ 303426 w 1377486"/>
                <a:gd name="connsiteY817" fmla="*/ 352360 h 2223445"/>
                <a:gd name="connsiteX818" fmla="*/ 274848 w 1377486"/>
                <a:gd name="connsiteY818" fmla="*/ 364652 h 2223445"/>
                <a:gd name="connsiteX819" fmla="*/ 263666 w 1377486"/>
                <a:gd name="connsiteY819" fmla="*/ 340068 h 2223445"/>
                <a:gd name="connsiteX820" fmla="*/ 178852 w 1377486"/>
                <a:gd name="connsiteY820" fmla="*/ 324088 h 2223445"/>
                <a:gd name="connsiteX821" fmla="*/ 216126 w 1377486"/>
                <a:gd name="connsiteY821" fmla="*/ 324088 h 2223445"/>
                <a:gd name="connsiteX822" fmla="*/ 216126 w 1377486"/>
                <a:gd name="connsiteY822" fmla="*/ 471593 h 2223445"/>
                <a:gd name="connsiteX823" fmla="*/ 245946 w 1377486"/>
                <a:gd name="connsiteY823" fmla="*/ 471593 h 2223445"/>
                <a:gd name="connsiteX824" fmla="*/ 245946 w 1377486"/>
                <a:gd name="connsiteY824" fmla="*/ 498636 h 2223445"/>
                <a:gd name="connsiteX825" fmla="*/ 149032 w 1377486"/>
                <a:gd name="connsiteY825" fmla="*/ 498636 h 2223445"/>
                <a:gd name="connsiteX826" fmla="*/ 149032 w 1377486"/>
                <a:gd name="connsiteY826" fmla="*/ 471593 h 2223445"/>
                <a:gd name="connsiteX827" fmla="*/ 182580 w 1377486"/>
                <a:gd name="connsiteY827" fmla="*/ 471593 h 2223445"/>
                <a:gd name="connsiteX828" fmla="*/ 182580 w 1377486"/>
                <a:gd name="connsiteY828" fmla="*/ 352360 h 2223445"/>
                <a:gd name="connsiteX829" fmla="*/ 152760 w 1377486"/>
                <a:gd name="connsiteY829" fmla="*/ 364652 h 2223445"/>
                <a:gd name="connsiteX830" fmla="*/ 142820 w 1377486"/>
                <a:gd name="connsiteY830" fmla="*/ 340068 h 2223445"/>
                <a:gd name="connsiteX831" fmla="*/ 46860 w 1377486"/>
                <a:gd name="connsiteY831" fmla="*/ 324088 h 2223445"/>
                <a:gd name="connsiteX832" fmla="*/ 101116 w 1377486"/>
                <a:gd name="connsiteY832" fmla="*/ 347841 h 2223445"/>
                <a:gd name="connsiteX833" fmla="*/ 119614 w 1377486"/>
                <a:gd name="connsiteY833" fmla="*/ 412849 h 2223445"/>
                <a:gd name="connsiteX834" fmla="*/ 101116 w 1377486"/>
                <a:gd name="connsiteY834" fmla="*/ 477857 h 2223445"/>
                <a:gd name="connsiteX835" fmla="*/ 46860 w 1377486"/>
                <a:gd name="connsiteY835" fmla="*/ 504110 h 2223445"/>
                <a:gd name="connsiteX836" fmla="*/ 0 w 1377486"/>
                <a:gd name="connsiteY836" fmla="*/ 486608 h 2223445"/>
                <a:gd name="connsiteX837" fmla="*/ 0 w 1377486"/>
                <a:gd name="connsiteY837" fmla="*/ 341590 h 2223445"/>
                <a:gd name="connsiteX838" fmla="*/ 46860 w 1377486"/>
                <a:gd name="connsiteY838" fmla="*/ 324088 h 2223445"/>
                <a:gd name="connsiteX839" fmla="*/ 1224950 w 1377486"/>
                <a:gd name="connsiteY839" fmla="*/ 28757 h 2223445"/>
                <a:gd name="connsiteX840" fmla="*/ 1195400 w 1377486"/>
                <a:gd name="connsiteY840" fmla="*/ 46259 h 2223445"/>
                <a:gd name="connsiteX841" fmla="*/ 1186782 w 1377486"/>
                <a:gd name="connsiteY841" fmla="*/ 90014 h 2223445"/>
                <a:gd name="connsiteX842" fmla="*/ 1196632 w 1377486"/>
                <a:gd name="connsiteY842" fmla="*/ 135018 h 2223445"/>
                <a:gd name="connsiteX843" fmla="*/ 1224950 w 1377486"/>
                <a:gd name="connsiteY843" fmla="*/ 151270 h 2223445"/>
                <a:gd name="connsiteX844" fmla="*/ 1253268 w 1377486"/>
                <a:gd name="connsiteY844" fmla="*/ 135018 h 2223445"/>
                <a:gd name="connsiteX845" fmla="*/ 1261886 w 1377486"/>
                <a:gd name="connsiteY845" fmla="*/ 90014 h 2223445"/>
                <a:gd name="connsiteX846" fmla="*/ 1253268 w 1377486"/>
                <a:gd name="connsiteY846" fmla="*/ 46259 h 2223445"/>
                <a:gd name="connsiteX847" fmla="*/ 1224950 w 1377486"/>
                <a:gd name="connsiteY847" fmla="*/ 28757 h 2223445"/>
                <a:gd name="connsiteX848" fmla="*/ 927094 w 1377486"/>
                <a:gd name="connsiteY848" fmla="*/ 28757 h 2223445"/>
                <a:gd name="connsiteX849" fmla="*/ 898776 w 1377486"/>
                <a:gd name="connsiteY849" fmla="*/ 46259 h 2223445"/>
                <a:gd name="connsiteX850" fmla="*/ 890158 w 1377486"/>
                <a:gd name="connsiteY850" fmla="*/ 90014 h 2223445"/>
                <a:gd name="connsiteX851" fmla="*/ 898776 w 1377486"/>
                <a:gd name="connsiteY851" fmla="*/ 135018 h 2223445"/>
                <a:gd name="connsiteX852" fmla="*/ 927094 w 1377486"/>
                <a:gd name="connsiteY852" fmla="*/ 151270 h 2223445"/>
                <a:gd name="connsiteX853" fmla="*/ 955410 w 1377486"/>
                <a:gd name="connsiteY853" fmla="*/ 135018 h 2223445"/>
                <a:gd name="connsiteX854" fmla="*/ 965260 w 1377486"/>
                <a:gd name="connsiteY854" fmla="*/ 90014 h 2223445"/>
                <a:gd name="connsiteX855" fmla="*/ 955410 w 1377486"/>
                <a:gd name="connsiteY855" fmla="*/ 46259 h 2223445"/>
                <a:gd name="connsiteX856" fmla="*/ 927094 w 1377486"/>
                <a:gd name="connsiteY856" fmla="*/ 28757 h 2223445"/>
                <a:gd name="connsiteX857" fmla="*/ 633814 w 1377486"/>
                <a:gd name="connsiteY857" fmla="*/ 28757 h 2223445"/>
                <a:gd name="connsiteX858" fmla="*/ 603390 w 1377486"/>
                <a:gd name="connsiteY858" fmla="*/ 46259 h 2223445"/>
                <a:gd name="connsiteX859" fmla="*/ 595784 w 1377486"/>
                <a:gd name="connsiteY859" fmla="*/ 90014 h 2223445"/>
                <a:gd name="connsiteX860" fmla="*/ 604658 w 1377486"/>
                <a:gd name="connsiteY860" fmla="*/ 135018 h 2223445"/>
                <a:gd name="connsiteX861" fmla="*/ 633814 w 1377486"/>
                <a:gd name="connsiteY861" fmla="*/ 151270 h 2223445"/>
                <a:gd name="connsiteX862" fmla="*/ 662970 w 1377486"/>
                <a:gd name="connsiteY862" fmla="*/ 135018 h 2223445"/>
                <a:gd name="connsiteX863" fmla="*/ 673112 w 1377486"/>
                <a:gd name="connsiteY863" fmla="*/ 90014 h 2223445"/>
                <a:gd name="connsiteX864" fmla="*/ 662970 w 1377486"/>
                <a:gd name="connsiteY864" fmla="*/ 46259 h 2223445"/>
                <a:gd name="connsiteX865" fmla="*/ 633814 w 1377486"/>
                <a:gd name="connsiteY865" fmla="*/ 28757 h 2223445"/>
                <a:gd name="connsiteX866" fmla="*/ 342680 w 1377486"/>
                <a:gd name="connsiteY866" fmla="*/ 28757 h 2223445"/>
                <a:gd name="connsiteX867" fmla="*/ 312256 w 1377486"/>
                <a:gd name="connsiteY867" fmla="*/ 46259 h 2223445"/>
                <a:gd name="connsiteX868" fmla="*/ 303384 w 1377486"/>
                <a:gd name="connsiteY868" fmla="*/ 90014 h 2223445"/>
                <a:gd name="connsiteX869" fmla="*/ 312256 w 1377486"/>
                <a:gd name="connsiteY869" fmla="*/ 135018 h 2223445"/>
                <a:gd name="connsiteX870" fmla="*/ 342680 w 1377486"/>
                <a:gd name="connsiteY870" fmla="*/ 151270 h 2223445"/>
                <a:gd name="connsiteX871" fmla="*/ 371834 w 1377486"/>
                <a:gd name="connsiteY871" fmla="*/ 135018 h 2223445"/>
                <a:gd name="connsiteX872" fmla="*/ 380708 w 1377486"/>
                <a:gd name="connsiteY872" fmla="*/ 90014 h 2223445"/>
                <a:gd name="connsiteX873" fmla="*/ 371834 w 1377486"/>
                <a:gd name="connsiteY873" fmla="*/ 46259 h 2223445"/>
                <a:gd name="connsiteX874" fmla="*/ 342680 w 1377486"/>
                <a:gd name="connsiteY874" fmla="*/ 28757 h 2223445"/>
                <a:gd name="connsiteX875" fmla="*/ 46860 w 1377486"/>
                <a:gd name="connsiteY875" fmla="*/ 28757 h 2223445"/>
                <a:gd name="connsiteX876" fmla="*/ 17264 w 1377486"/>
                <a:gd name="connsiteY876" fmla="*/ 46259 h 2223445"/>
                <a:gd name="connsiteX877" fmla="*/ 9866 w 1377486"/>
                <a:gd name="connsiteY877" fmla="*/ 90014 h 2223445"/>
                <a:gd name="connsiteX878" fmla="*/ 18496 w 1377486"/>
                <a:gd name="connsiteY878" fmla="*/ 135018 h 2223445"/>
                <a:gd name="connsiteX879" fmla="*/ 46860 w 1377486"/>
                <a:gd name="connsiteY879" fmla="*/ 151270 h 2223445"/>
                <a:gd name="connsiteX880" fmla="*/ 76454 w 1377486"/>
                <a:gd name="connsiteY880" fmla="*/ 135018 h 2223445"/>
                <a:gd name="connsiteX881" fmla="*/ 85086 w 1377486"/>
                <a:gd name="connsiteY881" fmla="*/ 90014 h 2223445"/>
                <a:gd name="connsiteX882" fmla="*/ 76454 w 1377486"/>
                <a:gd name="connsiteY882" fmla="*/ 46259 h 2223445"/>
                <a:gd name="connsiteX883" fmla="*/ 46860 w 1377486"/>
                <a:gd name="connsiteY883" fmla="*/ 28757 h 2223445"/>
                <a:gd name="connsiteX884" fmla="*/ 1224950 w 1377486"/>
                <a:gd name="connsiteY884" fmla="*/ 4 h 2223445"/>
                <a:gd name="connsiteX885" fmla="*/ 1277892 w 1377486"/>
                <a:gd name="connsiteY885" fmla="*/ 25007 h 2223445"/>
                <a:gd name="connsiteX886" fmla="*/ 1295128 w 1377486"/>
                <a:gd name="connsiteY886" fmla="*/ 90014 h 2223445"/>
                <a:gd name="connsiteX887" fmla="*/ 1277892 w 1377486"/>
                <a:gd name="connsiteY887" fmla="*/ 155020 h 2223445"/>
                <a:gd name="connsiteX888" fmla="*/ 1224950 w 1377486"/>
                <a:gd name="connsiteY888" fmla="*/ 180023 h 2223445"/>
                <a:gd name="connsiteX889" fmla="*/ 1172008 w 1377486"/>
                <a:gd name="connsiteY889" fmla="*/ 155020 h 2223445"/>
                <a:gd name="connsiteX890" fmla="*/ 1153540 w 1377486"/>
                <a:gd name="connsiteY890" fmla="*/ 90014 h 2223445"/>
                <a:gd name="connsiteX891" fmla="*/ 1172008 w 1377486"/>
                <a:gd name="connsiteY891" fmla="*/ 25007 h 2223445"/>
                <a:gd name="connsiteX892" fmla="*/ 1224950 w 1377486"/>
                <a:gd name="connsiteY892" fmla="*/ 4 h 2223445"/>
                <a:gd name="connsiteX893" fmla="*/ 928324 w 1377486"/>
                <a:gd name="connsiteY893" fmla="*/ 4 h 2223445"/>
                <a:gd name="connsiteX894" fmla="*/ 981266 w 1377486"/>
                <a:gd name="connsiteY894" fmla="*/ 25007 h 2223445"/>
                <a:gd name="connsiteX895" fmla="*/ 998502 w 1377486"/>
                <a:gd name="connsiteY895" fmla="*/ 90014 h 2223445"/>
                <a:gd name="connsiteX896" fmla="*/ 981266 w 1377486"/>
                <a:gd name="connsiteY896" fmla="*/ 155020 h 2223445"/>
                <a:gd name="connsiteX897" fmla="*/ 928324 w 1377486"/>
                <a:gd name="connsiteY897" fmla="*/ 180023 h 2223445"/>
                <a:gd name="connsiteX898" fmla="*/ 874152 w 1377486"/>
                <a:gd name="connsiteY898" fmla="*/ 155020 h 2223445"/>
                <a:gd name="connsiteX899" fmla="*/ 856916 w 1377486"/>
                <a:gd name="connsiteY899" fmla="*/ 90014 h 2223445"/>
                <a:gd name="connsiteX900" fmla="*/ 874152 w 1377486"/>
                <a:gd name="connsiteY900" fmla="*/ 25007 h 2223445"/>
                <a:gd name="connsiteX901" fmla="*/ 928324 w 1377486"/>
                <a:gd name="connsiteY901" fmla="*/ 4 h 2223445"/>
                <a:gd name="connsiteX902" fmla="*/ 633814 w 1377486"/>
                <a:gd name="connsiteY902" fmla="*/ 4 h 2223445"/>
                <a:gd name="connsiteX903" fmla="*/ 689590 w 1377486"/>
                <a:gd name="connsiteY903" fmla="*/ 25007 h 2223445"/>
                <a:gd name="connsiteX904" fmla="*/ 707338 w 1377486"/>
                <a:gd name="connsiteY904" fmla="*/ 90014 h 2223445"/>
                <a:gd name="connsiteX905" fmla="*/ 689590 w 1377486"/>
                <a:gd name="connsiteY905" fmla="*/ 155020 h 2223445"/>
                <a:gd name="connsiteX906" fmla="*/ 633814 w 1377486"/>
                <a:gd name="connsiteY906" fmla="*/ 180023 h 2223445"/>
                <a:gd name="connsiteX907" fmla="*/ 579306 w 1377486"/>
                <a:gd name="connsiteY907" fmla="*/ 155020 h 2223445"/>
                <a:gd name="connsiteX908" fmla="*/ 560292 w 1377486"/>
                <a:gd name="connsiteY908" fmla="*/ 90014 h 2223445"/>
                <a:gd name="connsiteX909" fmla="*/ 579306 w 1377486"/>
                <a:gd name="connsiteY909" fmla="*/ 25007 h 2223445"/>
                <a:gd name="connsiteX910" fmla="*/ 633814 w 1377486"/>
                <a:gd name="connsiteY910" fmla="*/ 4 h 2223445"/>
                <a:gd name="connsiteX911" fmla="*/ 342680 w 1377486"/>
                <a:gd name="connsiteY911" fmla="*/ 4 h 2223445"/>
                <a:gd name="connsiteX912" fmla="*/ 397188 w 1377486"/>
                <a:gd name="connsiteY912" fmla="*/ 25007 h 2223445"/>
                <a:gd name="connsiteX913" fmla="*/ 416202 w 1377486"/>
                <a:gd name="connsiteY913" fmla="*/ 90014 h 2223445"/>
                <a:gd name="connsiteX914" fmla="*/ 397188 w 1377486"/>
                <a:gd name="connsiteY914" fmla="*/ 155020 h 2223445"/>
                <a:gd name="connsiteX915" fmla="*/ 342680 w 1377486"/>
                <a:gd name="connsiteY915" fmla="*/ 180023 h 2223445"/>
                <a:gd name="connsiteX916" fmla="*/ 286904 w 1377486"/>
                <a:gd name="connsiteY916" fmla="*/ 155020 h 2223445"/>
                <a:gd name="connsiteX917" fmla="*/ 269158 w 1377486"/>
                <a:gd name="connsiteY917" fmla="*/ 90014 h 2223445"/>
                <a:gd name="connsiteX918" fmla="*/ 286904 w 1377486"/>
                <a:gd name="connsiteY918" fmla="*/ 25007 h 2223445"/>
                <a:gd name="connsiteX919" fmla="*/ 342680 w 1377486"/>
                <a:gd name="connsiteY919" fmla="*/ 4 h 2223445"/>
                <a:gd name="connsiteX920" fmla="*/ 46860 w 1377486"/>
                <a:gd name="connsiteY920" fmla="*/ 4 h 2223445"/>
                <a:gd name="connsiteX921" fmla="*/ 101116 w 1377486"/>
                <a:gd name="connsiteY921" fmla="*/ 25007 h 2223445"/>
                <a:gd name="connsiteX922" fmla="*/ 119614 w 1377486"/>
                <a:gd name="connsiteY922" fmla="*/ 90014 h 2223445"/>
                <a:gd name="connsiteX923" fmla="*/ 101116 w 1377486"/>
                <a:gd name="connsiteY923" fmla="*/ 155020 h 2223445"/>
                <a:gd name="connsiteX924" fmla="*/ 46860 w 1377486"/>
                <a:gd name="connsiteY924" fmla="*/ 180023 h 2223445"/>
                <a:gd name="connsiteX925" fmla="*/ 0 w 1377486"/>
                <a:gd name="connsiteY925" fmla="*/ 162521 h 2223445"/>
                <a:gd name="connsiteX926" fmla="*/ 0 w 1377486"/>
                <a:gd name="connsiteY926" fmla="*/ 17506 h 2223445"/>
                <a:gd name="connsiteX927" fmla="*/ 46860 w 1377486"/>
                <a:gd name="connsiteY927" fmla="*/ 4 h 2223445"/>
                <a:gd name="connsiteX928" fmla="*/ 1354154 w 1377486"/>
                <a:gd name="connsiteY928" fmla="*/ 0 h 2223445"/>
                <a:gd name="connsiteX929" fmla="*/ 1372066 w 1377486"/>
                <a:gd name="connsiteY929" fmla="*/ 0 h 2223445"/>
                <a:gd name="connsiteX930" fmla="*/ 1372066 w 1377486"/>
                <a:gd name="connsiteY930" fmla="*/ 174539 h 2223445"/>
                <a:gd name="connsiteX931" fmla="*/ 1325496 w 1377486"/>
                <a:gd name="connsiteY931" fmla="*/ 174539 h 2223445"/>
                <a:gd name="connsiteX932" fmla="*/ 1325496 w 1377486"/>
                <a:gd name="connsiteY932" fmla="*/ 148544 h 2223445"/>
                <a:gd name="connsiteX933" fmla="*/ 1356544 w 1377486"/>
                <a:gd name="connsiteY933" fmla="*/ 148544 h 2223445"/>
                <a:gd name="connsiteX934" fmla="*/ 1356544 w 1377486"/>
                <a:gd name="connsiteY934" fmla="*/ 28471 h 2223445"/>
                <a:gd name="connsiteX935" fmla="*/ 1329078 w 1377486"/>
                <a:gd name="connsiteY935" fmla="*/ 39612 h 2223445"/>
                <a:gd name="connsiteX936" fmla="*/ 1318332 w 1377486"/>
                <a:gd name="connsiteY936" fmla="*/ 14855 h 2223445"/>
                <a:gd name="connsiteX937" fmla="*/ 1063230 w 1377486"/>
                <a:gd name="connsiteY937" fmla="*/ 0 h 2223445"/>
                <a:gd name="connsiteX938" fmla="*/ 1099260 w 1377486"/>
                <a:gd name="connsiteY938" fmla="*/ 0 h 2223445"/>
                <a:gd name="connsiteX939" fmla="*/ 1099260 w 1377486"/>
                <a:gd name="connsiteY939" fmla="*/ 148544 h 2223445"/>
                <a:gd name="connsiteX940" fmla="*/ 1130322 w 1377486"/>
                <a:gd name="connsiteY940" fmla="*/ 148544 h 2223445"/>
                <a:gd name="connsiteX941" fmla="*/ 1130322 w 1377486"/>
                <a:gd name="connsiteY941" fmla="*/ 174539 h 2223445"/>
                <a:gd name="connsiteX942" fmla="*/ 1034652 w 1377486"/>
                <a:gd name="connsiteY942" fmla="*/ 174539 h 2223445"/>
                <a:gd name="connsiteX943" fmla="*/ 1034652 w 1377486"/>
                <a:gd name="connsiteY943" fmla="*/ 148544 h 2223445"/>
                <a:gd name="connsiteX944" fmla="*/ 1066956 w 1377486"/>
                <a:gd name="connsiteY944" fmla="*/ 148544 h 2223445"/>
                <a:gd name="connsiteX945" fmla="*/ 1066956 w 1377486"/>
                <a:gd name="connsiteY945" fmla="*/ 28471 h 2223445"/>
                <a:gd name="connsiteX946" fmla="*/ 1037138 w 1377486"/>
                <a:gd name="connsiteY946" fmla="*/ 39612 h 2223445"/>
                <a:gd name="connsiteX947" fmla="*/ 1027198 w 1377486"/>
                <a:gd name="connsiteY947" fmla="*/ 14855 h 2223445"/>
                <a:gd name="connsiteX948" fmla="*/ 767410 w 1377486"/>
                <a:gd name="connsiteY948" fmla="*/ 0 h 2223445"/>
                <a:gd name="connsiteX949" fmla="*/ 803016 w 1377486"/>
                <a:gd name="connsiteY949" fmla="*/ 0 h 2223445"/>
                <a:gd name="connsiteX950" fmla="*/ 803016 w 1377486"/>
                <a:gd name="connsiteY950" fmla="*/ 148544 h 2223445"/>
                <a:gd name="connsiteX951" fmla="*/ 833712 w 1377486"/>
                <a:gd name="connsiteY951" fmla="*/ 148544 h 2223445"/>
                <a:gd name="connsiteX952" fmla="*/ 833712 w 1377486"/>
                <a:gd name="connsiteY952" fmla="*/ 174539 h 2223445"/>
                <a:gd name="connsiteX953" fmla="*/ 737942 w 1377486"/>
                <a:gd name="connsiteY953" fmla="*/ 174539 h 2223445"/>
                <a:gd name="connsiteX954" fmla="*/ 737942 w 1377486"/>
                <a:gd name="connsiteY954" fmla="*/ 148544 h 2223445"/>
                <a:gd name="connsiteX955" fmla="*/ 771092 w 1377486"/>
                <a:gd name="connsiteY955" fmla="*/ 148544 h 2223445"/>
                <a:gd name="connsiteX956" fmla="*/ 771092 w 1377486"/>
                <a:gd name="connsiteY956" fmla="*/ 28471 h 2223445"/>
                <a:gd name="connsiteX957" fmla="*/ 741624 w 1377486"/>
                <a:gd name="connsiteY957" fmla="*/ 39612 h 2223445"/>
                <a:gd name="connsiteX958" fmla="*/ 730574 w 1377486"/>
                <a:gd name="connsiteY958" fmla="*/ 14855 h 2223445"/>
                <a:gd name="connsiteX959" fmla="*/ 469556 w 1377486"/>
                <a:gd name="connsiteY959" fmla="*/ 0 h 2223445"/>
                <a:gd name="connsiteX960" fmla="*/ 506392 w 1377486"/>
                <a:gd name="connsiteY960" fmla="*/ 0 h 2223445"/>
                <a:gd name="connsiteX961" fmla="*/ 506392 w 1377486"/>
                <a:gd name="connsiteY961" fmla="*/ 148544 h 2223445"/>
                <a:gd name="connsiteX962" fmla="*/ 537088 w 1377486"/>
                <a:gd name="connsiteY962" fmla="*/ 148544 h 2223445"/>
                <a:gd name="connsiteX963" fmla="*/ 537088 w 1377486"/>
                <a:gd name="connsiteY963" fmla="*/ 174539 h 2223445"/>
                <a:gd name="connsiteX964" fmla="*/ 441316 w 1377486"/>
                <a:gd name="connsiteY964" fmla="*/ 174539 h 2223445"/>
                <a:gd name="connsiteX965" fmla="*/ 441316 w 1377486"/>
                <a:gd name="connsiteY965" fmla="*/ 148544 h 2223445"/>
                <a:gd name="connsiteX966" fmla="*/ 473240 w 1377486"/>
                <a:gd name="connsiteY966" fmla="*/ 148544 h 2223445"/>
                <a:gd name="connsiteX967" fmla="*/ 473240 w 1377486"/>
                <a:gd name="connsiteY967" fmla="*/ 28471 h 2223445"/>
                <a:gd name="connsiteX968" fmla="*/ 445000 w 1377486"/>
                <a:gd name="connsiteY968" fmla="*/ 39612 h 2223445"/>
                <a:gd name="connsiteX969" fmla="*/ 433948 w 1377486"/>
                <a:gd name="connsiteY969" fmla="*/ 14855 h 2223445"/>
                <a:gd name="connsiteX970" fmla="*/ 178852 w 1377486"/>
                <a:gd name="connsiteY970" fmla="*/ 0 h 2223445"/>
                <a:gd name="connsiteX971" fmla="*/ 216126 w 1377486"/>
                <a:gd name="connsiteY971" fmla="*/ 0 h 2223445"/>
                <a:gd name="connsiteX972" fmla="*/ 216126 w 1377486"/>
                <a:gd name="connsiteY972" fmla="*/ 148544 h 2223445"/>
                <a:gd name="connsiteX973" fmla="*/ 245946 w 1377486"/>
                <a:gd name="connsiteY973" fmla="*/ 148544 h 2223445"/>
                <a:gd name="connsiteX974" fmla="*/ 245946 w 1377486"/>
                <a:gd name="connsiteY974" fmla="*/ 174539 h 2223445"/>
                <a:gd name="connsiteX975" fmla="*/ 149032 w 1377486"/>
                <a:gd name="connsiteY975" fmla="*/ 174539 h 2223445"/>
                <a:gd name="connsiteX976" fmla="*/ 149032 w 1377486"/>
                <a:gd name="connsiteY976" fmla="*/ 148544 h 2223445"/>
                <a:gd name="connsiteX977" fmla="*/ 182580 w 1377486"/>
                <a:gd name="connsiteY977" fmla="*/ 148544 h 2223445"/>
                <a:gd name="connsiteX978" fmla="*/ 182580 w 1377486"/>
                <a:gd name="connsiteY978" fmla="*/ 28471 h 2223445"/>
                <a:gd name="connsiteX979" fmla="*/ 152760 w 1377486"/>
                <a:gd name="connsiteY979" fmla="*/ 39612 h 2223445"/>
                <a:gd name="connsiteX980" fmla="*/ 142820 w 1377486"/>
                <a:gd name="connsiteY980" fmla="*/ 14855 h 2223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</a:cxnLst>
              <a:rect l="l" t="t" r="r" b="b"/>
              <a:pathLst>
                <a:path w="1377486" h="2223445">
                  <a:moveTo>
                    <a:pt x="1224950" y="2073215"/>
                  </a:moveTo>
                  <a:cubicBezTo>
                    <a:pt x="1211406" y="2073215"/>
                    <a:pt x="1201556" y="2078181"/>
                    <a:pt x="1195400" y="2089355"/>
                  </a:cubicBezTo>
                  <a:cubicBezTo>
                    <a:pt x="1190476" y="2100529"/>
                    <a:pt x="1186782" y="2114187"/>
                    <a:pt x="1186782" y="2132810"/>
                  </a:cubicBezTo>
                  <a:cubicBezTo>
                    <a:pt x="1186782" y="2151434"/>
                    <a:pt x="1190476" y="2166333"/>
                    <a:pt x="1196632" y="2177507"/>
                  </a:cubicBezTo>
                  <a:cubicBezTo>
                    <a:pt x="1202788" y="2188681"/>
                    <a:pt x="1211406" y="2193647"/>
                    <a:pt x="1224950" y="2193647"/>
                  </a:cubicBezTo>
                  <a:cubicBezTo>
                    <a:pt x="1237262" y="2193647"/>
                    <a:pt x="1247112" y="2188681"/>
                    <a:pt x="1253268" y="2177507"/>
                  </a:cubicBezTo>
                  <a:cubicBezTo>
                    <a:pt x="1259424" y="2166333"/>
                    <a:pt x="1261886" y="2151434"/>
                    <a:pt x="1261886" y="2132810"/>
                  </a:cubicBezTo>
                  <a:cubicBezTo>
                    <a:pt x="1261886" y="2115428"/>
                    <a:pt x="1259424" y="2100529"/>
                    <a:pt x="1253268" y="2089355"/>
                  </a:cubicBezTo>
                  <a:cubicBezTo>
                    <a:pt x="1247112" y="2078181"/>
                    <a:pt x="1237262" y="2073215"/>
                    <a:pt x="1224950" y="2073215"/>
                  </a:cubicBezTo>
                  <a:close/>
                  <a:moveTo>
                    <a:pt x="1053436" y="2073215"/>
                  </a:moveTo>
                  <a:cubicBezTo>
                    <a:pt x="1039892" y="2073215"/>
                    <a:pt x="1031274" y="2078181"/>
                    <a:pt x="1025118" y="2089355"/>
                  </a:cubicBezTo>
                  <a:cubicBezTo>
                    <a:pt x="1018962" y="2100529"/>
                    <a:pt x="1016500" y="2114187"/>
                    <a:pt x="1016500" y="2132810"/>
                  </a:cubicBezTo>
                  <a:cubicBezTo>
                    <a:pt x="1016500" y="2151434"/>
                    <a:pt x="1018962" y="2166333"/>
                    <a:pt x="1025118" y="2177507"/>
                  </a:cubicBezTo>
                  <a:cubicBezTo>
                    <a:pt x="1031274" y="2188681"/>
                    <a:pt x="1041124" y="2193647"/>
                    <a:pt x="1053436" y="2193647"/>
                  </a:cubicBezTo>
                  <a:cubicBezTo>
                    <a:pt x="1066978" y="2193647"/>
                    <a:pt x="1076828" y="2188681"/>
                    <a:pt x="1081752" y="2177507"/>
                  </a:cubicBezTo>
                  <a:cubicBezTo>
                    <a:pt x="1087908" y="2166333"/>
                    <a:pt x="1091602" y="2151434"/>
                    <a:pt x="1091602" y="2132810"/>
                  </a:cubicBezTo>
                  <a:cubicBezTo>
                    <a:pt x="1091602" y="2115428"/>
                    <a:pt x="1087908" y="2100529"/>
                    <a:pt x="1081752" y="2089355"/>
                  </a:cubicBezTo>
                  <a:cubicBezTo>
                    <a:pt x="1076828" y="2078181"/>
                    <a:pt x="1066978" y="2073215"/>
                    <a:pt x="1053436" y="2073215"/>
                  </a:cubicBezTo>
                  <a:close/>
                  <a:moveTo>
                    <a:pt x="880998" y="2073215"/>
                  </a:moveTo>
                  <a:cubicBezTo>
                    <a:pt x="867054" y="2073215"/>
                    <a:pt x="856912" y="2078181"/>
                    <a:pt x="850574" y="2089355"/>
                  </a:cubicBezTo>
                  <a:cubicBezTo>
                    <a:pt x="845504" y="2100529"/>
                    <a:pt x="842970" y="2114187"/>
                    <a:pt x="842970" y="2132810"/>
                  </a:cubicBezTo>
                  <a:cubicBezTo>
                    <a:pt x="842970" y="2151434"/>
                    <a:pt x="845504" y="2166333"/>
                    <a:pt x="851842" y="2177507"/>
                  </a:cubicBezTo>
                  <a:cubicBezTo>
                    <a:pt x="858180" y="2188681"/>
                    <a:pt x="867054" y="2193647"/>
                    <a:pt x="880998" y="2193647"/>
                  </a:cubicBezTo>
                  <a:cubicBezTo>
                    <a:pt x="894942" y="2193647"/>
                    <a:pt x="905082" y="2188681"/>
                    <a:pt x="910152" y="2177507"/>
                  </a:cubicBezTo>
                  <a:cubicBezTo>
                    <a:pt x="916490" y="2166333"/>
                    <a:pt x="920294" y="2151434"/>
                    <a:pt x="920294" y="2132810"/>
                  </a:cubicBezTo>
                  <a:cubicBezTo>
                    <a:pt x="920294" y="2115428"/>
                    <a:pt x="916490" y="2100529"/>
                    <a:pt x="910152" y="2089355"/>
                  </a:cubicBezTo>
                  <a:cubicBezTo>
                    <a:pt x="905082" y="2078181"/>
                    <a:pt x="894942" y="2073215"/>
                    <a:pt x="880998" y="2073215"/>
                  </a:cubicBezTo>
                  <a:close/>
                  <a:moveTo>
                    <a:pt x="342680" y="2073215"/>
                  </a:moveTo>
                  <a:cubicBezTo>
                    <a:pt x="328736" y="2073215"/>
                    <a:pt x="318596" y="2078181"/>
                    <a:pt x="312256" y="2089355"/>
                  </a:cubicBezTo>
                  <a:cubicBezTo>
                    <a:pt x="305918" y="2100529"/>
                    <a:pt x="303384" y="2114187"/>
                    <a:pt x="303384" y="2132810"/>
                  </a:cubicBezTo>
                  <a:cubicBezTo>
                    <a:pt x="303384" y="2151434"/>
                    <a:pt x="305918" y="2166333"/>
                    <a:pt x="312256" y="2177507"/>
                  </a:cubicBezTo>
                  <a:cubicBezTo>
                    <a:pt x="318596" y="2188681"/>
                    <a:pt x="328736" y="2193647"/>
                    <a:pt x="342680" y="2193647"/>
                  </a:cubicBezTo>
                  <a:cubicBezTo>
                    <a:pt x="356624" y="2193647"/>
                    <a:pt x="365496" y="2188681"/>
                    <a:pt x="371834" y="2177507"/>
                  </a:cubicBezTo>
                  <a:cubicBezTo>
                    <a:pt x="378172" y="2166333"/>
                    <a:pt x="380708" y="2151434"/>
                    <a:pt x="380708" y="2132810"/>
                  </a:cubicBezTo>
                  <a:cubicBezTo>
                    <a:pt x="380708" y="2115428"/>
                    <a:pt x="378172" y="2100529"/>
                    <a:pt x="371834" y="2089355"/>
                  </a:cubicBezTo>
                  <a:cubicBezTo>
                    <a:pt x="365496" y="2078181"/>
                    <a:pt x="356624" y="2073215"/>
                    <a:pt x="342680" y="2073215"/>
                  </a:cubicBezTo>
                  <a:close/>
                  <a:moveTo>
                    <a:pt x="46860" y="2073215"/>
                  </a:moveTo>
                  <a:cubicBezTo>
                    <a:pt x="33294" y="2073215"/>
                    <a:pt x="23430" y="2078181"/>
                    <a:pt x="17264" y="2089355"/>
                  </a:cubicBezTo>
                  <a:cubicBezTo>
                    <a:pt x="12332" y="2100529"/>
                    <a:pt x="9866" y="2114187"/>
                    <a:pt x="9866" y="2132810"/>
                  </a:cubicBezTo>
                  <a:cubicBezTo>
                    <a:pt x="9866" y="2151434"/>
                    <a:pt x="12332" y="2166333"/>
                    <a:pt x="18496" y="2177507"/>
                  </a:cubicBezTo>
                  <a:cubicBezTo>
                    <a:pt x="24662" y="2188681"/>
                    <a:pt x="33294" y="2193647"/>
                    <a:pt x="46860" y="2193647"/>
                  </a:cubicBezTo>
                  <a:cubicBezTo>
                    <a:pt x="60424" y="2193647"/>
                    <a:pt x="70288" y="2188681"/>
                    <a:pt x="76454" y="2177507"/>
                  </a:cubicBezTo>
                  <a:cubicBezTo>
                    <a:pt x="81386" y="2166333"/>
                    <a:pt x="85086" y="2151434"/>
                    <a:pt x="85086" y="2132810"/>
                  </a:cubicBezTo>
                  <a:cubicBezTo>
                    <a:pt x="85086" y="2115428"/>
                    <a:pt x="81386" y="2100529"/>
                    <a:pt x="76454" y="2089355"/>
                  </a:cubicBezTo>
                  <a:cubicBezTo>
                    <a:pt x="70288" y="2078181"/>
                    <a:pt x="60424" y="2073215"/>
                    <a:pt x="46860" y="2073215"/>
                  </a:cubicBezTo>
                  <a:close/>
                  <a:moveTo>
                    <a:pt x="1224950" y="2043417"/>
                  </a:moveTo>
                  <a:cubicBezTo>
                    <a:pt x="1249574" y="2043417"/>
                    <a:pt x="1266810" y="2050867"/>
                    <a:pt x="1277892" y="2068249"/>
                  </a:cubicBezTo>
                  <a:cubicBezTo>
                    <a:pt x="1290204" y="2084389"/>
                    <a:pt x="1295128" y="2106737"/>
                    <a:pt x="1295128" y="2132810"/>
                  </a:cubicBezTo>
                  <a:cubicBezTo>
                    <a:pt x="1295128" y="2158883"/>
                    <a:pt x="1288972" y="2179990"/>
                    <a:pt x="1277892" y="2197372"/>
                  </a:cubicBezTo>
                  <a:cubicBezTo>
                    <a:pt x="1265580" y="2214754"/>
                    <a:pt x="1248342" y="2223445"/>
                    <a:pt x="1224950" y="2223445"/>
                  </a:cubicBezTo>
                  <a:cubicBezTo>
                    <a:pt x="1201556" y="2223445"/>
                    <a:pt x="1183088" y="2214754"/>
                    <a:pt x="1172008" y="2197372"/>
                  </a:cubicBezTo>
                  <a:cubicBezTo>
                    <a:pt x="1159696" y="2179990"/>
                    <a:pt x="1153540" y="2158883"/>
                    <a:pt x="1153540" y="2132810"/>
                  </a:cubicBezTo>
                  <a:cubicBezTo>
                    <a:pt x="1153540" y="2106737"/>
                    <a:pt x="1159696" y="2085631"/>
                    <a:pt x="1172008" y="2068249"/>
                  </a:cubicBezTo>
                  <a:cubicBezTo>
                    <a:pt x="1183088" y="2052108"/>
                    <a:pt x="1201556" y="2043417"/>
                    <a:pt x="1224950" y="2043417"/>
                  </a:cubicBezTo>
                  <a:close/>
                  <a:moveTo>
                    <a:pt x="1054666" y="2043417"/>
                  </a:moveTo>
                  <a:cubicBezTo>
                    <a:pt x="1079290" y="2043417"/>
                    <a:pt x="1095296" y="2050867"/>
                    <a:pt x="1107608" y="2068249"/>
                  </a:cubicBezTo>
                  <a:cubicBezTo>
                    <a:pt x="1119920" y="2084389"/>
                    <a:pt x="1124844" y="2106737"/>
                    <a:pt x="1124844" y="2132810"/>
                  </a:cubicBezTo>
                  <a:cubicBezTo>
                    <a:pt x="1124844" y="2158883"/>
                    <a:pt x="1119920" y="2179990"/>
                    <a:pt x="1107608" y="2197372"/>
                  </a:cubicBezTo>
                  <a:cubicBezTo>
                    <a:pt x="1095296" y="2214754"/>
                    <a:pt x="1078060" y="2223445"/>
                    <a:pt x="1054666" y="2223445"/>
                  </a:cubicBezTo>
                  <a:cubicBezTo>
                    <a:pt x="1030042" y="2223445"/>
                    <a:pt x="1012806" y="2214754"/>
                    <a:pt x="1000494" y="2197372"/>
                  </a:cubicBezTo>
                  <a:cubicBezTo>
                    <a:pt x="989412" y="2179990"/>
                    <a:pt x="983256" y="2158883"/>
                    <a:pt x="983256" y="2132810"/>
                  </a:cubicBezTo>
                  <a:cubicBezTo>
                    <a:pt x="983256" y="2106737"/>
                    <a:pt x="989412" y="2085631"/>
                    <a:pt x="1000494" y="2068249"/>
                  </a:cubicBezTo>
                  <a:cubicBezTo>
                    <a:pt x="1012806" y="2052108"/>
                    <a:pt x="1030042" y="2043417"/>
                    <a:pt x="1054666" y="2043417"/>
                  </a:cubicBezTo>
                  <a:close/>
                  <a:moveTo>
                    <a:pt x="880998" y="2043417"/>
                  </a:moveTo>
                  <a:cubicBezTo>
                    <a:pt x="906350" y="2043417"/>
                    <a:pt x="924096" y="2050867"/>
                    <a:pt x="936772" y="2068249"/>
                  </a:cubicBezTo>
                  <a:cubicBezTo>
                    <a:pt x="949448" y="2084389"/>
                    <a:pt x="954520" y="2106737"/>
                    <a:pt x="954520" y="2132810"/>
                  </a:cubicBezTo>
                  <a:cubicBezTo>
                    <a:pt x="954520" y="2158883"/>
                    <a:pt x="949448" y="2179990"/>
                    <a:pt x="936772" y="2197372"/>
                  </a:cubicBezTo>
                  <a:cubicBezTo>
                    <a:pt x="924096" y="2214754"/>
                    <a:pt x="905082" y="2223445"/>
                    <a:pt x="880998" y="2223445"/>
                  </a:cubicBezTo>
                  <a:cubicBezTo>
                    <a:pt x="856912" y="2223445"/>
                    <a:pt x="839166" y="2214754"/>
                    <a:pt x="826490" y="2197372"/>
                  </a:cubicBezTo>
                  <a:cubicBezTo>
                    <a:pt x="813814" y="2179990"/>
                    <a:pt x="807476" y="2158883"/>
                    <a:pt x="807476" y="2132810"/>
                  </a:cubicBezTo>
                  <a:cubicBezTo>
                    <a:pt x="807476" y="2106737"/>
                    <a:pt x="813814" y="2085631"/>
                    <a:pt x="826490" y="2068249"/>
                  </a:cubicBezTo>
                  <a:cubicBezTo>
                    <a:pt x="839166" y="2052108"/>
                    <a:pt x="856912" y="2043417"/>
                    <a:pt x="880998" y="2043417"/>
                  </a:cubicBezTo>
                  <a:close/>
                  <a:moveTo>
                    <a:pt x="342680" y="2043417"/>
                  </a:moveTo>
                  <a:cubicBezTo>
                    <a:pt x="368032" y="2043417"/>
                    <a:pt x="385778" y="2050867"/>
                    <a:pt x="397188" y="2068249"/>
                  </a:cubicBezTo>
                  <a:cubicBezTo>
                    <a:pt x="409864" y="2084389"/>
                    <a:pt x="416202" y="2106737"/>
                    <a:pt x="416202" y="2132810"/>
                  </a:cubicBezTo>
                  <a:cubicBezTo>
                    <a:pt x="416202" y="2158883"/>
                    <a:pt x="409864" y="2179990"/>
                    <a:pt x="397188" y="2197372"/>
                  </a:cubicBezTo>
                  <a:cubicBezTo>
                    <a:pt x="384512" y="2214754"/>
                    <a:pt x="366764" y="2223445"/>
                    <a:pt x="342680" y="2223445"/>
                  </a:cubicBezTo>
                  <a:cubicBezTo>
                    <a:pt x="317328" y="2223445"/>
                    <a:pt x="299580" y="2214754"/>
                    <a:pt x="286904" y="2197372"/>
                  </a:cubicBezTo>
                  <a:cubicBezTo>
                    <a:pt x="275496" y="2179990"/>
                    <a:pt x="269158" y="2158883"/>
                    <a:pt x="269158" y="2132810"/>
                  </a:cubicBezTo>
                  <a:cubicBezTo>
                    <a:pt x="269158" y="2106737"/>
                    <a:pt x="275496" y="2085631"/>
                    <a:pt x="286904" y="2068249"/>
                  </a:cubicBezTo>
                  <a:cubicBezTo>
                    <a:pt x="299580" y="2052108"/>
                    <a:pt x="317328" y="2043417"/>
                    <a:pt x="342680" y="2043417"/>
                  </a:cubicBezTo>
                  <a:close/>
                  <a:moveTo>
                    <a:pt x="46860" y="2043417"/>
                  </a:moveTo>
                  <a:cubicBezTo>
                    <a:pt x="71522" y="2043417"/>
                    <a:pt x="90018" y="2050867"/>
                    <a:pt x="101116" y="2068249"/>
                  </a:cubicBezTo>
                  <a:cubicBezTo>
                    <a:pt x="113448" y="2084389"/>
                    <a:pt x="119614" y="2106737"/>
                    <a:pt x="119614" y="2132810"/>
                  </a:cubicBezTo>
                  <a:cubicBezTo>
                    <a:pt x="119614" y="2158883"/>
                    <a:pt x="113448" y="2179990"/>
                    <a:pt x="101116" y="2197372"/>
                  </a:cubicBezTo>
                  <a:cubicBezTo>
                    <a:pt x="88786" y="2214754"/>
                    <a:pt x="70288" y="2223445"/>
                    <a:pt x="46860" y="2223445"/>
                  </a:cubicBezTo>
                  <a:cubicBezTo>
                    <a:pt x="28362" y="2223445"/>
                    <a:pt x="12332" y="2217237"/>
                    <a:pt x="0" y="2204821"/>
                  </a:cubicBezTo>
                  <a:lnTo>
                    <a:pt x="0" y="2060799"/>
                  </a:lnTo>
                  <a:cubicBezTo>
                    <a:pt x="12332" y="2048384"/>
                    <a:pt x="28362" y="2043417"/>
                    <a:pt x="46860" y="2043417"/>
                  </a:cubicBezTo>
                  <a:close/>
                  <a:moveTo>
                    <a:pt x="1354154" y="2043414"/>
                  </a:moveTo>
                  <a:lnTo>
                    <a:pt x="1372066" y="2043414"/>
                  </a:lnTo>
                  <a:lnTo>
                    <a:pt x="1372066" y="2217953"/>
                  </a:lnTo>
                  <a:lnTo>
                    <a:pt x="1325496" y="2217953"/>
                  </a:lnTo>
                  <a:lnTo>
                    <a:pt x="1325496" y="2191958"/>
                  </a:lnTo>
                  <a:lnTo>
                    <a:pt x="1356544" y="2191958"/>
                  </a:lnTo>
                  <a:lnTo>
                    <a:pt x="1356544" y="2071885"/>
                  </a:lnTo>
                  <a:lnTo>
                    <a:pt x="1329078" y="2083026"/>
                  </a:lnTo>
                  <a:lnTo>
                    <a:pt x="1318332" y="2058269"/>
                  </a:lnTo>
                  <a:close/>
                  <a:moveTo>
                    <a:pt x="716746" y="2043414"/>
                  </a:moveTo>
                  <a:lnTo>
                    <a:pt x="753584" y="2043414"/>
                  </a:lnTo>
                  <a:lnTo>
                    <a:pt x="753584" y="2191958"/>
                  </a:lnTo>
                  <a:lnTo>
                    <a:pt x="784280" y="2191958"/>
                  </a:lnTo>
                  <a:lnTo>
                    <a:pt x="784280" y="2217953"/>
                  </a:lnTo>
                  <a:lnTo>
                    <a:pt x="688506" y="2217953"/>
                  </a:lnTo>
                  <a:lnTo>
                    <a:pt x="688506" y="2191958"/>
                  </a:lnTo>
                  <a:lnTo>
                    <a:pt x="720430" y="2191958"/>
                  </a:lnTo>
                  <a:lnTo>
                    <a:pt x="720430" y="2071885"/>
                  </a:lnTo>
                  <a:lnTo>
                    <a:pt x="692188" y="2083026"/>
                  </a:lnTo>
                  <a:lnTo>
                    <a:pt x="681138" y="2058269"/>
                  </a:lnTo>
                  <a:close/>
                  <a:moveTo>
                    <a:pt x="595900" y="2043414"/>
                  </a:moveTo>
                  <a:lnTo>
                    <a:pt x="632736" y="2043414"/>
                  </a:lnTo>
                  <a:lnTo>
                    <a:pt x="632736" y="2191958"/>
                  </a:lnTo>
                  <a:lnTo>
                    <a:pt x="663434" y="2191958"/>
                  </a:lnTo>
                  <a:lnTo>
                    <a:pt x="663434" y="2217953"/>
                  </a:lnTo>
                  <a:lnTo>
                    <a:pt x="567658" y="2217953"/>
                  </a:lnTo>
                  <a:lnTo>
                    <a:pt x="567658" y="2191958"/>
                  </a:lnTo>
                  <a:lnTo>
                    <a:pt x="599584" y="2191958"/>
                  </a:lnTo>
                  <a:lnTo>
                    <a:pt x="599584" y="2071885"/>
                  </a:lnTo>
                  <a:lnTo>
                    <a:pt x="571342" y="2083026"/>
                  </a:lnTo>
                  <a:lnTo>
                    <a:pt x="560292" y="2058269"/>
                  </a:lnTo>
                  <a:close/>
                  <a:moveTo>
                    <a:pt x="469556" y="2043414"/>
                  </a:moveTo>
                  <a:lnTo>
                    <a:pt x="506392" y="2043414"/>
                  </a:lnTo>
                  <a:lnTo>
                    <a:pt x="506392" y="2191958"/>
                  </a:lnTo>
                  <a:lnTo>
                    <a:pt x="537088" y="2191958"/>
                  </a:lnTo>
                  <a:lnTo>
                    <a:pt x="537088" y="2217953"/>
                  </a:lnTo>
                  <a:lnTo>
                    <a:pt x="441316" y="2217953"/>
                  </a:lnTo>
                  <a:lnTo>
                    <a:pt x="441316" y="2191958"/>
                  </a:lnTo>
                  <a:lnTo>
                    <a:pt x="473240" y="2191958"/>
                  </a:lnTo>
                  <a:lnTo>
                    <a:pt x="473240" y="2071885"/>
                  </a:lnTo>
                  <a:lnTo>
                    <a:pt x="445000" y="2083026"/>
                  </a:lnTo>
                  <a:lnTo>
                    <a:pt x="433948" y="2058269"/>
                  </a:lnTo>
                  <a:close/>
                  <a:moveTo>
                    <a:pt x="178852" y="2043414"/>
                  </a:moveTo>
                  <a:lnTo>
                    <a:pt x="216126" y="2043414"/>
                  </a:lnTo>
                  <a:lnTo>
                    <a:pt x="216126" y="2191958"/>
                  </a:lnTo>
                  <a:lnTo>
                    <a:pt x="245946" y="2191958"/>
                  </a:lnTo>
                  <a:lnTo>
                    <a:pt x="245946" y="2217953"/>
                  </a:lnTo>
                  <a:lnTo>
                    <a:pt x="149032" y="2217953"/>
                  </a:lnTo>
                  <a:lnTo>
                    <a:pt x="149032" y="2191958"/>
                  </a:lnTo>
                  <a:lnTo>
                    <a:pt x="182580" y="2191958"/>
                  </a:lnTo>
                  <a:lnTo>
                    <a:pt x="182580" y="2071885"/>
                  </a:lnTo>
                  <a:lnTo>
                    <a:pt x="152760" y="2083026"/>
                  </a:lnTo>
                  <a:lnTo>
                    <a:pt x="142820" y="2058269"/>
                  </a:lnTo>
                  <a:close/>
                  <a:moveTo>
                    <a:pt x="1224950" y="1732646"/>
                  </a:moveTo>
                  <a:cubicBezTo>
                    <a:pt x="1211406" y="1732646"/>
                    <a:pt x="1201556" y="1737612"/>
                    <a:pt x="1195400" y="1748786"/>
                  </a:cubicBezTo>
                  <a:cubicBezTo>
                    <a:pt x="1190476" y="1759960"/>
                    <a:pt x="1186782" y="1773618"/>
                    <a:pt x="1186782" y="1792241"/>
                  </a:cubicBezTo>
                  <a:cubicBezTo>
                    <a:pt x="1186782" y="1810865"/>
                    <a:pt x="1190476" y="1825764"/>
                    <a:pt x="1196632" y="1836938"/>
                  </a:cubicBezTo>
                  <a:cubicBezTo>
                    <a:pt x="1202788" y="1848112"/>
                    <a:pt x="1211406" y="1853078"/>
                    <a:pt x="1224950" y="1853078"/>
                  </a:cubicBezTo>
                  <a:cubicBezTo>
                    <a:pt x="1237262" y="1853078"/>
                    <a:pt x="1247112" y="1848112"/>
                    <a:pt x="1253268" y="1836938"/>
                  </a:cubicBezTo>
                  <a:cubicBezTo>
                    <a:pt x="1259424" y="1825764"/>
                    <a:pt x="1261886" y="1810865"/>
                    <a:pt x="1261886" y="1792241"/>
                  </a:cubicBezTo>
                  <a:cubicBezTo>
                    <a:pt x="1261886" y="1773618"/>
                    <a:pt x="1259424" y="1759960"/>
                    <a:pt x="1253268" y="1748786"/>
                  </a:cubicBezTo>
                  <a:cubicBezTo>
                    <a:pt x="1247112" y="1737612"/>
                    <a:pt x="1237262" y="1732646"/>
                    <a:pt x="1224950" y="1732646"/>
                  </a:cubicBezTo>
                  <a:close/>
                  <a:moveTo>
                    <a:pt x="1053436" y="1732646"/>
                  </a:moveTo>
                  <a:cubicBezTo>
                    <a:pt x="1039892" y="1732646"/>
                    <a:pt x="1031274" y="1737612"/>
                    <a:pt x="1025118" y="1748786"/>
                  </a:cubicBezTo>
                  <a:cubicBezTo>
                    <a:pt x="1018962" y="1759960"/>
                    <a:pt x="1016500" y="1773618"/>
                    <a:pt x="1016500" y="1792241"/>
                  </a:cubicBezTo>
                  <a:cubicBezTo>
                    <a:pt x="1016500" y="1810865"/>
                    <a:pt x="1018962" y="1825764"/>
                    <a:pt x="1025118" y="1836938"/>
                  </a:cubicBezTo>
                  <a:cubicBezTo>
                    <a:pt x="1031274" y="1848112"/>
                    <a:pt x="1041124" y="1853078"/>
                    <a:pt x="1053436" y="1853078"/>
                  </a:cubicBezTo>
                  <a:cubicBezTo>
                    <a:pt x="1066978" y="1853078"/>
                    <a:pt x="1076828" y="1848112"/>
                    <a:pt x="1081752" y="1836938"/>
                  </a:cubicBezTo>
                  <a:cubicBezTo>
                    <a:pt x="1087908" y="1825764"/>
                    <a:pt x="1091602" y="1810865"/>
                    <a:pt x="1091602" y="1792241"/>
                  </a:cubicBezTo>
                  <a:cubicBezTo>
                    <a:pt x="1091602" y="1773618"/>
                    <a:pt x="1087908" y="1759960"/>
                    <a:pt x="1081752" y="1748786"/>
                  </a:cubicBezTo>
                  <a:cubicBezTo>
                    <a:pt x="1076828" y="1737612"/>
                    <a:pt x="1066978" y="1732646"/>
                    <a:pt x="1053436" y="1732646"/>
                  </a:cubicBezTo>
                  <a:close/>
                  <a:moveTo>
                    <a:pt x="880998" y="1732646"/>
                  </a:moveTo>
                  <a:cubicBezTo>
                    <a:pt x="867054" y="1732646"/>
                    <a:pt x="856912" y="1737612"/>
                    <a:pt x="850574" y="1748786"/>
                  </a:cubicBezTo>
                  <a:cubicBezTo>
                    <a:pt x="845504" y="1759960"/>
                    <a:pt x="842970" y="1773618"/>
                    <a:pt x="842970" y="1792241"/>
                  </a:cubicBezTo>
                  <a:cubicBezTo>
                    <a:pt x="842970" y="1810865"/>
                    <a:pt x="845504" y="1825764"/>
                    <a:pt x="851842" y="1836938"/>
                  </a:cubicBezTo>
                  <a:cubicBezTo>
                    <a:pt x="858180" y="1848112"/>
                    <a:pt x="867054" y="1853078"/>
                    <a:pt x="880998" y="1853078"/>
                  </a:cubicBezTo>
                  <a:cubicBezTo>
                    <a:pt x="894942" y="1853078"/>
                    <a:pt x="905082" y="1848112"/>
                    <a:pt x="910152" y="1836938"/>
                  </a:cubicBezTo>
                  <a:cubicBezTo>
                    <a:pt x="916490" y="1825764"/>
                    <a:pt x="920294" y="1810865"/>
                    <a:pt x="920294" y="1792241"/>
                  </a:cubicBezTo>
                  <a:cubicBezTo>
                    <a:pt x="920294" y="1773618"/>
                    <a:pt x="916490" y="1759960"/>
                    <a:pt x="910152" y="1748786"/>
                  </a:cubicBezTo>
                  <a:cubicBezTo>
                    <a:pt x="905082" y="1737612"/>
                    <a:pt x="894942" y="1732646"/>
                    <a:pt x="880998" y="1732646"/>
                  </a:cubicBezTo>
                  <a:close/>
                  <a:moveTo>
                    <a:pt x="589870" y="1732646"/>
                  </a:moveTo>
                  <a:cubicBezTo>
                    <a:pt x="575926" y="1732646"/>
                    <a:pt x="565784" y="1737612"/>
                    <a:pt x="559446" y="1748786"/>
                  </a:cubicBezTo>
                  <a:cubicBezTo>
                    <a:pt x="553108" y="1759960"/>
                    <a:pt x="550572" y="1773618"/>
                    <a:pt x="550572" y="1792241"/>
                  </a:cubicBezTo>
                  <a:cubicBezTo>
                    <a:pt x="550572" y="1810865"/>
                    <a:pt x="553108" y="1825764"/>
                    <a:pt x="559446" y="1836938"/>
                  </a:cubicBezTo>
                  <a:cubicBezTo>
                    <a:pt x="565784" y="1848112"/>
                    <a:pt x="575926" y="1853078"/>
                    <a:pt x="589870" y="1853078"/>
                  </a:cubicBezTo>
                  <a:cubicBezTo>
                    <a:pt x="603814" y="1853078"/>
                    <a:pt x="613954" y="1848112"/>
                    <a:pt x="619024" y="1836938"/>
                  </a:cubicBezTo>
                  <a:cubicBezTo>
                    <a:pt x="625364" y="1825764"/>
                    <a:pt x="627898" y="1810865"/>
                    <a:pt x="627898" y="1792241"/>
                  </a:cubicBezTo>
                  <a:cubicBezTo>
                    <a:pt x="627898" y="1773618"/>
                    <a:pt x="625364" y="1759960"/>
                    <a:pt x="619024" y="1748786"/>
                  </a:cubicBezTo>
                  <a:cubicBezTo>
                    <a:pt x="613954" y="1737612"/>
                    <a:pt x="603814" y="1732646"/>
                    <a:pt x="589870" y="1732646"/>
                  </a:cubicBezTo>
                  <a:close/>
                  <a:moveTo>
                    <a:pt x="293880" y="1732646"/>
                  </a:moveTo>
                  <a:cubicBezTo>
                    <a:pt x="278796" y="1732646"/>
                    <a:pt x="269998" y="1737612"/>
                    <a:pt x="263714" y="1748786"/>
                  </a:cubicBezTo>
                  <a:cubicBezTo>
                    <a:pt x="257428" y="1759960"/>
                    <a:pt x="254916" y="1773618"/>
                    <a:pt x="254916" y="1792241"/>
                  </a:cubicBezTo>
                  <a:cubicBezTo>
                    <a:pt x="254916" y="1810865"/>
                    <a:pt x="257428" y="1825764"/>
                    <a:pt x="263714" y="1836938"/>
                  </a:cubicBezTo>
                  <a:cubicBezTo>
                    <a:pt x="269998" y="1848112"/>
                    <a:pt x="278796" y="1853078"/>
                    <a:pt x="293880" y="1853078"/>
                  </a:cubicBezTo>
                  <a:cubicBezTo>
                    <a:pt x="306448" y="1853078"/>
                    <a:pt x="316504" y="1848112"/>
                    <a:pt x="322788" y="1836938"/>
                  </a:cubicBezTo>
                  <a:cubicBezTo>
                    <a:pt x="329072" y="1825764"/>
                    <a:pt x="331586" y="1810865"/>
                    <a:pt x="331586" y="1792241"/>
                  </a:cubicBezTo>
                  <a:cubicBezTo>
                    <a:pt x="331586" y="1773618"/>
                    <a:pt x="329072" y="1759960"/>
                    <a:pt x="322788" y="1748786"/>
                  </a:cubicBezTo>
                  <a:cubicBezTo>
                    <a:pt x="316504" y="1737612"/>
                    <a:pt x="306448" y="1732646"/>
                    <a:pt x="293880" y="1732646"/>
                  </a:cubicBezTo>
                  <a:close/>
                  <a:moveTo>
                    <a:pt x="1224950" y="1702848"/>
                  </a:moveTo>
                  <a:cubicBezTo>
                    <a:pt x="1249574" y="1702848"/>
                    <a:pt x="1266810" y="1711539"/>
                    <a:pt x="1277892" y="1727680"/>
                  </a:cubicBezTo>
                  <a:cubicBezTo>
                    <a:pt x="1290204" y="1745062"/>
                    <a:pt x="1295128" y="1766168"/>
                    <a:pt x="1295128" y="1792241"/>
                  </a:cubicBezTo>
                  <a:cubicBezTo>
                    <a:pt x="1295128" y="1818314"/>
                    <a:pt x="1288972" y="1839421"/>
                    <a:pt x="1277892" y="1856803"/>
                  </a:cubicBezTo>
                  <a:cubicBezTo>
                    <a:pt x="1265580" y="1874185"/>
                    <a:pt x="1248342" y="1882876"/>
                    <a:pt x="1224950" y="1882876"/>
                  </a:cubicBezTo>
                  <a:cubicBezTo>
                    <a:pt x="1201556" y="1882876"/>
                    <a:pt x="1183088" y="1874185"/>
                    <a:pt x="1172008" y="1856803"/>
                  </a:cubicBezTo>
                  <a:cubicBezTo>
                    <a:pt x="1159696" y="1839421"/>
                    <a:pt x="1153540" y="1818314"/>
                    <a:pt x="1153540" y="1792241"/>
                  </a:cubicBezTo>
                  <a:cubicBezTo>
                    <a:pt x="1153540" y="1766168"/>
                    <a:pt x="1159696" y="1745062"/>
                    <a:pt x="1172008" y="1727680"/>
                  </a:cubicBezTo>
                  <a:cubicBezTo>
                    <a:pt x="1183088" y="1711539"/>
                    <a:pt x="1201556" y="1702848"/>
                    <a:pt x="1224950" y="1702848"/>
                  </a:cubicBezTo>
                  <a:close/>
                  <a:moveTo>
                    <a:pt x="1054666" y="1702848"/>
                  </a:moveTo>
                  <a:cubicBezTo>
                    <a:pt x="1079290" y="1702848"/>
                    <a:pt x="1095296" y="1711539"/>
                    <a:pt x="1107608" y="1727680"/>
                  </a:cubicBezTo>
                  <a:cubicBezTo>
                    <a:pt x="1119920" y="1745062"/>
                    <a:pt x="1124844" y="1766168"/>
                    <a:pt x="1124844" y="1792241"/>
                  </a:cubicBezTo>
                  <a:cubicBezTo>
                    <a:pt x="1124844" y="1818314"/>
                    <a:pt x="1119920" y="1839421"/>
                    <a:pt x="1107608" y="1856803"/>
                  </a:cubicBezTo>
                  <a:cubicBezTo>
                    <a:pt x="1095296" y="1874185"/>
                    <a:pt x="1078060" y="1882876"/>
                    <a:pt x="1054666" y="1882876"/>
                  </a:cubicBezTo>
                  <a:cubicBezTo>
                    <a:pt x="1030042" y="1882876"/>
                    <a:pt x="1012806" y="1874185"/>
                    <a:pt x="1000494" y="1856803"/>
                  </a:cubicBezTo>
                  <a:cubicBezTo>
                    <a:pt x="989412" y="1839421"/>
                    <a:pt x="983256" y="1818314"/>
                    <a:pt x="983256" y="1792241"/>
                  </a:cubicBezTo>
                  <a:cubicBezTo>
                    <a:pt x="983256" y="1766168"/>
                    <a:pt x="989412" y="1745062"/>
                    <a:pt x="1000494" y="1727680"/>
                  </a:cubicBezTo>
                  <a:cubicBezTo>
                    <a:pt x="1012806" y="1711539"/>
                    <a:pt x="1030042" y="1702848"/>
                    <a:pt x="1054666" y="1702848"/>
                  </a:cubicBezTo>
                  <a:close/>
                  <a:moveTo>
                    <a:pt x="880998" y="1702848"/>
                  </a:moveTo>
                  <a:cubicBezTo>
                    <a:pt x="906350" y="1702848"/>
                    <a:pt x="924096" y="1711539"/>
                    <a:pt x="936772" y="1727680"/>
                  </a:cubicBezTo>
                  <a:cubicBezTo>
                    <a:pt x="949448" y="1745062"/>
                    <a:pt x="954520" y="1766168"/>
                    <a:pt x="954520" y="1792241"/>
                  </a:cubicBezTo>
                  <a:cubicBezTo>
                    <a:pt x="954520" y="1818314"/>
                    <a:pt x="949448" y="1839421"/>
                    <a:pt x="936772" y="1856803"/>
                  </a:cubicBezTo>
                  <a:cubicBezTo>
                    <a:pt x="924096" y="1874185"/>
                    <a:pt x="905082" y="1882876"/>
                    <a:pt x="880998" y="1882876"/>
                  </a:cubicBezTo>
                  <a:cubicBezTo>
                    <a:pt x="856912" y="1882876"/>
                    <a:pt x="839166" y="1874185"/>
                    <a:pt x="826490" y="1856803"/>
                  </a:cubicBezTo>
                  <a:cubicBezTo>
                    <a:pt x="813814" y="1839421"/>
                    <a:pt x="807476" y="1818314"/>
                    <a:pt x="807476" y="1792241"/>
                  </a:cubicBezTo>
                  <a:cubicBezTo>
                    <a:pt x="807476" y="1766168"/>
                    <a:pt x="813814" y="1745062"/>
                    <a:pt x="826490" y="1727680"/>
                  </a:cubicBezTo>
                  <a:cubicBezTo>
                    <a:pt x="839166" y="1711539"/>
                    <a:pt x="856912" y="1702848"/>
                    <a:pt x="880998" y="1702848"/>
                  </a:cubicBezTo>
                  <a:close/>
                  <a:moveTo>
                    <a:pt x="589870" y="1702848"/>
                  </a:moveTo>
                  <a:cubicBezTo>
                    <a:pt x="615222" y="1702848"/>
                    <a:pt x="632968" y="1711539"/>
                    <a:pt x="645646" y="1727680"/>
                  </a:cubicBezTo>
                  <a:cubicBezTo>
                    <a:pt x="657054" y="1745062"/>
                    <a:pt x="663392" y="1766168"/>
                    <a:pt x="663392" y="1792241"/>
                  </a:cubicBezTo>
                  <a:cubicBezTo>
                    <a:pt x="663392" y="1818314"/>
                    <a:pt x="657054" y="1839421"/>
                    <a:pt x="644378" y="1856803"/>
                  </a:cubicBezTo>
                  <a:cubicBezTo>
                    <a:pt x="631702" y="1874185"/>
                    <a:pt x="613954" y="1882876"/>
                    <a:pt x="589870" y="1882876"/>
                  </a:cubicBezTo>
                  <a:cubicBezTo>
                    <a:pt x="565784" y="1882876"/>
                    <a:pt x="546770" y="1874185"/>
                    <a:pt x="535360" y="1856803"/>
                  </a:cubicBezTo>
                  <a:cubicBezTo>
                    <a:pt x="522684" y="1839421"/>
                    <a:pt x="516346" y="1818314"/>
                    <a:pt x="516346" y="1792241"/>
                  </a:cubicBezTo>
                  <a:cubicBezTo>
                    <a:pt x="516346" y="1766168"/>
                    <a:pt x="522684" y="1745062"/>
                    <a:pt x="535360" y="1727680"/>
                  </a:cubicBezTo>
                  <a:cubicBezTo>
                    <a:pt x="546770" y="1711539"/>
                    <a:pt x="565784" y="1702848"/>
                    <a:pt x="589870" y="1702848"/>
                  </a:cubicBezTo>
                  <a:close/>
                  <a:moveTo>
                    <a:pt x="293880" y="1702848"/>
                  </a:moveTo>
                  <a:cubicBezTo>
                    <a:pt x="317760" y="1702848"/>
                    <a:pt x="336614" y="1711539"/>
                    <a:pt x="347926" y="1727680"/>
                  </a:cubicBezTo>
                  <a:cubicBezTo>
                    <a:pt x="360494" y="1745062"/>
                    <a:pt x="366780" y="1766168"/>
                    <a:pt x="366780" y="1792241"/>
                  </a:cubicBezTo>
                  <a:cubicBezTo>
                    <a:pt x="366780" y="1818314"/>
                    <a:pt x="360494" y="1839421"/>
                    <a:pt x="347926" y="1856803"/>
                  </a:cubicBezTo>
                  <a:cubicBezTo>
                    <a:pt x="335356" y="1874185"/>
                    <a:pt x="316504" y="1882876"/>
                    <a:pt x="293880" y="1882876"/>
                  </a:cubicBezTo>
                  <a:cubicBezTo>
                    <a:pt x="269998" y="1882876"/>
                    <a:pt x="251144" y="1874185"/>
                    <a:pt x="238576" y="1856803"/>
                  </a:cubicBezTo>
                  <a:cubicBezTo>
                    <a:pt x="226006" y="1839421"/>
                    <a:pt x="219722" y="1818314"/>
                    <a:pt x="219722" y="1792241"/>
                  </a:cubicBezTo>
                  <a:cubicBezTo>
                    <a:pt x="219722" y="1766168"/>
                    <a:pt x="226006" y="1745062"/>
                    <a:pt x="238576" y="1727680"/>
                  </a:cubicBezTo>
                  <a:cubicBezTo>
                    <a:pt x="251144" y="1711539"/>
                    <a:pt x="269998" y="1702848"/>
                    <a:pt x="293880" y="1702848"/>
                  </a:cubicBezTo>
                  <a:close/>
                  <a:moveTo>
                    <a:pt x="1354154" y="1702845"/>
                  </a:moveTo>
                  <a:lnTo>
                    <a:pt x="1372066" y="1702845"/>
                  </a:lnTo>
                  <a:lnTo>
                    <a:pt x="1372066" y="1877384"/>
                  </a:lnTo>
                  <a:lnTo>
                    <a:pt x="1325496" y="1877384"/>
                  </a:lnTo>
                  <a:lnTo>
                    <a:pt x="1325496" y="1851389"/>
                  </a:lnTo>
                  <a:lnTo>
                    <a:pt x="1356544" y="1851389"/>
                  </a:lnTo>
                  <a:lnTo>
                    <a:pt x="1356544" y="1731316"/>
                  </a:lnTo>
                  <a:lnTo>
                    <a:pt x="1329078" y="1743695"/>
                  </a:lnTo>
                  <a:lnTo>
                    <a:pt x="1318332" y="1717700"/>
                  </a:lnTo>
                  <a:close/>
                  <a:moveTo>
                    <a:pt x="716746" y="1702845"/>
                  </a:moveTo>
                  <a:lnTo>
                    <a:pt x="753584" y="1702845"/>
                  </a:lnTo>
                  <a:lnTo>
                    <a:pt x="753584" y="1851389"/>
                  </a:lnTo>
                  <a:lnTo>
                    <a:pt x="784280" y="1851389"/>
                  </a:lnTo>
                  <a:lnTo>
                    <a:pt x="784280" y="1877384"/>
                  </a:lnTo>
                  <a:lnTo>
                    <a:pt x="688506" y="1877384"/>
                  </a:lnTo>
                  <a:lnTo>
                    <a:pt x="688506" y="1851389"/>
                  </a:lnTo>
                  <a:lnTo>
                    <a:pt x="720430" y="1851389"/>
                  </a:lnTo>
                  <a:lnTo>
                    <a:pt x="720430" y="1731316"/>
                  </a:lnTo>
                  <a:lnTo>
                    <a:pt x="692188" y="1743695"/>
                  </a:lnTo>
                  <a:lnTo>
                    <a:pt x="681138" y="1717700"/>
                  </a:lnTo>
                  <a:close/>
                  <a:moveTo>
                    <a:pt x="425612" y="1702845"/>
                  </a:moveTo>
                  <a:lnTo>
                    <a:pt x="462448" y="1702845"/>
                  </a:lnTo>
                  <a:lnTo>
                    <a:pt x="462448" y="1851389"/>
                  </a:lnTo>
                  <a:lnTo>
                    <a:pt x="493144" y="1851389"/>
                  </a:lnTo>
                  <a:lnTo>
                    <a:pt x="493144" y="1877384"/>
                  </a:lnTo>
                  <a:lnTo>
                    <a:pt x="396144" y="1877384"/>
                  </a:lnTo>
                  <a:lnTo>
                    <a:pt x="396144" y="1851389"/>
                  </a:lnTo>
                  <a:lnTo>
                    <a:pt x="429296" y="1851389"/>
                  </a:lnTo>
                  <a:lnTo>
                    <a:pt x="429296" y="1731316"/>
                  </a:lnTo>
                  <a:lnTo>
                    <a:pt x="401056" y="1743695"/>
                  </a:lnTo>
                  <a:lnTo>
                    <a:pt x="390004" y="1717700"/>
                  </a:lnTo>
                  <a:close/>
                  <a:moveTo>
                    <a:pt x="130216" y="1702845"/>
                  </a:moveTo>
                  <a:lnTo>
                    <a:pt x="165822" y="1702845"/>
                  </a:lnTo>
                  <a:lnTo>
                    <a:pt x="165822" y="1851389"/>
                  </a:lnTo>
                  <a:lnTo>
                    <a:pt x="196518" y="1851389"/>
                  </a:lnTo>
                  <a:lnTo>
                    <a:pt x="196518" y="1877384"/>
                  </a:lnTo>
                  <a:lnTo>
                    <a:pt x="100748" y="1877384"/>
                  </a:lnTo>
                  <a:lnTo>
                    <a:pt x="100748" y="1851389"/>
                  </a:lnTo>
                  <a:lnTo>
                    <a:pt x="132670" y="1851389"/>
                  </a:lnTo>
                  <a:lnTo>
                    <a:pt x="132670" y="1731316"/>
                  </a:lnTo>
                  <a:lnTo>
                    <a:pt x="105658" y="1743695"/>
                  </a:lnTo>
                  <a:lnTo>
                    <a:pt x="93380" y="1717700"/>
                  </a:lnTo>
                  <a:close/>
                  <a:moveTo>
                    <a:pt x="8682" y="1702845"/>
                  </a:moveTo>
                  <a:lnTo>
                    <a:pt x="44654" y="1702845"/>
                  </a:lnTo>
                  <a:lnTo>
                    <a:pt x="44654" y="1851389"/>
                  </a:lnTo>
                  <a:lnTo>
                    <a:pt x="75662" y="1851389"/>
                  </a:lnTo>
                  <a:lnTo>
                    <a:pt x="75662" y="1877384"/>
                  </a:lnTo>
                  <a:lnTo>
                    <a:pt x="0" y="1877384"/>
                  </a:lnTo>
                  <a:lnTo>
                    <a:pt x="0" y="1851389"/>
                  </a:lnTo>
                  <a:lnTo>
                    <a:pt x="11164" y="1851389"/>
                  </a:lnTo>
                  <a:lnTo>
                    <a:pt x="11164" y="1731316"/>
                  </a:lnTo>
                  <a:lnTo>
                    <a:pt x="0" y="1736268"/>
                  </a:lnTo>
                  <a:lnTo>
                    <a:pt x="0" y="1706559"/>
                  </a:lnTo>
                  <a:close/>
                  <a:moveTo>
                    <a:pt x="977764" y="1385535"/>
                  </a:moveTo>
                  <a:cubicBezTo>
                    <a:pt x="964222" y="1385535"/>
                    <a:pt x="954372" y="1391785"/>
                    <a:pt x="948216" y="1403037"/>
                  </a:cubicBezTo>
                  <a:cubicBezTo>
                    <a:pt x="943290" y="1413038"/>
                    <a:pt x="939598" y="1428040"/>
                    <a:pt x="939598" y="1446792"/>
                  </a:cubicBezTo>
                  <a:cubicBezTo>
                    <a:pt x="939598" y="1464294"/>
                    <a:pt x="943290" y="1479296"/>
                    <a:pt x="949446" y="1491798"/>
                  </a:cubicBezTo>
                  <a:cubicBezTo>
                    <a:pt x="954372" y="1503049"/>
                    <a:pt x="964222" y="1508050"/>
                    <a:pt x="977764" y="1508050"/>
                  </a:cubicBezTo>
                  <a:cubicBezTo>
                    <a:pt x="990076" y="1508050"/>
                    <a:pt x="999926" y="1503049"/>
                    <a:pt x="1006082" y="1491798"/>
                  </a:cubicBezTo>
                  <a:cubicBezTo>
                    <a:pt x="1012238" y="1479296"/>
                    <a:pt x="1014700" y="1464294"/>
                    <a:pt x="1014700" y="1446792"/>
                  </a:cubicBezTo>
                  <a:cubicBezTo>
                    <a:pt x="1014700" y="1429290"/>
                    <a:pt x="1012238" y="1413038"/>
                    <a:pt x="1006082" y="1403037"/>
                  </a:cubicBezTo>
                  <a:cubicBezTo>
                    <a:pt x="999926" y="1391785"/>
                    <a:pt x="990076" y="1385535"/>
                    <a:pt x="977764" y="1385535"/>
                  </a:cubicBezTo>
                  <a:close/>
                  <a:moveTo>
                    <a:pt x="679908" y="1385535"/>
                  </a:moveTo>
                  <a:cubicBezTo>
                    <a:pt x="666366" y="1385535"/>
                    <a:pt x="657746" y="1391785"/>
                    <a:pt x="651590" y="1403037"/>
                  </a:cubicBezTo>
                  <a:cubicBezTo>
                    <a:pt x="645434" y="1413038"/>
                    <a:pt x="641742" y="1428040"/>
                    <a:pt x="641742" y="1446792"/>
                  </a:cubicBezTo>
                  <a:cubicBezTo>
                    <a:pt x="641742" y="1464294"/>
                    <a:pt x="645434" y="1479296"/>
                    <a:pt x="651590" y="1491798"/>
                  </a:cubicBezTo>
                  <a:cubicBezTo>
                    <a:pt x="657746" y="1503049"/>
                    <a:pt x="667596" y="1508050"/>
                    <a:pt x="679908" y="1508050"/>
                  </a:cubicBezTo>
                  <a:cubicBezTo>
                    <a:pt x="693452" y="1508050"/>
                    <a:pt x="703302" y="1503049"/>
                    <a:pt x="708226" y="1491798"/>
                  </a:cubicBezTo>
                  <a:cubicBezTo>
                    <a:pt x="714382" y="1479296"/>
                    <a:pt x="718076" y="1464294"/>
                    <a:pt x="718076" y="1446792"/>
                  </a:cubicBezTo>
                  <a:cubicBezTo>
                    <a:pt x="718076" y="1429290"/>
                    <a:pt x="714382" y="1413038"/>
                    <a:pt x="708226" y="1403037"/>
                  </a:cubicBezTo>
                  <a:cubicBezTo>
                    <a:pt x="703302" y="1391785"/>
                    <a:pt x="693452" y="1385535"/>
                    <a:pt x="679908" y="1385535"/>
                  </a:cubicBezTo>
                  <a:close/>
                  <a:moveTo>
                    <a:pt x="512968" y="1385535"/>
                  </a:moveTo>
                  <a:cubicBezTo>
                    <a:pt x="499024" y="1385535"/>
                    <a:pt x="488882" y="1391785"/>
                    <a:pt x="482544" y="1403037"/>
                  </a:cubicBezTo>
                  <a:cubicBezTo>
                    <a:pt x="477474" y="1413038"/>
                    <a:pt x="473670" y="1428040"/>
                    <a:pt x="473670" y="1446792"/>
                  </a:cubicBezTo>
                  <a:cubicBezTo>
                    <a:pt x="473670" y="1464294"/>
                    <a:pt x="477474" y="1479296"/>
                    <a:pt x="483812" y="1491798"/>
                  </a:cubicBezTo>
                  <a:cubicBezTo>
                    <a:pt x="490150" y="1503049"/>
                    <a:pt x="499024" y="1508050"/>
                    <a:pt x="512968" y="1508050"/>
                  </a:cubicBezTo>
                  <a:cubicBezTo>
                    <a:pt x="525644" y="1508050"/>
                    <a:pt x="537052" y="1503049"/>
                    <a:pt x="542122" y="1491798"/>
                  </a:cubicBezTo>
                  <a:cubicBezTo>
                    <a:pt x="548462" y="1479296"/>
                    <a:pt x="552264" y="1464294"/>
                    <a:pt x="552264" y="1446792"/>
                  </a:cubicBezTo>
                  <a:cubicBezTo>
                    <a:pt x="552264" y="1429290"/>
                    <a:pt x="548462" y="1413038"/>
                    <a:pt x="542122" y="1403037"/>
                  </a:cubicBezTo>
                  <a:cubicBezTo>
                    <a:pt x="537052" y="1391785"/>
                    <a:pt x="525644" y="1385535"/>
                    <a:pt x="512968" y="1385535"/>
                  </a:cubicBezTo>
                  <a:close/>
                  <a:moveTo>
                    <a:pt x="342680" y="1385535"/>
                  </a:moveTo>
                  <a:cubicBezTo>
                    <a:pt x="328736" y="1385535"/>
                    <a:pt x="318596" y="1391785"/>
                    <a:pt x="312256" y="1403037"/>
                  </a:cubicBezTo>
                  <a:cubicBezTo>
                    <a:pt x="305918" y="1413038"/>
                    <a:pt x="303384" y="1428040"/>
                    <a:pt x="303384" y="1446792"/>
                  </a:cubicBezTo>
                  <a:cubicBezTo>
                    <a:pt x="303384" y="1464294"/>
                    <a:pt x="305918" y="1479296"/>
                    <a:pt x="312256" y="1491798"/>
                  </a:cubicBezTo>
                  <a:cubicBezTo>
                    <a:pt x="318596" y="1503049"/>
                    <a:pt x="328736" y="1508050"/>
                    <a:pt x="342680" y="1508050"/>
                  </a:cubicBezTo>
                  <a:cubicBezTo>
                    <a:pt x="356624" y="1508050"/>
                    <a:pt x="365496" y="1503049"/>
                    <a:pt x="371834" y="1491798"/>
                  </a:cubicBezTo>
                  <a:cubicBezTo>
                    <a:pt x="378172" y="1479296"/>
                    <a:pt x="380708" y="1464294"/>
                    <a:pt x="380708" y="1446792"/>
                  </a:cubicBezTo>
                  <a:cubicBezTo>
                    <a:pt x="380708" y="1429290"/>
                    <a:pt x="378172" y="1413038"/>
                    <a:pt x="371834" y="1403037"/>
                  </a:cubicBezTo>
                  <a:cubicBezTo>
                    <a:pt x="365496" y="1391785"/>
                    <a:pt x="356624" y="1385535"/>
                    <a:pt x="342680" y="1385535"/>
                  </a:cubicBezTo>
                  <a:close/>
                  <a:moveTo>
                    <a:pt x="173032" y="1385535"/>
                  </a:moveTo>
                  <a:cubicBezTo>
                    <a:pt x="159206" y="1385535"/>
                    <a:pt x="149150" y="1391785"/>
                    <a:pt x="142866" y="1403037"/>
                  </a:cubicBezTo>
                  <a:cubicBezTo>
                    <a:pt x="136582" y="1413038"/>
                    <a:pt x="134068" y="1428040"/>
                    <a:pt x="134068" y="1446792"/>
                  </a:cubicBezTo>
                  <a:cubicBezTo>
                    <a:pt x="134068" y="1464294"/>
                    <a:pt x="136582" y="1479296"/>
                    <a:pt x="142866" y="1491798"/>
                  </a:cubicBezTo>
                  <a:cubicBezTo>
                    <a:pt x="149150" y="1503049"/>
                    <a:pt x="159206" y="1508050"/>
                    <a:pt x="173032" y="1508050"/>
                  </a:cubicBezTo>
                  <a:cubicBezTo>
                    <a:pt x="185600" y="1508050"/>
                    <a:pt x="195656" y="1503049"/>
                    <a:pt x="201940" y="1491798"/>
                  </a:cubicBezTo>
                  <a:cubicBezTo>
                    <a:pt x="208226" y="1479296"/>
                    <a:pt x="210738" y="1464294"/>
                    <a:pt x="210738" y="1446792"/>
                  </a:cubicBezTo>
                  <a:cubicBezTo>
                    <a:pt x="210738" y="1429290"/>
                    <a:pt x="208226" y="1413038"/>
                    <a:pt x="201940" y="1403037"/>
                  </a:cubicBezTo>
                  <a:cubicBezTo>
                    <a:pt x="195656" y="1391785"/>
                    <a:pt x="185600" y="1385535"/>
                    <a:pt x="173032" y="1385535"/>
                  </a:cubicBezTo>
                  <a:close/>
                  <a:moveTo>
                    <a:pt x="1354154" y="1362276"/>
                  </a:moveTo>
                  <a:lnTo>
                    <a:pt x="1372066" y="1362276"/>
                  </a:lnTo>
                  <a:lnTo>
                    <a:pt x="1372066" y="1536815"/>
                  </a:lnTo>
                  <a:lnTo>
                    <a:pt x="1325496" y="1536815"/>
                  </a:lnTo>
                  <a:lnTo>
                    <a:pt x="1325496" y="1510820"/>
                  </a:lnTo>
                  <a:lnTo>
                    <a:pt x="1356544" y="1510820"/>
                  </a:lnTo>
                  <a:lnTo>
                    <a:pt x="1356544" y="1390747"/>
                  </a:lnTo>
                  <a:lnTo>
                    <a:pt x="1329078" y="1401888"/>
                  </a:lnTo>
                  <a:lnTo>
                    <a:pt x="1318332" y="1377131"/>
                  </a:lnTo>
                  <a:close/>
                  <a:moveTo>
                    <a:pt x="1234320" y="1362276"/>
                  </a:moveTo>
                  <a:lnTo>
                    <a:pt x="1269930" y="1362276"/>
                  </a:lnTo>
                  <a:lnTo>
                    <a:pt x="1269930" y="1510820"/>
                  </a:lnTo>
                  <a:lnTo>
                    <a:pt x="1300626" y="1510820"/>
                  </a:lnTo>
                  <a:lnTo>
                    <a:pt x="1300626" y="1536815"/>
                  </a:lnTo>
                  <a:lnTo>
                    <a:pt x="1204852" y="1536815"/>
                  </a:lnTo>
                  <a:lnTo>
                    <a:pt x="1204852" y="1510820"/>
                  </a:lnTo>
                  <a:lnTo>
                    <a:pt x="1236776" y="1510820"/>
                  </a:lnTo>
                  <a:lnTo>
                    <a:pt x="1236776" y="1390747"/>
                  </a:lnTo>
                  <a:lnTo>
                    <a:pt x="1208534" y="1401888"/>
                  </a:lnTo>
                  <a:lnTo>
                    <a:pt x="1197484" y="1377131"/>
                  </a:lnTo>
                  <a:close/>
                  <a:moveTo>
                    <a:pt x="1107174" y="1362276"/>
                  </a:moveTo>
                  <a:lnTo>
                    <a:pt x="1144446" y="1362276"/>
                  </a:lnTo>
                  <a:lnTo>
                    <a:pt x="1144446" y="1510820"/>
                  </a:lnTo>
                  <a:lnTo>
                    <a:pt x="1174266" y="1510820"/>
                  </a:lnTo>
                  <a:lnTo>
                    <a:pt x="1174266" y="1536815"/>
                  </a:lnTo>
                  <a:lnTo>
                    <a:pt x="1078596" y="1536815"/>
                  </a:lnTo>
                  <a:lnTo>
                    <a:pt x="1078596" y="1510820"/>
                  </a:lnTo>
                  <a:lnTo>
                    <a:pt x="1110900" y="1510820"/>
                  </a:lnTo>
                  <a:lnTo>
                    <a:pt x="1110900" y="1390747"/>
                  </a:lnTo>
                  <a:lnTo>
                    <a:pt x="1082324" y="1401888"/>
                  </a:lnTo>
                  <a:lnTo>
                    <a:pt x="1071142" y="1377131"/>
                  </a:lnTo>
                  <a:close/>
                  <a:moveTo>
                    <a:pt x="816046" y="1362276"/>
                  </a:moveTo>
                  <a:lnTo>
                    <a:pt x="852078" y="1362276"/>
                  </a:lnTo>
                  <a:lnTo>
                    <a:pt x="852078" y="1510820"/>
                  </a:lnTo>
                  <a:lnTo>
                    <a:pt x="883140" y="1510820"/>
                  </a:lnTo>
                  <a:lnTo>
                    <a:pt x="883140" y="1536815"/>
                  </a:lnTo>
                  <a:lnTo>
                    <a:pt x="787468" y="1536815"/>
                  </a:lnTo>
                  <a:lnTo>
                    <a:pt x="787468" y="1510820"/>
                  </a:lnTo>
                  <a:lnTo>
                    <a:pt x="818530" y="1510820"/>
                  </a:lnTo>
                  <a:lnTo>
                    <a:pt x="818530" y="1390747"/>
                  </a:lnTo>
                  <a:lnTo>
                    <a:pt x="789952" y="1401888"/>
                  </a:lnTo>
                  <a:lnTo>
                    <a:pt x="780012" y="1377131"/>
                  </a:lnTo>
                  <a:close/>
                  <a:moveTo>
                    <a:pt x="8682" y="1362276"/>
                  </a:moveTo>
                  <a:lnTo>
                    <a:pt x="44654" y="1362276"/>
                  </a:lnTo>
                  <a:lnTo>
                    <a:pt x="44654" y="1510820"/>
                  </a:lnTo>
                  <a:lnTo>
                    <a:pt x="75662" y="1510820"/>
                  </a:lnTo>
                  <a:lnTo>
                    <a:pt x="75662" y="1536815"/>
                  </a:lnTo>
                  <a:lnTo>
                    <a:pt x="0" y="1536815"/>
                  </a:lnTo>
                  <a:lnTo>
                    <a:pt x="0" y="1510820"/>
                  </a:lnTo>
                  <a:lnTo>
                    <a:pt x="11164" y="1510820"/>
                  </a:lnTo>
                  <a:lnTo>
                    <a:pt x="11164" y="1390747"/>
                  </a:lnTo>
                  <a:lnTo>
                    <a:pt x="0" y="1395699"/>
                  </a:lnTo>
                  <a:lnTo>
                    <a:pt x="0" y="1365990"/>
                  </a:lnTo>
                  <a:close/>
                  <a:moveTo>
                    <a:pt x="977764" y="1356781"/>
                  </a:moveTo>
                  <a:cubicBezTo>
                    <a:pt x="1001158" y="1356781"/>
                    <a:pt x="1019626" y="1364282"/>
                    <a:pt x="1030706" y="1381784"/>
                  </a:cubicBezTo>
                  <a:cubicBezTo>
                    <a:pt x="1043018" y="1398036"/>
                    <a:pt x="1047942" y="1420539"/>
                    <a:pt x="1047942" y="1446792"/>
                  </a:cubicBezTo>
                  <a:cubicBezTo>
                    <a:pt x="1047942" y="1473045"/>
                    <a:pt x="1041786" y="1494298"/>
                    <a:pt x="1030706" y="1511800"/>
                  </a:cubicBezTo>
                  <a:cubicBezTo>
                    <a:pt x="1018394" y="1529302"/>
                    <a:pt x="1001158" y="1536803"/>
                    <a:pt x="977764" y="1536803"/>
                  </a:cubicBezTo>
                  <a:cubicBezTo>
                    <a:pt x="953140" y="1536803"/>
                    <a:pt x="935904" y="1529302"/>
                    <a:pt x="923592" y="1511800"/>
                  </a:cubicBezTo>
                  <a:cubicBezTo>
                    <a:pt x="911280" y="1494298"/>
                    <a:pt x="906356" y="1473045"/>
                    <a:pt x="906356" y="1446792"/>
                  </a:cubicBezTo>
                  <a:cubicBezTo>
                    <a:pt x="906356" y="1420539"/>
                    <a:pt x="911280" y="1399286"/>
                    <a:pt x="923592" y="1381784"/>
                  </a:cubicBezTo>
                  <a:cubicBezTo>
                    <a:pt x="935904" y="1364282"/>
                    <a:pt x="953140" y="1356781"/>
                    <a:pt x="977764" y="1356781"/>
                  </a:cubicBezTo>
                  <a:close/>
                  <a:moveTo>
                    <a:pt x="681140" y="1356781"/>
                  </a:moveTo>
                  <a:cubicBezTo>
                    <a:pt x="704532" y="1356781"/>
                    <a:pt x="721770" y="1364282"/>
                    <a:pt x="734082" y="1381784"/>
                  </a:cubicBezTo>
                  <a:cubicBezTo>
                    <a:pt x="745162" y="1398036"/>
                    <a:pt x="751318" y="1420539"/>
                    <a:pt x="751318" y="1446792"/>
                  </a:cubicBezTo>
                  <a:cubicBezTo>
                    <a:pt x="751318" y="1473045"/>
                    <a:pt x="745162" y="1494298"/>
                    <a:pt x="732850" y="1511800"/>
                  </a:cubicBezTo>
                  <a:cubicBezTo>
                    <a:pt x="721770" y="1529302"/>
                    <a:pt x="704532" y="1536803"/>
                    <a:pt x="681140" y="1536803"/>
                  </a:cubicBezTo>
                  <a:cubicBezTo>
                    <a:pt x="656516" y="1536803"/>
                    <a:pt x="639278" y="1529302"/>
                    <a:pt x="626966" y="1511800"/>
                  </a:cubicBezTo>
                  <a:cubicBezTo>
                    <a:pt x="614654" y="1494298"/>
                    <a:pt x="609730" y="1473045"/>
                    <a:pt x="609730" y="1446792"/>
                  </a:cubicBezTo>
                  <a:cubicBezTo>
                    <a:pt x="609730" y="1420539"/>
                    <a:pt x="614654" y="1399286"/>
                    <a:pt x="626966" y="1381784"/>
                  </a:cubicBezTo>
                  <a:cubicBezTo>
                    <a:pt x="639278" y="1364282"/>
                    <a:pt x="656516" y="1356781"/>
                    <a:pt x="681140" y="1356781"/>
                  </a:cubicBezTo>
                  <a:close/>
                  <a:moveTo>
                    <a:pt x="512968" y="1356781"/>
                  </a:moveTo>
                  <a:cubicBezTo>
                    <a:pt x="538320" y="1356781"/>
                    <a:pt x="556066" y="1364282"/>
                    <a:pt x="567476" y="1381784"/>
                  </a:cubicBezTo>
                  <a:cubicBezTo>
                    <a:pt x="580152" y="1398036"/>
                    <a:pt x="586490" y="1420539"/>
                    <a:pt x="586490" y="1446792"/>
                  </a:cubicBezTo>
                  <a:cubicBezTo>
                    <a:pt x="586490" y="1473045"/>
                    <a:pt x="580152" y="1494298"/>
                    <a:pt x="567476" y="1511800"/>
                  </a:cubicBezTo>
                  <a:cubicBezTo>
                    <a:pt x="556066" y="1529302"/>
                    <a:pt x="537052" y="1536803"/>
                    <a:pt x="512968" y="1536803"/>
                  </a:cubicBezTo>
                  <a:cubicBezTo>
                    <a:pt x="488882" y="1536803"/>
                    <a:pt x="471136" y="1529302"/>
                    <a:pt x="458458" y="1511800"/>
                  </a:cubicBezTo>
                  <a:cubicBezTo>
                    <a:pt x="445782" y="1494298"/>
                    <a:pt x="439444" y="1473045"/>
                    <a:pt x="439444" y="1446792"/>
                  </a:cubicBezTo>
                  <a:cubicBezTo>
                    <a:pt x="439444" y="1420539"/>
                    <a:pt x="445782" y="1399286"/>
                    <a:pt x="458458" y="1381784"/>
                  </a:cubicBezTo>
                  <a:cubicBezTo>
                    <a:pt x="471136" y="1364282"/>
                    <a:pt x="488882" y="1356781"/>
                    <a:pt x="512968" y="1356781"/>
                  </a:cubicBezTo>
                  <a:close/>
                  <a:moveTo>
                    <a:pt x="342680" y="1356781"/>
                  </a:moveTo>
                  <a:cubicBezTo>
                    <a:pt x="368032" y="1356781"/>
                    <a:pt x="385778" y="1364282"/>
                    <a:pt x="397188" y="1381784"/>
                  </a:cubicBezTo>
                  <a:cubicBezTo>
                    <a:pt x="409864" y="1398036"/>
                    <a:pt x="416202" y="1420539"/>
                    <a:pt x="416202" y="1446792"/>
                  </a:cubicBezTo>
                  <a:cubicBezTo>
                    <a:pt x="416202" y="1473045"/>
                    <a:pt x="409864" y="1494298"/>
                    <a:pt x="397188" y="1511800"/>
                  </a:cubicBezTo>
                  <a:cubicBezTo>
                    <a:pt x="384512" y="1529302"/>
                    <a:pt x="366764" y="1536803"/>
                    <a:pt x="342680" y="1536803"/>
                  </a:cubicBezTo>
                  <a:cubicBezTo>
                    <a:pt x="317328" y="1536803"/>
                    <a:pt x="299580" y="1529302"/>
                    <a:pt x="286904" y="1511800"/>
                  </a:cubicBezTo>
                  <a:cubicBezTo>
                    <a:pt x="275496" y="1494298"/>
                    <a:pt x="269158" y="1473045"/>
                    <a:pt x="269158" y="1446792"/>
                  </a:cubicBezTo>
                  <a:cubicBezTo>
                    <a:pt x="269158" y="1420539"/>
                    <a:pt x="275496" y="1399286"/>
                    <a:pt x="286904" y="1381784"/>
                  </a:cubicBezTo>
                  <a:cubicBezTo>
                    <a:pt x="299580" y="1364282"/>
                    <a:pt x="317328" y="1356781"/>
                    <a:pt x="342680" y="1356781"/>
                  </a:cubicBezTo>
                  <a:close/>
                  <a:moveTo>
                    <a:pt x="173032" y="1356781"/>
                  </a:moveTo>
                  <a:cubicBezTo>
                    <a:pt x="196914" y="1356781"/>
                    <a:pt x="215766" y="1364282"/>
                    <a:pt x="227078" y="1381784"/>
                  </a:cubicBezTo>
                  <a:cubicBezTo>
                    <a:pt x="239648" y="1398036"/>
                    <a:pt x="245932" y="1420539"/>
                    <a:pt x="245932" y="1446792"/>
                  </a:cubicBezTo>
                  <a:cubicBezTo>
                    <a:pt x="245932" y="1473045"/>
                    <a:pt x="239648" y="1494298"/>
                    <a:pt x="227078" y="1511800"/>
                  </a:cubicBezTo>
                  <a:cubicBezTo>
                    <a:pt x="214510" y="1529302"/>
                    <a:pt x="195656" y="1536803"/>
                    <a:pt x="173032" y="1536803"/>
                  </a:cubicBezTo>
                  <a:cubicBezTo>
                    <a:pt x="149150" y="1536803"/>
                    <a:pt x="130298" y="1529302"/>
                    <a:pt x="117728" y="1511800"/>
                  </a:cubicBezTo>
                  <a:cubicBezTo>
                    <a:pt x="105160" y="1494298"/>
                    <a:pt x="98876" y="1473045"/>
                    <a:pt x="98876" y="1446792"/>
                  </a:cubicBezTo>
                  <a:cubicBezTo>
                    <a:pt x="98876" y="1420539"/>
                    <a:pt x="105160" y="1399286"/>
                    <a:pt x="117728" y="1381784"/>
                  </a:cubicBezTo>
                  <a:cubicBezTo>
                    <a:pt x="130298" y="1364282"/>
                    <a:pt x="149150" y="1356781"/>
                    <a:pt x="173032" y="1356781"/>
                  </a:cubicBezTo>
                  <a:close/>
                  <a:moveTo>
                    <a:pt x="1053436" y="1046010"/>
                  </a:moveTo>
                  <a:cubicBezTo>
                    <a:pt x="1039892" y="1046010"/>
                    <a:pt x="1031274" y="1050977"/>
                    <a:pt x="1025118" y="1063393"/>
                  </a:cubicBezTo>
                  <a:cubicBezTo>
                    <a:pt x="1018962" y="1073325"/>
                    <a:pt x="1016500" y="1088224"/>
                    <a:pt x="1016500" y="1105607"/>
                  </a:cubicBezTo>
                  <a:cubicBezTo>
                    <a:pt x="1016500" y="1124230"/>
                    <a:pt x="1018962" y="1139130"/>
                    <a:pt x="1025118" y="1151545"/>
                  </a:cubicBezTo>
                  <a:cubicBezTo>
                    <a:pt x="1031274" y="1162720"/>
                    <a:pt x="1041124" y="1167686"/>
                    <a:pt x="1053436" y="1167686"/>
                  </a:cubicBezTo>
                  <a:cubicBezTo>
                    <a:pt x="1066978" y="1167686"/>
                    <a:pt x="1076828" y="1162720"/>
                    <a:pt x="1081752" y="1151545"/>
                  </a:cubicBezTo>
                  <a:cubicBezTo>
                    <a:pt x="1087908" y="1139130"/>
                    <a:pt x="1091602" y="1124230"/>
                    <a:pt x="1091602" y="1105607"/>
                  </a:cubicBezTo>
                  <a:cubicBezTo>
                    <a:pt x="1091602" y="1088224"/>
                    <a:pt x="1087908" y="1073325"/>
                    <a:pt x="1081752" y="1063393"/>
                  </a:cubicBezTo>
                  <a:cubicBezTo>
                    <a:pt x="1076828" y="1050977"/>
                    <a:pt x="1066978" y="1046010"/>
                    <a:pt x="1053436" y="1046010"/>
                  </a:cubicBezTo>
                  <a:close/>
                  <a:moveTo>
                    <a:pt x="512968" y="1046010"/>
                  </a:moveTo>
                  <a:cubicBezTo>
                    <a:pt x="499024" y="1046010"/>
                    <a:pt x="488882" y="1050977"/>
                    <a:pt x="482544" y="1063393"/>
                  </a:cubicBezTo>
                  <a:cubicBezTo>
                    <a:pt x="477474" y="1073325"/>
                    <a:pt x="473670" y="1088224"/>
                    <a:pt x="473670" y="1105607"/>
                  </a:cubicBezTo>
                  <a:cubicBezTo>
                    <a:pt x="473670" y="1124230"/>
                    <a:pt x="477474" y="1139130"/>
                    <a:pt x="483812" y="1151545"/>
                  </a:cubicBezTo>
                  <a:cubicBezTo>
                    <a:pt x="490150" y="1162720"/>
                    <a:pt x="499024" y="1167686"/>
                    <a:pt x="512968" y="1167686"/>
                  </a:cubicBezTo>
                  <a:cubicBezTo>
                    <a:pt x="525644" y="1167686"/>
                    <a:pt x="537052" y="1162720"/>
                    <a:pt x="542122" y="1151545"/>
                  </a:cubicBezTo>
                  <a:cubicBezTo>
                    <a:pt x="548462" y="1139130"/>
                    <a:pt x="552264" y="1124230"/>
                    <a:pt x="552264" y="1105607"/>
                  </a:cubicBezTo>
                  <a:cubicBezTo>
                    <a:pt x="552264" y="1088224"/>
                    <a:pt x="548462" y="1073325"/>
                    <a:pt x="542122" y="1063393"/>
                  </a:cubicBezTo>
                  <a:cubicBezTo>
                    <a:pt x="537052" y="1050977"/>
                    <a:pt x="525644" y="1046010"/>
                    <a:pt x="512968" y="1046010"/>
                  </a:cubicBezTo>
                  <a:close/>
                  <a:moveTo>
                    <a:pt x="220566" y="1046010"/>
                  </a:moveTo>
                  <a:cubicBezTo>
                    <a:pt x="206622" y="1046010"/>
                    <a:pt x="197748" y="1050977"/>
                    <a:pt x="191410" y="1063393"/>
                  </a:cubicBezTo>
                  <a:cubicBezTo>
                    <a:pt x="185072" y="1073325"/>
                    <a:pt x="182536" y="1088224"/>
                    <a:pt x="182536" y="1105607"/>
                  </a:cubicBezTo>
                  <a:cubicBezTo>
                    <a:pt x="182536" y="1124230"/>
                    <a:pt x="185072" y="1139130"/>
                    <a:pt x="191410" y="1151545"/>
                  </a:cubicBezTo>
                  <a:cubicBezTo>
                    <a:pt x="197748" y="1162720"/>
                    <a:pt x="207888" y="1167686"/>
                    <a:pt x="220566" y="1167686"/>
                  </a:cubicBezTo>
                  <a:cubicBezTo>
                    <a:pt x="234508" y="1167686"/>
                    <a:pt x="244650" y="1162720"/>
                    <a:pt x="250988" y="1151545"/>
                  </a:cubicBezTo>
                  <a:cubicBezTo>
                    <a:pt x="256058" y="1139130"/>
                    <a:pt x="259862" y="1124230"/>
                    <a:pt x="259862" y="1105607"/>
                  </a:cubicBezTo>
                  <a:cubicBezTo>
                    <a:pt x="259862" y="1088224"/>
                    <a:pt x="256058" y="1073325"/>
                    <a:pt x="250988" y="1063393"/>
                  </a:cubicBezTo>
                  <a:cubicBezTo>
                    <a:pt x="244650" y="1050977"/>
                    <a:pt x="234508" y="1046010"/>
                    <a:pt x="220566" y="1046010"/>
                  </a:cubicBezTo>
                  <a:close/>
                  <a:moveTo>
                    <a:pt x="46860" y="1046010"/>
                  </a:moveTo>
                  <a:cubicBezTo>
                    <a:pt x="33294" y="1046010"/>
                    <a:pt x="23430" y="1050977"/>
                    <a:pt x="17264" y="1063393"/>
                  </a:cubicBezTo>
                  <a:cubicBezTo>
                    <a:pt x="12332" y="1073325"/>
                    <a:pt x="9866" y="1088224"/>
                    <a:pt x="9866" y="1105607"/>
                  </a:cubicBezTo>
                  <a:cubicBezTo>
                    <a:pt x="9866" y="1124230"/>
                    <a:pt x="12332" y="1139130"/>
                    <a:pt x="18496" y="1151545"/>
                  </a:cubicBezTo>
                  <a:cubicBezTo>
                    <a:pt x="24662" y="1162720"/>
                    <a:pt x="33294" y="1167686"/>
                    <a:pt x="46860" y="1167686"/>
                  </a:cubicBezTo>
                  <a:cubicBezTo>
                    <a:pt x="60424" y="1167686"/>
                    <a:pt x="70288" y="1162720"/>
                    <a:pt x="76454" y="1151545"/>
                  </a:cubicBezTo>
                  <a:cubicBezTo>
                    <a:pt x="81386" y="1139130"/>
                    <a:pt x="85086" y="1124230"/>
                    <a:pt x="85086" y="1105607"/>
                  </a:cubicBezTo>
                  <a:cubicBezTo>
                    <a:pt x="85086" y="1088224"/>
                    <a:pt x="81386" y="1073325"/>
                    <a:pt x="76454" y="1063393"/>
                  </a:cubicBezTo>
                  <a:cubicBezTo>
                    <a:pt x="70288" y="1050977"/>
                    <a:pt x="60424" y="1046010"/>
                    <a:pt x="46860" y="1046010"/>
                  </a:cubicBezTo>
                  <a:close/>
                  <a:moveTo>
                    <a:pt x="1345186" y="1016212"/>
                  </a:moveTo>
                  <a:cubicBezTo>
                    <a:pt x="1354952" y="1016212"/>
                    <a:pt x="1363496" y="1017454"/>
                    <a:pt x="1372042" y="1021179"/>
                  </a:cubicBezTo>
                  <a:lnTo>
                    <a:pt x="1372042" y="1059668"/>
                  </a:lnTo>
                  <a:cubicBezTo>
                    <a:pt x="1365938" y="1050977"/>
                    <a:pt x="1357394" y="1046010"/>
                    <a:pt x="1345186" y="1046010"/>
                  </a:cubicBezTo>
                  <a:cubicBezTo>
                    <a:pt x="1331758" y="1046010"/>
                    <a:pt x="1321994" y="1050977"/>
                    <a:pt x="1315890" y="1063393"/>
                  </a:cubicBezTo>
                  <a:cubicBezTo>
                    <a:pt x="1311008" y="1073325"/>
                    <a:pt x="1307346" y="1088224"/>
                    <a:pt x="1307346" y="1105607"/>
                  </a:cubicBezTo>
                  <a:cubicBezTo>
                    <a:pt x="1307346" y="1124230"/>
                    <a:pt x="1311008" y="1139130"/>
                    <a:pt x="1317110" y="1151545"/>
                  </a:cubicBezTo>
                  <a:cubicBezTo>
                    <a:pt x="1321994" y="1162720"/>
                    <a:pt x="1331758" y="1167686"/>
                    <a:pt x="1345186" y="1167686"/>
                  </a:cubicBezTo>
                  <a:cubicBezTo>
                    <a:pt x="1357394" y="1167686"/>
                    <a:pt x="1365938" y="1162720"/>
                    <a:pt x="1372042" y="1152787"/>
                  </a:cubicBezTo>
                  <a:lnTo>
                    <a:pt x="1372042" y="1192518"/>
                  </a:lnTo>
                  <a:cubicBezTo>
                    <a:pt x="1363496" y="1195001"/>
                    <a:pt x="1354952" y="1196243"/>
                    <a:pt x="1345186" y="1196243"/>
                  </a:cubicBezTo>
                  <a:cubicBezTo>
                    <a:pt x="1321994" y="1196243"/>
                    <a:pt x="1303684" y="1187552"/>
                    <a:pt x="1292698" y="1170169"/>
                  </a:cubicBezTo>
                  <a:cubicBezTo>
                    <a:pt x="1280490" y="1154029"/>
                    <a:pt x="1274388" y="1132922"/>
                    <a:pt x="1274388" y="1105607"/>
                  </a:cubicBezTo>
                  <a:cubicBezTo>
                    <a:pt x="1274388" y="1080775"/>
                    <a:pt x="1280490" y="1059668"/>
                    <a:pt x="1292698" y="1042286"/>
                  </a:cubicBezTo>
                  <a:cubicBezTo>
                    <a:pt x="1303684" y="1024903"/>
                    <a:pt x="1321994" y="1016212"/>
                    <a:pt x="1345186" y="1016212"/>
                  </a:cubicBezTo>
                  <a:close/>
                  <a:moveTo>
                    <a:pt x="1184076" y="1016212"/>
                  </a:moveTo>
                  <a:lnTo>
                    <a:pt x="1221350" y="1016212"/>
                  </a:lnTo>
                  <a:lnTo>
                    <a:pt x="1221350" y="1163717"/>
                  </a:lnTo>
                  <a:lnTo>
                    <a:pt x="1251168" y="1163717"/>
                  </a:lnTo>
                  <a:lnTo>
                    <a:pt x="1251168" y="1190760"/>
                  </a:lnTo>
                  <a:lnTo>
                    <a:pt x="1155500" y="1190760"/>
                  </a:lnTo>
                  <a:lnTo>
                    <a:pt x="1155500" y="1163717"/>
                  </a:lnTo>
                  <a:lnTo>
                    <a:pt x="1186562" y="1163717"/>
                  </a:lnTo>
                  <a:lnTo>
                    <a:pt x="1186562" y="1045713"/>
                  </a:lnTo>
                  <a:lnTo>
                    <a:pt x="1159228" y="1056776"/>
                  </a:lnTo>
                  <a:lnTo>
                    <a:pt x="1148044" y="1032192"/>
                  </a:lnTo>
                  <a:close/>
                  <a:moveTo>
                    <a:pt x="1054666" y="1016212"/>
                  </a:moveTo>
                  <a:cubicBezTo>
                    <a:pt x="1079290" y="1016212"/>
                    <a:pt x="1095296" y="1024903"/>
                    <a:pt x="1107608" y="1041044"/>
                  </a:cubicBezTo>
                  <a:cubicBezTo>
                    <a:pt x="1119920" y="1058426"/>
                    <a:pt x="1124844" y="1080775"/>
                    <a:pt x="1124844" y="1105607"/>
                  </a:cubicBezTo>
                  <a:cubicBezTo>
                    <a:pt x="1124844" y="1132922"/>
                    <a:pt x="1119920" y="1154029"/>
                    <a:pt x="1107608" y="1170169"/>
                  </a:cubicBezTo>
                  <a:cubicBezTo>
                    <a:pt x="1095296" y="1187552"/>
                    <a:pt x="1078060" y="1196243"/>
                    <a:pt x="1054666" y="1196243"/>
                  </a:cubicBezTo>
                  <a:cubicBezTo>
                    <a:pt x="1030042" y="1196243"/>
                    <a:pt x="1012806" y="1187552"/>
                    <a:pt x="1000494" y="1170169"/>
                  </a:cubicBezTo>
                  <a:cubicBezTo>
                    <a:pt x="989412" y="1154029"/>
                    <a:pt x="983256" y="1132922"/>
                    <a:pt x="983256" y="1105607"/>
                  </a:cubicBezTo>
                  <a:cubicBezTo>
                    <a:pt x="983256" y="1080775"/>
                    <a:pt x="989412" y="1059668"/>
                    <a:pt x="1000494" y="1042286"/>
                  </a:cubicBezTo>
                  <a:cubicBezTo>
                    <a:pt x="1012806" y="1024903"/>
                    <a:pt x="1030042" y="1016212"/>
                    <a:pt x="1054666" y="1016212"/>
                  </a:cubicBezTo>
                  <a:close/>
                  <a:moveTo>
                    <a:pt x="892948" y="1016212"/>
                  </a:moveTo>
                  <a:lnTo>
                    <a:pt x="928980" y="1016212"/>
                  </a:lnTo>
                  <a:lnTo>
                    <a:pt x="928980" y="1163717"/>
                  </a:lnTo>
                  <a:lnTo>
                    <a:pt x="960042" y="1163717"/>
                  </a:lnTo>
                  <a:lnTo>
                    <a:pt x="960042" y="1190760"/>
                  </a:lnTo>
                  <a:lnTo>
                    <a:pt x="863128" y="1190760"/>
                  </a:lnTo>
                  <a:lnTo>
                    <a:pt x="863128" y="1163717"/>
                  </a:lnTo>
                  <a:lnTo>
                    <a:pt x="895432" y="1163717"/>
                  </a:lnTo>
                  <a:lnTo>
                    <a:pt x="895432" y="1045713"/>
                  </a:lnTo>
                  <a:lnTo>
                    <a:pt x="866856" y="1056776"/>
                  </a:lnTo>
                  <a:lnTo>
                    <a:pt x="856916" y="1032192"/>
                  </a:lnTo>
                  <a:close/>
                  <a:moveTo>
                    <a:pt x="767410" y="1016212"/>
                  </a:moveTo>
                  <a:lnTo>
                    <a:pt x="803016" y="1016212"/>
                  </a:lnTo>
                  <a:lnTo>
                    <a:pt x="803016" y="1163717"/>
                  </a:lnTo>
                  <a:lnTo>
                    <a:pt x="833712" y="1163717"/>
                  </a:lnTo>
                  <a:lnTo>
                    <a:pt x="833712" y="1190760"/>
                  </a:lnTo>
                  <a:lnTo>
                    <a:pt x="737942" y="1190760"/>
                  </a:lnTo>
                  <a:lnTo>
                    <a:pt x="737942" y="1163717"/>
                  </a:lnTo>
                  <a:lnTo>
                    <a:pt x="771092" y="1163717"/>
                  </a:lnTo>
                  <a:lnTo>
                    <a:pt x="771092" y="1045713"/>
                  </a:lnTo>
                  <a:lnTo>
                    <a:pt x="741624" y="1056776"/>
                  </a:lnTo>
                  <a:lnTo>
                    <a:pt x="730574" y="1032192"/>
                  </a:lnTo>
                  <a:close/>
                  <a:moveTo>
                    <a:pt x="645758" y="1016212"/>
                  </a:moveTo>
                  <a:lnTo>
                    <a:pt x="681790" y="1016212"/>
                  </a:lnTo>
                  <a:lnTo>
                    <a:pt x="681790" y="1163717"/>
                  </a:lnTo>
                  <a:lnTo>
                    <a:pt x="712850" y="1163717"/>
                  </a:lnTo>
                  <a:lnTo>
                    <a:pt x="712850" y="1190760"/>
                  </a:lnTo>
                  <a:lnTo>
                    <a:pt x="615940" y="1190760"/>
                  </a:lnTo>
                  <a:lnTo>
                    <a:pt x="615940" y="1163717"/>
                  </a:lnTo>
                  <a:lnTo>
                    <a:pt x="648244" y="1163717"/>
                  </a:lnTo>
                  <a:lnTo>
                    <a:pt x="648244" y="1045713"/>
                  </a:lnTo>
                  <a:lnTo>
                    <a:pt x="619666" y="1056776"/>
                  </a:lnTo>
                  <a:lnTo>
                    <a:pt x="609728" y="1032192"/>
                  </a:lnTo>
                  <a:close/>
                  <a:moveTo>
                    <a:pt x="512968" y="1016212"/>
                  </a:moveTo>
                  <a:cubicBezTo>
                    <a:pt x="538320" y="1016212"/>
                    <a:pt x="556066" y="1024903"/>
                    <a:pt x="567476" y="1041044"/>
                  </a:cubicBezTo>
                  <a:cubicBezTo>
                    <a:pt x="580152" y="1058426"/>
                    <a:pt x="586490" y="1080775"/>
                    <a:pt x="586490" y="1105607"/>
                  </a:cubicBezTo>
                  <a:cubicBezTo>
                    <a:pt x="586490" y="1132922"/>
                    <a:pt x="580152" y="1154029"/>
                    <a:pt x="567476" y="1170169"/>
                  </a:cubicBezTo>
                  <a:cubicBezTo>
                    <a:pt x="556066" y="1187552"/>
                    <a:pt x="537052" y="1196243"/>
                    <a:pt x="512968" y="1196243"/>
                  </a:cubicBezTo>
                  <a:cubicBezTo>
                    <a:pt x="488882" y="1196243"/>
                    <a:pt x="471136" y="1187552"/>
                    <a:pt x="458458" y="1170169"/>
                  </a:cubicBezTo>
                  <a:cubicBezTo>
                    <a:pt x="445782" y="1154029"/>
                    <a:pt x="439444" y="1132922"/>
                    <a:pt x="439444" y="1105607"/>
                  </a:cubicBezTo>
                  <a:cubicBezTo>
                    <a:pt x="439444" y="1080775"/>
                    <a:pt x="445782" y="1059668"/>
                    <a:pt x="458458" y="1042286"/>
                  </a:cubicBezTo>
                  <a:cubicBezTo>
                    <a:pt x="471136" y="1024903"/>
                    <a:pt x="488882" y="1016212"/>
                    <a:pt x="512968" y="1016212"/>
                  </a:cubicBezTo>
                  <a:close/>
                  <a:moveTo>
                    <a:pt x="349134" y="1016212"/>
                  </a:moveTo>
                  <a:lnTo>
                    <a:pt x="386406" y="1016212"/>
                  </a:lnTo>
                  <a:lnTo>
                    <a:pt x="386406" y="1163717"/>
                  </a:lnTo>
                  <a:lnTo>
                    <a:pt x="416226" y="1163717"/>
                  </a:lnTo>
                  <a:lnTo>
                    <a:pt x="416226" y="1190760"/>
                  </a:lnTo>
                  <a:lnTo>
                    <a:pt x="320556" y="1190760"/>
                  </a:lnTo>
                  <a:lnTo>
                    <a:pt x="320556" y="1163717"/>
                  </a:lnTo>
                  <a:lnTo>
                    <a:pt x="352860" y="1163717"/>
                  </a:lnTo>
                  <a:lnTo>
                    <a:pt x="352860" y="1045713"/>
                  </a:lnTo>
                  <a:lnTo>
                    <a:pt x="324284" y="1056776"/>
                  </a:lnTo>
                  <a:lnTo>
                    <a:pt x="313102" y="1032192"/>
                  </a:lnTo>
                  <a:close/>
                  <a:moveTo>
                    <a:pt x="221832" y="1016212"/>
                  </a:moveTo>
                  <a:cubicBezTo>
                    <a:pt x="247184" y="1016212"/>
                    <a:pt x="264932" y="1024903"/>
                    <a:pt x="276340" y="1041044"/>
                  </a:cubicBezTo>
                  <a:cubicBezTo>
                    <a:pt x="289016" y="1058426"/>
                    <a:pt x="295354" y="1080775"/>
                    <a:pt x="295354" y="1105607"/>
                  </a:cubicBezTo>
                  <a:cubicBezTo>
                    <a:pt x="295354" y="1132922"/>
                    <a:pt x="289016" y="1154029"/>
                    <a:pt x="276340" y="1170169"/>
                  </a:cubicBezTo>
                  <a:cubicBezTo>
                    <a:pt x="263664" y="1187552"/>
                    <a:pt x="245918" y="1196243"/>
                    <a:pt x="221832" y="1196243"/>
                  </a:cubicBezTo>
                  <a:cubicBezTo>
                    <a:pt x="196480" y="1196243"/>
                    <a:pt x="178734" y="1187552"/>
                    <a:pt x="166058" y="1170169"/>
                  </a:cubicBezTo>
                  <a:cubicBezTo>
                    <a:pt x="154650" y="1154029"/>
                    <a:pt x="148312" y="1132922"/>
                    <a:pt x="148312" y="1105607"/>
                  </a:cubicBezTo>
                  <a:cubicBezTo>
                    <a:pt x="148312" y="1080775"/>
                    <a:pt x="154650" y="1059668"/>
                    <a:pt x="166058" y="1042286"/>
                  </a:cubicBezTo>
                  <a:cubicBezTo>
                    <a:pt x="178734" y="1024903"/>
                    <a:pt x="196480" y="1016212"/>
                    <a:pt x="221832" y="1016212"/>
                  </a:cubicBezTo>
                  <a:close/>
                  <a:moveTo>
                    <a:pt x="46860" y="1016212"/>
                  </a:moveTo>
                  <a:cubicBezTo>
                    <a:pt x="71522" y="1016212"/>
                    <a:pt x="90018" y="1024903"/>
                    <a:pt x="101116" y="1041044"/>
                  </a:cubicBezTo>
                  <a:cubicBezTo>
                    <a:pt x="113448" y="1058426"/>
                    <a:pt x="119614" y="1080775"/>
                    <a:pt x="119614" y="1105607"/>
                  </a:cubicBezTo>
                  <a:cubicBezTo>
                    <a:pt x="119614" y="1132922"/>
                    <a:pt x="113448" y="1154029"/>
                    <a:pt x="101116" y="1170169"/>
                  </a:cubicBezTo>
                  <a:cubicBezTo>
                    <a:pt x="88786" y="1187552"/>
                    <a:pt x="70288" y="1196243"/>
                    <a:pt x="46860" y="1196243"/>
                  </a:cubicBezTo>
                  <a:cubicBezTo>
                    <a:pt x="28362" y="1196243"/>
                    <a:pt x="12332" y="1190035"/>
                    <a:pt x="0" y="1178860"/>
                  </a:cubicBezTo>
                  <a:lnTo>
                    <a:pt x="0" y="1034836"/>
                  </a:lnTo>
                  <a:cubicBezTo>
                    <a:pt x="12332" y="1022420"/>
                    <a:pt x="28362" y="1016212"/>
                    <a:pt x="46860" y="1016212"/>
                  </a:cubicBezTo>
                  <a:close/>
                  <a:moveTo>
                    <a:pt x="1076634" y="694455"/>
                  </a:moveTo>
                  <a:cubicBezTo>
                    <a:pt x="1061750" y="694455"/>
                    <a:pt x="1050586" y="700663"/>
                    <a:pt x="1044384" y="711838"/>
                  </a:cubicBezTo>
                  <a:cubicBezTo>
                    <a:pt x="1039422" y="721770"/>
                    <a:pt x="1034462" y="736669"/>
                    <a:pt x="1034462" y="755293"/>
                  </a:cubicBezTo>
                  <a:cubicBezTo>
                    <a:pt x="1034462" y="773917"/>
                    <a:pt x="1039422" y="787575"/>
                    <a:pt x="1044384" y="799990"/>
                  </a:cubicBezTo>
                  <a:cubicBezTo>
                    <a:pt x="1051826" y="811165"/>
                    <a:pt x="1061750" y="816131"/>
                    <a:pt x="1076634" y="816131"/>
                  </a:cubicBezTo>
                  <a:cubicBezTo>
                    <a:pt x="1090278" y="816131"/>
                    <a:pt x="1100200" y="811165"/>
                    <a:pt x="1106402" y="799990"/>
                  </a:cubicBezTo>
                  <a:cubicBezTo>
                    <a:pt x="1112604" y="787575"/>
                    <a:pt x="1117566" y="773917"/>
                    <a:pt x="1117566" y="755293"/>
                  </a:cubicBezTo>
                  <a:cubicBezTo>
                    <a:pt x="1117566" y="736669"/>
                    <a:pt x="1112604" y="721770"/>
                    <a:pt x="1106402" y="711838"/>
                  </a:cubicBezTo>
                  <a:cubicBezTo>
                    <a:pt x="1100200" y="700663"/>
                    <a:pt x="1090278" y="694455"/>
                    <a:pt x="1076634" y="694455"/>
                  </a:cubicBezTo>
                  <a:close/>
                  <a:moveTo>
                    <a:pt x="499866" y="694455"/>
                  </a:moveTo>
                  <a:cubicBezTo>
                    <a:pt x="484982" y="694455"/>
                    <a:pt x="473818" y="700663"/>
                    <a:pt x="468856" y="711838"/>
                  </a:cubicBezTo>
                  <a:cubicBezTo>
                    <a:pt x="461414" y="721770"/>
                    <a:pt x="458934" y="736669"/>
                    <a:pt x="458934" y="755293"/>
                  </a:cubicBezTo>
                  <a:cubicBezTo>
                    <a:pt x="458934" y="773917"/>
                    <a:pt x="461414" y="787575"/>
                    <a:pt x="468856" y="799990"/>
                  </a:cubicBezTo>
                  <a:cubicBezTo>
                    <a:pt x="473818" y="811165"/>
                    <a:pt x="484982" y="816131"/>
                    <a:pt x="499866" y="816131"/>
                  </a:cubicBezTo>
                  <a:cubicBezTo>
                    <a:pt x="513510" y="816131"/>
                    <a:pt x="523432" y="811165"/>
                    <a:pt x="530874" y="799990"/>
                  </a:cubicBezTo>
                  <a:cubicBezTo>
                    <a:pt x="537076" y="787575"/>
                    <a:pt x="539558" y="773917"/>
                    <a:pt x="539558" y="755293"/>
                  </a:cubicBezTo>
                  <a:cubicBezTo>
                    <a:pt x="539558" y="736669"/>
                    <a:pt x="537076" y="721770"/>
                    <a:pt x="530874" y="711838"/>
                  </a:cubicBezTo>
                  <a:cubicBezTo>
                    <a:pt x="523432" y="700663"/>
                    <a:pt x="513510" y="694455"/>
                    <a:pt x="499866" y="694455"/>
                  </a:cubicBezTo>
                  <a:close/>
                  <a:moveTo>
                    <a:pt x="180654" y="694455"/>
                  </a:moveTo>
                  <a:cubicBezTo>
                    <a:pt x="165888" y="694455"/>
                    <a:pt x="154814" y="700663"/>
                    <a:pt x="148662" y="711838"/>
                  </a:cubicBezTo>
                  <a:cubicBezTo>
                    <a:pt x="143740" y="721770"/>
                    <a:pt x="140048" y="736669"/>
                    <a:pt x="140048" y="755293"/>
                  </a:cubicBezTo>
                  <a:cubicBezTo>
                    <a:pt x="140048" y="773917"/>
                    <a:pt x="143740" y="787575"/>
                    <a:pt x="148662" y="799990"/>
                  </a:cubicBezTo>
                  <a:cubicBezTo>
                    <a:pt x="156044" y="811165"/>
                    <a:pt x="167118" y="816131"/>
                    <a:pt x="180654" y="816131"/>
                  </a:cubicBezTo>
                  <a:cubicBezTo>
                    <a:pt x="194188" y="816131"/>
                    <a:pt x="205262" y="811165"/>
                    <a:pt x="211414" y="799990"/>
                  </a:cubicBezTo>
                  <a:cubicBezTo>
                    <a:pt x="217566" y="787575"/>
                    <a:pt x="220028" y="773917"/>
                    <a:pt x="220028" y="755293"/>
                  </a:cubicBezTo>
                  <a:cubicBezTo>
                    <a:pt x="220028" y="736669"/>
                    <a:pt x="217566" y="721770"/>
                    <a:pt x="211414" y="711838"/>
                  </a:cubicBezTo>
                  <a:cubicBezTo>
                    <a:pt x="205262" y="700663"/>
                    <a:pt x="194188" y="694455"/>
                    <a:pt x="180654" y="694455"/>
                  </a:cubicBezTo>
                  <a:close/>
                  <a:moveTo>
                    <a:pt x="1352134" y="664657"/>
                  </a:moveTo>
                  <a:lnTo>
                    <a:pt x="1377486" y="664657"/>
                  </a:lnTo>
                  <a:lnTo>
                    <a:pt x="1377486" y="839205"/>
                  </a:lnTo>
                  <a:lnTo>
                    <a:pt x="1320442" y="839205"/>
                  </a:lnTo>
                  <a:lnTo>
                    <a:pt x="1320442" y="812162"/>
                  </a:lnTo>
                  <a:lnTo>
                    <a:pt x="1355936" y="812162"/>
                  </a:lnTo>
                  <a:lnTo>
                    <a:pt x="1355936" y="694158"/>
                  </a:lnTo>
                  <a:lnTo>
                    <a:pt x="1324246" y="705221"/>
                  </a:lnTo>
                  <a:lnTo>
                    <a:pt x="1312836" y="680637"/>
                  </a:lnTo>
                  <a:close/>
                  <a:moveTo>
                    <a:pt x="1221570" y="664657"/>
                  </a:moveTo>
                  <a:lnTo>
                    <a:pt x="1260866" y="664657"/>
                  </a:lnTo>
                  <a:lnTo>
                    <a:pt x="1260866" y="812162"/>
                  </a:lnTo>
                  <a:lnTo>
                    <a:pt x="1295092" y="812162"/>
                  </a:lnTo>
                  <a:lnTo>
                    <a:pt x="1295092" y="839205"/>
                  </a:lnTo>
                  <a:lnTo>
                    <a:pt x="1188612" y="839205"/>
                  </a:lnTo>
                  <a:lnTo>
                    <a:pt x="1188612" y="812162"/>
                  </a:lnTo>
                  <a:lnTo>
                    <a:pt x="1224106" y="812162"/>
                  </a:lnTo>
                  <a:lnTo>
                    <a:pt x="1224106" y="694158"/>
                  </a:lnTo>
                  <a:lnTo>
                    <a:pt x="1193684" y="705221"/>
                  </a:lnTo>
                  <a:lnTo>
                    <a:pt x="1181008" y="680637"/>
                  </a:lnTo>
                  <a:close/>
                  <a:moveTo>
                    <a:pt x="1076634" y="664657"/>
                  </a:moveTo>
                  <a:cubicBezTo>
                    <a:pt x="1101440" y="664657"/>
                    <a:pt x="1121286" y="673348"/>
                    <a:pt x="1133690" y="689489"/>
                  </a:cubicBezTo>
                  <a:cubicBezTo>
                    <a:pt x="1146094" y="706871"/>
                    <a:pt x="1152296" y="729220"/>
                    <a:pt x="1152296" y="755293"/>
                  </a:cubicBezTo>
                  <a:cubicBezTo>
                    <a:pt x="1152296" y="781367"/>
                    <a:pt x="1146094" y="802474"/>
                    <a:pt x="1133690" y="819856"/>
                  </a:cubicBezTo>
                  <a:cubicBezTo>
                    <a:pt x="1121286" y="837238"/>
                    <a:pt x="1101440" y="844688"/>
                    <a:pt x="1076634" y="844688"/>
                  </a:cubicBezTo>
                  <a:cubicBezTo>
                    <a:pt x="1050586" y="844688"/>
                    <a:pt x="1030740" y="837238"/>
                    <a:pt x="1018336" y="819856"/>
                  </a:cubicBezTo>
                  <a:cubicBezTo>
                    <a:pt x="1005932" y="802474"/>
                    <a:pt x="999732" y="781367"/>
                    <a:pt x="999732" y="755293"/>
                  </a:cubicBezTo>
                  <a:cubicBezTo>
                    <a:pt x="999732" y="729220"/>
                    <a:pt x="1005932" y="708113"/>
                    <a:pt x="1018336" y="690731"/>
                  </a:cubicBezTo>
                  <a:cubicBezTo>
                    <a:pt x="1030740" y="674590"/>
                    <a:pt x="1050586" y="664657"/>
                    <a:pt x="1076634" y="664657"/>
                  </a:cubicBezTo>
                  <a:close/>
                  <a:moveTo>
                    <a:pt x="901706" y="664657"/>
                  </a:moveTo>
                  <a:lnTo>
                    <a:pt x="942270" y="664657"/>
                  </a:lnTo>
                  <a:lnTo>
                    <a:pt x="942270" y="812162"/>
                  </a:lnTo>
                  <a:lnTo>
                    <a:pt x="976494" y="812162"/>
                  </a:lnTo>
                  <a:lnTo>
                    <a:pt x="976494" y="839205"/>
                  </a:lnTo>
                  <a:lnTo>
                    <a:pt x="870016" y="839205"/>
                  </a:lnTo>
                  <a:lnTo>
                    <a:pt x="870016" y="812162"/>
                  </a:lnTo>
                  <a:lnTo>
                    <a:pt x="906776" y="812162"/>
                  </a:lnTo>
                  <a:lnTo>
                    <a:pt x="906776" y="694158"/>
                  </a:lnTo>
                  <a:lnTo>
                    <a:pt x="873818" y="705221"/>
                  </a:lnTo>
                  <a:lnTo>
                    <a:pt x="862410" y="680637"/>
                  </a:lnTo>
                  <a:close/>
                  <a:moveTo>
                    <a:pt x="771140" y="664657"/>
                  </a:moveTo>
                  <a:lnTo>
                    <a:pt x="810436" y="664657"/>
                  </a:lnTo>
                  <a:lnTo>
                    <a:pt x="810436" y="812162"/>
                  </a:lnTo>
                  <a:lnTo>
                    <a:pt x="844662" y="812162"/>
                  </a:lnTo>
                  <a:lnTo>
                    <a:pt x="844662" y="839205"/>
                  </a:lnTo>
                  <a:lnTo>
                    <a:pt x="739450" y="839205"/>
                  </a:lnTo>
                  <a:lnTo>
                    <a:pt x="739450" y="812162"/>
                  </a:lnTo>
                  <a:lnTo>
                    <a:pt x="773676" y="812162"/>
                  </a:lnTo>
                  <a:lnTo>
                    <a:pt x="773676" y="694158"/>
                  </a:lnTo>
                  <a:lnTo>
                    <a:pt x="743254" y="705221"/>
                  </a:lnTo>
                  <a:lnTo>
                    <a:pt x="730576" y="680637"/>
                  </a:lnTo>
                  <a:close/>
                  <a:moveTo>
                    <a:pt x="639308" y="664657"/>
                  </a:moveTo>
                  <a:lnTo>
                    <a:pt x="678604" y="664657"/>
                  </a:lnTo>
                  <a:lnTo>
                    <a:pt x="678604" y="812162"/>
                  </a:lnTo>
                  <a:lnTo>
                    <a:pt x="712828" y="812162"/>
                  </a:lnTo>
                  <a:lnTo>
                    <a:pt x="712828" y="839205"/>
                  </a:lnTo>
                  <a:lnTo>
                    <a:pt x="606350" y="839205"/>
                  </a:lnTo>
                  <a:lnTo>
                    <a:pt x="606350" y="812162"/>
                  </a:lnTo>
                  <a:lnTo>
                    <a:pt x="641842" y="812162"/>
                  </a:lnTo>
                  <a:lnTo>
                    <a:pt x="641842" y="694158"/>
                  </a:lnTo>
                  <a:lnTo>
                    <a:pt x="611420" y="705221"/>
                  </a:lnTo>
                  <a:lnTo>
                    <a:pt x="598744" y="680637"/>
                  </a:lnTo>
                  <a:close/>
                  <a:moveTo>
                    <a:pt x="499866" y="664657"/>
                  </a:moveTo>
                  <a:cubicBezTo>
                    <a:pt x="524672" y="664657"/>
                    <a:pt x="544518" y="673348"/>
                    <a:pt x="556922" y="689489"/>
                  </a:cubicBezTo>
                  <a:cubicBezTo>
                    <a:pt x="570566" y="706871"/>
                    <a:pt x="575528" y="729220"/>
                    <a:pt x="575528" y="755293"/>
                  </a:cubicBezTo>
                  <a:cubicBezTo>
                    <a:pt x="575528" y="781367"/>
                    <a:pt x="570566" y="802474"/>
                    <a:pt x="556922" y="819856"/>
                  </a:cubicBezTo>
                  <a:cubicBezTo>
                    <a:pt x="544518" y="837238"/>
                    <a:pt x="524672" y="844688"/>
                    <a:pt x="499866" y="844688"/>
                  </a:cubicBezTo>
                  <a:cubicBezTo>
                    <a:pt x="473818" y="844688"/>
                    <a:pt x="455212" y="837238"/>
                    <a:pt x="441568" y="819856"/>
                  </a:cubicBezTo>
                  <a:cubicBezTo>
                    <a:pt x="429164" y="802474"/>
                    <a:pt x="422964" y="781367"/>
                    <a:pt x="422964" y="755293"/>
                  </a:cubicBezTo>
                  <a:cubicBezTo>
                    <a:pt x="422964" y="729220"/>
                    <a:pt x="429164" y="708113"/>
                    <a:pt x="441568" y="690731"/>
                  </a:cubicBezTo>
                  <a:cubicBezTo>
                    <a:pt x="455212" y="674590"/>
                    <a:pt x="473818" y="664657"/>
                    <a:pt x="499866" y="664657"/>
                  </a:cubicBezTo>
                  <a:close/>
                  <a:moveTo>
                    <a:pt x="326200" y="664657"/>
                  </a:moveTo>
                  <a:lnTo>
                    <a:pt x="365496" y="664657"/>
                  </a:lnTo>
                  <a:lnTo>
                    <a:pt x="365496" y="812162"/>
                  </a:lnTo>
                  <a:lnTo>
                    <a:pt x="399724" y="812162"/>
                  </a:lnTo>
                  <a:lnTo>
                    <a:pt x="399724" y="839205"/>
                  </a:lnTo>
                  <a:lnTo>
                    <a:pt x="294508" y="839205"/>
                  </a:lnTo>
                  <a:lnTo>
                    <a:pt x="294508" y="812162"/>
                  </a:lnTo>
                  <a:lnTo>
                    <a:pt x="330002" y="812162"/>
                  </a:lnTo>
                  <a:lnTo>
                    <a:pt x="330002" y="694158"/>
                  </a:lnTo>
                  <a:lnTo>
                    <a:pt x="298312" y="705221"/>
                  </a:lnTo>
                  <a:lnTo>
                    <a:pt x="285636" y="680637"/>
                  </a:lnTo>
                  <a:close/>
                  <a:moveTo>
                    <a:pt x="180654" y="664657"/>
                  </a:moveTo>
                  <a:cubicBezTo>
                    <a:pt x="206492" y="664657"/>
                    <a:pt x="224950" y="673348"/>
                    <a:pt x="238484" y="689489"/>
                  </a:cubicBezTo>
                  <a:cubicBezTo>
                    <a:pt x="249558" y="706871"/>
                    <a:pt x="256940" y="729220"/>
                    <a:pt x="256940" y="755293"/>
                  </a:cubicBezTo>
                  <a:cubicBezTo>
                    <a:pt x="256940" y="781367"/>
                    <a:pt x="249558" y="802474"/>
                    <a:pt x="237254" y="819856"/>
                  </a:cubicBezTo>
                  <a:cubicBezTo>
                    <a:pt x="224950" y="837238"/>
                    <a:pt x="205262" y="844688"/>
                    <a:pt x="180654" y="844688"/>
                  </a:cubicBezTo>
                  <a:cubicBezTo>
                    <a:pt x="154814" y="844688"/>
                    <a:pt x="135128" y="837238"/>
                    <a:pt x="122822" y="819856"/>
                  </a:cubicBezTo>
                  <a:cubicBezTo>
                    <a:pt x="110518" y="802474"/>
                    <a:pt x="104366" y="781367"/>
                    <a:pt x="104366" y="755293"/>
                  </a:cubicBezTo>
                  <a:cubicBezTo>
                    <a:pt x="104366" y="729220"/>
                    <a:pt x="110518" y="708113"/>
                    <a:pt x="122822" y="690731"/>
                  </a:cubicBezTo>
                  <a:cubicBezTo>
                    <a:pt x="135128" y="674590"/>
                    <a:pt x="154814" y="664657"/>
                    <a:pt x="180654" y="664657"/>
                  </a:cubicBezTo>
                  <a:close/>
                  <a:moveTo>
                    <a:pt x="10906" y="664657"/>
                  </a:moveTo>
                  <a:lnTo>
                    <a:pt x="48468" y="664657"/>
                  </a:lnTo>
                  <a:lnTo>
                    <a:pt x="48468" y="812162"/>
                  </a:lnTo>
                  <a:lnTo>
                    <a:pt x="81186" y="812162"/>
                  </a:lnTo>
                  <a:lnTo>
                    <a:pt x="81186" y="839205"/>
                  </a:lnTo>
                  <a:lnTo>
                    <a:pt x="0" y="839205"/>
                  </a:lnTo>
                  <a:lnTo>
                    <a:pt x="0" y="812162"/>
                  </a:lnTo>
                  <a:lnTo>
                    <a:pt x="14540" y="812162"/>
                  </a:lnTo>
                  <a:lnTo>
                    <a:pt x="14540" y="694158"/>
                  </a:lnTo>
                  <a:lnTo>
                    <a:pt x="0" y="699075"/>
                  </a:lnTo>
                  <a:lnTo>
                    <a:pt x="0" y="669574"/>
                  </a:lnTo>
                  <a:close/>
                  <a:moveTo>
                    <a:pt x="1053436" y="352842"/>
                  </a:moveTo>
                  <a:cubicBezTo>
                    <a:pt x="1039892" y="352842"/>
                    <a:pt x="1031274" y="357842"/>
                    <a:pt x="1025118" y="369094"/>
                  </a:cubicBezTo>
                  <a:cubicBezTo>
                    <a:pt x="1018962" y="380345"/>
                    <a:pt x="1016500" y="395347"/>
                    <a:pt x="1016500" y="412849"/>
                  </a:cubicBezTo>
                  <a:cubicBezTo>
                    <a:pt x="1016500" y="431601"/>
                    <a:pt x="1018962" y="446603"/>
                    <a:pt x="1025118" y="457854"/>
                  </a:cubicBezTo>
                  <a:cubicBezTo>
                    <a:pt x="1031274" y="470356"/>
                    <a:pt x="1041124" y="475357"/>
                    <a:pt x="1053436" y="475357"/>
                  </a:cubicBezTo>
                  <a:cubicBezTo>
                    <a:pt x="1066978" y="475357"/>
                    <a:pt x="1076828" y="470356"/>
                    <a:pt x="1081752" y="457854"/>
                  </a:cubicBezTo>
                  <a:cubicBezTo>
                    <a:pt x="1087908" y="446603"/>
                    <a:pt x="1091602" y="431601"/>
                    <a:pt x="1091602" y="412849"/>
                  </a:cubicBezTo>
                  <a:cubicBezTo>
                    <a:pt x="1091602" y="395347"/>
                    <a:pt x="1087908" y="381595"/>
                    <a:pt x="1081752" y="369094"/>
                  </a:cubicBezTo>
                  <a:cubicBezTo>
                    <a:pt x="1076828" y="357842"/>
                    <a:pt x="1066978" y="352842"/>
                    <a:pt x="1053436" y="352842"/>
                  </a:cubicBezTo>
                  <a:close/>
                  <a:moveTo>
                    <a:pt x="760150" y="352842"/>
                  </a:moveTo>
                  <a:cubicBezTo>
                    <a:pt x="746206" y="352842"/>
                    <a:pt x="736066" y="357842"/>
                    <a:pt x="729728" y="369094"/>
                  </a:cubicBezTo>
                  <a:cubicBezTo>
                    <a:pt x="724658" y="380345"/>
                    <a:pt x="722122" y="395347"/>
                    <a:pt x="722122" y="412849"/>
                  </a:cubicBezTo>
                  <a:cubicBezTo>
                    <a:pt x="722122" y="431601"/>
                    <a:pt x="724658" y="446603"/>
                    <a:pt x="730996" y="457854"/>
                  </a:cubicBezTo>
                  <a:cubicBezTo>
                    <a:pt x="737334" y="470356"/>
                    <a:pt x="746206" y="475357"/>
                    <a:pt x="760150" y="475357"/>
                  </a:cubicBezTo>
                  <a:cubicBezTo>
                    <a:pt x="774094" y="475357"/>
                    <a:pt x="782968" y="470356"/>
                    <a:pt x="789306" y="457854"/>
                  </a:cubicBezTo>
                  <a:cubicBezTo>
                    <a:pt x="795644" y="446603"/>
                    <a:pt x="799446" y="431601"/>
                    <a:pt x="799446" y="412849"/>
                  </a:cubicBezTo>
                  <a:cubicBezTo>
                    <a:pt x="799446" y="395347"/>
                    <a:pt x="795644" y="381595"/>
                    <a:pt x="789306" y="369094"/>
                  </a:cubicBezTo>
                  <a:cubicBezTo>
                    <a:pt x="782968" y="357842"/>
                    <a:pt x="774094" y="352842"/>
                    <a:pt x="760150" y="352842"/>
                  </a:cubicBezTo>
                  <a:close/>
                  <a:moveTo>
                    <a:pt x="463526" y="352842"/>
                  </a:moveTo>
                  <a:cubicBezTo>
                    <a:pt x="449582" y="352842"/>
                    <a:pt x="439442" y="357842"/>
                    <a:pt x="433104" y="369094"/>
                  </a:cubicBezTo>
                  <a:cubicBezTo>
                    <a:pt x="426766" y="380345"/>
                    <a:pt x="424230" y="395347"/>
                    <a:pt x="424230" y="412849"/>
                  </a:cubicBezTo>
                  <a:cubicBezTo>
                    <a:pt x="424230" y="431601"/>
                    <a:pt x="426766" y="446603"/>
                    <a:pt x="433104" y="457854"/>
                  </a:cubicBezTo>
                  <a:cubicBezTo>
                    <a:pt x="439442" y="470356"/>
                    <a:pt x="449582" y="475357"/>
                    <a:pt x="463526" y="475357"/>
                  </a:cubicBezTo>
                  <a:cubicBezTo>
                    <a:pt x="477470" y="475357"/>
                    <a:pt x="486344" y="470356"/>
                    <a:pt x="492682" y="457854"/>
                  </a:cubicBezTo>
                  <a:cubicBezTo>
                    <a:pt x="499020" y="446603"/>
                    <a:pt x="501556" y="431601"/>
                    <a:pt x="501556" y="412849"/>
                  </a:cubicBezTo>
                  <a:cubicBezTo>
                    <a:pt x="501556" y="395347"/>
                    <a:pt x="499020" y="381595"/>
                    <a:pt x="492682" y="369094"/>
                  </a:cubicBezTo>
                  <a:cubicBezTo>
                    <a:pt x="486344" y="357842"/>
                    <a:pt x="477470" y="352842"/>
                    <a:pt x="463526" y="352842"/>
                  </a:cubicBezTo>
                  <a:close/>
                  <a:moveTo>
                    <a:pt x="46860" y="352842"/>
                  </a:moveTo>
                  <a:cubicBezTo>
                    <a:pt x="33294" y="352842"/>
                    <a:pt x="23430" y="357842"/>
                    <a:pt x="17264" y="369094"/>
                  </a:cubicBezTo>
                  <a:cubicBezTo>
                    <a:pt x="12332" y="380345"/>
                    <a:pt x="9866" y="395347"/>
                    <a:pt x="9866" y="412849"/>
                  </a:cubicBezTo>
                  <a:cubicBezTo>
                    <a:pt x="9866" y="431601"/>
                    <a:pt x="12332" y="446603"/>
                    <a:pt x="18496" y="457854"/>
                  </a:cubicBezTo>
                  <a:cubicBezTo>
                    <a:pt x="24662" y="470356"/>
                    <a:pt x="33294" y="475357"/>
                    <a:pt x="46860" y="475357"/>
                  </a:cubicBezTo>
                  <a:cubicBezTo>
                    <a:pt x="60424" y="475357"/>
                    <a:pt x="70288" y="470356"/>
                    <a:pt x="76454" y="457854"/>
                  </a:cubicBezTo>
                  <a:cubicBezTo>
                    <a:pt x="81386" y="446603"/>
                    <a:pt x="85086" y="431601"/>
                    <a:pt x="85086" y="412849"/>
                  </a:cubicBezTo>
                  <a:cubicBezTo>
                    <a:pt x="85086" y="395347"/>
                    <a:pt x="81386" y="381595"/>
                    <a:pt x="76454" y="369094"/>
                  </a:cubicBezTo>
                  <a:cubicBezTo>
                    <a:pt x="70288" y="357842"/>
                    <a:pt x="60424" y="352842"/>
                    <a:pt x="46860" y="352842"/>
                  </a:cubicBezTo>
                  <a:close/>
                  <a:moveTo>
                    <a:pt x="1345186" y="324088"/>
                  </a:moveTo>
                  <a:cubicBezTo>
                    <a:pt x="1354952" y="324088"/>
                    <a:pt x="1363496" y="325338"/>
                    <a:pt x="1372042" y="327839"/>
                  </a:cubicBezTo>
                  <a:lnTo>
                    <a:pt x="1372042" y="366593"/>
                  </a:lnTo>
                  <a:cubicBezTo>
                    <a:pt x="1365938" y="357842"/>
                    <a:pt x="1357394" y="352842"/>
                    <a:pt x="1345186" y="352842"/>
                  </a:cubicBezTo>
                  <a:cubicBezTo>
                    <a:pt x="1331758" y="352842"/>
                    <a:pt x="1321994" y="357842"/>
                    <a:pt x="1315890" y="369094"/>
                  </a:cubicBezTo>
                  <a:cubicBezTo>
                    <a:pt x="1311008" y="380345"/>
                    <a:pt x="1307346" y="395347"/>
                    <a:pt x="1307346" y="412849"/>
                  </a:cubicBezTo>
                  <a:cubicBezTo>
                    <a:pt x="1307346" y="431601"/>
                    <a:pt x="1311008" y="446603"/>
                    <a:pt x="1317110" y="457854"/>
                  </a:cubicBezTo>
                  <a:cubicBezTo>
                    <a:pt x="1321994" y="470356"/>
                    <a:pt x="1331758" y="475357"/>
                    <a:pt x="1345186" y="475357"/>
                  </a:cubicBezTo>
                  <a:cubicBezTo>
                    <a:pt x="1357394" y="475357"/>
                    <a:pt x="1365938" y="470356"/>
                    <a:pt x="1372042" y="461605"/>
                  </a:cubicBezTo>
                  <a:lnTo>
                    <a:pt x="1372042" y="500360"/>
                  </a:lnTo>
                  <a:cubicBezTo>
                    <a:pt x="1363496" y="502860"/>
                    <a:pt x="1354952" y="504110"/>
                    <a:pt x="1345186" y="504110"/>
                  </a:cubicBezTo>
                  <a:cubicBezTo>
                    <a:pt x="1321994" y="504110"/>
                    <a:pt x="1303684" y="495359"/>
                    <a:pt x="1292698" y="477857"/>
                  </a:cubicBezTo>
                  <a:cubicBezTo>
                    <a:pt x="1280490" y="461605"/>
                    <a:pt x="1274388" y="440352"/>
                    <a:pt x="1274388" y="412849"/>
                  </a:cubicBezTo>
                  <a:cubicBezTo>
                    <a:pt x="1274388" y="387846"/>
                    <a:pt x="1280490" y="365343"/>
                    <a:pt x="1292698" y="349091"/>
                  </a:cubicBezTo>
                  <a:cubicBezTo>
                    <a:pt x="1303684" y="331589"/>
                    <a:pt x="1321994" y="324088"/>
                    <a:pt x="1345186" y="324088"/>
                  </a:cubicBezTo>
                  <a:close/>
                  <a:moveTo>
                    <a:pt x="1184076" y="324088"/>
                  </a:moveTo>
                  <a:lnTo>
                    <a:pt x="1221350" y="324088"/>
                  </a:lnTo>
                  <a:lnTo>
                    <a:pt x="1221350" y="471593"/>
                  </a:lnTo>
                  <a:lnTo>
                    <a:pt x="1251168" y="471593"/>
                  </a:lnTo>
                  <a:lnTo>
                    <a:pt x="1251168" y="498636"/>
                  </a:lnTo>
                  <a:lnTo>
                    <a:pt x="1155500" y="498636"/>
                  </a:lnTo>
                  <a:lnTo>
                    <a:pt x="1155500" y="471593"/>
                  </a:lnTo>
                  <a:lnTo>
                    <a:pt x="1186562" y="471593"/>
                  </a:lnTo>
                  <a:lnTo>
                    <a:pt x="1186562" y="352360"/>
                  </a:lnTo>
                  <a:lnTo>
                    <a:pt x="1159228" y="364652"/>
                  </a:lnTo>
                  <a:lnTo>
                    <a:pt x="1148044" y="340068"/>
                  </a:lnTo>
                  <a:close/>
                  <a:moveTo>
                    <a:pt x="1054666" y="324088"/>
                  </a:moveTo>
                  <a:cubicBezTo>
                    <a:pt x="1078060" y="324088"/>
                    <a:pt x="1095296" y="331589"/>
                    <a:pt x="1107608" y="347841"/>
                  </a:cubicBezTo>
                  <a:cubicBezTo>
                    <a:pt x="1119920" y="365343"/>
                    <a:pt x="1124844" y="387846"/>
                    <a:pt x="1124844" y="412849"/>
                  </a:cubicBezTo>
                  <a:cubicBezTo>
                    <a:pt x="1124844" y="440352"/>
                    <a:pt x="1119920" y="461605"/>
                    <a:pt x="1107608" y="477857"/>
                  </a:cubicBezTo>
                  <a:cubicBezTo>
                    <a:pt x="1095296" y="495359"/>
                    <a:pt x="1078060" y="504110"/>
                    <a:pt x="1054666" y="504110"/>
                  </a:cubicBezTo>
                  <a:cubicBezTo>
                    <a:pt x="1030042" y="504110"/>
                    <a:pt x="1012806" y="495359"/>
                    <a:pt x="1000494" y="477857"/>
                  </a:cubicBezTo>
                  <a:cubicBezTo>
                    <a:pt x="989412" y="461605"/>
                    <a:pt x="983256" y="440352"/>
                    <a:pt x="983256" y="412849"/>
                  </a:cubicBezTo>
                  <a:cubicBezTo>
                    <a:pt x="983256" y="387846"/>
                    <a:pt x="989412" y="365343"/>
                    <a:pt x="1000494" y="349091"/>
                  </a:cubicBezTo>
                  <a:cubicBezTo>
                    <a:pt x="1012806" y="331589"/>
                    <a:pt x="1030042" y="324088"/>
                    <a:pt x="1054666" y="324088"/>
                  </a:cubicBezTo>
                  <a:close/>
                  <a:moveTo>
                    <a:pt x="892948" y="324088"/>
                  </a:moveTo>
                  <a:lnTo>
                    <a:pt x="928980" y="324088"/>
                  </a:lnTo>
                  <a:lnTo>
                    <a:pt x="928980" y="471593"/>
                  </a:lnTo>
                  <a:lnTo>
                    <a:pt x="960042" y="471593"/>
                  </a:lnTo>
                  <a:lnTo>
                    <a:pt x="960042" y="498636"/>
                  </a:lnTo>
                  <a:lnTo>
                    <a:pt x="863128" y="498636"/>
                  </a:lnTo>
                  <a:lnTo>
                    <a:pt x="863128" y="471593"/>
                  </a:lnTo>
                  <a:lnTo>
                    <a:pt x="895432" y="471593"/>
                  </a:lnTo>
                  <a:lnTo>
                    <a:pt x="895432" y="352360"/>
                  </a:lnTo>
                  <a:lnTo>
                    <a:pt x="866856" y="364652"/>
                  </a:lnTo>
                  <a:lnTo>
                    <a:pt x="856916" y="340068"/>
                  </a:lnTo>
                  <a:close/>
                  <a:moveTo>
                    <a:pt x="760150" y="324088"/>
                  </a:moveTo>
                  <a:cubicBezTo>
                    <a:pt x="785504" y="324088"/>
                    <a:pt x="803250" y="331589"/>
                    <a:pt x="815926" y="347841"/>
                  </a:cubicBezTo>
                  <a:cubicBezTo>
                    <a:pt x="827334" y="365343"/>
                    <a:pt x="833672" y="387846"/>
                    <a:pt x="833672" y="412849"/>
                  </a:cubicBezTo>
                  <a:cubicBezTo>
                    <a:pt x="833672" y="440352"/>
                    <a:pt x="827334" y="461605"/>
                    <a:pt x="815926" y="477857"/>
                  </a:cubicBezTo>
                  <a:cubicBezTo>
                    <a:pt x="803250" y="495359"/>
                    <a:pt x="784236" y="504110"/>
                    <a:pt x="760150" y="504110"/>
                  </a:cubicBezTo>
                  <a:cubicBezTo>
                    <a:pt x="736066" y="504110"/>
                    <a:pt x="717052" y="495359"/>
                    <a:pt x="705644" y="477857"/>
                  </a:cubicBezTo>
                  <a:cubicBezTo>
                    <a:pt x="692968" y="461605"/>
                    <a:pt x="686628" y="440352"/>
                    <a:pt x="686628" y="412849"/>
                  </a:cubicBezTo>
                  <a:cubicBezTo>
                    <a:pt x="686628" y="387846"/>
                    <a:pt x="692968" y="365343"/>
                    <a:pt x="705644" y="349091"/>
                  </a:cubicBezTo>
                  <a:cubicBezTo>
                    <a:pt x="717052" y="331589"/>
                    <a:pt x="736066" y="324088"/>
                    <a:pt x="760150" y="324088"/>
                  </a:cubicBezTo>
                  <a:close/>
                  <a:moveTo>
                    <a:pt x="595900" y="324088"/>
                  </a:moveTo>
                  <a:lnTo>
                    <a:pt x="632736" y="324088"/>
                  </a:lnTo>
                  <a:lnTo>
                    <a:pt x="632736" y="471593"/>
                  </a:lnTo>
                  <a:lnTo>
                    <a:pt x="663434" y="471593"/>
                  </a:lnTo>
                  <a:lnTo>
                    <a:pt x="663434" y="498636"/>
                  </a:lnTo>
                  <a:lnTo>
                    <a:pt x="567658" y="498636"/>
                  </a:lnTo>
                  <a:lnTo>
                    <a:pt x="567658" y="471593"/>
                  </a:lnTo>
                  <a:lnTo>
                    <a:pt x="599584" y="471593"/>
                  </a:lnTo>
                  <a:lnTo>
                    <a:pt x="599584" y="352360"/>
                  </a:lnTo>
                  <a:lnTo>
                    <a:pt x="571342" y="364652"/>
                  </a:lnTo>
                  <a:lnTo>
                    <a:pt x="560292" y="340068"/>
                  </a:lnTo>
                  <a:close/>
                  <a:moveTo>
                    <a:pt x="463526" y="324088"/>
                  </a:moveTo>
                  <a:cubicBezTo>
                    <a:pt x="488880" y="324088"/>
                    <a:pt x="506626" y="331589"/>
                    <a:pt x="519302" y="347841"/>
                  </a:cubicBezTo>
                  <a:cubicBezTo>
                    <a:pt x="530710" y="365343"/>
                    <a:pt x="537048" y="387846"/>
                    <a:pt x="537048" y="412849"/>
                  </a:cubicBezTo>
                  <a:cubicBezTo>
                    <a:pt x="537048" y="440352"/>
                    <a:pt x="530710" y="461605"/>
                    <a:pt x="518034" y="477857"/>
                  </a:cubicBezTo>
                  <a:cubicBezTo>
                    <a:pt x="505358" y="495359"/>
                    <a:pt x="487612" y="504110"/>
                    <a:pt x="463526" y="504110"/>
                  </a:cubicBezTo>
                  <a:cubicBezTo>
                    <a:pt x="439442" y="504110"/>
                    <a:pt x="420428" y="495359"/>
                    <a:pt x="409020" y="477857"/>
                  </a:cubicBezTo>
                  <a:cubicBezTo>
                    <a:pt x="396344" y="461605"/>
                    <a:pt x="390004" y="440352"/>
                    <a:pt x="390004" y="412849"/>
                  </a:cubicBezTo>
                  <a:cubicBezTo>
                    <a:pt x="390004" y="387846"/>
                    <a:pt x="396344" y="365343"/>
                    <a:pt x="409020" y="349091"/>
                  </a:cubicBezTo>
                  <a:cubicBezTo>
                    <a:pt x="420428" y="331589"/>
                    <a:pt x="439442" y="324088"/>
                    <a:pt x="463526" y="324088"/>
                  </a:cubicBezTo>
                  <a:close/>
                  <a:moveTo>
                    <a:pt x="299698" y="324088"/>
                  </a:moveTo>
                  <a:lnTo>
                    <a:pt x="336974" y="324088"/>
                  </a:lnTo>
                  <a:lnTo>
                    <a:pt x="336974" y="471593"/>
                  </a:lnTo>
                  <a:lnTo>
                    <a:pt x="366794" y="471593"/>
                  </a:lnTo>
                  <a:lnTo>
                    <a:pt x="366794" y="498636"/>
                  </a:lnTo>
                  <a:lnTo>
                    <a:pt x="269878" y="498636"/>
                  </a:lnTo>
                  <a:lnTo>
                    <a:pt x="269878" y="471593"/>
                  </a:lnTo>
                  <a:lnTo>
                    <a:pt x="303426" y="471593"/>
                  </a:lnTo>
                  <a:lnTo>
                    <a:pt x="303426" y="352360"/>
                  </a:lnTo>
                  <a:lnTo>
                    <a:pt x="274848" y="364652"/>
                  </a:lnTo>
                  <a:lnTo>
                    <a:pt x="263666" y="340068"/>
                  </a:lnTo>
                  <a:close/>
                  <a:moveTo>
                    <a:pt x="178852" y="324088"/>
                  </a:moveTo>
                  <a:lnTo>
                    <a:pt x="216126" y="324088"/>
                  </a:lnTo>
                  <a:lnTo>
                    <a:pt x="216126" y="471593"/>
                  </a:lnTo>
                  <a:lnTo>
                    <a:pt x="245946" y="471593"/>
                  </a:lnTo>
                  <a:lnTo>
                    <a:pt x="245946" y="498636"/>
                  </a:lnTo>
                  <a:lnTo>
                    <a:pt x="149032" y="498636"/>
                  </a:lnTo>
                  <a:lnTo>
                    <a:pt x="149032" y="471593"/>
                  </a:lnTo>
                  <a:lnTo>
                    <a:pt x="182580" y="471593"/>
                  </a:lnTo>
                  <a:lnTo>
                    <a:pt x="182580" y="352360"/>
                  </a:lnTo>
                  <a:lnTo>
                    <a:pt x="152760" y="364652"/>
                  </a:lnTo>
                  <a:lnTo>
                    <a:pt x="142820" y="340068"/>
                  </a:lnTo>
                  <a:close/>
                  <a:moveTo>
                    <a:pt x="46860" y="324088"/>
                  </a:moveTo>
                  <a:cubicBezTo>
                    <a:pt x="71522" y="324088"/>
                    <a:pt x="90018" y="331589"/>
                    <a:pt x="101116" y="347841"/>
                  </a:cubicBezTo>
                  <a:cubicBezTo>
                    <a:pt x="113448" y="365343"/>
                    <a:pt x="119614" y="387846"/>
                    <a:pt x="119614" y="412849"/>
                  </a:cubicBezTo>
                  <a:cubicBezTo>
                    <a:pt x="119614" y="440352"/>
                    <a:pt x="113448" y="461605"/>
                    <a:pt x="101116" y="477857"/>
                  </a:cubicBezTo>
                  <a:cubicBezTo>
                    <a:pt x="88786" y="495359"/>
                    <a:pt x="70288" y="504110"/>
                    <a:pt x="46860" y="504110"/>
                  </a:cubicBezTo>
                  <a:cubicBezTo>
                    <a:pt x="28362" y="504110"/>
                    <a:pt x="12332" y="497859"/>
                    <a:pt x="0" y="486608"/>
                  </a:cubicBezTo>
                  <a:lnTo>
                    <a:pt x="0" y="341590"/>
                  </a:lnTo>
                  <a:cubicBezTo>
                    <a:pt x="12332" y="329089"/>
                    <a:pt x="28362" y="324088"/>
                    <a:pt x="46860" y="324088"/>
                  </a:cubicBezTo>
                  <a:close/>
                  <a:moveTo>
                    <a:pt x="1224950" y="28757"/>
                  </a:moveTo>
                  <a:cubicBezTo>
                    <a:pt x="1211406" y="28757"/>
                    <a:pt x="1201556" y="33758"/>
                    <a:pt x="1195400" y="46259"/>
                  </a:cubicBezTo>
                  <a:cubicBezTo>
                    <a:pt x="1190476" y="56260"/>
                    <a:pt x="1186782" y="71262"/>
                    <a:pt x="1186782" y="90014"/>
                  </a:cubicBezTo>
                  <a:cubicBezTo>
                    <a:pt x="1186782" y="108766"/>
                    <a:pt x="1190476" y="123767"/>
                    <a:pt x="1196632" y="135018"/>
                  </a:cubicBezTo>
                  <a:cubicBezTo>
                    <a:pt x="1202788" y="146270"/>
                    <a:pt x="1211406" y="151270"/>
                    <a:pt x="1224950" y="151270"/>
                  </a:cubicBezTo>
                  <a:cubicBezTo>
                    <a:pt x="1237262" y="151270"/>
                    <a:pt x="1247112" y="146270"/>
                    <a:pt x="1253268" y="135018"/>
                  </a:cubicBezTo>
                  <a:cubicBezTo>
                    <a:pt x="1259424" y="123767"/>
                    <a:pt x="1261886" y="108766"/>
                    <a:pt x="1261886" y="90014"/>
                  </a:cubicBezTo>
                  <a:cubicBezTo>
                    <a:pt x="1261886" y="72512"/>
                    <a:pt x="1259424" y="57510"/>
                    <a:pt x="1253268" y="46259"/>
                  </a:cubicBezTo>
                  <a:cubicBezTo>
                    <a:pt x="1247112" y="35008"/>
                    <a:pt x="1237262" y="28757"/>
                    <a:pt x="1224950" y="28757"/>
                  </a:cubicBezTo>
                  <a:close/>
                  <a:moveTo>
                    <a:pt x="927094" y="28757"/>
                  </a:moveTo>
                  <a:cubicBezTo>
                    <a:pt x="913550" y="28757"/>
                    <a:pt x="904932" y="33758"/>
                    <a:pt x="898776" y="46259"/>
                  </a:cubicBezTo>
                  <a:cubicBezTo>
                    <a:pt x="892620" y="56260"/>
                    <a:pt x="890158" y="71262"/>
                    <a:pt x="890158" y="90014"/>
                  </a:cubicBezTo>
                  <a:cubicBezTo>
                    <a:pt x="890158" y="108766"/>
                    <a:pt x="892620" y="123767"/>
                    <a:pt x="898776" y="135018"/>
                  </a:cubicBezTo>
                  <a:cubicBezTo>
                    <a:pt x="904932" y="146270"/>
                    <a:pt x="914782" y="151270"/>
                    <a:pt x="927094" y="151270"/>
                  </a:cubicBezTo>
                  <a:cubicBezTo>
                    <a:pt x="940636" y="151270"/>
                    <a:pt x="949254" y="146270"/>
                    <a:pt x="955410" y="135018"/>
                  </a:cubicBezTo>
                  <a:cubicBezTo>
                    <a:pt x="961566" y="123767"/>
                    <a:pt x="965260" y="108766"/>
                    <a:pt x="965260" y="90014"/>
                  </a:cubicBezTo>
                  <a:cubicBezTo>
                    <a:pt x="965260" y="72512"/>
                    <a:pt x="961566" y="57510"/>
                    <a:pt x="955410" y="46259"/>
                  </a:cubicBezTo>
                  <a:cubicBezTo>
                    <a:pt x="949254" y="35008"/>
                    <a:pt x="940636" y="28757"/>
                    <a:pt x="927094" y="28757"/>
                  </a:cubicBezTo>
                  <a:close/>
                  <a:moveTo>
                    <a:pt x="633814" y="28757"/>
                  </a:moveTo>
                  <a:cubicBezTo>
                    <a:pt x="619870" y="28757"/>
                    <a:pt x="609728" y="33758"/>
                    <a:pt x="603390" y="46259"/>
                  </a:cubicBezTo>
                  <a:cubicBezTo>
                    <a:pt x="598320" y="56260"/>
                    <a:pt x="595784" y="71262"/>
                    <a:pt x="595784" y="90014"/>
                  </a:cubicBezTo>
                  <a:cubicBezTo>
                    <a:pt x="595784" y="108766"/>
                    <a:pt x="598320" y="123767"/>
                    <a:pt x="604658" y="135018"/>
                  </a:cubicBezTo>
                  <a:cubicBezTo>
                    <a:pt x="610996" y="146270"/>
                    <a:pt x="619870" y="151270"/>
                    <a:pt x="633814" y="151270"/>
                  </a:cubicBezTo>
                  <a:cubicBezTo>
                    <a:pt x="647758" y="151270"/>
                    <a:pt x="656632" y="146270"/>
                    <a:pt x="662970" y="135018"/>
                  </a:cubicBezTo>
                  <a:cubicBezTo>
                    <a:pt x="669308" y="123767"/>
                    <a:pt x="673112" y="108766"/>
                    <a:pt x="673112" y="90014"/>
                  </a:cubicBezTo>
                  <a:cubicBezTo>
                    <a:pt x="673112" y="72512"/>
                    <a:pt x="669308" y="57510"/>
                    <a:pt x="662970" y="46259"/>
                  </a:cubicBezTo>
                  <a:cubicBezTo>
                    <a:pt x="656632" y="35008"/>
                    <a:pt x="647758" y="28757"/>
                    <a:pt x="633814" y="28757"/>
                  </a:cubicBezTo>
                  <a:close/>
                  <a:moveTo>
                    <a:pt x="342680" y="28757"/>
                  </a:moveTo>
                  <a:cubicBezTo>
                    <a:pt x="328736" y="28757"/>
                    <a:pt x="318596" y="33758"/>
                    <a:pt x="312256" y="46259"/>
                  </a:cubicBezTo>
                  <a:cubicBezTo>
                    <a:pt x="305918" y="56260"/>
                    <a:pt x="303384" y="71262"/>
                    <a:pt x="303384" y="90014"/>
                  </a:cubicBezTo>
                  <a:cubicBezTo>
                    <a:pt x="303384" y="108766"/>
                    <a:pt x="305918" y="123767"/>
                    <a:pt x="312256" y="135018"/>
                  </a:cubicBezTo>
                  <a:cubicBezTo>
                    <a:pt x="318596" y="146270"/>
                    <a:pt x="328736" y="151270"/>
                    <a:pt x="342680" y="151270"/>
                  </a:cubicBezTo>
                  <a:cubicBezTo>
                    <a:pt x="356624" y="151270"/>
                    <a:pt x="365496" y="146270"/>
                    <a:pt x="371834" y="135018"/>
                  </a:cubicBezTo>
                  <a:cubicBezTo>
                    <a:pt x="378172" y="123767"/>
                    <a:pt x="380708" y="108766"/>
                    <a:pt x="380708" y="90014"/>
                  </a:cubicBezTo>
                  <a:cubicBezTo>
                    <a:pt x="380708" y="72512"/>
                    <a:pt x="378172" y="57510"/>
                    <a:pt x="371834" y="46259"/>
                  </a:cubicBezTo>
                  <a:cubicBezTo>
                    <a:pt x="365496" y="35008"/>
                    <a:pt x="356624" y="28757"/>
                    <a:pt x="342680" y="28757"/>
                  </a:cubicBezTo>
                  <a:close/>
                  <a:moveTo>
                    <a:pt x="46860" y="28757"/>
                  </a:moveTo>
                  <a:cubicBezTo>
                    <a:pt x="33294" y="28757"/>
                    <a:pt x="23430" y="33758"/>
                    <a:pt x="17264" y="46259"/>
                  </a:cubicBezTo>
                  <a:cubicBezTo>
                    <a:pt x="12332" y="56260"/>
                    <a:pt x="9866" y="71262"/>
                    <a:pt x="9866" y="90014"/>
                  </a:cubicBezTo>
                  <a:cubicBezTo>
                    <a:pt x="9866" y="108766"/>
                    <a:pt x="12332" y="123767"/>
                    <a:pt x="18496" y="135018"/>
                  </a:cubicBezTo>
                  <a:cubicBezTo>
                    <a:pt x="24662" y="146270"/>
                    <a:pt x="33294" y="151270"/>
                    <a:pt x="46860" y="151270"/>
                  </a:cubicBezTo>
                  <a:cubicBezTo>
                    <a:pt x="60424" y="151270"/>
                    <a:pt x="70288" y="146270"/>
                    <a:pt x="76454" y="135018"/>
                  </a:cubicBezTo>
                  <a:cubicBezTo>
                    <a:pt x="81386" y="123767"/>
                    <a:pt x="85086" y="108766"/>
                    <a:pt x="85086" y="90014"/>
                  </a:cubicBezTo>
                  <a:cubicBezTo>
                    <a:pt x="85086" y="72512"/>
                    <a:pt x="81386" y="57510"/>
                    <a:pt x="76454" y="46259"/>
                  </a:cubicBezTo>
                  <a:cubicBezTo>
                    <a:pt x="70288" y="35008"/>
                    <a:pt x="60424" y="28757"/>
                    <a:pt x="46860" y="28757"/>
                  </a:cubicBezTo>
                  <a:close/>
                  <a:moveTo>
                    <a:pt x="1224950" y="4"/>
                  </a:moveTo>
                  <a:cubicBezTo>
                    <a:pt x="1249574" y="4"/>
                    <a:pt x="1266810" y="8755"/>
                    <a:pt x="1277892" y="25007"/>
                  </a:cubicBezTo>
                  <a:cubicBezTo>
                    <a:pt x="1290204" y="42509"/>
                    <a:pt x="1295128" y="63761"/>
                    <a:pt x="1295128" y="90014"/>
                  </a:cubicBezTo>
                  <a:cubicBezTo>
                    <a:pt x="1295128" y="116266"/>
                    <a:pt x="1288972" y="137519"/>
                    <a:pt x="1277892" y="155020"/>
                  </a:cubicBezTo>
                  <a:cubicBezTo>
                    <a:pt x="1265580" y="172522"/>
                    <a:pt x="1248342" y="180023"/>
                    <a:pt x="1224950" y="180023"/>
                  </a:cubicBezTo>
                  <a:cubicBezTo>
                    <a:pt x="1201556" y="180023"/>
                    <a:pt x="1183088" y="172522"/>
                    <a:pt x="1172008" y="155020"/>
                  </a:cubicBezTo>
                  <a:cubicBezTo>
                    <a:pt x="1159696" y="137519"/>
                    <a:pt x="1153540" y="116266"/>
                    <a:pt x="1153540" y="90014"/>
                  </a:cubicBezTo>
                  <a:cubicBezTo>
                    <a:pt x="1153540" y="63761"/>
                    <a:pt x="1159696" y="42509"/>
                    <a:pt x="1172008" y="25007"/>
                  </a:cubicBezTo>
                  <a:cubicBezTo>
                    <a:pt x="1183088" y="8755"/>
                    <a:pt x="1201556" y="4"/>
                    <a:pt x="1224950" y="4"/>
                  </a:cubicBezTo>
                  <a:close/>
                  <a:moveTo>
                    <a:pt x="928324" y="4"/>
                  </a:moveTo>
                  <a:cubicBezTo>
                    <a:pt x="951718" y="4"/>
                    <a:pt x="968954" y="8755"/>
                    <a:pt x="981266" y="25007"/>
                  </a:cubicBezTo>
                  <a:cubicBezTo>
                    <a:pt x="992346" y="42509"/>
                    <a:pt x="998502" y="63761"/>
                    <a:pt x="998502" y="90014"/>
                  </a:cubicBezTo>
                  <a:cubicBezTo>
                    <a:pt x="998502" y="116266"/>
                    <a:pt x="992346" y="137519"/>
                    <a:pt x="981266" y="155020"/>
                  </a:cubicBezTo>
                  <a:cubicBezTo>
                    <a:pt x="968954" y="172522"/>
                    <a:pt x="951718" y="180023"/>
                    <a:pt x="928324" y="180023"/>
                  </a:cubicBezTo>
                  <a:cubicBezTo>
                    <a:pt x="903700" y="180023"/>
                    <a:pt x="886464" y="172522"/>
                    <a:pt x="874152" y="155020"/>
                  </a:cubicBezTo>
                  <a:cubicBezTo>
                    <a:pt x="863070" y="137519"/>
                    <a:pt x="856916" y="116266"/>
                    <a:pt x="856916" y="90014"/>
                  </a:cubicBezTo>
                  <a:cubicBezTo>
                    <a:pt x="856916" y="63761"/>
                    <a:pt x="863070" y="42509"/>
                    <a:pt x="874152" y="25007"/>
                  </a:cubicBezTo>
                  <a:cubicBezTo>
                    <a:pt x="886464" y="8755"/>
                    <a:pt x="903700" y="4"/>
                    <a:pt x="928324" y="4"/>
                  </a:cubicBezTo>
                  <a:close/>
                  <a:moveTo>
                    <a:pt x="633814" y="4"/>
                  </a:moveTo>
                  <a:cubicBezTo>
                    <a:pt x="659168" y="4"/>
                    <a:pt x="676914" y="8755"/>
                    <a:pt x="689590" y="25007"/>
                  </a:cubicBezTo>
                  <a:cubicBezTo>
                    <a:pt x="701000" y="42509"/>
                    <a:pt x="707338" y="63761"/>
                    <a:pt x="707338" y="90014"/>
                  </a:cubicBezTo>
                  <a:cubicBezTo>
                    <a:pt x="707338" y="116266"/>
                    <a:pt x="701000" y="137519"/>
                    <a:pt x="689590" y="155020"/>
                  </a:cubicBezTo>
                  <a:cubicBezTo>
                    <a:pt x="676914" y="172522"/>
                    <a:pt x="657900" y="180023"/>
                    <a:pt x="633814" y="180023"/>
                  </a:cubicBezTo>
                  <a:cubicBezTo>
                    <a:pt x="609728" y="180023"/>
                    <a:pt x="590714" y="172522"/>
                    <a:pt x="579306" y="155020"/>
                  </a:cubicBezTo>
                  <a:cubicBezTo>
                    <a:pt x="566630" y="137519"/>
                    <a:pt x="560292" y="116266"/>
                    <a:pt x="560292" y="90014"/>
                  </a:cubicBezTo>
                  <a:cubicBezTo>
                    <a:pt x="560292" y="63761"/>
                    <a:pt x="566630" y="42509"/>
                    <a:pt x="579306" y="25007"/>
                  </a:cubicBezTo>
                  <a:cubicBezTo>
                    <a:pt x="590714" y="8755"/>
                    <a:pt x="609728" y="4"/>
                    <a:pt x="633814" y="4"/>
                  </a:cubicBezTo>
                  <a:close/>
                  <a:moveTo>
                    <a:pt x="342680" y="4"/>
                  </a:moveTo>
                  <a:cubicBezTo>
                    <a:pt x="368032" y="4"/>
                    <a:pt x="385778" y="8755"/>
                    <a:pt x="397188" y="25007"/>
                  </a:cubicBezTo>
                  <a:cubicBezTo>
                    <a:pt x="409864" y="42509"/>
                    <a:pt x="416202" y="63761"/>
                    <a:pt x="416202" y="90014"/>
                  </a:cubicBezTo>
                  <a:cubicBezTo>
                    <a:pt x="416202" y="116266"/>
                    <a:pt x="409864" y="137519"/>
                    <a:pt x="397188" y="155020"/>
                  </a:cubicBezTo>
                  <a:cubicBezTo>
                    <a:pt x="384512" y="172522"/>
                    <a:pt x="366764" y="180023"/>
                    <a:pt x="342680" y="180023"/>
                  </a:cubicBezTo>
                  <a:cubicBezTo>
                    <a:pt x="317328" y="180023"/>
                    <a:pt x="299580" y="172522"/>
                    <a:pt x="286904" y="155020"/>
                  </a:cubicBezTo>
                  <a:cubicBezTo>
                    <a:pt x="275496" y="137519"/>
                    <a:pt x="269158" y="116266"/>
                    <a:pt x="269158" y="90014"/>
                  </a:cubicBezTo>
                  <a:cubicBezTo>
                    <a:pt x="269158" y="63761"/>
                    <a:pt x="275496" y="42509"/>
                    <a:pt x="286904" y="25007"/>
                  </a:cubicBezTo>
                  <a:cubicBezTo>
                    <a:pt x="299580" y="8755"/>
                    <a:pt x="317328" y="4"/>
                    <a:pt x="342680" y="4"/>
                  </a:cubicBezTo>
                  <a:close/>
                  <a:moveTo>
                    <a:pt x="46860" y="4"/>
                  </a:moveTo>
                  <a:cubicBezTo>
                    <a:pt x="71522" y="4"/>
                    <a:pt x="90018" y="8755"/>
                    <a:pt x="101116" y="25007"/>
                  </a:cubicBezTo>
                  <a:cubicBezTo>
                    <a:pt x="113448" y="42509"/>
                    <a:pt x="119614" y="63761"/>
                    <a:pt x="119614" y="90014"/>
                  </a:cubicBezTo>
                  <a:cubicBezTo>
                    <a:pt x="119614" y="116266"/>
                    <a:pt x="113448" y="137519"/>
                    <a:pt x="101116" y="155020"/>
                  </a:cubicBezTo>
                  <a:cubicBezTo>
                    <a:pt x="88786" y="172522"/>
                    <a:pt x="70288" y="180023"/>
                    <a:pt x="46860" y="180023"/>
                  </a:cubicBezTo>
                  <a:cubicBezTo>
                    <a:pt x="28362" y="180023"/>
                    <a:pt x="12332" y="175023"/>
                    <a:pt x="0" y="162521"/>
                  </a:cubicBezTo>
                  <a:lnTo>
                    <a:pt x="0" y="17506"/>
                  </a:lnTo>
                  <a:cubicBezTo>
                    <a:pt x="12332" y="6255"/>
                    <a:pt x="28362" y="4"/>
                    <a:pt x="46860" y="4"/>
                  </a:cubicBezTo>
                  <a:close/>
                  <a:moveTo>
                    <a:pt x="1354154" y="0"/>
                  </a:moveTo>
                  <a:lnTo>
                    <a:pt x="1372066" y="0"/>
                  </a:lnTo>
                  <a:lnTo>
                    <a:pt x="1372066" y="174539"/>
                  </a:lnTo>
                  <a:lnTo>
                    <a:pt x="1325496" y="174539"/>
                  </a:lnTo>
                  <a:lnTo>
                    <a:pt x="1325496" y="148544"/>
                  </a:lnTo>
                  <a:lnTo>
                    <a:pt x="1356544" y="148544"/>
                  </a:lnTo>
                  <a:lnTo>
                    <a:pt x="1356544" y="28471"/>
                  </a:lnTo>
                  <a:lnTo>
                    <a:pt x="1329078" y="39612"/>
                  </a:lnTo>
                  <a:lnTo>
                    <a:pt x="1318332" y="14855"/>
                  </a:lnTo>
                  <a:close/>
                  <a:moveTo>
                    <a:pt x="1063230" y="0"/>
                  </a:moveTo>
                  <a:lnTo>
                    <a:pt x="1099260" y="0"/>
                  </a:lnTo>
                  <a:lnTo>
                    <a:pt x="1099260" y="148544"/>
                  </a:lnTo>
                  <a:lnTo>
                    <a:pt x="1130322" y="148544"/>
                  </a:lnTo>
                  <a:lnTo>
                    <a:pt x="1130322" y="174539"/>
                  </a:lnTo>
                  <a:lnTo>
                    <a:pt x="1034652" y="174539"/>
                  </a:lnTo>
                  <a:lnTo>
                    <a:pt x="1034652" y="148544"/>
                  </a:lnTo>
                  <a:lnTo>
                    <a:pt x="1066956" y="148544"/>
                  </a:lnTo>
                  <a:lnTo>
                    <a:pt x="1066956" y="28471"/>
                  </a:lnTo>
                  <a:lnTo>
                    <a:pt x="1037138" y="39612"/>
                  </a:lnTo>
                  <a:lnTo>
                    <a:pt x="1027198" y="14855"/>
                  </a:lnTo>
                  <a:close/>
                  <a:moveTo>
                    <a:pt x="767410" y="0"/>
                  </a:moveTo>
                  <a:lnTo>
                    <a:pt x="803016" y="0"/>
                  </a:lnTo>
                  <a:lnTo>
                    <a:pt x="803016" y="148544"/>
                  </a:lnTo>
                  <a:lnTo>
                    <a:pt x="833712" y="148544"/>
                  </a:lnTo>
                  <a:lnTo>
                    <a:pt x="833712" y="174539"/>
                  </a:lnTo>
                  <a:lnTo>
                    <a:pt x="737942" y="174539"/>
                  </a:lnTo>
                  <a:lnTo>
                    <a:pt x="737942" y="148544"/>
                  </a:lnTo>
                  <a:lnTo>
                    <a:pt x="771092" y="148544"/>
                  </a:lnTo>
                  <a:lnTo>
                    <a:pt x="771092" y="28471"/>
                  </a:lnTo>
                  <a:lnTo>
                    <a:pt x="741624" y="39612"/>
                  </a:lnTo>
                  <a:lnTo>
                    <a:pt x="730574" y="14855"/>
                  </a:lnTo>
                  <a:close/>
                  <a:moveTo>
                    <a:pt x="469556" y="0"/>
                  </a:moveTo>
                  <a:lnTo>
                    <a:pt x="506392" y="0"/>
                  </a:lnTo>
                  <a:lnTo>
                    <a:pt x="506392" y="148544"/>
                  </a:lnTo>
                  <a:lnTo>
                    <a:pt x="537088" y="148544"/>
                  </a:lnTo>
                  <a:lnTo>
                    <a:pt x="537088" y="174539"/>
                  </a:lnTo>
                  <a:lnTo>
                    <a:pt x="441316" y="174539"/>
                  </a:lnTo>
                  <a:lnTo>
                    <a:pt x="441316" y="148544"/>
                  </a:lnTo>
                  <a:lnTo>
                    <a:pt x="473240" y="148544"/>
                  </a:lnTo>
                  <a:lnTo>
                    <a:pt x="473240" y="28471"/>
                  </a:lnTo>
                  <a:lnTo>
                    <a:pt x="445000" y="39612"/>
                  </a:lnTo>
                  <a:lnTo>
                    <a:pt x="433948" y="14855"/>
                  </a:lnTo>
                  <a:close/>
                  <a:moveTo>
                    <a:pt x="178852" y="0"/>
                  </a:moveTo>
                  <a:lnTo>
                    <a:pt x="216126" y="0"/>
                  </a:lnTo>
                  <a:lnTo>
                    <a:pt x="216126" y="148544"/>
                  </a:lnTo>
                  <a:lnTo>
                    <a:pt x="245946" y="148544"/>
                  </a:lnTo>
                  <a:lnTo>
                    <a:pt x="245946" y="174539"/>
                  </a:lnTo>
                  <a:lnTo>
                    <a:pt x="149032" y="174539"/>
                  </a:lnTo>
                  <a:lnTo>
                    <a:pt x="149032" y="148544"/>
                  </a:lnTo>
                  <a:lnTo>
                    <a:pt x="182580" y="148544"/>
                  </a:lnTo>
                  <a:lnTo>
                    <a:pt x="182580" y="28471"/>
                  </a:lnTo>
                  <a:lnTo>
                    <a:pt x="152760" y="39612"/>
                  </a:lnTo>
                  <a:lnTo>
                    <a:pt x="142820" y="1485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46" name="Freeform 150">
              <a:extLst>
                <a:ext uri="{FF2B5EF4-FFF2-40B4-BE49-F238E27FC236}">
                  <a16:creationId xmlns:a16="http://schemas.microsoft.com/office/drawing/2014/main" xmlns="" id="{DB3F8A08-4E37-2546-A881-0527B5E4E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52878" y="6143908"/>
              <a:ext cx="483388" cy="692124"/>
            </a:xfrm>
            <a:custGeom>
              <a:avLst/>
              <a:gdLst>
                <a:gd name="T0" fmla="*/ 80 w 386"/>
                <a:gd name="T1" fmla="*/ 475 h 556"/>
                <a:gd name="T2" fmla="*/ 305 w 386"/>
                <a:gd name="T3" fmla="*/ 475 h 556"/>
                <a:gd name="T4" fmla="*/ 305 w 386"/>
                <a:gd name="T5" fmla="*/ 193 h 556"/>
                <a:gd name="T6" fmla="*/ 305 w 386"/>
                <a:gd name="T7" fmla="*/ 193 h 556"/>
                <a:gd name="T8" fmla="*/ 192 w 386"/>
                <a:gd name="T9" fmla="*/ 80 h 556"/>
                <a:gd name="T10" fmla="*/ 192 w 386"/>
                <a:gd name="T11" fmla="*/ 80 h 556"/>
                <a:gd name="T12" fmla="*/ 80 w 386"/>
                <a:gd name="T13" fmla="*/ 193 h 556"/>
                <a:gd name="T14" fmla="*/ 80 w 386"/>
                <a:gd name="T15" fmla="*/ 475 h 556"/>
                <a:gd name="T16" fmla="*/ 385 w 386"/>
                <a:gd name="T17" fmla="*/ 555 h 556"/>
                <a:gd name="T18" fmla="*/ 0 w 386"/>
                <a:gd name="T19" fmla="*/ 555 h 556"/>
                <a:gd name="T20" fmla="*/ 0 w 386"/>
                <a:gd name="T21" fmla="*/ 193 h 556"/>
                <a:gd name="T22" fmla="*/ 0 w 386"/>
                <a:gd name="T23" fmla="*/ 193 h 556"/>
                <a:gd name="T24" fmla="*/ 192 w 386"/>
                <a:gd name="T25" fmla="*/ 0 h 556"/>
                <a:gd name="T26" fmla="*/ 192 w 386"/>
                <a:gd name="T27" fmla="*/ 0 h 556"/>
                <a:gd name="T28" fmla="*/ 385 w 386"/>
                <a:gd name="T29" fmla="*/ 193 h 556"/>
                <a:gd name="T30" fmla="*/ 385 w 386"/>
                <a:gd name="T31" fmla="*/ 555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86" h="556">
                  <a:moveTo>
                    <a:pt x="80" y="475"/>
                  </a:moveTo>
                  <a:lnTo>
                    <a:pt x="305" y="475"/>
                  </a:lnTo>
                  <a:lnTo>
                    <a:pt x="305" y="193"/>
                  </a:lnTo>
                  <a:lnTo>
                    <a:pt x="305" y="193"/>
                  </a:lnTo>
                  <a:cubicBezTo>
                    <a:pt x="305" y="130"/>
                    <a:pt x="254" y="80"/>
                    <a:pt x="192" y="80"/>
                  </a:cubicBezTo>
                  <a:lnTo>
                    <a:pt x="192" y="80"/>
                  </a:lnTo>
                  <a:cubicBezTo>
                    <a:pt x="130" y="80"/>
                    <a:pt x="80" y="130"/>
                    <a:pt x="80" y="193"/>
                  </a:cubicBezTo>
                  <a:lnTo>
                    <a:pt x="80" y="475"/>
                  </a:lnTo>
                  <a:close/>
                  <a:moveTo>
                    <a:pt x="385" y="555"/>
                  </a:moveTo>
                  <a:lnTo>
                    <a:pt x="0" y="555"/>
                  </a:lnTo>
                  <a:lnTo>
                    <a:pt x="0" y="193"/>
                  </a:lnTo>
                  <a:lnTo>
                    <a:pt x="0" y="193"/>
                  </a:lnTo>
                  <a:cubicBezTo>
                    <a:pt x="0" y="86"/>
                    <a:pt x="86" y="0"/>
                    <a:pt x="192" y="0"/>
                  </a:cubicBezTo>
                  <a:lnTo>
                    <a:pt x="192" y="0"/>
                  </a:lnTo>
                  <a:cubicBezTo>
                    <a:pt x="299" y="0"/>
                    <a:pt x="385" y="86"/>
                    <a:pt x="385" y="193"/>
                  </a:cubicBezTo>
                  <a:lnTo>
                    <a:pt x="385" y="555"/>
                  </a:lnTo>
                  <a:close/>
                </a:path>
              </a:pathLst>
            </a:custGeom>
            <a:solidFill>
              <a:srgbClr val="EB850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47" name="Freeform 151">
              <a:extLst>
                <a:ext uri="{FF2B5EF4-FFF2-40B4-BE49-F238E27FC236}">
                  <a16:creationId xmlns:a16="http://schemas.microsoft.com/office/drawing/2014/main" xmlns="" id="{A1C59F22-4708-884D-A7B5-C7DC9441A6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94707" y="6687718"/>
              <a:ext cx="1027198" cy="593249"/>
            </a:xfrm>
            <a:custGeom>
              <a:avLst/>
              <a:gdLst>
                <a:gd name="T0" fmla="*/ 823 w 824"/>
                <a:gd name="T1" fmla="*/ 475 h 476"/>
                <a:gd name="T2" fmla="*/ 0 w 824"/>
                <a:gd name="T3" fmla="*/ 475 h 476"/>
                <a:gd name="T4" fmla="*/ 137 w 824"/>
                <a:gd name="T5" fmla="*/ 0 h 476"/>
                <a:gd name="T6" fmla="*/ 688 w 824"/>
                <a:gd name="T7" fmla="*/ 0 h 476"/>
                <a:gd name="T8" fmla="*/ 823 w 824"/>
                <a:gd name="T9" fmla="*/ 475 h 4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4" h="476">
                  <a:moveTo>
                    <a:pt x="823" y="475"/>
                  </a:moveTo>
                  <a:lnTo>
                    <a:pt x="0" y="475"/>
                  </a:lnTo>
                  <a:lnTo>
                    <a:pt x="137" y="0"/>
                  </a:lnTo>
                  <a:lnTo>
                    <a:pt x="688" y="0"/>
                  </a:lnTo>
                  <a:lnTo>
                    <a:pt x="823" y="475"/>
                  </a:lnTo>
                </a:path>
              </a:pathLst>
            </a:custGeom>
            <a:solidFill>
              <a:srgbClr val="FFB60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48" name="Freeform 152">
              <a:extLst>
                <a:ext uri="{FF2B5EF4-FFF2-40B4-BE49-F238E27FC236}">
                  <a16:creationId xmlns:a16="http://schemas.microsoft.com/office/drawing/2014/main" xmlns="" id="{15E9847F-D853-E042-AFAD-FA121406E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12178" y="6841523"/>
              <a:ext cx="192255" cy="285638"/>
            </a:xfrm>
            <a:custGeom>
              <a:avLst/>
              <a:gdLst>
                <a:gd name="T0" fmla="*/ 152 w 153"/>
                <a:gd name="T1" fmla="*/ 228 h 229"/>
                <a:gd name="T2" fmla="*/ 118 w 153"/>
                <a:gd name="T3" fmla="*/ 120 h 229"/>
                <a:gd name="T4" fmla="*/ 118 w 153"/>
                <a:gd name="T5" fmla="*/ 120 h 229"/>
                <a:gd name="T6" fmla="*/ 144 w 153"/>
                <a:gd name="T7" fmla="*/ 67 h 229"/>
                <a:gd name="T8" fmla="*/ 144 w 153"/>
                <a:gd name="T9" fmla="*/ 67 h 229"/>
                <a:gd name="T10" fmla="*/ 76 w 153"/>
                <a:gd name="T11" fmla="*/ 0 h 229"/>
                <a:gd name="T12" fmla="*/ 76 w 153"/>
                <a:gd name="T13" fmla="*/ 0 h 229"/>
                <a:gd name="T14" fmla="*/ 8 w 153"/>
                <a:gd name="T15" fmla="*/ 67 h 229"/>
                <a:gd name="T16" fmla="*/ 8 w 153"/>
                <a:gd name="T17" fmla="*/ 67 h 229"/>
                <a:gd name="T18" fmla="*/ 34 w 153"/>
                <a:gd name="T19" fmla="*/ 120 h 229"/>
                <a:gd name="T20" fmla="*/ 0 w 153"/>
                <a:gd name="T21" fmla="*/ 228 h 229"/>
                <a:gd name="T22" fmla="*/ 152 w 153"/>
                <a:gd name="T23" fmla="*/ 228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3" h="229">
                  <a:moveTo>
                    <a:pt x="152" y="228"/>
                  </a:moveTo>
                  <a:lnTo>
                    <a:pt x="118" y="120"/>
                  </a:lnTo>
                  <a:lnTo>
                    <a:pt x="118" y="120"/>
                  </a:lnTo>
                  <a:cubicBezTo>
                    <a:pt x="134" y="108"/>
                    <a:pt x="144" y="89"/>
                    <a:pt x="144" y="67"/>
                  </a:cubicBezTo>
                  <a:lnTo>
                    <a:pt x="144" y="67"/>
                  </a:lnTo>
                  <a:cubicBezTo>
                    <a:pt x="144" y="30"/>
                    <a:pt x="113" y="0"/>
                    <a:pt x="76" y="0"/>
                  </a:cubicBezTo>
                  <a:lnTo>
                    <a:pt x="76" y="0"/>
                  </a:lnTo>
                  <a:cubicBezTo>
                    <a:pt x="38" y="0"/>
                    <a:pt x="8" y="30"/>
                    <a:pt x="8" y="67"/>
                  </a:cubicBezTo>
                  <a:lnTo>
                    <a:pt x="8" y="67"/>
                  </a:lnTo>
                  <a:cubicBezTo>
                    <a:pt x="8" y="89"/>
                    <a:pt x="18" y="108"/>
                    <a:pt x="34" y="120"/>
                  </a:cubicBezTo>
                  <a:lnTo>
                    <a:pt x="0" y="228"/>
                  </a:lnTo>
                  <a:lnTo>
                    <a:pt x="152" y="228"/>
                  </a:lnTo>
                </a:path>
              </a:pathLst>
            </a:custGeom>
            <a:solidFill>
              <a:srgbClr val="17161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49" name="Freeform 153">
              <a:extLst>
                <a:ext uri="{FF2B5EF4-FFF2-40B4-BE49-F238E27FC236}">
                  <a16:creationId xmlns:a16="http://schemas.microsoft.com/office/drawing/2014/main" xmlns="" id="{123EEF76-1D25-9F46-A11C-25B583487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05824" y="5314460"/>
              <a:ext cx="65917" cy="1527067"/>
            </a:xfrm>
            <a:custGeom>
              <a:avLst/>
              <a:gdLst>
                <a:gd name="T0" fmla="*/ 54 w 55"/>
                <a:gd name="T1" fmla="*/ 1225 h 1226"/>
                <a:gd name="T2" fmla="*/ 0 w 55"/>
                <a:gd name="T3" fmla="*/ 1225 h 1226"/>
                <a:gd name="T4" fmla="*/ 0 w 55"/>
                <a:gd name="T5" fmla="*/ 0 h 1226"/>
                <a:gd name="T6" fmla="*/ 54 w 55"/>
                <a:gd name="T7" fmla="*/ 0 h 1226"/>
                <a:gd name="T8" fmla="*/ 54 w 55"/>
                <a:gd name="T9" fmla="*/ 1225 h 1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1226">
                  <a:moveTo>
                    <a:pt x="54" y="1225"/>
                  </a:moveTo>
                  <a:lnTo>
                    <a:pt x="0" y="1225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25"/>
                  </a:lnTo>
                </a:path>
              </a:pathLst>
            </a:custGeom>
            <a:solidFill>
              <a:srgbClr val="17161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50" name="Freeform 154">
              <a:extLst>
                <a:ext uri="{FF2B5EF4-FFF2-40B4-BE49-F238E27FC236}">
                  <a16:creationId xmlns:a16="http://schemas.microsoft.com/office/drawing/2014/main" xmlns="" id="{F3DABB49-1B0B-7848-8F40-7A3CEB078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54403" y="5429809"/>
              <a:ext cx="851420" cy="708605"/>
            </a:xfrm>
            <a:custGeom>
              <a:avLst/>
              <a:gdLst>
                <a:gd name="T0" fmla="*/ 0 w 683"/>
                <a:gd name="T1" fmla="*/ 567 h 568"/>
                <a:gd name="T2" fmla="*/ 682 w 683"/>
                <a:gd name="T3" fmla="*/ 567 h 568"/>
                <a:gd name="T4" fmla="*/ 682 w 683"/>
                <a:gd name="T5" fmla="*/ 0 h 568"/>
                <a:gd name="T6" fmla="*/ 0 w 683"/>
                <a:gd name="T7" fmla="*/ 0 h 568"/>
                <a:gd name="T8" fmla="*/ 0 w 683"/>
                <a:gd name="T9" fmla="*/ 567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3" h="568">
                  <a:moveTo>
                    <a:pt x="0" y="567"/>
                  </a:moveTo>
                  <a:lnTo>
                    <a:pt x="682" y="567"/>
                  </a:lnTo>
                  <a:lnTo>
                    <a:pt x="682" y="0"/>
                  </a:lnTo>
                  <a:lnTo>
                    <a:pt x="0" y="0"/>
                  </a:lnTo>
                  <a:lnTo>
                    <a:pt x="0" y="567"/>
                  </a:lnTo>
                </a:path>
              </a:pathLst>
            </a:custGeom>
            <a:solidFill>
              <a:srgbClr val="FFB60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xmlns="" id="{F621AA47-A005-884A-B94D-B851BEA80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5445" y="5490233"/>
              <a:ext cx="363923" cy="593056"/>
            </a:xfrm>
            <a:custGeom>
              <a:avLst/>
              <a:gdLst>
                <a:gd name="connsiteX0" fmla="*/ 305635 w 363923"/>
                <a:gd name="connsiteY0" fmla="*/ 382721 h 593056"/>
                <a:gd name="connsiteX1" fmla="*/ 318155 w 363923"/>
                <a:gd name="connsiteY1" fmla="*/ 416050 h 593056"/>
                <a:gd name="connsiteX2" fmla="*/ 338189 w 363923"/>
                <a:gd name="connsiteY2" fmla="*/ 443207 h 593056"/>
                <a:gd name="connsiteX3" fmla="*/ 299373 w 363923"/>
                <a:gd name="connsiteY3" fmla="*/ 456785 h 593056"/>
                <a:gd name="connsiteX4" fmla="*/ 283097 w 363923"/>
                <a:gd name="connsiteY4" fmla="*/ 449379 h 593056"/>
                <a:gd name="connsiteX5" fmla="*/ 205905 w 363923"/>
                <a:gd name="connsiteY5" fmla="*/ 487429 h 593056"/>
                <a:gd name="connsiteX6" fmla="*/ 284689 w 363923"/>
                <a:gd name="connsiteY6" fmla="*/ 520030 h 593056"/>
                <a:gd name="connsiteX7" fmla="*/ 297139 w 363923"/>
                <a:gd name="connsiteY7" fmla="*/ 511193 h 593056"/>
                <a:gd name="connsiteX8" fmla="*/ 338217 w 363923"/>
                <a:gd name="connsiteY8" fmla="*/ 520030 h 593056"/>
                <a:gd name="connsiteX9" fmla="*/ 320789 w 363923"/>
                <a:gd name="connsiteY9" fmla="*/ 550327 h 593056"/>
                <a:gd name="connsiteX10" fmla="*/ 314565 w 363923"/>
                <a:gd name="connsiteY10" fmla="*/ 585674 h 593056"/>
                <a:gd name="connsiteX11" fmla="*/ 278465 w 363923"/>
                <a:gd name="connsiteY11" fmla="*/ 565476 h 593056"/>
                <a:gd name="connsiteX12" fmla="*/ 273487 w 363923"/>
                <a:gd name="connsiteY12" fmla="*/ 549065 h 593056"/>
                <a:gd name="connsiteX13" fmla="*/ 167821 w 363923"/>
                <a:gd name="connsiteY13" fmla="*/ 506202 h 593056"/>
                <a:gd name="connsiteX14" fmla="*/ 72745 w 363923"/>
                <a:gd name="connsiteY14" fmla="*/ 553068 h 593056"/>
                <a:gd name="connsiteX15" fmla="*/ 68989 w 363923"/>
                <a:gd name="connsiteY15" fmla="*/ 569115 h 593056"/>
                <a:gd name="connsiteX16" fmla="*/ 35183 w 363923"/>
                <a:gd name="connsiteY16" fmla="*/ 591334 h 593056"/>
                <a:gd name="connsiteX17" fmla="*/ 25165 w 363923"/>
                <a:gd name="connsiteY17" fmla="*/ 558005 h 593056"/>
                <a:gd name="connsiteX18" fmla="*/ 5133 w 363923"/>
                <a:gd name="connsiteY18" fmla="*/ 529614 h 593056"/>
                <a:gd name="connsiteX19" fmla="*/ 45199 w 363923"/>
                <a:gd name="connsiteY19" fmla="*/ 518505 h 593056"/>
                <a:gd name="connsiteX20" fmla="*/ 58973 w 363923"/>
                <a:gd name="connsiteY20" fmla="*/ 525911 h 593056"/>
                <a:gd name="connsiteX21" fmla="*/ 130275 w 363923"/>
                <a:gd name="connsiteY21" fmla="*/ 490972 h 593056"/>
                <a:gd name="connsiteX22" fmla="*/ 55641 w 363923"/>
                <a:gd name="connsiteY22" fmla="*/ 460698 h 593056"/>
                <a:gd name="connsiteX23" fmla="*/ 41947 w 363923"/>
                <a:gd name="connsiteY23" fmla="*/ 469535 h 593056"/>
                <a:gd name="connsiteX24" fmla="*/ 867 w 363923"/>
                <a:gd name="connsiteY24" fmla="*/ 459435 h 593056"/>
                <a:gd name="connsiteX25" fmla="*/ 19541 w 363923"/>
                <a:gd name="connsiteY25" fmla="*/ 429138 h 593056"/>
                <a:gd name="connsiteX26" fmla="*/ 28253 w 363923"/>
                <a:gd name="connsiteY26" fmla="*/ 393791 h 593056"/>
                <a:gd name="connsiteX27" fmla="*/ 63109 w 363923"/>
                <a:gd name="connsiteY27" fmla="*/ 416514 h 593056"/>
                <a:gd name="connsiteX28" fmla="*/ 68089 w 363923"/>
                <a:gd name="connsiteY28" fmla="*/ 430401 h 593056"/>
                <a:gd name="connsiteX29" fmla="*/ 168821 w 363923"/>
                <a:gd name="connsiteY29" fmla="*/ 472084 h 593056"/>
                <a:gd name="connsiteX30" fmla="*/ 270575 w 363923"/>
                <a:gd name="connsiteY30" fmla="*/ 422222 h 593056"/>
                <a:gd name="connsiteX31" fmla="*/ 273079 w 363923"/>
                <a:gd name="connsiteY31" fmla="*/ 407409 h 593056"/>
                <a:gd name="connsiteX32" fmla="*/ 305635 w 363923"/>
                <a:gd name="connsiteY32" fmla="*/ 382721 h 593056"/>
                <a:gd name="connsiteX33" fmla="*/ 205869 w 363923"/>
                <a:gd name="connsiteY33" fmla="*/ 307614 h 593056"/>
                <a:gd name="connsiteX34" fmla="*/ 205869 w 363923"/>
                <a:gd name="connsiteY34" fmla="*/ 383257 h 593056"/>
                <a:gd name="connsiteX35" fmla="*/ 215285 w 363923"/>
                <a:gd name="connsiteY35" fmla="*/ 381996 h 593056"/>
                <a:gd name="connsiteX36" fmla="*/ 215285 w 363923"/>
                <a:gd name="connsiteY36" fmla="*/ 307614 h 593056"/>
                <a:gd name="connsiteX37" fmla="*/ 156433 w 363923"/>
                <a:gd name="connsiteY37" fmla="*/ 307614 h 593056"/>
                <a:gd name="connsiteX38" fmla="*/ 156433 w 363923"/>
                <a:gd name="connsiteY38" fmla="*/ 382076 h 593056"/>
                <a:gd name="connsiteX39" fmla="*/ 165849 w 363923"/>
                <a:gd name="connsiteY39" fmla="*/ 383297 h 593056"/>
                <a:gd name="connsiteX40" fmla="*/ 165849 w 363923"/>
                <a:gd name="connsiteY40" fmla="*/ 307614 h 593056"/>
                <a:gd name="connsiteX41" fmla="*/ 249815 w 363923"/>
                <a:gd name="connsiteY41" fmla="*/ 307610 h 593056"/>
                <a:gd name="connsiteX42" fmla="*/ 249815 w 363923"/>
                <a:gd name="connsiteY42" fmla="*/ 372307 h 593056"/>
                <a:gd name="connsiteX43" fmla="*/ 259231 w 363923"/>
                <a:gd name="connsiteY43" fmla="*/ 371086 h 593056"/>
                <a:gd name="connsiteX44" fmla="*/ 259231 w 363923"/>
                <a:gd name="connsiteY44" fmla="*/ 307610 h 593056"/>
                <a:gd name="connsiteX45" fmla="*/ 106991 w 363923"/>
                <a:gd name="connsiteY45" fmla="*/ 307610 h 593056"/>
                <a:gd name="connsiteX46" fmla="*/ 106991 w 363923"/>
                <a:gd name="connsiteY46" fmla="*/ 369932 h 593056"/>
                <a:gd name="connsiteX47" fmla="*/ 111571 w 363923"/>
                <a:gd name="connsiteY47" fmla="*/ 372329 h 593056"/>
                <a:gd name="connsiteX48" fmla="*/ 111571 w 363923"/>
                <a:gd name="connsiteY48" fmla="*/ 307610 h 593056"/>
                <a:gd name="connsiteX49" fmla="*/ 186015 w 363923"/>
                <a:gd name="connsiteY49" fmla="*/ 225213 h 593056"/>
                <a:gd name="connsiteX50" fmla="*/ 150935 w 363923"/>
                <a:gd name="connsiteY50" fmla="*/ 271954 h 593056"/>
                <a:gd name="connsiteX51" fmla="*/ 186015 w 363923"/>
                <a:gd name="connsiteY51" fmla="*/ 289932 h 593056"/>
                <a:gd name="connsiteX52" fmla="*/ 221093 w 363923"/>
                <a:gd name="connsiteY52" fmla="*/ 271954 h 593056"/>
                <a:gd name="connsiteX53" fmla="*/ 186015 w 363923"/>
                <a:gd name="connsiteY53" fmla="*/ 225213 h 593056"/>
                <a:gd name="connsiteX54" fmla="*/ 260797 w 363923"/>
                <a:gd name="connsiteY54" fmla="*/ 137324 h 593056"/>
                <a:gd name="connsiteX55" fmla="*/ 205867 w 363923"/>
                <a:gd name="connsiteY55" fmla="*/ 184656 h 593056"/>
                <a:gd name="connsiteX56" fmla="*/ 260797 w 363923"/>
                <a:gd name="connsiteY56" fmla="*/ 229429 h 593056"/>
                <a:gd name="connsiteX57" fmla="*/ 314507 w 363923"/>
                <a:gd name="connsiteY57" fmla="*/ 184656 h 593056"/>
                <a:gd name="connsiteX58" fmla="*/ 260797 w 363923"/>
                <a:gd name="connsiteY58" fmla="*/ 137324 h 593056"/>
                <a:gd name="connsiteX59" fmla="*/ 98119 w 363923"/>
                <a:gd name="connsiteY59" fmla="*/ 137324 h 593056"/>
                <a:gd name="connsiteX60" fmla="*/ 41075 w 363923"/>
                <a:gd name="connsiteY60" fmla="*/ 184656 h 593056"/>
                <a:gd name="connsiteX61" fmla="*/ 98119 w 363923"/>
                <a:gd name="connsiteY61" fmla="*/ 229429 h 593056"/>
                <a:gd name="connsiteX62" fmla="*/ 155163 w 363923"/>
                <a:gd name="connsiteY62" fmla="*/ 184656 h 593056"/>
                <a:gd name="connsiteX63" fmla="*/ 98119 w 363923"/>
                <a:gd name="connsiteY63" fmla="*/ 137324 h 593056"/>
                <a:gd name="connsiteX64" fmla="*/ 183275 w 363923"/>
                <a:gd name="connsiteY64" fmla="*/ 0 h 593056"/>
                <a:gd name="connsiteX65" fmla="*/ 363923 w 363923"/>
                <a:gd name="connsiteY65" fmla="*/ 171252 h 593056"/>
                <a:gd name="connsiteX66" fmla="*/ 286681 w 363923"/>
                <a:gd name="connsiteY66" fmla="*/ 311254 h 593056"/>
                <a:gd name="connsiteX67" fmla="*/ 286681 w 363923"/>
                <a:gd name="connsiteY67" fmla="*/ 367505 h 593056"/>
                <a:gd name="connsiteX68" fmla="*/ 179539 w 363923"/>
                <a:gd name="connsiteY68" fmla="*/ 388755 h 593056"/>
                <a:gd name="connsiteX69" fmla="*/ 73641 w 363923"/>
                <a:gd name="connsiteY69" fmla="*/ 367505 h 593056"/>
                <a:gd name="connsiteX70" fmla="*/ 73641 w 363923"/>
                <a:gd name="connsiteY70" fmla="*/ 307504 h 593056"/>
                <a:gd name="connsiteX71" fmla="*/ 2627 w 363923"/>
                <a:gd name="connsiteY71" fmla="*/ 171252 h 593056"/>
                <a:gd name="connsiteX72" fmla="*/ 183275 w 363923"/>
                <a:gd name="connsiteY72" fmla="*/ 0 h 593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363923" h="593056">
                  <a:moveTo>
                    <a:pt x="305635" y="382721"/>
                  </a:moveTo>
                  <a:cubicBezTo>
                    <a:pt x="316903" y="386425"/>
                    <a:pt x="320659" y="401237"/>
                    <a:pt x="318155" y="416050"/>
                  </a:cubicBezTo>
                  <a:cubicBezTo>
                    <a:pt x="331929" y="422222"/>
                    <a:pt x="341945" y="433332"/>
                    <a:pt x="338189" y="443207"/>
                  </a:cubicBezTo>
                  <a:cubicBezTo>
                    <a:pt x="335685" y="455551"/>
                    <a:pt x="318155" y="461723"/>
                    <a:pt x="299373" y="456785"/>
                  </a:cubicBezTo>
                  <a:cubicBezTo>
                    <a:pt x="293113" y="455551"/>
                    <a:pt x="288105" y="453082"/>
                    <a:pt x="283097" y="449379"/>
                  </a:cubicBezTo>
                  <a:lnTo>
                    <a:pt x="205905" y="487429"/>
                  </a:lnTo>
                  <a:lnTo>
                    <a:pt x="284689" y="520030"/>
                  </a:lnTo>
                  <a:cubicBezTo>
                    <a:pt x="288425" y="516243"/>
                    <a:pt x="293403" y="513718"/>
                    <a:pt x="297139" y="511193"/>
                  </a:cubicBezTo>
                  <a:cubicBezTo>
                    <a:pt x="314565" y="504881"/>
                    <a:pt x="333239" y="507406"/>
                    <a:pt x="338217" y="520030"/>
                  </a:cubicBezTo>
                  <a:cubicBezTo>
                    <a:pt x="341953" y="530129"/>
                    <a:pt x="334483" y="542753"/>
                    <a:pt x="320789" y="550327"/>
                  </a:cubicBezTo>
                  <a:cubicBezTo>
                    <a:pt x="327015" y="566738"/>
                    <a:pt x="323279" y="580624"/>
                    <a:pt x="314565" y="585674"/>
                  </a:cubicBezTo>
                  <a:cubicBezTo>
                    <a:pt x="302117" y="591986"/>
                    <a:pt x="287179" y="581887"/>
                    <a:pt x="278465" y="565476"/>
                  </a:cubicBezTo>
                  <a:cubicBezTo>
                    <a:pt x="275975" y="559164"/>
                    <a:pt x="273487" y="554114"/>
                    <a:pt x="273487" y="549065"/>
                  </a:cubicBezTo>
                  <a:lnTo>
                    <a:pt x="167821" y="506202"/>
                  </a:lnTo>
                  <a:lnTo>
                    <a:pt x="72745" y="553068"/>
                  </a:lnTo>
                  <a:cubicBezTo>
                    <a:pt x="72745" y="558005"/>
                    <a:pt x="71493" y="562943"/>
                    <a:pt x="68989" y="569115"/>
                  </a:cubicBezTo>
                  <a:cubicBezTo>
                    <a:pt x="62729" y="586396"/>
                    <a:pt x="46451" y="597506"/>
                    <a:pt x="35183" y="591334"/>
                  </a:cubicBezTo>
                  <a:cubicBezTo>
                    <a:pt x="25165" y="587631"/>
                    <a:pt x="21409" y="574052"/>
                    <a:pt x="25165" y="558005"/>
                  </a:cubicBezTo>
                  <a:cubicBezTo>
                    <a:pt x="11393" y="551833"/>
                    <a:pt x="2627" y="539489"/>
                    <a:pt x="5133" y="529614"/>
                  </a:cubicBezTo>
                  <a:cubicBezTo>
                    <a:pt x="8889" y="518505"/>
                    <a:pt x="27669" y="513567"/>
                    <a:pt x="45199" y="518505"/>
                  </a:cubicBezTo>
                  <a:cubicBezTo>
                    <a:pt x="50207" y="519739"/>
                    <a:pt x="55215" y="522208"/>
                    <a:pt x="58973" y="525911"/>
                  </a:cubicBezTo>
                  <a:lnTo>
                    <a:pt x="130275" y="490972"/>
                  </a:lnTo>
                  <a:lnTo>
                    <a:pt x="55641" y="460698"/>
                  </a:lnTo>
                  <a:cubicBezTo>
                    <a:pt x="51905" y="464485"/>
                    <a:pt x="46927" y="467010"/>
                    <a:pt x="41947" y="469535"/>
                  </a:cubicBezTo>
                  <a:cubicBezTo>
                    <a:pt x="23275" y="474584"/>
                    <a:pt x="5847" y="470797"/>
                    <a:pt x="867" y="459435"/>
                  </a:cubicBezTo>
                  <a:cubicBezTo>
                    <a:pt x="-2867" y="449336"/>
                    <a:pt x="5847" y="435450"/>
                    <a:pt x="19541" y="429138"/>
                  </a:cubicBezTo>
                  <a:cubicBezTo>
                    <a:pt x="14561" y="413990"/>
                    <a:pt x="19541" y="398841"/>
                    <a:pt x="28253" y="393791"/>
                  </a:cubicBezTo>
                  <a:cubicBezTo>
                    <a:pt x="40703" y="390004"/>
                    <a:pt x="55641" y="400103"/>
                    <a:pt x="63109" y="416514"/>
                  </a:cubicBezTo>
                  <a:cubicBezTo>
                    <a:pt x="65599" y="421564"/>
                    <a:pt x="66843" y="426613"/>
                    <a:pt x="68089" y="430401"/>
                  </a:cubicBezTo>
                  <a:lnTo>
                    <a:pt x="168821" y="472084"/>
                  </a:lnTo>
                  <a:lnTo>
                    <a:pt x="270575" y="422222"/>
                  </a:lnTo>
                  <a:cubicBezTo>
                    <a:pt x="270575" y="417284"/>
                    <a:pt x="271827" y="413581"/>
                    <a:pt x="273079" y="407409"/>
                  </a:cubicBezTo>
                  <a:cubicBezTo>
                    <a:pt x="279341" y="390128"/>
                    <a:pt x="294365" y="379018"/>
                    <a:pt x="305635" y="382721"/>
                  </a:cubicBezTo>
                  <a:close/>
                  <a:moveTo>
                    <a:pt x="205869" y="307614"/>
                  </a:moveTo>
                  <a:lnTo>
                    <a:pt x="205869" y="383257"/>
                  </a:lnTo>
                  <a:cubicBezTo>
                    <a:pt x="209007" y="383257"/>
                    <a:pt x="212147" y="383257"/>
                    <a:pt x="215285" y="381996"/>
                  </a:cubicBezTo>
                  <a:lnTo>
                    <a:pt x="215285" y="307614"/>
                  </a:lnTo>
                  <a:close/>
                  <a:moveTo>
                    <a:pt x="156433" y="307614"/>
                  </a:moveTo>
                  <a:lnTo>
                    <a:pt x="156433" y="382076"/>
                  </a:lnTo>
                  <a:cubicBezTo>
                    <a:pt x="159571" y="382076"/>
                    <a:pt x="162711" y="383297"/>
                    <a:pt x="165849" y="383297"/>
                  </a:cubicBezTo>
                  <a:lnTo>
                    <a:pt x="165849" y="307614"/>
                  </a:lnTo>
                  <a:close/>
                  <a:moveTo>
                    <a:pt x="249815" y="307610"/>
                  </a:moveTo>
                  <a:lnTo>
                    <a:pt x="249815" y="372307"/>
                  </a:lnTo>
                  <a:cubicBezTo>
                    <a:pt x="252953" y="372307"/>
                    <a:pt x="256091" y="371086"/>
                    <a:pt x="259231" y="371086"/>
                  </a:cubicBezTo>
                  <a:lnTo>
                    <a:pt x="259231" y="307610"/>
                  </a:lnTo>
                  <a:close/>
                  <a:moveTo>
                    <a:pt x="106991" y="307610"/>
                  </a:moveTo>
                  <a:lnTo>
                    <a:pt x="106991" y="369932"/>
                  </a:lnTo>
                  <a:cubicBezTo>
                    <a:pt x="107907" y="371130"/>
                    <a:pt x="109739" y="372329"/>
                    <a:pt x="111571" y="372329"/>
                  </a:cubicBezTo>
                  <a:lnTo>
                    <a:pt x="111571" y="307610"/>
                  </a:lnTo>
                  <a:close/>
                  <a:moveTo>
                    <a:pt x="186015" y="225213"/>
                  </a:moveTo>
                  <a:cubicBezTo>
                    <a:pt x="173485" y="225213"/>
                    <a:pt x="150935" y="262366"/>
                    <a:pt x="150935" y="271954"/>
                  </a:cubicBezTo>
                  <a:cubicBezTo>
                    <a:pt x="150935" y="281542"/>
                    <a:pt x="165969" y="289932"/>
                    <a:pt x="186015" y="289932"/>
                  </a:cubicBezTo>
                  <a:cubicBezTo>
                    <a:pt x="204807" y="289932"/>
                    <a:pt x="221093" y="281542"/>
                    <a:pt x="221093" y="271954"/>
                  </a:cubicBezTo>
                  <a:cubicBezTo>
                    <a:pt x="221093" y="262366"/>
                    <a:pt x="196037" y="225213"/>
                    <a:pt x="186015" y="225213"/>
                  </a:cubicBezTo>
                  <a:close/>
                  <a:moveTo>
                    <a:pt x="260797" y="137324"/>
                  </a:moveTo>
                  <a:cubicBezTo>
                    <a:pt x="230279" y="137324"/>
                    <a:pt x="205867" y="157792"/>
                    <a:pt x="205867" y="184656"/>
                  </a:cubicBezTo>
                  <a:cubicBezTo>
                    <a:pt x="205867" y="208961"/>
                    <a:pt x="230279" y="229429"/>
                    <a:pt x="260797" y="229429"/>
                  </a:cubicBezTo>
                  <a:cubicBezTo>
                    <a:pt x="290093" y="229429"/>
                    <a:pt x="314507" y="208961"/>
                    <a:pt x="314507" y="184656"/>
                  </a:cubicBezTo>
                  <a:cubicBezTo>
                    <a:pt x="314507" y="157792"/>
                    <a:pt x="290093" y="137324"/>
                    <a:pt x="260797" y="137324"/>
                  </a:cubicBezTo>
                  <a:close/>
                  <a:moveTo>
                    <a:pt x="98119" y="137324"/>
                  </a:moveTo>
                  <a:cubicBezTo>
                    <a:pt x="66427" y="137324"/>
                    <a:pt x="41075" y="157792"/>
                    <a:pt x="41075" y="184656"/>
                  </a:cubicBezTo>
                  <a:cubicBezTo>
                    <a:pt x="41075" y="208961"/>
                    <a:pt x="66427" y="229429"/>
                    <a:pt x="98119" y="229429"/>
                  </a:cubicBezTo>
                  <a:cubicBezTo>
                    <a:pt x="129809" y="229429"/>
                    <a:pt x="155163" y="208961"/>
                    <a:pt x="155163" y="184656"/>
                  </a:cubicBezTo>
                  <a:cubicBezTo>
                    <a:pt x="155163" y="157792"/>
                    <a:pt x="129809" y="137324"/>
                    <a:pt x="98119" y="137324"/>
                  </a:cubicBezTo>
                  <a:close/>
                  <a:moveTo>
                    <a:pt x="183275" y="0"/>
                  </a:moveTo>
                  <a:cubicBezTo>
                    <a:pt x="282943" y="0"/>
                    <a:pt x="363923" y="77501"/>
                    <a:pt x="363923" y="171252"/>
                  </a:cubicBezTo>
                  <a:cubicBezTo>
                    <a:pt x="363923" y="228753"/>
                    <a:pt x="332777" y="280004"/>
                    <a:pt x="286681" y="311254"/>
                  </a:cubicBezTo>
                  <a:lnTo>
                    <a:pt x="286681" y="367505"/>
                  </a:lnTo>
                  <a:cubicBezTo>
                    <a:pt x="286681" y="367505"/>
                    <a:pt x="225635" y="388755"/>
                    <a:pt x="179539" y="388755"/>
                  </a:cubicBezTo>
                  <a:cubicBezTo>
                    <a:pt x="134687" y="388755"/>
                    <a:pt x="73641" y="367505"/>
                    <a:pt x="73641" y="367505"/>
                  </a:cubicBezTo>
                  <a:lnTo>
                    <a:pt x="73641" y="307504"/>
                  </a:lnTo>
                  <a:cubicBezTo>
                    <a:pt x="30037" y="276254"/>
                    <a:pt x="2627" y="227503"/>
                    <a:pt x="2627" y="171252"/>
                  </a:cubicBezTo>
                  <a:cubicBezTo>
                    <a:pt x="2627" y="77501"/>
                    <a:pt x="83607" y="0"/>
                    <a:pt x="183275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xmlns="" id="{B84EE74C-9970-5240-94AF-6D2B9F0A7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99217" y="6340447"/>
              <a:ext cx="182127" cy="252335"/>
            </a:xfrm>
            <a:custGeom>
              <a:avLst/>
              <a:gdLst>
                <a:gd name="connsiteX0" fmla="*/ 67691 w 182127"/>
                <a:gd name="connsiteY0" fmla="*/ 45 h 252335"/>
                <a:gd name="connsiteX1" fmla="*/ 121607 w 182127"/>
                <a:gd name="connsiteY1" fmla="*/ 19377 h 252335"/>
                <a:gd name="connsiteX2" fmla="*/ 180427 w 182127"/>
                <a:gd name="connsiteY2" fmla="*/ 84027 h 252335"/>
                <a:gd name="connsiteX3" fmla="*/ 153621 w 182127"/>
                <a:gd name="connsiteY3" fmla="*/ 97496 h 252335"/>
                <a:gd name="connsiteX4" fmla="*/ 135809 w 182127"/>
                <a:gd name="connsiteY4" fmla="*/ 94892 h 252335"/>
                <a:gd name="connsiteX5" fmla="*/ 145797 w 182127"/>
                <a:gd name="connsiteY5" fmla="*/ 103453 h 252335"/>
                <a:gd name="connsiteX6" fmla="*/ 154131 w 182127"/>
                <a:gd name="connsiteY6" fmla="*/ 132447 h 252335"/>
                <a:gd name="connsiteX7" fmla="*/ 127583 w 182127"/>
                <a:gd name="connsiteY7" fmla="*/ 146709 h 252335"/>
                <a:gd name="connsiteX8" fmla="*/ 119891 w 182127"/>
                <a:gd name="connsiteY8" fmla="*/ 145547 h 252335"/>
                <a:gd name="connsiteX9" fmla="*/ 134165 w 182127"/>
                <a:gd name="connsiteY9" fmla="*/ 157756 h 252335"/>
                <a:gd name="connsiteX10" fmla="*/ 141977 w 182127"/>
                <a:gd name="connsiteY10" fmla="*/ 187377 h 252335"/>
                <a:gd name="connsiteX11" fmla="*/ 115631 w 182127"/>
                <a:gd name="connsiteY11" fmla="*/ 201640 h 252335"/>
                <a:gd name="connsiteX12" fmla="*/ 104251 w 182127"/>
                <a:gd name="connsiteY12" fmla="*/ 199907 h 252335"/>
                <a:gd name="connsiteX13" fmla="*/ 110689 w 182127"/>
                <a:gd name="connsiteY13" fmla="*/ 203284 h 252335"/>
                <a:gd name="connsiteX14" fmla="*/ 132173 w 182127"/>
                <a:gd name="connsiteY14" fmla="*/ 240952 h 252335"/>
                <a:gd name="connsiteX15" fmla="*/ 61943 w 182127"/>
                <a:gd name="connsiteY15" fmla="*/ 239723 h 252335"/>
                <a:gd name="connsiteX16" fmla="*/ 18821 w 182127"/>
                <a:gd name="connsiteY16" fmla="*/ 190574 h 252335"/>
                <a:gd name="connsiteX17" fmla="*/ 27119 w 182127"/>
                <a:gd name="connsiteY17" fmla="*/ 177423 h 252335"/>
                <a:gd name="connsiteX18" fmla="*/ 35057 w 182127"/>
                <a:gd name="connsiteY18" fmla="*/ 175023 h 252335"/>
                <a:gd name="connsiteX19" fmla="*/ 25071 w 182127"/>
                <a:gd name="connsiteY19" fmla="*/ 170372 h 252335"/>
                <a:gd name="connsiteX20" fmla="*/ 4737 w 182127"/>
                <a:gd name="connsiteY20" fmla="*/ 125940 h 252335"/>
                <a:gd name="connsiteX21" fmla="*/ 15611 w 182127"/>
                <a:gd name="connsiteY21" fmla="*/ 109150 h 252335"/>
                <a:gd name="connsiteX22" fmla="*/ 23401 w 182127"/>
                <a:gd name="connsiteY22" fmla="*/ 106644 h 252335"/>
                <a:gd name="connsiteX23" fmla="*/ 17679 w 182127"/>
                <a:gd name="connsiteY23" fmla="*/ 102826 h 252335"/>
                <a:gd name="connsiteX24" fmla="*/ 15827 w 182127"/>
                <a:gd name="connsiteY24" fmla="*/ 71010 h 252335"/>
                <a:gd name="connsiteX25" fmla="*/ 40525 w 182127"/>
                <a:gd name="connsiteY25" fmla="*/ 49695 h 252335"/>
                <a:gd name="connsiteX26" fmla="*/ 43421 w 182127"/>
                <a:gd name="connsiteY26" fmla="*/ 50463 h 252335"/>
                <a:gd name="connsiteX27" fmla="*/ 38473 w 182127"/>
                <a:gd name="connsiteY27" fmla="*/ 39778 h 252335"/>
                <a:gd name="connsiteX28" fmla="*/ 43183 w 182127"/>
                <a:gd name="connsiteY28" fmla="*/ 20645 h 252335"/>
                <a:gd name="connsiteX29" fmla="*/ 67691 w 182127"/>
                <a:gd name="connsiteY29" fmla="*/ 45 h 252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82127" h="252335">
                  <a:moveTo>
                    <a:pt x="67691" y="45"/>
                  </a:moveTo>
                  <a:cubicBezTo>
                    <a:pt x="79331" y="679"/>
                    <a:pt x="95875" y="7968"/>
                    <a:pt x="121607" y="19377"/>
                  </a:cubicBezTo>
                  <a:cubicBezTo>
                    <a:pt x="171849" y="42195"/>
                    <a:pt x="187779" y="66280"/>
                    <a:pt x="180427" y="84027"/>
                  </a:cubicBezTo>
                  <a:cubicBezTo>
                    <a:pt x="176137" y="92267"/>
                    <a:pt x="167559" y="97338"/>
                    <a:pt x="153621" y="97496"/>
                  </a:cubicBezTo>
                  <a:lnTo>
                    <a:pt x="135809" y="94892"/>
                  </a:lnTo>
                  <a:lnTo>
                    <a:pt x="145797" y="103453"/>
                  </a:lnTo>
                  <a:cubicBezTo>
                    <a:pt x="155059" y="114267"/>
                    <a:pt x="157219" y="124298"/>
                    <a:pt x="154131" y="132447"/>
                  </a:cubicBezTo>
                  <a:cubicBezTo>
                    <a:pt x="150427" y="141224"/>
                    <a:pt x="141783" y="146553"/>
                    <a:pt x="127583" y="146709"/>
                  </a:cubicBezTo>
                  <a:lnTo>
                    <a:pt x="119891" y="145547"/>
                  </a:lnTo>
                  <a:lnTo>
                    <a:pt x="134165" y="157756"/>
                  </a:lnTo>
                  <a:cubicBezTo>
                    <a:pt x="143509" y="168570"/>
                    <a:pt x="145653" y="178600"/>
                    <a:pt x="141977" y="187377"/>
                  </a:cubicBezTo>
                  <a:cubicBezTo>
                    <a:pt x="138301" y="196154"/>
                    <a:pt x="129723" y="201483"/>
                    <a:pt x="115631" y="201640"/>
                  </a:cubicBezTo>
                  <a:lnTo>
                    <a:pt x="104251" y="199907"/>
                  </a:lnTo>
                  <a:lnTo>
                    <a:pt x="110689" y="203284"/>
                  </a:lnTo>
                  <a:cubicBezTo>
                    <a:pt x="131711" y="217222"/>
                    <a:pt x="136793" y="230815"/>
                    <a:pt x="132173" y="240952"/>
                  </a:cubicBezTo>
                  <a:cubicBezTo>
                    <a:pt x="127245" y="254468"/>
                    <a:pt x="105067" y="258155"/>
                    <a:pt x="61943" y="239723"/>
                  </a:cubicBezTo>
                  <a:cubicBezTo>
                    <a:pt x="20053" y="221292"/>
                    <a:pt x="7731" y="215149"/>
                    <a:pt x="18821" y="190574"/>
                  </a:cubicBezTo>
                  <a:cubicBezTo>
                    <a:pt x="21285" y="184430"/>
                    <a:pt x="23903" y="180130"/>
                    <a:pt x="27119" y="177423"/>
                  </a:cubicBezTo>
                  <a:lnTo>
                    <a:pt x="35057" y="175023"/>
                  </a:lnTo>
                  <a:lnTo>
                    <a:pt x="25071" y="170372"/>
                  </a:lnTo>
                  <a:cubicBezTo>
                    <a:pt x="373" y="157677"/>
                    <a:pt x="-5371" y="148509"/>
                    <a:pt x="4737" y="125940"/>
                  </a:cubicBezTo>
                  <a:cubicBezTo>
                    <a:pt x="8107" y="118103"/>
                    <a:pt x="11553" y="112618"/>
                    <a:pt x="15611" y="109150"/>
                  </a:cubicBezTo>
                  <a:lnTo>
                    <a:pt x="23401" y="106644"/>
                  </a:lnTo>
                  <a:lnTo>
                    <a:pt x="17679" y="102826"/>
                  </a:lnTo>
                  <a:cubicBezTo>
                    <a:pt x="9345" y="94519"/>
                    <a:pt x="9035" y="85429"/>
                    <a:pt x="15827" y="71010"/>
                  </a:cubicBezTo>
                  <a:cubicBezTo>
                    <a:pt x="22003" y="55337"/>
                    <a:pt x="28795" y="49068"/>
                    <a:pt x="40525" y="49695"/>
                  </a:cubicBezTo>
                  <a:lnTo>
                    <a:pt x="43421" y="50463"/>
                  </a:lnTo>
                  <a:lnTo>
                    <a:pt x="38473" y="39778"/>
                  </a:lnTo>
                  <a:cubicBezTo>
                    <a:pt x="38205" y="34430"/>
                    <a:pt x="39813" y="28251"/>
                    <a:pt x="43183" y="20645"/>
                  </a:cubicBezTo>
                  <a:cubicBezTo>
                    <a:pt x="49311" y="5433"/>
                    <a:pt x="56049" y="-588"/>
                    <a:pt x="67691" y="45"/>
                  </a:cubicBezTo>
                  <a:close/>
                </a:path>
              </a:pathLst>
            </a:custGeom>
            <a:solidFill>
              <a:srgbClr val="EF836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53" name="Freeform 169">
              <a:extLst>
                <a:ext uri="{FF2B5EF4-FFF2-40B4-BE49-F238E27FC236}">
                  <a16:creationId xmlns:a16="http://schemas.microsoft.com/office/drawing/2014/main" xmlns="" id="{076B2B64-2740-834C-9BB6-2A847A574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01917" y="6918429"/>
              <a:ext cx="247189" cy="230708"/>
            </a:xfrm>
            <a:custGeom>
              <a:avLst/>
              <a:gdLst>
                <a:gd name="T0" fmla="*/ 0 w 199"/>
                <a:gd name="T1" fmla="*/ 87 h 187"/>
                <a:gd name="T2" fmla="*/ 0 w 199"/>
                <a:gd name="T3" fmla="*/ 87 h 187"/>
                <a:gd name="T4" fmla="*/ 107 w 199"/>
                <a:gd name="T5" fmla="*/ 9 h 187"/>
                <a:gd name="T6" fmla="*/ 107 w 199"/>
                <a:gd name="T7" fmla="*/ 9 h 187"/>
                <a:gd name="T8" fmla="*/ 172 w 199"/>
                <a:gd name="T9" fmla="*/ 134 h 187"/>
                <a:gd name="T10" fmla="*/ 172 w 199"/>
                <a:gd name="T11" fmla="*/ 134 h 187"/>
                <a:gd name="T12" fmla="*/ 92 w 199"/>
                <a:gd name="T13" fmla="*/ 186 h 187"/>
                <a:gd name="T14" fmla="*/ 0 w 199"/>
                <a:gd name="T15" fmla="*/ 8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9" h="187">
                  <a:moveTo>
                    <a:pt x="0" y="87"/>
                  </a:moveTo>
                  <a:lnTo>
                    <a:pt x="0" y="87"/>
                  </a:lnTo>
                  <a:cubicBezTo>
                    <a:pt x="0" y="87"/>
                    <a:pt x="22" y="0"/>
                    <a:pt x="107" y="9"/>
                  </a:cubicBezTo>
                  <a:lnTo>
                    <a:pt x="107" y="9"/>
                  </a:lnTo>
                  <a:cubicBezTo>
                    <a:pt x="147" y="14"/>
                    <a:pt x="198" y="90"/>
                    <a:pt x="172" y="134"/>
                  </a:cubicBezTo>
                  <a:lnTo>
                    <a:pt x="172" y="134"/>
                  </a:lnTo>
                  <a:cubicBezTo>
                    <a:pt x="161" y="155"/>
                    <a:pt x="92" y="186"/>
                    <a:pt x="92" y="186"/>
                  </a:cubicBezTo>
                  <a:lnTo>
                    <a:pt x="0" y="87"/>
                  </a:lnTo>
                </a:path>
              </a:pathLst>
            </a:custGeom>
            <a:solidFill>
              <a:srgbClr val="F6685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54" name="Freeform 170">
              <a:extLst>
                <a:ext uri="{FF2B5EF4-FFF2-40B4-BE49-F238E27FC236}">
                  <a16:creationId xmlns:a16="http://schemas.microsoft.com/office/drawing/2014/main" xmlns="" id="{12377049-DB5A-E040-B38A-9ECE93BEB9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55726" y="6868990"/>
              <a:ext cx="192258" cy="104370"/>
            </a:xfrm>
            <a:custGeom>
              <a:avLst/>
              <a:gdLst>
                <a:gd name="T0" fmla="*/ 49 w 153"/>
                <a:gd name="T1" fmla="*/ 84 h 85"/>
                <a:gd name="T2" fmla="*/ 49 w 153"/>
                <a:gd name="T3" fmla="*/ 84 h 85"/>
                <a:gd name="T4" fmla="*/ 151 w 153"/>
                <a:gd name="T5" fmla="*/ 27 h 85"/>
                <a:gd name="T6" fmla="*/ 151 w 153"/>
                <a:gd name="T7" fmla="*/ 27 h 85"/>
                <a:gd name="T8" fmla="*/ 8 w 153"/>
                <a:gd name="T9" fmla="*/ 41 h 85"/>
                <a:gd name="T10" fmla="*/ 8 w 153"/>
                <a:gd name="T11" fmla="*/ 41 h 85"/>
                <a:gd name="T12" fmla="*/ 49 w 153"/>
                <a:gd name="T13" fmla="*/ 84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3" h="85">
                  <a:moveTo>
                    <a:pt x="49" y="84"/>
                  </a:moveTo>
                  <a:lnTo>
                    <a:pt x="49" y="84"/>
                  </a:lnTo>
                  <a:cubicBezTo>
                    <a:pt x="49" y="84"/>
                    <a:pt x="150" y="54"/>
                    <a:pt x="151" y="27"/>
                  </a:cubicBezTo>
                  <a:lnTo>
                    <a:pt x="151" y="27"/>
                  </a:lnTo>
                  <a:cubicBezTo>
                    <a:pt x="152" y="0"/>
                    <a:pt x="8" y="41"/>
                    <a:pt x="8" y="41"/>
                  </a:cubicBezTo>
                  <a:lnTo>
                    <a:pt x="8" y="41"/>
                  </a:lnTo>
                  <a:cubicBezTo>
                    <a:pt x="8" y="41"/>
                    <a:pt x="0" y="79"/>
                    <a:pt x="49" y="84"/>
                  </a:cubicBezTo>
                </a:path>
              </a:pathLst>
            </a:custGeom>
            <a:solidFill>
              <a:srgbClr val="F6685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55" name="Freeform 171">
              <a:extLst>
                <a:ext uri="{FF2B5EF4-FFF2-40B4-BE49-F238E27FC236}">
                  <a16:creationId xmlns:a16="http://schemas.microsoft.com/office/drawing/2014/main" xmlns="" id="{C81CA0AD-D6AD-E94B-9810-81EA21331C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58111" y="7006314"/>
              <a:ext cx="664657" cy="499865"/>
            </a:xfrm>
            <a:custGeom>
              <a:avLst/>
              <a:gdLst>
                <a:gd name="T0" fmla="*/ 0 w 533"/>
                <a:gd name="T1" fmla="*/ 147 h 400"/>
                <a:gd name="T2" fmla="*/ 0 w 533"/>
                <a:gd name="T3" fmla="*/ 147 h 400"/>
                <a:gd name="T4" fmla="*/ 417 w 533"/>
                <a:gd name="T5" fmla="*/ 0 h 400"/>
                <a:gd name="T6" fmla="*/ 532 w 533"/>
                <a:gd name="T7" fmla="*/ 123 h 400"/>
                <a:gd name="T8" fmla="*/ 532 w 533"/>
                <a:gd name="T9" fmla="*/ 123 h 400"/>
                <a:gd name="T10" fmla="*/ 0 w 533"/>
                <a:gd name="T11" fmla="*/ 376 h 400"/>
                <a:gd name="T12" fmla="*/ 0 w 533"/>
                <a:gd name="T13" fmla="*/ 147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3" h="400">
                  <a:moveTo>
                    <a:pt x="0" y="147"/>
                  </a:moveTo>
                  <a:lnTo>
                    <a:pt x="0" y="147"/>
                  </a:lnTo>
                  <a:cubicBezTo>
                    <a:pt x="0" y="147"/>
                    <a:pt x="276" y="160"/>
                    <a:pt x="417" y="0"/>
                  </a:cubicBezTo>
                  <a:lnTo>
                    <a:pt x="532" y="123"/>
                  </a:lnTo>
                  <a:lnTo>
                    <a:pt x="532" y="123"/>
                  </a:lnTo>
                  <a:cubicBezTo>
                    <a:pt x="532" y="123"/>
                    <a:pt x="393" y="399"/>
                    <a:pt x="0" y="376"/>
                  </a:cubicBezTo>
                  <a:lnTo>
                    <a:pt x="0" y="14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56" name="Freeform 172">
              <a:extLst>
                <a:ext uri="{FF2B5EF4-FFF2-40B4-BE49-F238E27FC236}">
                  <a16:creationId xmlns:a16="http://schemas.microsoft.com/office/drawing/2014/main" xmlns="" id="{795A00D6-F9FF-C947-84A8-E8FCEF7AB0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22764" y="6803070"/>
              <a:ext cx="417472" cy="181272"/>
            </a:xfrm>
            <a:custGeom>
              <a:avLst/>
              <a:gdLst>
                <a:gd name="T0" fmla="*/ 330 w 335"/>
                <a:gd name="T1" fmla="*/ 15 h 146"/>
                <a:gd name="T2" fmla="*/ 330 w 335"/>
                <a:gd name="T3" fmla="*/ 15 h 146"/>
                <a:gd name="T4" fmla="*/ 309 w 335"/>
                <a:gd name="T5" fmla="*/ 3 h 146"/>
                <a:gd name="T6" fmla="*/ 108 w 335"/>
                <a:gd name="T7" fmla="*/ 54 h 146"/>
                <a:gd name="T8" fmla="*/ 108 w 335"/>
                <a:gd name="T9" fmla="*/ 54 h 146"/>
                <a:gd name="T10" fmla="*/ 58 w 335"/>
                <a:gd name="T11" fmla="*/ 22 h 146"/>
                <a:gd name="T12" fmla="*/ 58 w 335"/>
                <a:gd name="T13" fmla="*/ 22 h 146"/>
                <a:gd name="T14" fmla="*/ 0 w 335"/>
                <a:gd name="T15" fmla="*/ 83 h 146"/>
                <a:gd name="T16" fmla="*/ 0 w 335"/>
                <a:gd name="T17" fmla="*/ 83 h 146"/>
                <a:gd name="T18" fmla="*/ 58 w 335"/>
                <a:gd name="T19" fmla="*/ 145 h 146"/>
                <a:gd name="T20" fmla="*/ 58 w 335"/>
                <a:gd name="T21" fmla="*/ 145 h 146"/>
                <a:gd name="T22" fmla="*/ 115 w 335"/>
                <a:gd name="T23" fmla="*/ 89 h 146"/>
                <a:gd name="T24" fmla="*/ 214 w 335"/>
                <a:gd name="T25" fmla="*/ 63 h 146"/>
                <a:gd name="T26" fmla="*/ 217 w 335"/>
                <a:gd name="T27" fmla="*/ 76 h 146"/>
                <a:gd name="T28" fmla="*/ 217 w 335"/>
                <a:gd name="T29" fmla="*/ 76 h 146"/>
                <a:gd name="T30" fmla="*/ 241 w 335"/>
                <a:gd name="T31" fmla="*/ 90 h 146"/>
                <a:gd name="T32" fmla="*/ 241 w 335"/>
                <a:gd name="T33" fmla="*/ 90 h 146"/>
                <a:gd name="T34" fmla="*/ 255 w 335"/>
                <a:gd name="T35" fmla="*/ 66 h 146"/>
                <a:gd name="T36" fmla="*/ 251 w 335"/>
                <a:gd name="T37" fmla="*/ 54 h 146"/>
                <a:gd name="T38" fmla="*/ 267 w 335"/>
                <a:gd name="T39" fmla="*/ 49 h 146"/>
                <a:gd name="T40" fmla="*/ 280 w 335"/>
                <a:gd name="T41" fmla="*/ 97 h 146"/>
                <a:gd name="T42" fmla="*/ 280 w 335"/>
                <a:gd name="T43" fmla="*/ 97 h 146"/>
                <a:gd name="T44" fmla="*/ 304 w 335"/>
                <a:gd name="T45" fmla="*/ 112 h 146"/>
                <a:gd name="T46" fmla="*/ 304 w 335"/>
                <a:gd name="T47" fmla="*/ 112 h 146"/>
                <a:gd name="T48" fmla="*/ 318 w 335"/>
                <a:gd name="T49" fmla="*/ 88 h 146"/>
                <a:gd name="T50" fmla="*/ 305 w 335"/>
                <a:gd name="T51" fmla="*/ 40 h 146"/>
                <a:gd name="T52" fmla="*/ 318 w 335"/>
                <a:gd name="T53" fmla="*/ 37 h 146"/>
                <a:gd name="T54" fmla="*/ 318 w 335"/>
                <a:gd name="T55" fmla="*/ 37 h 146"/>
                <a:gd name="T56" fmla="*/ 330 w 335"/>
                <a:gd name="T57" fmla="*/ 15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35" h="146">
                  <a:moveTo>
                    <a:pt x="330" y="15"/>
                  </a:moveTo>
                  <a:lnTo>
                    <a:pt x="330" y="15"/>
                  </a:lnTo>
                  <a:cubicBezTo>
                    <a:pt x="328" y="5"/>
                    <a:pt x="318" y="0"/>
                    <a:pt x="309" y="3"/>
                  </a:cubicBezTo>
                  <a:lnTo>
                    <a:pt x="108" y="54"/>
                  </a:lnTo>
                  <a:lnTo>
                    <a:pt x="108" y="54"/>
                  </a:lnTo>
                  <a:cubicBezTo>
                    <a:pt x="99" y="35"/>
                    <a:pt x="80" y="22"/>
                    <a:pt x="58" y="22"/>
                  </a:cubicBezTo>
                  <a:lnTo>
                    <a:pt x="58" y="22"/>
                  </a:lnTo>
                  <a:cubicBezTo>
                    <a:pt x="26" y="22"/>
                    <a:pt x="0" y="49"/>
                    <a:pt x="0" y="83"/>
                  </a:cubicBezTo>
                  <a:lnTo>
                    <a:pt x="0" y="83"/>
                  </a:lnTo>
                  <a:cubicBezTo>
                    <a:pt x="0" y="118"/>
                    <a:pt x="26" y="145"/>
                    <a:pt x="58" y="145"/>
                  </a:cubicBezTo>
                  <a:lnTo>
                    <a:pt x="58" y="145"/>
                  </a:lnTo>
                  <a:cubicBezTo>
                    <a:pt x="88" y="145"/>
                    <a:pt x="113" y="121"/>
                    <a:pt x="115" y="89"/>
                  </a:cubicBezTo>
                  <a:lnTo>
                    <a:pt x="214" y="63"/>
                  </a:lnTo>
                  <a:lnTo>
                    <a:pt x="217" y="76"/>
                  </a:lnTo>
                  <a:lnTo>
                    <a:pt x="217" y="76"/>
                  </a:lnTo>
                  <a:cubicBezTo>
                    <a:pt x="220" y="86"/>
                    <a:pt x="230" y="93"/>
                    <a:pt x="241" y="90"/>
                  </a:cubicBezTo>
                  <a:lnTo>
                    <a:pt x="241" y="90"/>
                  </a:lnTo>
                  <a:cubicBezTo>
                    <a:pt x="251" y="87"/>
                    <a:pt x="257" y="77"/>
                    <a:pt x="255" y="66"/>
                  </a:cubicBezTo>
                  <a:lnTo>
                    <a:pt x="251" y="54"/>
                  </a:lnTo>
                  <a:lnTo>
                    <a:pt x="267" y="49"/>
                  </a:lnTo>
                  <a:lnTo>
                    <a:pt x="280" y="97"/>
                  </a:lnTo>
                  <a:lnTo>
                    <a:pt x="280" y="97"/>
                  </a:lnTo>
                  <a:cubicBezTo>
                    <a:pt x="282" y="108"/>
                    <a:pt x="293" y="114"/>
                    <a:pt x="304" y="112"/>
                  </a:cubicBezTo>
                  <a:lnTo>
                    <a:pt x="304" y="112"/>
                  </a:lnTo>
                  <a:cubicBezTo>
                    <a:pt x="314" y="108"/>
                    <a:pt x="320" y="98"/>
                    <a:pt x="318" y="88"/>
                  </a:cubicBezTo>
                  <a:lnTo>
                    <a:pt x="305" y="40"/>
                  </a:lnTo>
                  <a:lnTo>
                    <a:pt x="318" y="37"/>
                  </a:lnTo>
                  <a:lnTo>
                    <a:pt x="318" y="37"/>
                  </a:lnTo>
                  <a:cubicBezTo>
                    <a:pt x="328" y="34"/>
                    <a:pt x="334" y="24"/>
                    <a:pt x="330" y="15"/>
                  </a:cubicBezTo>
                </a:path>
              </a:pathLst>
            </a:custGeom>
            <a:solidFill>
              <a:srgbClr val="FFB60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57" name="Freeform 173">
              <a:extLst>
                <a:ext uri="{FF2B5EF4-FFF2-40B4-BE49-F238E27FC236}">
                  <a16:creationId xmlns:a16="http://schemas.microsoft.com/office/drawing/2014/main" xmlns="" id="{B6A4C1C7-8484-9C4C-A61D-31AC086C8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34876" y="6885471"/>
              <a:ext cx="175777" cy="120847"/>
            </a:xfrm>
            <a:custGeom>
              <a:avLst/>
              <a:gdLst>
                <a:gd name="T0" fmla="*/ 0 w 139"/>
                <a:gd name="T1" fmla="*/ 67 h 98"/>
                <a:gd name="T2" fmla="*/ 32 w 139"/>
                <a:gd name="T3" fmla="*/ 27 h 98"/>
                <a:gd name="T4" fmla="*/ 32 w 139"/>
                <a:gd name="T5" fmla="*/ 27 h 98"/>
                <a:gd name="T6" fmla="*/ 65 w 139"/>
                <a:gd name="T7" fmla="*/ 8 h 98"/>
                <a:gd name="T8" fmla="*/ 127 w 139"/>
                <a:gd name="T9" fmla="*/ 0 h 98"/>
                <a:gd name="T10" fmla="*/ 127 w 139"/>
                <a:gd name="T11" fmla="*/ 0 h 98"/>
                <a:gd name="T12" fmla="*/ 85 w 139"/>
                <a:gd name="T13" fmla="*/ 43 h 98"/>
                <a:gd name="T14" fmla="*/ 68 w 139"/>
                <a:gd name="T15" fmla="*/ 91 h 98"/>
                <a:gd name="T16" fmla="*/ 68 w 139"/>
                <a:gd name="T17" fmla="*/ 91 h 98"/>
                <a:gd name="T18" fmla="*/ 0 w 139"/>
                <a:gd name="T19" fmla="*/ 67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9" h="98">
                  <a:moveTo>
                    <a:pt x="0" y="67"/>
                  </a:moveTo>
                  <a:lnTo>
                    <a:pt x="32" y="27"/>
                  </a:lnTo>
                  <a:lnTo>
                    <a:pt x="32" y="27"/>
                  </a:lnTo>
                  <a:cubicBezTo>
                    <a:pt x="40" y="16"/>
                    <a:pt x="52" y="10"/>
                    <a:pt x="65" y="8"/>
                  </a:cubicBezTo>
                  <a:lnTo>
                    <a:pt x="127" y="0"/>
                  </a:lnTo>
                  <a:lnTo>
                    <a:pt x="127" y="0"/>
                  </a:lnTo>
                  <a:cubicBezTo>
                    <a:pt x="127" y="0"/>
                    <a:pt x="138" y="38"/>
                    <a:pt x="85" y="43"/>
                  </a:cubicBezTo>
                  <a:lnTo>
                    <a:pt x="68" y="91"/>
                  </a:lnTo>
                  <a:lnTo>
                    <a:pt x="68" y="91"/>
                  </a:lnTo>
                  <a:cubicBezTo>
                    <a:pt x="68" y="91"/>
                    <a:pt x="15" y="97"/>
                    <a:pt x="0" y="67"/>
                  </a:cubicBezTo>
                </a:path>
              </a:pathLst>
            </a:custGeom>
            <a:solidFill>
              <a:srgbClr val="F6685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xmlns="" id="{A46B0431-FB6A-ED43-BA11-65E73700A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12951" y="6959153"/>
              <a:ext cx="139435" cy="149073"/>
            </a:xfrm>
            <a:custGeom>
              <a:avLst/>
              <a:gdLst>
                <a:gd name="connsiteX0" fmla="*/ 77757 w 139435"/>
                <a:gd name="connsiteY0" fmla="*/ 307 h 149073"/>
                <a:gd name="connsiteX1" fmla="*/ 139145 w 139435"/>
                <a:gd name="connsiteY1" fmla="*/ 32619 h 149073"/>
                <a:gd name="connsiteX2" fmla="*/ 130531 w 139435"/>
                <a:gd name="connsiteY2" fmla="*/ 52330 h 149073"/>
                <a:gd name="connsiteX3" fmla="*/ 120759 w 139435"/>
                <a:gd name="connsiteY3" fmla="*/ 55219 h 149073"/>
                <a:gd name="connsiteX4" fmla="*/ 131785 w 139435"/>
                <a:gd name="connsiteY4" fmla="*/ 59397 h 149073"/>
                <a:gd name="connsiteX5" fmla="*/ 139145 w 139435"/>
                <a:gd name="connsiteY5" fmla="*/ 78581 h 149073"/>
                <a:gd name="connsiteX6" fmla="*/ 110605 w 139435"/>
                <a:gd name="connsiteY6" fmla="*/ 102882 h 149073"/>
                <a:gd name="connsiteX7" fmla="*/ 106679 w 139435"/>
                <a:gd name="connsiteY7" fmla="*/ 102997 h 149073"/>
                <a:gd name="connsiteX8" fmla="*/ 122099 w 139435"/>
                <a:gd name="connsiteY8" fmla="*/ 109376 h 149073"/>
                <a:gd name="connsiteX9" fmla="*/ 128173 w 139435"/>
                <a:gd name="connsiteY9" fmla="*/ 127260 h 149073"/>
                <a:gd name="connsiteX10" fmla="*/ 73355 w 139435"/>
                <a:gd name="connsiteY10" fmla="*/ 148976 h 149073"/>
                <a:gd name="connsiteX11" fmla="*/ 11063 w 139435"/>
                <a:gd name="connsiteY11" fmla="*/ 120873 h 149073"/>
                <a:gd name="connsiteX12" fmla="*/ 23365 w 139435"/>
                <a:gd name="connsiteY12" fmla="*/ 104745 h 149073"/>
                <a:gd name="connsiteX13" fmla="*/ 40343 w 139435"/>
                <a:gd name="connsiteY13" fmla="*/ 100543 h 149073"/>
                <a:gd name="connsiteX14" fmla="*/ 35847 w 139435"/>
                <a:gd name="connsiteY14" fmla="*/ 100087 h 149073"/>
                <a:gd name="connsiteX15" fmla="*/ 83 w 139435"/>
                <a:gd name="connsiteY15" fmla="*/ 73747 h 149073"/>
                <a:gd name="connsiteX16" fmla="*/ 14805 w 139435"/>
                <a:gd name="connsiteY16" fmla="*/ 55620 h 149073"/>
                <a:gd name="connsiteX17" fmla="*/ 28347 w 139435"/>
                <a:gd name="connsiteY17" fmla="*/ 52333 h 149073"/>
                <a:gd name="connsiteX18" fmla="*/ 13081 w 139435"/>
                <a:gd name="connsiteY18" fmla="*/ 47160 h 149073"/>
                <a:gd name="connsiteX19" fmla="*/ 83 w 139435"/>
                <a:gd name="connsiteY19" fmla="*/ 26157 h 149073"/>
                <a:gd name="connsiteX20" fmla="*/ 77757 w 139435"/>
                <a:gd name="connsiteY20" fmla="*/ 307 h 149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9435" h="149073">
                  <a:moveTo>
                    <a:pt x="77757" y="307"/>
                  </a:moveTo>
                  <a:cubicBezTo>
                    <a:pt x="140397" y="2892"/>
                    <a:pt x="140397" y="18402"/>
                    <a:pt x="139145" y="32619"/>
                  </a:cubicBezTo>
                  <a:cubicBezTo>
                    <a:pt x="139145" y="39728"/>
                    <a:pt x="138831" y="47160"/>
                    <a:pt x="130531" y="52330"/>
                  </a:cubicBezTo>
                  <a:lnTo>
                    <a:pt x="120759" y="55219"/>
                  </a:lnTo>
                  <a:lnTo>
                    <a:pt x="131785" y="59397"/>
                  </a:lnTo>
                  <a:cubicBezTo>
                    <a:pt x="139771" y="64986"/>
                    <a:pt x="139771" y="71934"/>
                    <a:pt x="139145" y="78581"/>
                  </a:cubicBezTo>
                  <a:cubicBezTo>
                    <a:pt x="139145" y="88550"/>
                    <a:pt x="137735" y="99200"/>
                    <a:pt x="110605" y="102882"/>
                  </a:cubicBezTo>
                  <a:lnTo>
                    <a:pt x="106679" y="102997"/>
                  </a:lnTo>
                  <a:lnTo>
                    <a:pt x="122099" y="109376"/>
                  </a:lnTo>
                  <a:cubicBezTo>
                    <a:pt x="128795" y="114485"/>
                    <a:pt x="128795" y="120873"/>
                    <a:pt x="128173" y="127260"/>
                  </a:cubicBezTo>
                  <a:cubicBezTo>
                    <a:pt x="128173" y="138757"/>
                    <a:pt x="126927" y="150254"/>
                    <a:pt x="73355" y="148976"/>
                  </a:cubicBezTo>
                  <a:cubicBezTo>
                    <a:pt x="21029" y="146421"/>
                    <a:pt x="9817" y="133647"/>
                    <a:pt x="11063" y="120873"/>
                  </a:cubicBezTo>
                  <a:cubicBezTo>
                    <a:pt x="11063" y="115124"/>
                    <a:pt x="13867" y="109056"/>
                    <a:pt x="23365" y="104745"/>
                  </a:cubicBezTo>
                  <a:lnTo>
                    <a:pt x="40343" y="100543"/>
                  </a:lnTo>
                  <a:lnTo>
                    <a:pt x="35847" y="100087"/>
                  </a:lnTo>
                  <a:cubicBezTo>
                    <a:pt x="5957" y="94366"/>
                    <a:pt x="-855" y="83717"/>
                    <a:pt x="83" y="73747"/>
                  </a:cubicBezTo>
                  <a:cubicBezTo>
                    <a:pt x="83" y="67100"/>
                    <a:pt x="3529" y="60454"/>
                    <a:pt x="14805" y="55620"/>
                  </a:cubicBezTo>
                  <a:lnTo>
                    <a:pt x="28347" y="52333"/>
                  </a:lnTo>
                  <a:lnTo>
                    <a:pt x="13081" y="47160"/>
                  </a:lnTo>
                  <a:cubicBezTo>
                    <a:pt x="2277" y="41021"/>
                    <a:pt x="-543" y="33266"/>
                    <a:pt x="83" y="26157"/>
                  </a:cubicBezTo>
                  <a:cubicBezTo>
                    <a:pt x="83" y="11940"/>
                    <a:pt x="13865" y="-2278"/>
                    <a:pt x="77757" y="307"/>
                  </a:cubicBezTo>
                  <a:close/>
                </a:path>
              </a:pathLst>
            </a:custGeom>
            <a:solidFill>
              <a:srgbClr val="EF836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48FBA5B1-FD63-994B-B5BB-69402EB93803}"/>
              </a:ext>
            </a:extLst>
          </p:cNvPr>
          <p:cNvGrpSpPr/>
          <p:nvPr/>
        </p:nvGrpSpPr>
        <p:grpSpPr>
          <a:xfrm>
            <a:off x="616271" y="1704577"/>
            <a:ext cx="1993976" cy="1617702"/>
            <a:chOff x="2933038" y="4929943"/>
            <a:chExt cx="3987952" cy="3235403"/>
          </a:xfrm>
        </p:grpSpPr>
        <p:sp>
          <p:nvSpPr>
            <p:cNvPr id="161" name="Freeform 455">
              <a:extLst>
                <a:ext uri="{FF2B5EF4-FFF2-40B4-BE49-F238E27FC236}">
                  <a16:creationId xmlns:a16="http://schemas.microsoft.com/office/drawing/2014/main" xmlns="" id="{58399F60-812E-944D-A13A-0056CCD9D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3038" y="7703930"/>
              <a:ext cx="3427661" cy="461416"/>
            </a:xfrm>
            <a:custGeom>
              <a:avLst/>
              <a:gdLst>
                <a:gd name="T0" fmla="*/ 2749 w 2750"/>
                <a:gd name="T1" fmla="*/ 185 h 371"/>
                <a:gd name="T2" fmla="*/ 2749 w 2750"/>
                <a:gd name="T3" fmla="*/ 185 h 371"/>
                <a:gd name="T4" fmla="*/ 1375 w 2750"/>
                <a:gd name="T5" fmla="*/ 370 h 371"/>
                <a:gd name="T6" fmla="*/ 1375 w 2750"/>
                <a:gd name="T7" fmla="*/ 370 h 371"/>
                <a:gd name="T8" fmla="*/ 0 w 2750"/>
                <a:gd name="T9" fmla="*/ 185 h 371"/>
                <a:gd name="T10" fmla="*/ 0 w 2750"/>
                <a:gd name="T11" fmla="*/ 185 h 371"/>
                <a:gd name="T12" fmla="*/ 1375 w 2750"/>
                <a:gd name="T13" fmla="*/ 0 h 371"/>
                <a:gd name="T14" fmla="*/ 1375 w 2750"/>
                <a:gd name="T15" fmla="*/ 0 h 371"/>
                <a:gd name="T16" fmla="*/ 2749 w 2750"/>
                <a:gd name="T17" fmla="*/ 185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50" h="371">
                  <a:moveTo>
                    <a:pt x="2749" y="185"/>
                  </a:moveTo>
                  <a:lnTo>
                    <a:pt x="2749" y="185"/>
                  </a:lnTo>
                  <a:cubicBezTo>
                    <a:pt x="2749" y="287"/>
                    <a:pt x="2134" y="370"/>
                    <a:pt x="1375" y="370"/>
                  </a:cubicBezTo>
                  <a:lnTo>
                    <a:pt x="1375" y="370"/>
                  </a:lnTo>
                  <a:cubicBezTo>
                    <a:pt x="615" y="370"/>
                    <a:pt x="0" y="287"/>
                    <a:pt x="0" y="185"/>
                  </a:cubicBezTo>
                  <a:lnTo>
                    <a:pt x="0" y="185"/>
                  </a:lnTo>
                  <a:cubicBezTo>
                    <a:pt x="0" y="82"/>
                    <a:pt x="615" y="0"/>
                    <a:pt x="1375" y="0"/>
                  </a:cubicBezTo>
                  <a:lnTo>
                    <a:pt x="1375" y="0"/>
                  </a:lnTo>
                  <a:cubicBezTo>
                    <a:pt x="2134" y="0"/>
                    <a:pt x="2749" y="82"/>
                    <a:pt x="2749" y="185"/>
                  </a:cubicBezTo>
                </a:path>
              </a:pathLst>
            </a:custGeom>
            <a:solidFill>
              <a:srgbClr val="90C0C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xmlns="" id="{DA05BA3D-D45C-A249-BE92-78C1BEFA4A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2771" y="6076999"/>
              <a:ext cx="226537" cy="1006213"/>
            </a:xfrm>
            <a:custGeom>
              <a:avLst/>
              <a:gdLst>
                <a:gd name="connsiteX0" fmla="*/ 86021 w 226537"/>
                <a:gd name="connsiteY0" fmla="*/ 868253 h 1006213"/>
                <a:gd name="connsiteX1" fmla="*/ 128736 w 226537"/>
                <a:gd name="connsiteY1" fmla="*/ 877974 h 1006213"/>
                <a:gd name="connsiteX2" fmla="*/ 214515 w 226537"/>
                <a:gd name="connsiteY2" fmla="*/ 973303 h 1006213"/>
                <a:gd name="connsiteX3" fmla="*/ 87711 w 226537"/>
                <a:gd name="connsiteY3" fmla="*/ 995881 h 1006213"/>
                <a:gd name="connsiteX4" fmla="*/ 1932 w 226537"/>
                <a:gd name="connsiteY4" fmla="*/ 899297 h 1006213"/>
                <a:gd name="connsiteX5" fmla="*/ 86021 w 226537"/>
                <a:gd name="connsiteY5" fmla="*/ 868253 h 1006213"/>
                <a:gd name="connsiteX6" fmla="*/ 141392 w 226537"/>
                <a:gd name="connsiteY6" fmla="*/ 990 h 1006213"/>
                <a:gd name="connsiteX7" fmla="*/ 224257 w 226537"/>
                <a:gd name="connsiteY7" fmla="*/ 32317 h 1006213"/>
                <a:gd name="connsiteX8" fmla="*/ 138478 w 226537"/>
                <a:gd name="connsiteY8" fmla="*/ 126902 h 1006213"/>
                <a:gd name="connsiteX9" fmla="*/ 11675 w 226537"/>
                <a:gd name="connsiteY9" fmla="*/ 105745 h 1006213"/>
                <a:gd name="connsiteX10" fmla="*/ 98697 w 226537"/>
                <a:gd name="connsiteY10" fmla="*/ 11160 h 1006213"/>
                <a:gd name="connsiteX11" fmla="*/ 141392 w 226537"/>
                <a:gd name="connsiteY11" fmla="*/ 990 h 1006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6537" h="1006213">
                  <a:moveTo>
                    <a:pt x="86021" y="868253"/>
                  </a:moveTo>
                  <a:cubicBezTo>
                    <a:pt x="99676" y="869742"/>
                    <a:pt x="114128" y="872956"/>
                    <a:pt x="128736" y="877974"/>
                  </a:cubicBezTo>
                  <a:cubicBezTo>
                    <a:pt x="187165" y="898043"/>
                    <a:pt x="225703" y="940690"/>
                    <a:pt x="214515" y="973303"/>
                  </a:cubicBezTo>
                  <a:cubicBezTo>
                    <a:pt x="203326" y="1005915"/>
                    <a:pt x="146140" y="1015950"/>
                    <a:pt x="87711" y="995881"/>
                  </a:cubicBezTo>
                  <a:cubicBezTo>
                    <a:pt x="29282" y="974557"/>
                    <a:pt x="-9257" y="931910"/>
                    <a:pt x="1932" y="899297"/>
                  </a:cubicBezTo>
                  <a:cubicBezTo>
                    <a:pt x="11256" y="874838"/>
                    <a:pt x="45054" y="863784"/>
                    <a:pt x="86021" y="868253"/>
                  </a:cubicBezTo>
                  <a:close/>
                  <a:moveTo>
                    <a:pt x="141392" y="990"/>
                  </a:moveTo>
                  <a:cubicBezTo>
                    <a:pt x="182300" y="-3619"/>
                    <a:pt x="215866" y="8049"/>
                    <a:pt x="224257" y="32317"/>
                  </a:cubicBezTo>
                  <a:cubicBezTo>
                    <a:pt x="236689" y="64675"/>
                    <a:pt x="196908" y="108234"/>
                    <a:pt x="138478" y="126902"/>
                  </a:cubicBezTo>
                  <a:cubicBezTo>
                    <a:pt x="80049" y="148059"/>
                    <a:pt x="22863" y="139347"/>
                    <a:pt x="11675" y="105745"/>
                  </a:cubicBezTo>
                  <a:cubicBezTo>
                    <a:pt x="1729" y="74631"/>
                    <a:pt x="39024" y="32317"/>
                    <a:pt x="98697" y="11160"/>
                  </a:cubicBezTo>
                  <a:cubicBezTo>
                    <a:pt x="113304" y="5871"/>
                    <a:pt x="127756" y="2526"/>
                    <a:pt x="141392" y="990"/>
                  </a:cubicBezTo>
                  <a:close/>
                </a:path>
              </a:pathLst>
            </a:custGeom>
            <a:solidFill>
              <a:srgbClr val="F6685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63" name="Freeform 458">
              <a:extLst>
                <a:ext uri="{FF2B5EF4-FFF2-40B4-BE49-F238E27FC236}">
                  <a16:creationId xmlns:a16="http://schemas.microsoft.com/office/drawing/2014/main" xmlns="" id="{A9D5DA6E-8EBF-434F-AEED-9B4DA0585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8437" y="6138413"/>
              <a:ext cx="637193" cy="895365"/>
            </a:xfrm>
            <a:custGeom>
              <a:avLst/>
              <a:gdLst>
                <a:gd name="T0" fmla="*/ 457 w 511"/>
                <a:gd name="T1" fmla="*/ 0 h 719"/>
                <a:gd name="T2" fmla="*/ 457 w 511"/>
                <a:gd name="T3" fmla="*/ 0 h 719"/>
                <a:gd name="T4" fmla="*/ 0 w 511"/>
                <a:gd name="T5" fmla="*/ 360 h 719"/>
                <a:gd name="T6" fmla="*/ 0 w 511"/>
                <a:gd name="T7" fmla="*/ 360 h 719"/>
                <a:gd name="T8" fmla="*/ 457 w 511"/>
                <a:gd name="T9" fmla="*/ 718 h 719"/>
                <a:gd name="T10" fmla="*/ 457 w 511"/>
                <a:gd name="T11" fmla="*/ 718 h 719"/>
                <a:gd name="T12" fmla="*/ 510 w 511"/>
                <a:gd name="T13" fmla="*/ 716 h 719"/>
                <a:gd name="T14" fmla="*/ 510 w 511"/>
                <a:gd name="T15" fmla="*/ 2 h 719"/>
                <a:gd name="T16" fmla="*/ 510 w 511"/>
                <a:gd name="T17" fmla="*/ 2 h 719"/>
                <a:gd name="T18" fmla="*/ 457 w 511"/>
                <a:gd name="T19" fmla="*/ 0 h 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11" h="719">
                  <a:moveTo>
                    <a:pt x="457" y="0"/>
                  </a:moveTo>
                  <a:lnTo>
                    <a:pt x="457" y="0"/>
                  </a:lnTo>
                  <a:cubicBezTo>
                    <a:pt x="205" y="0"/>
                    <a:pt x="0" y="161"/>
                    <a:pt x="0" y="360"/>
                  </a:cubicBezTo>
                  <a:lnTo>
                    <a:pt x="0" y="360"/>
                  </a:lnTo>
                  <a:cubicBezTo>
                    <a:pt x="0" y="558"/>
                    <a:pt x="205" y="718"/>
                    <a:pt x="457" y="718"/>
                  </a:cubicBezTo>
                  <a:lnTo>
                    <a:pt x="457" y="718"/>
                  </a:lnTo>
                  <a:cubicBezTo>
                    <a:pt x="475" y="718"/>
                    <a:pt x="493" y="718"/>
                    <a:pt x="510" y="716"/>
                  </a:cubicBezTo>
                  <a:lnTo>
                    <a:pt x="510" y="2"/>
                  </a:lnTo>
                  <a:lnTo>
                    <a:pt x="510" y="2"/>
                  </a:lnTo>
                  <a:cubicBezTo>
                    <a:pt x="493" y="1"/>
                    <a:pt x="475" y="0"/>
                    <a:pt x="457" y="0"/>
                  </a:cubicBezTo>
                </a:path>
              </a:pathLst>
            </a:custGeom>
            <a:solidFill>
              <a:srgbClr val="EF836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64" name="Freeform 459">
              <a:extLst>
                <a:ext uri="{FF2B5EF4-FFF2-40B4-BE49-F238E27FC236}">
                  <a16:creationId xmlns:a16="http://schemas.microsoft.com/office/drawing/2014/main" xmlns="" id="{A83A3843-A7F2-8E45-8A7E-CB9A0BF11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5630" y="6127427"/>
              <a:ext cx="505360" cy="917337"/>
            </a:xfrm>
            <a:custGeom>
              <a:avLst/>
              <a:gdLst>
                <a:gd name="T0" fmla="*/ 405 w 406"/>
                <a:gd name="T1" fmla="*/ 369 h 737"/>
                <a:gd name="T2" fmla="*/ 405 w 406"/>
                <a:gd name="T3" fmla="*/ 369 h 737"/>
                <a:gd name="T4" fmla="*/ 0 w 406"/>
                <a:gd name="T5" fmla="*/ 0 h 737"/>
                <a:gd name="T6" fmla="*/ 0 w 406"/>
                <a:gd name="T7" fmla="*/ 736 h 737"/>
                <a:gd name="T8" fmla="*/ 0 w 406"/>
                <a:gd name="T9" fmla="*/ 736 h 737"/>
                <a:gd name="T10" fmla="*/ 405 w 406"/>
                <a:gd name="T11" fmla="*/ 369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06" h="737">
                  <a:moveTo>
                    <a:pt x="405" y="369"/>
                  </a:moveTo>
                  <a:lnTo>
                    <a:pt x="405" y="369"/>
                  </a:lnTo>
                  <a:cubicBezTo>
                    <a:pt x="405" y="178"/>
                    <a:pt x="228" y="22"/>
                    <a:pt x="0" y="0"/>
                  </a:cubicBezTo>
                  <a:lnTo>
                    <a:pt x="0" y="736"/>
                  </a:lnTo>
                  <a:lnTo>
                    <a:pt x="0" y="736"/>
                  </a:lnTo>
                  <a:cubicBezTo>
                    <a:pt x="228" y="715"/>
                    <a:pt x="405" y="559"/>
                    <a:pt x="405" y="369"/>
                  </a:cubicBezTo>
                </a:path>
              </a:pathLst>
            </a:custGeom>
            <a:solidFill>
              <a:srgbClr val="17161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65" name="Freeform 460">
              <a:extLst>
                <a:ext uri="{FF2B5EF4-FFF2-40B4-BE49-F238E27FC236}">
                  <a16:creationId xmlns:a16="http://schemas.microsoft.com/office/drawing/2014/main" xmlns="" id="{79E6765E-2A4C-4C46-B8A7-317D3098C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5630" y="6110946"/>
              <a:ext cx="131833" cy="950299"/>
            </a:xfrm>
            <a:custGeom>
              <a:avLst/>
              <a:gdLst>
                <a:gd name="T0" fmla="*/ 0 w 108"/>
                <a:gd name="T1" fmla="*/ 760 h 761"/>
                <a:gd name="T2" fmla="*/ 107 w 108"/>
                <a:gd name="T3" fmla="*/ 760 h 761"/>
                <a:gd name="T4" fmla="*/ 107 w 108"/>
                <a:gd name="T5" fmla="*/ 0 h 761"/>
                <a:gd name="T6" fmla="*/ 0 w 108"/>
                <a:gd name="T7" fmla="*/ 0 h 761"/>
                <a:gd name="T8" fmla="*/ 0 w 108"/>
                <a:gd name="T9" fmla="*/ 760 h 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761">
                  <a:moveTo>
                    <a:pt x="0" y="760"/>
                  </a:moveTo>
                  <a:lnTo>
                    <a:pt x="107" y="760"/>
                  </a:lnTo>
                  <a:lnTo>
                    <a:pt x="107" y="0"/>
                  </a:lnTo>
                  <a:lnTo>
                    <a:pt x="0" y="0"/>
                  </a:lnTo>
                  <a:lnTo>
                    <a:pt x="0" y="760"/>
                  </a:lnTo>
                </a:path>
              </a:pathLst>
            </a:custGeom>
            <a:solidFill>
              <a:srgbClr val="2E2E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66" name="Freeform 461">
              <a:extLst>
                <a:ext uri="{FF2B5EF4-FFF2-40B4-BE49-F238E27FC236}">
                  <a16:creationId xmlns:a16="http://schemas.microsoft.com/office/drawing/2014/main" xmlns="" id="{D4FAD1D2-4957-0B47-83C3-FCD2CDA141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8870" y="6138413"/>
              <a:ext cx="186764" cy="895365"/>
            </a:xfrm>
            <a:custGeom>
              <a:avLst/>
              <a:gdLst>
                <a:gd name="T0" fmla="*/ 97 w 151"/>
                <a:gd name="T1" fmla="*/ 0 h 719"/>
                <a:gd name="T2" fmla="*/ 97 w 151"/>
                <a:gd name="T3" fmla="*/ 0 h 719"/>
                <a:gd name="T4" fmla="*/ 0 w 151"/>
                <a:gd name="T5" fmla="*/ 8 h 719"/>
                <a:gd name="T6" fmla="*/ 0 w 151"/>
                <a:gd name="T7" fmla="*/ 710 h 719"/>
                <a:gd name="T8" fmla="*/ 0 w 151"/>
                <a:gd name="T9" fmla="*/ 710 h 719"/>
                <a:gd name="T10" fmla="*/ 97 w 151"/>
                <a:gd name="T11" fmla="*/ 718 h 719"/>
                <a:gd name="T12" fmla="*/ 97 w 151"/>
                <a:gd name="T13" fmla="*/ 718 h 719"/>
                <a:gd name="T14" fmla="*/ 150 w 151"/>
                <a:gd name="T15" fmla="*/ 716 h 719"/>
                <a:gd name="T16" fmla="*/ 150 w 151"/>
                <a:gd name="T17" fmla="*/ 2 h 719"/>
                <a:gd name="T18" fmla="*/ 150 w 151"/>
                <a:gd name="T19" fmla="*/ 2 h 719"/>
                <a:gd name="T20" fmla="*/ 97 w 151"/>
                <a:gd name="T21" fmla="*/ 0 h 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1" h="719">
                  <a:moveTo>
                    <a:pt x="97" y="0"/>
                  </a:moveTo>
                  <a:lnTo>
                    <a:pt x="97" y="0"/>
                  </a:lnTo>
                  <a:cubicBezTo>
                    <a:pt x="64" y="0"/>
                    <a:pt x="32" y="2"/>
                    <a:pt x="0" y="8"/>
                  </a:cubicBezTo>
                  <a:lnTo>
                    <a:pt x="0" y="710"/>
                  </a:lnTo>
                  <a:lnTo>
                    <a:pt x="0" y="710"/>
                  </a:lnTo>
                  <a:cubicBezTo>
                    <a:pt x="32" y="716"/>
                    <a:pt x="64" y="718"/>
                    <a:pt x="97" y="718"/>
                  </a:cubicBezTo>
                  <a:lnTo>
                    <a:pt x="97" y="718"/>
                  </a:lnTo>
                  <a:cubicBezTo>
                    <a:pt x="115" y="718"/>
                    <a:pt x="133" y="718"/>
                    <a:pt x="150" y="716"/>
                  </a:cubicBezTo>
                  <a:lnTo>
                    <a:pt x="150" y="2"/>
                  </a:lnTo>
                  <a:lnTo>
                    <a:pt x="150" y="2"/>
                  </a:lnTo>
                  <a:cubicBezTo>
                    <a:pt x="133" y="1"/>
                    <a:pt x="115" y="0"/>
                    <a:pt x="97" y="0"/>
                  </a:cubicBezTo>
                </a:path>
              </a:pathLst>
            </a:custGeom>
            <a:solidFill>
              <a:srgbClr val="373CA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xmlns="" id="{B898A5C9-0B1A-7D49-AFE9-5978BC297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1825" y="6270250"/>
              <a:ext cx="125112" cy="608487"/>
            </a:xfrm>
            <a:custGeom>
              <a:avLst/>
              <a:gdLst>
                <a:gd name="connsiteX0" fmla="*/ 33118 w 125112"/>
                <a:gd name="connsiteY0" fmla="*/ 411973 h 608487"/>
                <a:gd name="connsiteX1" fmla="*/ 125112 w 125112"/>
                <a:gd name="connsiteY1" fmla="*/ 608487 h 608487"/>
                <a:gd name="connsiteX2" fmla="*/ 116526 w 125112"/>
                <a:gd name="connsiteY2" fmla="*/ 608487 h 608487"/>
                <a:gd name="connsiteX3" fmla="*/ 0 w 125112"/>
                <a:gd name="connsiteY3" fmla="*/ 492309 h 608487"/>
                <a:gd name="connsiteX4" fmla="*/ 33118 w 125112"/>
                <a:gd name="connsiteY4" fmla="*/ 411973 h 608487"/>
                <a:gd name="connsiteX5" fmla="*/ 116526 w 125112"/>
                <a:gd name="connsiteY5" fmla="*/ 0 h 608487"/>
                <a:gd name="connsiteX6" fmla="*/ 125112 w 125112"/>
                <a:gd name="connsiteY6" fmla="*/ 1255 h 608487"/>
                <a:gd name="connsiteX7" fmla="*/ 33118 w 125112"/>
                <a:gd name="connsiteY7" fmla="*/ 201987 h 608487"/>
                <a:gd name="connsiteX8" fmla="*/ 0 w 125112"/>
                <a:gd name="connsiteY8" fmla="*/ 119185 h 608487"/>
                <a:gd name="connsiteX9" fmla="*/ 116526 w 125112"/>
                <a:gd name="connsiteY9" fmla="*/ 0 h 608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5112" h="608487">
                  <a:moveTo>
                    <a:pt x="33118" y="411973"/>
                  </a:moveTo>
                  <a:lnTo>
                    <a:pt x="125112" y="608487"/>
                  </a:lnTo>
                  <a:cubicBezTo>
                    <a:pt x="122658" y="608487"/>
                    <a:pt x="118979" y="608487"/>
                    <a:pt x="116526" y="608487"/>
                  </a:cubicBezTo>
                  <a:cubicBezTo>
                    <a:pt x="51517" y="608487"/>
                    <a:pt x="0" y="557814"/>
                    <a:pt x="0" y="492309"/>
                  </a:cubicBezTo>
                  <a:cubicBezTo>
                    <a:pt x="0" y="460175"/>
                    <a:pt x="13493" y="431748"/>
                    <a:pt x="33118" y="411973"/>
                  </a:cubicBezTo>
                  <a:close/>
                  <a:moveTo>
                    <a:pt x="116526" y="0"/>
                  </a:moveTo>
                  <a:cubicBezTo>
                    <a:pt x="118979" y="0"/>
                    <a:pt x="122658" y="1255"/>
                    <a:pt x="125112" y="1255"/>
                  </a:cubicBezTo>
                  <a:lnTo>
                    <a:pt x="33118" y="201987"/>
                  </a:lnTo>
                  <a:cubicBezTo>
                    <a:pt x="13493" y="180659"/>
                    <a:pt x="0" y="151804"/>
                    <a:pt x="0" y="119185"/>
                  </a:cubicBezTo>
                  <a:cubicBezTo>
                    <a:pt x="0" y="53947"/>
                    <a:pt x="51517" y="0"/>
                    <a:pt x="1165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68" name="Freeform 464">
              <a:extLst>
                <a:ext uri="{FF2B5EF4-FFF2-40B4-BE49-F238E27FC236}">
                  <a16:creationId xmlns:a16="http://schemas.microsoft.com/office/drawing/2014/main" xmlns="" id="{302709B7-788D-DD43-BA2C-17CAE89C3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6848" y="5666015"/>
              <a:ext cx="2482857" cy="1763266"/>
            </a:xfrm>
            <a:custGeom>
              <a:avLst/>
              <a:gdLst>
                <a:gd name="T0" fmla="*/ 1990 w 1991"/>
                <a:gd name="T1" fmla="*/ 1414 h 1415"/>
                <a:gd name="T2" fmla="*/ 0 w 1991"/>
                <a:gd name="T3" fmla="*/ 1414 h 1415"/>
                <a:gd name="T4" fmla="*/ 0 w 1991"/>
                <a:gd name="T5" fmla="*/ 0 h 1415"/>
                <a:gd name="T6" fmla="*/ 1990 w 1991"/>
                <a:gd name="T7" fmla="*/ 0 h 1415"/>
                <a:gd name="T8" fmla="*/ 1990 w 1991"/>
                <a:gd name="T9" fmla="*/ 1414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91" h="1415">
                  <a:moveTo>
                    <a:pt x="1990" y="1414"/>
                  </a:moveTo>
                  <a:lnTo>
                    <a:pt x="0" y="1414"/>
                  </a:lnTo>
                  <a:lnTo>
                    <a:pt x="0" y="0"/>
                  </a:lnTo>
                  <a:lnTo>
                    <a:pt x="1990" y="0"/>
                  </a:lnTo>
                  <a:lnTo>
                    <a:pt x="1990" y="1414"/>
                  </a:lnTo>
                </a:path>
              </a:pathLst>
            </a:custGeom>
            <a:solidFill>
              <a:srgbClr val="2E2E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69" name="Freeform 465">
              <a:extLst>
                <a:ext uri="{FF2B5EF4-FFF2-40B4-BE49-F238E27FC236}">
                  <a16:creationId xmlns:a16="http://schemas.microsoft.com/office/drawing/2014/main" xmlns="" id="{A0291C21-921A-BB44-8042-3E2A4CA87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5727" y="5759391"/>
              <a:ext cx="2279616" cy="1581997"/>
            </a:xfrm>
            <a:custGeom>
              <a:avLst/>
              <a:gdLst>
                <a:gd name="T0" fmla="*/ 1828 w 1829"/>
                <a:gd name="T1" fmla="*/ 1270 h 1271"/>
                <a:gd name="T2" fmla="*/ 0 w 1829"/>
                <a:gd name="T3" fmla="*/ 1270 h 1271"/>
                <a:gd name="T4" fmla="*/ 0 w 1829"/>
                <a:gd name="T5" fmla="*/ 0 h 1271"/>
                <a:gd name="T6" fmla="*/ 1828 w 1829"/>
                <a:gd name="T7" fmla="*/ 0 h 1271"/>
                <a:gd name="T8" fmla="*/ 1828 w 1829"/>
                <a:gd name="T9" fmla="*/ 1270 h 1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29" h="1271">
                  <a:moveTo>
                    <a:pt x="1828" y="1270"/>
                  </a:moveTo>
                  <a:lnTo>
                    <a:pt x="0" y="1270"/>
                  </a:lnTo>
                  <a:lnTo>
                    <a:pt x="0" y="0"/>
                  </a:lnTo>
                  <a:lnTo>
                    <a:pt x="1828" y="0"/>
                  </a:lnTo>
                  <a:lnTo>
                    <a:pt x="1828" y="1270"/>
                  </a:lnTo>
                </a:path>
              </a:pathLst>
            </a:custGeom>
            <a:solidFill>
              <a:srgbClr val="373CA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70" name="Freeform 466">
              <a:extLst>
                <a:ext uri="{FF2B5EF4-FFF2-40B4-BE49-F238E27FC236}">
                  <a16:creationId xmlns:a16="http://schemas.microsoft.com/office/drawing/2014/main" xmlns="" id="{18248C13-E2BD-4C49-B21C-6947F5A3D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3625" y="7429277"/>
              <a:ext cx="549305" cy="263666"/>
            </a:xfrm>
            <a:custGeom>
              <a:avLst/>
              <a:gdLst>
                <a:gd name="T0" fmla="*/ 439 w 440"/>
                <a:gd name="T1" fmla="*/ 0 h 210"/>
                <a:gd name="T2" fmla="*/ 0 w 440"/>
                <a:gd name="T3" fmla="*/ 0 h 210"/>
                <a:gd name="T4" fmla="*/ 0 w 440"/>
                <a:gd name="T5" fmla="*/ 209 h 210"/>
                <a:gd name="T6" fmla="*/ 439 w 440"/>
                <a:gd name="T7" fmla="*/ 209 h 210"/>
                <a:gd name="T8" fmla="*/ 439 w 440"/>
                <a:gd name="T9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210">
                  <a:moveTo>
                    <a:pt x="439" y="0"/>
                  </a:moveTo>
                  <a:lnTo>
                    <a:pt x="0" y="0"/>
                  </a:lnTo>
                  <a:lnTo>
                    <a:pt x="0" y="209"/>
                  </a:lnTo>
                  <a:lnTo>
                    <a:pt x="439" y="209"/>
                  </a:lnTo>
                  <a:lnTo>
                    <a:pt x="439" y="0"/>
                  </a:lnTo>
                </a:path>
              </a:pathLst>
            </a:custGeom>
            <a:solidFill>
              <a:srgbClr val="2E2E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71" name="Freeform 467">
              <a:extLst>
                <a:ext uri="{FF2B5EF4-FFF2-40B4-BE49-F238E27FC236}">
                  <a16:creationId xmlns:a16="http://schemas.microsoft.com/office/drawing/2014/main" xmlns="" id="{8E1DCB65-C75F-424F-8120-E944A1BA6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709" y="7687452"/>
              <a:ext cx="2263135" cy="263666"/>
            </a:xfrm>
            <a:custGeom>
              <a:avLst/>
              <a:gdLst>
                <a:gd name="T0" fmla="*/ 1709 w 1815"/>
                <a:gd name="T1" fmla="*/ 210 h 211"/>
                <a:gd name="T2" fmla="*/ 105 w 1815"/>
                <a:gd name="T3" fmla="*/ 210 h 211"/>
                <a:gd name="T4" fmla="*/ 105 w 1815"/>
                <a:gd name="T5" fmla="*/ 210 h 211"/>
                <a:gd name="T6" fmla="*/ 0 w 1815"/>
                <a:gd name="T7" fmla="*/ 105 h 211"/>
                <a:gd name="T8" fmla="*/ 0 w 1815"/>
                <a:gd name="T9" fmla="*/ 105 h 211"/>
                <a:gd name="T10" fmla="*/ 105 w 1815"/>
                <a:gd name="T11" fmla="*/ 0 h 211"/>
                <a:gd name="T12" fmla="*/ 1709 w 1815"/>
                <a:gd name="T13" fmla="*/ 0 h 211"/>
                <a:gd name="T14" fmla="*/ 1709 w 1815"/>
                <a:gd name="T15" fmla="*/ 0 h 211"/>
                <a:gd name="T16" fmla="*/ 1814 w 1815"/>
                <a:gd name="T17" fmla="*/ 105 h 211"/>
                <a:gd name="T18" fmla="*/ 1814 w 1815"/>
                <a:gd name="T19" fmla="*/ 105 h 211"/>
                <a:gd name="T20" fmla="*/ 1709 w 1815"/>
                <a:gd name="T21" fmla="*/ 21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15" h="211">
                  <a:moveTo>
                    <a:pt x="1709" y="210"/>
                  </a:moveTo>
                  <a:lnTo>
                    <a:pt x="105" y="210"/>
                  </a:lnTo>
                  <a:lnTo>
                    <a:pt x="105" y="210"/>
                  </a:lnTo>
                  <a:cubicBezTo>
                    <a:pt x="47" y="210"/>
                    <a:pt x="0" y="163"/>
                    <a:pt x="0" y="105"/>
                  </a:cubicBezTo>
                  <a:lnTo>
                    <a:pt x="0" y="105"/>
                  </a:lnTo>
                  <a:cubicBezTo>
                    <a:pt x="0" y="47"/>
                    <a:pt x="47" y="0"/>
                    <a:pt x="105" y="0"/>
                  </a:cubicBezTo>
                  <a:lnTo>
                    <a:pt x="1709" y="0"/>
                  </a:lnTo>
                  <a:lnTo>
                    <a:pt x="1709" y="0"/>
                  </a:lnTo>
                  <a:cubicBezTo>
                    <a:pt x="1767" y="0"/>
                    <a:pt x="1814" y="47"/>
                    <a:pt x="1814" y="105"/>
                  </a:cubicBezTo>
                  <a:lnTo>
                    <a:pt x="1814" y="105"/>
                  </a:lnTo>
                  <a:cubicBezTo>
                    <a:pt x="1814" y="163"/>
                    <a:pt x="1767" y="210"/>
                    <a:pt x="1709" y="210"/>
                  </a:cubicBezTo>
                </a:path>
              </a:pathLst>
            </a:custGeom>
            <a:solidFill>
              <a:srgbClr val="2E2E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72" name="Freeform 468">
              <a:extLst>
                <a:ext uri="{FF2B5EF4-FFF2-40B4-BE49-F238E27FC236}">
                  <a16:creationId xmlns:a16="http://schemas.microsoft.com/office/drawing/2014/main" xmlns="" id="{07F57214-B0B6-3840-8881-4AE2F7C9C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3625" y="7429277"/>
              <a:ext cx="549305" cy="109861"/>
            </a:xfrm>
            <a:custGeom>
              <a:avLst/>
              <a:gdLst>
                <a:gd name="T0" fmla="*/ 439 w 440"/>
                <a:gd name="T1" fmla="*/ 0 h 87"/>
                <a:gd name="T2" fmla="*/ 0 w 440"/>
                <a:gd name="T3" fmla="*/ 0 h 87"/>
                <a:gd name="T4" fmla="*/ 0 w 440"/>
                <a:gd name="T5" fmla="*/ 86 h 87"/>
                <a:gd name="T6" fmla="*/ 439 w 440"/>
                <a:gd name="T7" fmla="*/ 86 h 87"/>
                <a:gd name="T8" fmla="*/ 439 w 440"/>
                <a:gd name="T9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0" h="87">
                  <a:moveTo>
                    <a:pt x="439" y="0"/>
                  </a:moveTo>
                  <a:lnTo>
                    <a:pt x="0" y="0"/>
                  </a:lnTo>
                  <a:lnTo>
                    <a:pt x="0" y="86"/>
                  </a:lnTo>
                  <a:lnTo>
                    <a:pt x="439" y="86"/>
                  </a:lnTo>
                  <a:lnTo>
                    <a:pt x="439" y="0"/>
                  </a:lnTo>
                </a:path>
              </a:pathLst>
            </a:custGeom>
            <a:solidFill>
              <a:srgbClr val="17161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xmlns="" id="{130507B9-C380-B443-A1A3-55445AF8E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898" y="7099695"/>
              <a:ext cx="283636" cy="288451"/>
            </a:xfrm>
            <a:custGeom>
              <a:avLst/>
              <a:gdLst>
                <a:gd name="connsiteX0" fmla="*/ 138321 w 283636"/>
                <a:gd name="connsiteY0" fmla="*/ 195969 h 288451"/>
                <a:gd name="connsiteX1" fmla="*/ 148541 w 283636"/>
                <a:gd name="connsiteY1" fmla="*/ 195969 h 288451"/>
                <a:gd name="connsiteX2" fmla="*/ 172812 w 283636"/>
                <a:gd name="connsiteY2" fmla="*/ 235519 h 288451"/>
                <a:gd name="connsiteX3" fmla="*/ 174090 w 283636"/>
                <a:gd name="connsiteY3" fmla="*/ 239227 h 288451"/>
                <a:gd name="connsiteX4" fmla="*/ 135766 w 283636"/>
                <a:gd name="connsiteY4" fmla="*/ 287428 h 288451"/>
                <a:gd name="connsiteX5" fmla="*/ 126824 w 283636"/>
                <a:gd name="connsiteY5" fmla="*/ 284957 h 288451"/>
                <a:gd name="connsiteX6" fmla="*/ 130657 w 283636"/>
                <a:gd name="connsiteY6" fmla="*/ 275069 h 288451"/>
                <a:gd name="connsiteX7" fmla="*/ 158760 w 283636"/>
                <a:gd name="connsiteY7" fmla="*/ 241699 h 288451"/>
                <a:gd name="connsiteX8" fmla="*/ 139599 w 283636"/>
                <a:gd name="connsiteY8" fmla="*/ 207092 h 288451"/>
                <a:gd name="connsiteX9" fmla="*/ 138321 w 283636"/>
                <a:gd name="connsiteY9" fmla="*/ 195969 h 288451"/>
                <a:gd name="connsiteX10" fmla="*/ 191806 w 283636"/>
                <a:gd name="connsiteY10" fmla="*/ 166004 h 288451"/>
                <a:gd name="connsiteX11" fmla="*/ 232090 w 283636"/>
                <a:gd name="connsiteY11" fmla="*/ 195111 h 288451"/>
                <a:gd name="connsiteX12" fmla="*/ 235867 w 283636"/>
                <a:gd name="connsiteY12" fmla="*/ 204813 h 288451"/>
                <a:gd name="connsiteX13" fmla="*/ 218243 w 283636"/>
                <a:gd name="connsiteY13" fmla="*/ 253324 h 288451"/>
                <a:gd name="connsiteX14" fmla="*/ 208172 w 283636"/>
                <a:gd name="connsiteY14" fmla="*/ 254537 h 288451"/>
                <a:gd name="connsiteX15" fmla="*/ 206913 w 283636"/>
                <a:gd name="connsiteY15" fmla="*/ 244835 h 288451"/>
                <a:gd name="connsiteX16" fmla="*/ 219502 w 283636"/>
                <a:gd name="connsiteY16" fmla="*/ 203600 h 288451"/>
                <a:gd name="connsiteX17" fmla="*/ 185512 w 283636"/>
                <a:gd name="connsiteY17" fmla="*/ 179345 h 288451"/>
                <a:gd name="connsiteX18" fmla="*/ 181736 w 283636"/>
                <a:gd name="connsiteY18" fmla="*/ 170855 h 288451"/>
                <a:gd name="connsiteX19" fmla="*/ 191806 w 283636"/>
                <a:gd name="connsiteY19" fmla="*/ 166004 h 288451"/>
                <a:gd name="connsiteX20" fmla="*/ 225019 w 283636"/>
                <a:gd name="connsiteY20" fmla="*/ 124357 h 288451"/>
                <a:gd name="connsiteX21" fmla="*/ 255766 w 283636"/>
                <a:gd name="connsiteY21" fmla="*/ 124509 h 288451"/>
                <a:gd name="connsiteX22" fmla="*/ 282424 w 283636"/>
                <a:gd name="connsiteY22" fmla="*/ 158688 h 288451"/>
                <a:gd name="connsiteX23" fmla="*/ 283636 w 283636"/>
                <a:gd name="connsiteY23" fmla="*/ 178219 h 288451"/>
                <a:gd name="connsiteX24" fmla="*/ 277577 w 283636"/>
                <a:gd name="connsiteY24" fmla="*/ 185544 h 288451"/>
                <a:gd name="connsiteX25" fmla="*/ 270307 w 283636"/>
                <a:gd name="connsiteY25" fmla="*/ 178219 h 288451"/>
                <a:gd name="connsiteX26" fmla="*/ 253343 w 283636"/>
                <a:gd name="connsiteY26" fmla="*/ 137937 h 288451"/>
                <a:gd name="connsiteX27" fmla="*/ 212144 w 283636"/>
                <a:gd name="connsiteY27" fmla="*/ 141599 h 288451"/>
                <a:gd name="connsiteX28" fmla="*/ 203662 w 283636"/>
                <a:gd name="connsiteY28" fmla="*/ 135495 h 288451"/>
                <a:gd name="connsiteX29" fmla="*/ 209721 w 283636"/>
                <a:gd name="connsiteY29" fmla="*/ 126951 h 288451"/>
                <a:gd name="connsiteX30" fmla="*/ 225019 w 283636"/>
                <a:gd name="connsiteY30" fmla="*/ 124357 h 288451"/>
                <a:gd name="connsiteX31" fmla="*/ 52354 w 283636"/>
                <a:gd name="connsiteY31" fmla="*/ 110760 h 288451"/>
                <a:gd name="connsiteX32" fmla="*/ 94376 w 283636"/>
                <a:gd name="connsiteY32" fmla="*/ 137587 h 288451"/>
                <a:gd name="connsiteX33" fmla="*/ 95612 w 283636"/>
                <a:gd name="connsiteY33" fmla="*/ 141419 h 288451"/>
                <a:gd name="connsiteX34" fmla="*/ 93140 w 283636"/>
                <a:gd name="connsiteY34" fmla="*/ 147806 h 288451"/>
                <a:gd name="connsiteX35" fmla="*/ 83253 w 283636"/>
                <a:gd name="connsiteY35" fmla="*/ 146529 h 288451"/>
                <a:gd name="connsiteX36" fmla="*/ 48646 w 283636"/>
                <a:gd name="connsiteY36" fmla="*/ 124812 h 288451"/>
                <a:gd name="connsiteX37" fmla="*/ 14040 w 283636"/>
                <a:gd name="connsiteY37" fmla="*/ 152916 h 288451"/>
                <a:gd name="connsiteX38" fmla="*/ 5388 w 283636"/>
                <a:gd name="connsiteY38" fmla="*/ 156748 h 288451"/>
                <a:gd name="connsiteX39" fmla="*/ 445 w 283636"/>
                <a:gd name="connsiteY39" fmla="*/ 147806 h 288451"/>
                <a:gd name="connsiteX40" fmla="*/ 52354 w 283636"/>
                <a:gd name="connsiteY40" fmla="*/ 110760 h 288451"/>
                <a:gd name="connsiteX41" fmla="*/ 78550 w 283636"/>
                <a:gd name="connsiteY41" fmla="*/ 48809 h 288451"/>
                <a:gd name="connsiteX42" fmla="*/ 96058 w 283636"/>
                <a:gd name="connsiteY42" fmla="*/ 54033 h 288451"/>
                <a:gd name="connsiteX43" fmla="*/ 124318 w 283636"/>
                <a:gd name="connsiteY43" fmla="*/ 93583 h 288451"/>
                <a:gd name="connsiteX44" fmla="*/ 120632 w 283636"/>
                <a:gd name="connsiteY44" fmla="*/ 101973 h 288451"/>
                <a:gd name="connsiteX45" fmla="*/ 110803 w 283636"/>
                <a:gd name="connsiteY45" fmla="*/ 98377 h 288451"/>
                <a:gd name="connsiteX46" fmla="*/ 87458 w 283636"/>
                <a:gd name="connsiteY46" fmla="*/ 64820 h 288451"/>
                <a:gd name="connsiteX47" fmla="*/ 44454 w 283636"/>
                <a:gd name="connsiteY47" fmla="*/ 75606 h 288451"/>
                <a:gd name="connsiteX48" fmla="*/ 34624 w 283636"/>
                <a:gd name="connsiteY48" fmla="*/ 74407 h 288451"/>
                <a:gd name="connsiteX49" fmla="*/ 37081 w 283636"/>
                <a:gd name="connsiteY49" fmla="*/ 64820 h 288451"/>
                <a:gd name="connsiteX50" fmla="*/ 78550 w 283636"/>
                <a:gd name="connsiteY50" fmla="*/ 48809 h 288451"/>
                <a:gd name="connsiteX51" fmla="*/ 116528 w 283636"/>
                <a:gd name="connsiteY51" fmla="*/ 0 h 288451"/>
                <a:gd name="connsiteX52" fmla="*/ 171252 w 283636"/>
                <a:gd name="connsiteY52" fmla="*/ 29296 h 288451"/>
                <a:gd name="connsiteX53" fmla="*/ 171252 w 283636"/>
                <a:gd name="connsiteY53" fmla="*/ 30570 h 288451"/>
                <a:gd name="connsiteX54" fmla="*/ 166277 w 283636"/>
                <a:gd name="connsiteY54" fmla="*/ 80246 h 288451"/>
                <a:gd name="connsiteX55" fmla="*/ 158814 w 283636"/>
                <a:gd name="connsiteY55" fmla="*/ 85341 h 288451"/>
                <a:gd name="connsiteX56" fmla="*/ 152596 w 283636"/>
                <a:gd name="connsiteY56" fmla="*/ 76425 h 288451"/>
                <a:gd name="connsiteX57" fmla="*/ 157571 w 283636"/>
                <a:gd name="connsiteY57" fmla="*/ 33117 h 288451"/>
                <a:gd name="connsiteX58" fmla="*/ 116528 w 283636"/>
                <a:gd name="connsiteY58" fmla="*/ 14011 h 288451"/>
                <a:gd name="connsiteX59" fmla="*/ 109066 w 283636"/>
                <a:gd name="connsiteY59" fmla="*/ 6369 h 288451"/>
                <a:gd name="connsiteX60" fmla="*/ 116528 w 283636"/>
                <a:gd name="connsiteY60" fmla="*/ 0 h 288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83636" h="288451">
                  <a:moveTo>
                    <a:pt x="138321" y="195969"/>
                  </a:moveTo>
                  <a:cubicBezTo>
                    <a:pt x="140876" y="193497"/>
                    <a:pt x="144708" y="192261"/>
                    <a:pt x="148541" y="195969"/>
                  </a:cubicBezTo>
                  <a:cubicBezTo>
                    <a:pt x="149818" y="195969"/>
                    <a:pt x="167702" y="212036"/>
                    <a:pt x="172812" y="235519"/>
                  </a:cubicBezTo>
                  <a:cubicBezTo>
                    <a:pt x="172812" y="236755"/>
                    <a:pt x="172812" y="236755"/>
                    <a:pt x="174090" y="239227"/>
                  </a:cubicBezTo>
                  <a:cubicBezTo>
                    <a:pt x="179199" y="272597"/>
                    <a:pt x="137044" y="287428"/>
                    <a:pt x="135766" y="287428"/>
                  </a:cubicBezTo>
                  <a:cubicBezTo>
                    <a:pt x="131934" y="289900"/>
                    <a:pt x="128102" y="287428"/>
                    <a:pt x="126824" y="284957"/>
                  </a:cubicBezTo>
                  <a:cubicBezTo>
                    <a:pt x="125547" y="280013"/>
                    <a:pt x="126824" y="276305"/>
                    <a:pt x="130657" y="275069"/>
                  </a:cubicBezTo>
                  <a:cubicBezTo>
                    <a:pt x="130657" y="275069"/>
                    <a:pt x="163870" y="262710"/>
                    <a:pt x="158760" y="241699"/>
                  </a:cubicBezTo>
                  <a:cubicBezTo>
                    <a:pt x="156205" y="220688"/>
                    <a:pt x="139599" y="207092"/>
                    <a:pt x="139599" y="207092"/>
                  </a:cubicBezTo>
                  <a:cubicBezTo>
                    <a:pt x="135766" y="204621"/>
                    <a:pt x="135766" y="199677"/>
                    <a:pt x="138321" y="195969"/>
                  </a:cubicBezTo>
                  <a:close/>
                  <a:moveTo>
                    <a:pt x="191806" y="166004"/>
                  </a:moveTo>
                  <a:cubicBezTo>
                    <a:pt x="193065" y="167217"/>
                    <a:pt x="219502" y="178132"/>
                    <a:pt x="232090" y="195111"/>
                  </a:cubicBezTo>
                  <a:cubicBezTo>
                    <a:pt x="234608" y="197536"/>
                    <a:pt x="234608" y="201175"/>
                    <a:pt x="235867" y="204813"/>
                  </a:cubicBezTo>
                  <a:cubicBezTo>
                    <a:pt x="239643" y="225430"/>
                    <a:pt x="222019" y="250899"/>
                    <a:pt x="218243" y="253324"/>
                  </a:cubicBezTo>
                  <a:cubicBezTo>
                    <a:pt x="215725" y="256962"/>
                    <a:pt x="211949" y="256962"/>
                    <a:pt x="208172" y="254537"/>
                  </a:cubicBezTo>
                  <a:cubicBezTo>
                    <a:pt x="205654" y="253324"/>
                    <a:pt x="204395" y="248473"/>
                    <a:pt x="206913" y="244835"/>
                  </a:cubicBezTo>
                  <a:cubicBezTo>
                    <a:pt x="213207" y="237558"/>
                    <a:pt x="228314" y="214515"/>
                    <a:pt x="219502" y="203600"/>
                  </a:cubicBezTo>
                  <a:cubicBezTo>
                    <a:pt x="210690" y="190260"/>
                    <a:pt x="186771" y="180557"/>
                    <a:pt x="185512" y="179345"/>
                  </a:cubicBezTo>
                  <a:cubicBezTo>
                    <a:pt x="182994" y="178132"/>
                    <a:pt x="180477" y="174493"/>
                    <a:pt x="181736" y="170855"/>
                  </a:cubicBezTo>
                  <a:cubicBezTo>
                    <a:pt x="182994" y="166004"/>
                    <a:pt x="188030" y="164791"/>
                    <a:pt x="191806" y="166004"/>
                  </a:cubicBezTo>
                  <a:close/>
                  <a:moveTo>
                    <a:pt x="225019" y="124357"/>
                  </a:moveTo>
                  <a:cubicBezTo>
                    <a:pt x="233955" y="123289"/>
                    <a:pt x="245466" y="122678"/>
                    <a:pt x="255766" y="124509"/>
                  </a:cubicBezTo>
                  <a:cubicBezTo>
                    <a:pt x="272730" y="128171"/>
                    <a:pt x="278789" y="144040"/>
                    <a:pt x="282424" y="158688"/>
                  </a:cubicBezTo>
                  <a:cubicBezTo>
                    <a:pt x="283636" y="168454"/>
                    <a:pt x="283636" y="175778"/>
                    <a:pt x="283636" y="178219"/>
                  </a:cubicBezTo>
                  <a:cubicBezTo>
                    <a:pt x="283636" y="181882"/>
                    <a:pt x="281212" y="184323"/>
                    <a:pt x="277577" y="185544"/>
                  </a:cubicBezTo>
                  <a:cubicBezTo>
                    <a:pt x="272730" y="185544"/>
                    <a:pt x="270307" y="181882"/>
                    <a:pt x="270307" y="178219"/>
                  </a:cubicBezTo>
                  <a:cubicBezTo>
                    <a:pt x="270307" y="168454"/>
                    <a:pt x="266671" y="141599"/>
                    <a:pt x="253343" y="137937"/>
                  </a:cubicBezTo>
                  <a:cubicBezTo>
                    <a:pt x="235167" y="135495"/>
                    <a:pt x="212144" y="141599"/>
                    <a:pt x="212144" y="141599"/>
                  </a:cubicBezTo>
                  <a:cubicBezTo>
                    <a:pt x="208509" y="141599"/>
                    <a:pt x="204874" y="139158"/>
                    <a:pt x="203662" y="135495"/>
                  </a:cubicBezTo>
                  <a:cubicBezTo>
                    <a:pt x="202450" y="131833"/>
                    <a:pt x="204874" y="128171"/>
                    <a:pt x="209721" y="126951"/>
                  </a:cubicBezTo>
                  <a:cubicBezTo>
                    <a:pt x="209721" y="126951"/>
                    <a:pt x="216082" y="125425"/>
                    <a:pt x="225019" y="124357"/>
                  </a:cubicBezTo>
                  <a:close/>
                  <a:moveTo>
                    <a:pt x="52354" y="110760"/>
                  </a:moveTo>
                  <a:cubicBezTo>
                    <a:pt x="77073" y="115870"/>
                    <a:pt x="93140" y="136309"/>
                    <a:pt x="94376" y="137587"/>
                  </a:cubicBezTo>
                  <a:cubicBezTo>
                    <a:pt x="94376" y="138864"/>
                    <a:pt x="95612" y="138864"/>
                    <a:pt x="95612" y="141419"/>
                  </a:cubicBezTo>
                  <a:cubicBezTo>
                    <a:pt x="96848" y="142697"/>
                    <a:pt x="94376" y="146529"/>
                    <a:pt x="93140" y="147806"/>
                  </a:cubicBezTo>
                  <a:cubicBezTo>
                    <a:pt x="89432" y="150361"/>
                    <a:pt x="85724" y="149084"/>
                    <a:pt x="83253" y="146529"/>
                  </a:cubicBezTo>
                  <a:cubicBezTo>
                    <a:pt x="83253" y="146529"/>
                    <a:pt x="69657" y="128645"/>
                    <a:pt x="48646" y="124812"/>
                  </a:cubicBezTo>
                  <a:cubicBezTo>
                    <a:pt x="27635" y="120980"/>
                    <a:pt x="14040" y="152916"/>
                    <a:pt x="14040" y="152916"/>
                  </a:cubicBezTo>
                  <a:cubicBezTo>
                    <a:pt x="12804" y="156748"/>
                    <a:pt x="9096" y="158026"/>
                    <a:pt x="5388" y="156748"/>
                  </a:cubicBezTo>
                  <a:cubicBezTo>
                    <a:pt x="445" y="155471"/>
                    <a:pt x="-791" y="150361"/>
                    <a:pt x="445" y="147806"/>
                  </a:cubicBezTo>
                  <a:cubicBezTo>
                    <a:pt x="1681" y="145251"/>
                    <a:pt x="18984" y="104373"/>
                    <a:pt x="52354" y="110760"/>
                  </a:cubicBezTo>
                  <a:close/>
                  <a:moveTo>
                    <a:pt x="78550" y="48809"/>
                  </a:moveTo>
                  <a:cubicBezTo>
                    <a:pt x="84770" y="48715"/>
                    <a:pt x="90836" y="50138"/>
                    <a:pt x="96058" y="54033"/>
                  </a:cubicBezTo>
                  <a:cubicBezTo>
                    <a:pt x="113260" y="66018"/>
                    <a:pt x="123089" y="91186"/>
                    <a:pt x="124318" y="93583"/>
                  </a:cubicBezTo>
                  <a:cubicBezTo>
                    <a:pt x="124318" y="97179"/>
                    <a:pt x="123089" y="100774"/>
                    <a:pt x="120632" y="101973"/>
                  </a:cubicBezTo>
                  <a:cubicBezTo>
                    <a:pt x="116946" y="103171"/>
                    <a:pt x="112031" y="101973"/>
                    <a:pt x="110803" y="98377"/>
                  </a:cubicBezTo>
                  <a:cubicBezTo>
                    <a:pt x="110803" y="97179"/>
                    <a:pt x="100973" y="75606"/>
                    <a:pt x="87458" y="64820"/>
                  </a:cubicBezTo>
                  <a:cubicBezTo>
                    <a:pt x="76399" y="57629"/>
                    <a:pt x="53054" y="70812"/>
                    <a:pt x="44454" y="75606"/>
                  </a:cubicBezTo>
                  <a:cubicBezTo>
                    <a:pt x="40768" y="78003"/>
                    <a:pt x="37081" y="76804"/>
                    <a:pt x="34624" y="74407"/>
                  </a:cubicBezTo>
                  <a:cubicBezTo>
                    <a:pt x="32167" y="70812"/>
                    <a:pt x="33395" y="67217"/>
                    <a:pt x="37081" y="64820"/>
                  </a:cubicBezTo>
                  <a:cubicBezTo>
                    <a:pt x="39846" y="63022"/>
                    <a:pt x="59889" y="49089"/>
                    <a:pt x="78550" y="48809"/>
                  </a:cubicBezTo>
                  <a:close/>
                  <a:moveTo>
                    <a:pt x="116528" y="0"/>
                  </a:moveTo>
                  <a:cubicBezTo>
                    <a:pt x="121503" y="0"/>
                    <a:pt x="165033" y="2547"/>
                    <a:pt x="171252" y="29296"/>
                  </a:cubicBezTo>
                  <a:lnTo>
                    <a:pt x="171252" y="30570"/>
                  </a:lnTo>
                  <a:cubicBezTo>
                    <a:pt x="173739" y="52224"/>
                    <a:pt x="167520" y="78972"/>
                    <a:pt x="166277" y="80246"/>
                  </a:cubicBezTo>
                  <a:cubicBezTo>
                    <a:pt x="166277" y="84067"/>
                    <a:pt x="162546" y="86615"/>
                    <a:pt x="158814" y="85341"/>
                  </a:cubicBezTo>
                  <a:cubicBezTo>
                    <a:pt x="155083" y="84067"/>
                    <a:pt x="152596" y="80246"/>
                    <a:pt x="152596" y="76425"/>
                  </a:cubicBezTo>
                  <a:cubicBezTo>
                    <a:pt x="152596" y="76425"/>
                    <a:pt x="160058" y="50950"/>
                    <a:pt x="157571" y="33117"/>
                  </a:cubicBezTo>
                  <a:cubicBezTo>
                    <a:pt x="155083" y="19106"/>
                    <a:pt x="125234" y="14011"/>
                    <a:pt x="116528" y="14011"/>
                  </a:cubicBezTo>
                  <a:cubicBezTo>
                    <a:pt x="111553" y="14011"/>
                    <a:pt x="109066" y="10190"/>
                    <a:pt x="109066" y="6369"/>
                  </a:cubicBezTo>
                  <a:cubicBezTo>
                    <a:pt x="110309" y="2547"/>
                    <a:pt x="112797" y="0"/>
                    <a:pt x="116528" y="0"/>
                  </a:cubicBezTo>
                  <a:close/>
                </a:path>
              </a:pathLst>
            </a:custGeom>
            <a:solidFill>
              <a:srgbClr val="17161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74" name="Freeform 475">
              <a:extLst>
                <a:ext uri="{FF2B5EF4-FFF2-40B4-BE49-F238E27FC236}">
                  <a16:creationId xmlns:a16="http://schemas.microsoft.com/office/drawing/2014/main" xmlns="" id="{CEE222A9-E9F6-B845-92B3-94FFC59753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1526" y="7143642"/>
              <a:ext cx="181272" cy="192258"/>
            </a:xfrm>
            <a:custGeom>
              <a:avLst/>
              <a:gdLst>
                <a:gd name="T0" fmla="*/ 32 w 146"/>
                <a:gd name="T1" fmla="*/ 42 h 154"/>
                <a:gd name="T2" fmla="*/ 32 w 146"/>
                <a:gd name="T3" fmla="*/ 42 h 154"/>
                <a:gd name="T4" fmla="*/ 122 w 146"/>
                <a:gd name="T5" fmla="*/ 20 h 154"/>
                <a:gd name="T6" fmla="*/ 122 w 146"/>
                <a:gd name="T7" fmla="*/ 20 h 154"/>
                <a:gd name="T8" fmla="*/ 113 w 146"/>
                <a:gd name="T9" fmla="*/ 112 h 154"/>
                <a:gd name="T10" fmla="*/ 113 w 146"/>
                <a:gd name="T11" fmla="*/ 112 h 154"/>
                <a:gd name="T12" fmla="*/ 22 w 146"/>
                <a:gd name="T13" fmla="*/ 134 h 154"/>
                <a:gd name="T14" fmla="*/ 22 w 146"/>
                <a:gd name="T15" fmla="*/ 134 h 154"/>
                <a:gd name="T16" fmla="*/ 32 w 146"/>
                <a:gd name="T17" fmla="*/ 42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6" h="154">
                  <a:moveTo>
                    <a:pt x="32" y="42"/>
                  </a:moveTo>
                  <a:lnTo>
                    <a:pt x="32" y="42"/>
                  </a:lnTo>
                  <a:cubicBezTo>
                    <a:pt x="60" y="10"/>
                    <a:pt x="100" y="0"/>
                    <a:pt x="122" y="20"/>
                  </a:cubicBezTo>
                  <a:lnTo>
                    <a:pt x="122" y="20"/>
                  </a:lnTo>
                  <a:cubicBezTo>
                    <a:pt x="145" y="39"/>
                    <a:pt x="141" y="80"/>
                    <a:pt x="113" y="112"/>
                  </a:cubicBezTo>
                  <a:lnTo>
                    <a:pt x="113" y="112"/>
                  </a:lnTo>
                  <a:cubicBezTo>
                    <a:pt x="85" y="144"/>
                    <a:pt x="45" y="153"/>
                    <a:pt x="22" y="134"/>
                  </a:cubicBezTo>
                  <a:lnTo>
                    <a:pt x="22" y="134"/>
                  </a:lnTo>
                  <a:cubicBezTo>
                    <a:pt x="0" y="114"/>
                    <a:pt x="5" y="73"/>
                    <a:pt x="32" y="42"/>
                  </a:cubicBezTo>
                </a:path>
              </a:pathLst>
            </a:custGeom>
            <a:solidFill>
              <a:srgbClr val="2E2E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xmlns="" id="{F269E950-AC42-9945-8049-6E36106A6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5797" y="5711144"/>
              <a:ext cx="288052" cy="277698"/>
            </a:xfrm>
            <a:custGeom>
              <a:avLst/>
              <a:gdLst>
                <a:gd name="connsiteX0" fmla="*/ 137315 w 288052"/>
                <a:gd name="connsiteY0" fmla="*/ 203316 h 277698"/>
                <a:gd name="connsiteX1" fmla="*/ 143619 w 288052"/>
                <a:gd name="connsiteY1" fmla="*/ 209619 h 277698"/>
                <a:gd name="connsiteX2" fmla="*/ 137315 w 288052"/>
                <a:gd name="connsiteY2" fmla="*/ 257526 h 277698"/>
                <a:gd name="connsiteX3" fmla="*/ 96973 w 288052"/>
                <a:gd name="connsiteY3" fmla="*/ 277698 h 277698"/>
                <a:gd name="connsiteX4" fmla="*/ 76802 w 288052"/>
                <a:gd name="connsiteY4" fmla="*/ 275176 h 277698"/>
                <a:gd name="connsiteX5" fmla="*/ 70498 w 288052"/>
                <a:gd name="connsiteY5" fmla="*/ 266351 h 277698"/>
                <a:gd name="connsiteX6" fmla="*/ 79323 w 288052"/>
                <a:gd name="connsiteY6" fmla="*/ 261308 h 277698"/>
                <a:gd name="connsiteX7" fmla="*/ 124708 w 288052"/>
                <a:gd name="connsiteY7" fmla="*/ 252483 h 277698"/>
                <a:gd name="connsiteX8" fmla="*/ 129751 w 288052"/>
                <a:gd name="connsiteY8" fmla="*/ 210880 h 277698"/>
                <a:gd name="connsiteX9" fmla="*/ 137315 w 288052"/>
                <a:gd name="connsiteY9" fmla="*/ 203316 h 277698"/>
                <a:gd name="connsiteX10" fmla="*/ 102771 w 288052"/>
                <a:gd name="connsiteY10" fmla="*/ 175859 h 277698"/>
                <a:gd name="connsiteX11" fmla="*/ 105243 w 288052"/>
                <a:gd name="connsiteY11" fmla="*/ 187268 h 277698"/>
                <a:gd name="connsiteX12" fmla="*/ 69401 w 288052"/>
                <a:gd name="connsiteY12" fmla="*/ 220225 h 277698"/>
                <a:gd name="connsiteX13" fmla="*/ 58277 w 288052"/>
                <a:gd name="connsiteY13" fmla="*/ 222761 h 277698"/>
                <a:gd name="connsiteX14" fmla="*/ 12548 w 288052"/>
                <a:gd name="connsiteY14" fmla="*/ 194873 h 277698"/>
                <a:gd name="connsiteX15" fmla="*/ 12548 w 288052"/>
                <a:gd name="connsiteY15" fmla="*/ 184732 h 277698"/>
                <a:gd name="connsiteX16" fmla="*/ 23671 w 288052"/>
                <a:gd name="connsiteY16" fmla="*/ 186000 h 277698"/>
                <a:gd name="connsiteX17" fmla="*/ 63221 w 288052"/>
                <a:gd name="connsiteY17" fmla="*/ 206282 h 277698"/>
                <a:gd name="connsiteX18" fmla="*/ 92884 w 288052"/>
                <a:gd name="connsiteY18" fmla="*/ 178395 h 277698"/>
                <a:gd name="connsiteX19" fmla="*/ 102771 w 288052"/>
                <a:gd name="connsiteY19" fmla="*/ 175859 h 277698"/>
                <a:gd name="connsiteX20" fmla="*/ 282749 w 288052"/>
                <a:gd name="connsiteY20" fmla="*/ 137332 h 277698"/>
                <a:gd name="connsiteX21" fmla="*/ 287729 w 288052"/>
                <a:gd name="connsiteY21" fmla="*/ 144497 h 277698"/>
                <a:gd name="connsiteX22" fmla="*/ 247887 w 288052"/>
                <a:gd name="connsiteY22" fmla="*/ 189874 h 277698"/>
                <a:gd name="connsiteX23" fmla="*/ 200574 w 288052"/>
                <a:gd name="connsiteY23" fmla="*/ 176738 h 277698"/>
                <a:gd name="connsiteX24" fmla="*/ 198084 w 288052"/>
                <a:gd name="connsiteY24" fmla="*/ 167185 h 277698"/>
                <a:gd name="connsiteX25" fmla="*/ 208045 w 288052"/>
                <a:gd name="connsiteY25" fmla="*/ 164797 h 277698"/>
                <a:gd name="connsiteX26" fmla="*/ 247887 w 288052"/>
                <a:gd name="connsiteY26" fmla="*/ 176738 h 277698"/>
                <a:gd name="connsiteX27" fmla="*/ 274033 w 288052"/>
                <a:gd name="connsiteY27" fmla="*/ 140914 h 277698"/>
                <a:gd name="connsiteX28" fmla="*/ 282749 w 288052"/>
                <a:gd name="connsiteY28" fmla="*/ 137332 h 277698"/>
                <a:gd name="connsiteX29" fmla="*/ 5233 w 288052"/>
                <a:gd name="connsiteY29" fmla="*/ 98883 h 277698"/>
                <a:gd name="connsiteX30" fmla="*/ 13834 w 288052"/>
                <a:gd name="connsiteY30" fmla="*/ 104854 h 277698"/>
                <a:gd name="connsiteX31" fmla="*/ 42094 w 288052"/>
                <a:gd name="connsiteY31" fmla="*/ 137095 h 277698"/>
                <a:gd name="connsiteX32" fmla="*/ 78955 w 288052"/>
                <a:gd name="connsiteY32" fmla="*/ 126348 h 277698"/>
                <a:gd name="connsiteX33" fmla="*/ 88784 w 288052"/>
                <a:gd name="connsiteY33" fmla="*/ 126348 h 277698"/>
                <a:gd name="connsiteX34" fmla="*/ 87555 w 288052"/>
                <a:gd name="connsiteY34" fmla="*/ 137095 h 277698"/>
                <a:gd name="connsiteX35" fmla="*/ 44551 w 288052"/>
                <a:gd name="connsiteY35" fmla="*/ 151425 h 277698"/>
                <a:gd name="connsiteX36" fmla="*/ 40865 w 288052"/>
                <a:gd name="connsiteY36" fmla="*/ 151425 h 277698"/>
                <a:gd name="connsiteX37" fmla="*/ 319 w 288052"/>
                <a:gd name="connsiteY37" fmla="*/ 107242 h 277698"/>
                <a:gd name="connsiteX38" fmla="*/ 5233 w 288052"/>
                <a:gd name="connsiteY38" fmla="*/ 98883 h 277698"/>
                <a:gd name="connsiteX39" fmla="*/ 227782 w 288052"/>
                <a:gd name="connsiteY39" fmla="*/ 49501 h 277698"/>
                <a:gd name="connsiteX40" fmla="*/ 236754 w 288052"/>
                <a:gd name="connsiteY40" fmla="*/ 53268 h 277698"/>
                <a:gd name="connsiteX41" fmla="*/ 235472 w 288052"/>
                <a:gd name="connsiteY41" fmla="*/ 116046 h 277698"/>
                <a:gd name="connsiteX42" fmla="*/ 188048 w 288052"/>
                <a:gd name="connsiteY42" fmla="*/ 134879 h 277698"/>
                <a:gd name="connsiteX43" fmla="*/ 180358 w 288052"/>
                <a:gd name="connsiteY43" fmla="*/ 128601 h 277698"/>
                <a:gd name="connsiteX44" fmla="*/ 185485 w 288052"/>
                <a:gd name="connsiteY44" fmla="*/ 121068 h 277698"/>
                <a:gd name="connsiteX45" fmla="*/ 225218 w 288052"/>
                <a:gd name="connsiteY45" fmla="*/ 104746 h 277698"/>
                <a:gd name="connsiteX46" fmla="*/ 223936 w 288052"/>
                <a:gd name="connsiteY46" fmla="*/ 59546 h 277698"/>
                <a:gd name="connsiteX47" fmla="*/ 227782 w 288052"/>
                <a:gd name="connsiteY47" fmla="*/ 49501 h 277698"/>
                <a:gd name="connsiteX48" fmla="*/ 162474 w 288052"/>
                <a:gd name="connsiteY48" fmla="*/ 1286 h 277698"/>
                <a:gd name="connsiteX49" fmla="*/ 189471 w 288052"/>
                <a:gd name="connsiteY49" fmla="*/ 58139 h 277698"/>
                <a:gd name="connsiteX50" fmla="*/ 153475 w 288052"/>
                <a:gd name="connsiteY50" fmla="*/ 95217 h 277698"/>
                <a:gd name="connsiteX51" fmla="*/ 149619 w 288052"/>
                <a:gd name="connsiteY51" fmla="*/ 96453 h 277698"/>
                <a:gd name="connsiteX52" fmla="*/ 143191 w 288052"/>
                <a:gd name="connsiteY52" fmla="*/ 91509 h 277698"/>
                <a:gd name="connsiteX53" fmla="*/ 145762 w 288052"/>
                <a:gd name="connsiteY53" fmla="*/ 82858 h 277698"/>
                <a:gd name="connsiteX54" fmla="*/ 175330 w 288052"/>
                <a:gd name="connsiteY54" fmla="*/ 53195 h 277698"/>
                <a:gd name="connsiteX55" fmla="*/ 154761 w 288052"/>
                <a:gd name="connsiteY55" fmla="*/ 13645 h 277698"/>
                <a:gd name="connsiteX56" fmla="*/ 152190 w 288052"/>
                <a:gd name="connsiteY56" fmla="*/ 3758 h 277698"/>
                <a:gd name="connsiteX57" fmla="*/ 162474 w 288052"/>
                <a:gd name="connsiteY57" fmla="*/ 1286 h 277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288052" h="277698">
                  <a:moveTo>
                    <a:pt x="137315" y="203316"/>
                  </a:moveTo>
                  <a:cubicBezTo>
                    <a:pt x="141098" y="202055"/>
                    <a:pt x="143619" y="205837"/>
                    <a:pt x="143619" y="209619"/>
                  </a:cubicBezTo>
                  <a:cubicBezTo>
                    <a:pt x="143619" y="210880"/>
                    <a:pt x="146140" y="238616"/>
                    <a:pt x="137315" y="257526"/>
                  </a:cubicBezTo>
                  <a:cubicBezTo>
                    <a:pt x="131012" y="273915"/>
                    <a:pt x="112101" y="277698"/>
                    <a:pt x="96973" y="277698"/>
                  </a:cubicBezTo>
                  <a:cubicBezTo>
                    <a:pt x="86887" y="277698"/>
                    <a:pt x="79323" y="276437"/>
                    <a:pt x="76802" y="275176"/>
                  </a:cubicBezTo>
                  <a:cubicBezTo>
                    <a:pt x="73020" y="273915"/>
                    <a:pt x="70498" y="271394"/>
                    <a:pt x="70498" y="266351"/>
                  </a:cubicBezTo>
                  <a:cubicBezTo>
                    <a:pt x="71759" y="263830"/>
                    <a:pt x="75541" y="261308"/>
                    <a:pt x="79323" y="261308"/>
                  </a:cubicBezTo>
                  <a:cubicBezTo>
                    <a:pt x="89409" y="263830"/>
                    <a:pt x="118405" y="265090"/>
                    <a:pt x="124708" y="252483"/>
                  </a:cubicBezTo>
                  <a:cubicBezTo>
                    <a:pt x="131012" y="236094"/>
                    <a:pt x="129751" y="210880"/>
                    <a:pt x="129751" y="210880"/>
                  </a:cubicBezTo>
                  <a:cubicBezTo>
                    <a:pt x="129751" y="205837"/>
                    <a:pt x="132273" y="203316"/>
                    <a:pt x="137315" y="203316"/>
                  </a:cubicBezTo>
                  <a:close/>
                  <a:moveTo>
                    <a:pt x="102771" y="175859"/>
                  </a:moveTo>
                  <a:cubicBezTo>
                    <a:pt x="106479" y="178395"/>
                    <a:pt x="107715" y="183465"/>
                    <a:pt x="105243" y="187268"/>
                  </a:cubicBezTo>
                  <a:cubicBezTo>
                    <a:pt x="104007" y="187268"/>
                    <a:pt x="87940" y="211352"/>
                    <a:pt x="69401" y="220225"/>
                  </a:cubicBezTo>
                  <a:cubicBezTo>
                    <a:pt x="65693" y="221493"/>
                    <a:pt x="61985" y="222761"/>
                    <a:pt x="58277" y="222761"/>
                  </a:cubicBezTo>
                  <a:cubicBezTo>
                    <a:pt x="37266" y="222761"/>
                    <a:pt x="15020" y="198676"/>
                    <a:pt x="12548" y="194873"/>
                  </a:cubicBezTo>
                  <a:cubicBezTo>
                    <a:pt x="10076" y="192338"/>
                    <a:pt x="10076" y="187268"/>
                    <a:pt x="12548" y="184732"/>
                  </a:cubicBezTo>
                  <a:cubicBezTo>
                    <a:pt x="16256" y="182197"/>
                    <a:pt x="21199" y="182197"/>
                    <a:pt x="23671" y="186000"/>
                  </a:cubicBezTo>
                  <a:cubicBezTo>
                    <a:pt x="29851" y="192338"/>
                    <a:pt x="49626" y="211352"/>
                    <a:pt x="63221" y="206282"/>
                  </a:cubicBezTo>
                  <a:cubicBezTo>
                    <a:pt x="79289" y="201211"/>
                    <a:pt x="92884" y="178395"/>
                    <a:pt x="92884" y="178395"/>
                  </a:cubicBezTo>
                  <a:cubicBezTo>
                    <a:pt x="95356" y="174592"/>
                    <a:pt x="100300" y="174592"/>
                    <a:pt x="102771" y="175859"/>
                  </a:cubicBezTo>
                  <a:close/>
                  <a:moveTo>
                    <a:pt x="282749" y="137332"/>
                  </a:moveTo>
                  <a:cubicBezTo>
                    <a:pt x="286484" y="137332"/>
                    <a:pt x="288974" y="140914"/>
                    <a:pt x="287729" y="144497"/>
                  </a:cubicBezTo>
                  <a:cubicBezTo>
                    <a:pt x="286484" y="149273"/>
                    <a:pt x="275278" y="189874"/>
                    <a:pt x="247887" y="189874"/>
                  </a:cubicBezTo>
                  <a:cubicBezTo>
                    <a:pt x="226721" y="189874"/>
                    <a:pt x="201819" y="177932"/>
                    <a:pt x="200574" y="176738"/>
                  </a:cubicBezTo>
                  <a:cubicBezTo>
                    <a:pt x="196839" y="175544"/>
                    <a:pt x="196839" y="170768"/>
                    <a:pt x="198084" y="167185"/>
                  </a:cubicBezTo>
                  <a:cubicBezTo>
                    <a:pt x="199329" y="164797"/>
                    <a:pt x="204310" y="163603"/>
                    <a:pt x="208045" y="164797"/>
                  </a:cubicBezTo>
                  <a:cubicBezTo>
                    <a:pt x="208045" y="164797"/>
                    <a:pt x="230456" y="175544"/>
                    <a:pt x="247887" y="176738"/>
                  </a:cubicBezTo>
                  <a:cubicBezTo>
                    <a:pt x="261583" y="176738"/>
                    <a:pt x="271543" y="150467"/>
                    <a:pt x="274033" y="140914"/>
                  </a:cubicBezTo>
                  <a:cubicBezTo>
                    <a:pt x="275278" y="137332"/>
                    <a:pt x="279014" y="136138"/>
                    <a:pt x="282749" y="137332"/>
                  </a:cubicBezTo>
                  <a:close/>
                  <a:moveTo>
                    <a:pt x="5233" y="98883"/>
                  </a:moveTo>
                  <a:cubicBezTo>
                    <a:pt x="10148" y="97689"/>
                    <a:pt x="13834" y="101271"/>
                    <a:pt x="13834" y="104854"/>
                  </a:cubicBezTo>
                  <a:cubicBezTo>
                    <a:pt x="13834" y="104854"/>
                    <a:pt x="19978" y="137095"/>
                    <a:pt x="42094" y="137095"/>
                  </a:cubicBezTo>
                  <a:cubicBezTo>
                    <a:pt x="61753" y="139483"/>
                    <a:pt x="78955" y="126348"/>
                    <a:pt x="78955" y="126348"/>
                  </a:cubicBezTo>
                  <a:cubicBezTo>
                    <a:pt x="82641" y="123960"/>
                    <a:pt x="87555" y="123960"/>
                    <a:pt x="88784" y="126348"/>
                  </a:cubicBezTo>
                  <a:cubicBezTo>
                    <a:pt x="91241" y="129930"/>
                    <a:pt x="91241" y="134707"/>
                    <a:pt x="87555" y="137095"/>
                  </a:cubicBezTo>
                  <a:cubicBezTo>
                    <a:pt x="87555" y="137095"/>
                    <a:pt x="67896" y="151425"/>
                    <a:pt x="44551" y="151425"/>
                  </a:cubicBezTo>
                  <a:cubicBezTo>
                    <a:pt x="42094" y="151425"/>
                    <a:pt x="42094" y="151425"/>
                    <a:pt x="40865" y="151425"/>
                  </a:cubicBezTo>
                  <a:cubicBezTo>
                    <a:pt x="7691" y="150230"/>
                    <a:pt x="319" y="108436"/>
                    <a:pt x="319" y="107242"/>
                  </a:cubicBezTo>
                  <a:cubicBezTo>
                    <a:pt x="-910" y="103659"/>
                    <a:pt x="1547" y="100077"/>
                    <a:pt x="5233" y="98883"/>
                  </a:cubicBezTo>
                  <a:close/>
                  <a:moveTo>
                    <a:pt x="227782" y="49501"/>
                  </a:moveTo>
                  <a:cubicBezTo>
                    <a:pt x="230345" y="48246"/>
                    <a:pt x="235472" y="49501"/>
                    <a:pt x="236754" y="53268"/>
                  </a:cubicBezTo>
                  <a:cubicBezTo>
                    <a:pt x="239317" y="58290"/>
                    <a:pt x="255979" y="97212"/>
                    <a:pt x="235472" y="116046"/>
                  </a:cubicBezTo>
                  <a:cubicBezTo>
                    <a:pt x="218810" y="129857"/>
                    <a:pt x="189330" y="134879"/>
                    <a:pt x="188048" y="134879"/>
                  </a:cubicBezTo>
                  <a:cubicBezTo>
                    <a:pt x="182922" y="134879"/>
                    <a:pt x="180358" y="132368"/>
                    <a:pt x="180358" y="128601"/>
                  </a:cubicBezTo>
                  <a:cubicBezTo>
                    <a:pt x="180358" y="124835"/>
                    <a:pt x="181640" y="121068"/>
                    <a:pt x="185485" y="121068"/>
                  </a:cubicBezTo>
                  <a:cubicBezTo>
                    <a:pt x="186767" y="121068"/>
                    <a:pt x="212401" y="116046"/>
                    <a:pt x="225218" y="104746"/>
                  </a:cubicBezTo>
                  <a:cubicBezTo>
                    <a:pt x="235472" y="95957"/>
                    <a:pt x="227782" y="68335"/>
                    <a:pt x="223936" y="59546"/>
                  </a:cubicBezTo>
                  <a:cubicBezTo>
                    <a:pt x="221373" y="55779"/>
                    <a:pt x="223936" y="50757"/>
                    <a:pt x="227782" y="49501"/>
                  </a:cubicBezTo>
                  <a:close/>
                  <a:moveTo>
                    <a:pt x="162474" y="1286"/>
                  </a:moveTo>
                  <a:cubicBezTo>
                    <a:pt x="165045" y="3758"/>
                    <a:pt x="201042" y="27240"/>
                    <a:pt x="189471" y="58139"/>
                  </a:cubicBezTo>
                  <a:cubicBezTo>
                    <a:pt x="177901" y="82858"/>
                    <a:pt x="154761" y="93981"/>
                    <a:pt x="153475" y="95217"/>
                  </a:cubicBezTo>
                  <a:cubicBezTo>
                    <a:pt x="152190" y="95217"/>
                    <a:pt x="150904" y="96453"/>
                    <a:pt x="149619" y="96453"/>
                  </a:cubicBezTo>
                  <a:cubicBezTo>
                    <a:pt x="147047" y="96453"/>
                    <a:pt x="144476" y="93981"/>
                    <a:pt x="143191" y="91509"/>
                  </a:cubicBezTo>
                  <a:cubicBezTo>
                    <a:pt x="141905" y="89037"/>
                    <a:pt x="143191" y="84093"/>
                    <a:pt x="145762" y="82858"/>
                  </a:cubicBezTo>
                  <a:cubicBezTo>
                    <a:pt x="145762" y="82858"/>
                    <a:pt x="166331" y="72970"/>
                    <a:pt x="175330" y="53195"/>
                  </a:cubicBezTo>
                  <a:cubicBezTo>
                    <a:pt x="183044" y="32184"/>
                    <a:pt x="154761" y="13645"/>
                    <a:pt x="154761" y="13645"/>
                  </a:cubicBezTo>
                  <a:cubicBezTo>
                    <a:pt x="150904" y="11173"/>
                    <a:pt x="150904" y="6229"/>
                    <a:pt x="152190" y="3758"/>
                  </a:cubicBezTo>
                  <a:cubicBezTo>
                    <a:pt x="154761" y="50"/>
                    <a:pt x="159903" y="-1186"/>
                    <a:pt x="162474" y="1286"/>
                  </a:cubicBezTo>
                  <a:close/>
                </a:path>
              </a:pathLst>
            </a:custGeom>
            <a:solidFill>
              <a:srgbClr val="17161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76" name="Freeform 482">
              <a:extLst>
                <a:ext uri="{FF2B5EF4-FFF2-40B4-BE49-F238E27FC236}">
                  <a16:creationId xmlns:a16="http://schemas.microsoft.com/office/drawing/2014/main" xmlns="" id="{9FA6D1FF-61AD-E643-9AAC-301D7E12B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9815" y="5759391"/>
              <a:ext cx="175777" cy="197750"/>
            </a:xfrm>
            <a:custGeom>
              <a:avLst/>
              <a:gdLst>
                <a:gd name="T0" fmla="*/ 112 w 139"/>
                <a:gd name="T1" fmla="*/ 46 h 157"/>
                <a:gd name="T2" fmla="*/ 112 w 139"/>
                <a:gd name="T3" fmla="*/ 46 h 157"/>
                <a:gd name="T4" fmla="*/ 115 w 139"/>
                <a:gd name="T5" fmla="*/ 138 h 157"/>
                <a:gd name="T6" fmla="*/ 115 w 139"/>
                <a:gd name="T7" fmla="*/ 138 h 157"/>
                <a:gd name="T8" fmla="*/ 27 w 139"/>
                <a:gd name="T9" fmla="*/ 110 h 157"/>
                <a:gd name="T10" fmla="*/ 27 w 139"/>
                <a:gd name="T11" fmla="*/ 110 h 157"/>
                <a:gd name="T12" fmla="*/ 23 w 139"/>
                <a:gd name="T13" fmla="*/ 17 h 157"/>
                <a:gd name="T14" fmla="*/ 23 w 139"/>
                <a:gd name="T15" fmla="*/ 17 h 157"/>
                <a:gd name="T16" fmla="*/ 112 w 139"/>
                <a:gd name="T17" fmla="*/ 46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" h="157">
                  <a:moveTo>
                    <a:pt x="112" y="46"/>
                  </a:moveTo>
                  <a:lnTo>
                    <a:pt x="112" y="46"/>
                  </a:lnTo>
                  <a:cubicBezTo>
                    <a:pt x="137" y="79"/>
                    <a:pt x="138" y="120"/>
                    <a:pt x="115" y="138"/>
                  </a:cubicBezTo>
                  <a:lnTo>
                    <a:pt x="115" y="138"/>
                  </a:lnTo>
                  <a:cubicBezTo>
                    <a:pt x="91" y="156"/>
                    <a:pt x="52" y="143"/>
                    <a:pt x="27" y="110"/>
                  </a:cubicBezTo>
                  <a:lnTo>
                    <a:pt x="27" y="110"/>
                  </a:lnTo>
                  <a:cubicBezTo>
                    <a:pt x="1" y="77"/>
                    <a:pt x="0" y="35"/>
                    <a:pt x="23" y="17"/>
                  </a:cubicBezTo>
                  <a:lnTo>
                    <a:pt x="23" y="17"/>
                  </a:lnTo>
                  <a:cubicBezTo>
                    <a:pt x="47" y="0"/>
                    <a:pt x="86" y="12"/>
                    <a:pt x="112" y="46"/>
                  </a:cubicBezTo>
                </a:path>
              </a:pathLst>
            </a:custGeom>
            <a:solidFill>
              <a:srgbClr val="2E2E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xmlns="" id="{753FB5D5-51BD-3F4D-845A-CF894D8DA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9001" y="6962370"/>
              <a:ext cx="295384" cy="306349"/>
            </a:xfrm>
            <a:custGeom>
              <a:avLst/>
              <a:gdLst>
                <a:gd name="connsiteX0" fmla="*/ 161344 w 295384"/>
                <a:gd name="connsiteY0" fmla="*/ 0 h 306349"/>
                <a:gd name="connsiteX1" fmla="*/ 295384 w 295384"/>
                <a:gd name="connsiteY1" fmla="*/ 51569 h 306349"/>
                <a:gd name="connsiteX2" fmla="*/ 284040 w 295384"/>
                <a:gd name="connsiteY2" fmla="*/ 81191 h 306349"/>
                <a:gd name="connsiteX3" fmla="*/ 272100 w 295384"/>
                <a:gd name="connsiteY3" fmla="*/ 87100 h 306349"/>
                <a:gd name="connsiteX4" fmla="*/ 284027 w 295384"/>
                <a:gd name="connsiteY4" fmla="*/ 93168 h 306349"/>
                <a:gd name="connsiteX5" fmla="*/ 295379 w 295384"/>
                <a:gd name="connsiteY5" fmla="*/ 122982 h 306349"/>
                <a:gd name="connsiteX6" fmla="*/ 284027 w 295384"/>
                <a:gd name="connsiteY6" fmla="*/ 152605 h 306349"/>
                <a:gd name="connsiteX7" fmla="*/ 272058 w 295384"/>
                <a:gd name="connsiteY7" fmla="*/ 158526 h 306349"/>
                <a:gd name="connsiteX8" fmla="*/ 283989 w 295384"/>
                <a:gd name="connsiteY8" fmla="*/ 164575 h 306349"/>
                <a:gd name="connsiteX9" fmla="*/ 295379 w 295384"/>
                <a:gd name="connsiteY9" fmla="*/ 194388 h 306349"/>
                <a:gd name="connsiteX10" fmla="*/ 283989 w 295384"/>
                <a:gd name="connsiteY10" fmla="*/ 224202 h 306349"/>
                <a:gd name="connsiteX11" fmla="*/ 265952 w 295384"/>
                <a:gd name="connsiteY11" fmla="*/ 233346 h 306349"/>
                <a:gd name="connsiteX12" fmla="*/ 269720 w 295384"/>
                <a:gd name="connsiteY12" fmla="*/ 235523 h 306349"/>
                <a:gd name="connsiteX13" fmla="*/ 278907 w 295384"/>
                <a:gd name="connsiteY13" fmla="*/ 260919 h 306349"/>
                <a:gd name="connsiteX14" fmla="*/ 170995 w 295384"/>
                <a:gd name="connsiteY14" fmla="*/ 306349 h 306349"/>
                <a:gd name="connsiteX15" fmla="*/ 49439 w 295384"/>
                <a:gd name="connsiteY15" fmla="*/ 264705 h 306349"/>
                <a:gd name="connsiteX16" fmla="*/ 60758 w 295384"/>
                <a:gd name="connsiteY16" fmla="*/ 246170 h 306349"/>
                <a:gd name="connsiteX17" fmla="*/ 78562 w 295384"/>
                <a:gd name="connsiteY17" fmla="*/ 236241 h 306349"/>
                <a:gd name="connsiteX18" fmla="*/ 68433 w 295384"/>
                <a:gd name="connsiteY18" fmla="*/ 234140 h 306349"/>
                <a:gd name="connsiteX19" fmla="*/ 27467 w 295384"/>
                <a:gd name="connsiteY19" fmla="*/ 199300 h 306349"/>
                <a:gd name="connsiteX20" fmla="*/ 38663 w 295384"/>
                <a:gd name="connsiteY20" fmla="*/ 177007 h 306349"/>
                <a:gd name="connsiteX21" fmla="*/ 62747 w 295384"/>
                <a:gd name="connsiteY21" fmla="*/ 162511 h 306349"/>
                <a:gd name="connsiteX22" fmla="*/ 60504 w 295384"/>
                <a:gd name="connsiteY22" fmla="*/ 162121 h 306349"/>
                <a:gd name="connsiteX23" fmla="*/ 10983 w 295384"/>
                <a:gd name="connsiteY23" fmla="*/ 127894 h 306349"/>
                <a:gd name="connsiteX24" fmla="*/ 24858 w 295384"/>
                <a:gd name="connsiteY24" fmla="*/ 106118 h 306349"/>
                <a:gd name="connsiteX25" fmla="*/ 51500 w 295384"/>
                <a:gd name="connsiteY25" fmla="*/ 92682 h 306349"/>
                <a:gd name="connsiteX26" fmla="*/ 15611 w 295384"/>
                <a:gd name="connsiteY26" fmla="*/ 80155 h 306349"/>
                <a:gd name="connsiteX27" fmla="*/ 0 w 295384"/>
                <a:gd name="connsiteY27" fmla="*/ 56481 h 306349"/>
                <a:gd name="connsiteX28" fmla="*/ 161344 w 295384"/>
                <a:gd name="connsiteY28" fmla="*/ 0 h 306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5384" h="306349">
                  <a:moveTo>
                    <a:pt x="161344" y="0"/>
                  </a:moveTo>
                  <a:cubicBezTo>
                    <a:pt x="229605" y="0"/>
                    <a:pt x="295384" y="0"/>
                    <a:pt x="295384" y="51569"/>
                  </a:cubicBezTo>
                  <a:cubicBezTo>
                    <a:pt x="295384" y="64462"/>
                    <a:pt x="291273" y="74054"/>
                    <a:pt x="284040" y="81191"/>
                  </a:cubicBezTo>
                  <a:lnTo>
                    <a:pt x="272100" y="87100"/>
                  </a:lnTo>
                  <a:lnTo>
                    <a:pt x="284027" y="93168"/>
                  </a:lnTo>
                  <a:cubicBezTo>
                    <a:pt x="291265" y="100420"/>
                    <a:pt x="295379" y="110090"/>
                    <a:pt x="295379" y="122982"/>
                  </a:cubicBezTo>
                  <a:cubicBezTo>
                    <a:pt x="295379" y="135875"/>
                    <a:pt x="291265" y="145468"/>
                    <a:pt x="284027" y="152605"/>
                  </a:cubicBezTo>
                  <a:lnTo>
                    <a:pt x="272058" y="158526"/>
                  </a:lnTo>
                  <a:lnTo>
                    <a:pt x="283989" y="164575"/>
                  </a:lnTo>
                  <a:cubicBezTo>
                    <a:pt x="291252" y="171827"/>
                    <a:pt x="295379" y="181496"/>
                    <a:pt x="295379" y="194388"/>
                  </a:cubicBezTo>
                  <a:cubicBezTo>
                    <a:pt x="295379" y="207281"/>
                    <a:pt x="291252" y="216950"/>
                    <a:pt x="283989" y="224202"/>
                  </a:cubicBezTo>
                  <a:lnTo>
                    <a:pt x="265952" y="233346"/>
                  </a:lnTo>
                  <a:lnTo>
                    <a:pt x="269720" y="235523"/>
                  </a:lnTo>
                  <a:cubicBezTo>
                    <a:pt x="275573" y="241911"/>
                    <a:pt x="278907" y="250193"/>
                    <a:pt x="278907" y="260919"/>
                  </a:cubicBezTo>
                  <a:cubicBezTo>
                    <a:pt x="278907" y="302563"/>
                    <a:pt x="225571" y="306349"/>
                    <a:pt x="170995" y="306349"/>
                  </a:cubicBezTo>
                  <a:cubicBezTo>
                    <a:pt x="116419" y="306349"/>
                    <a:pt x="49439" y="289944"/>
                    <a:pt x="49439" y="264705"/>
                  </a:cubicBezTo>
                  <a:cubicBezTo>
                    <a:pt x="49439" y="258396"/>
                    <a:pt x="53625" y="252086"/>
                    <a:pt x="60758" y="246170"/>
                  </a:cubicBezTo>
                  <a:lnTo>
                    <a:pt x="78562" y="236241"/>
                  </a:lnTo>
                  <a:lnTo>
                    <a:pt x="68433" y="234140"/>
                  </a:lnTo>
                  <a:cubicBezTo>
                    <a:pt x="43667" y="226312"/>
                    <a:pt x="27467" y="214648"/>
                    <a:pt x="27467" y="199300"/>
                  </a:cubicBezTo>
                  <a:cubicBezTo>
                    <a:pt x="27467" y="191319"/>
                    <a:pt x="31517" y="183798"/>
                    <a:pt x="38663" y="177007"/>
                  </a:cubicBezTo>
                  <a:lnTo>
                    <a:pt x="62747" y="162511"/>
                  </a:lnTo>
                  <a:lnTo>
                    <a:pt x="60504" y="162121"/>
                  </a:lnTo>
                  <a:cubicBezTo>
                    <a:pt x="31475" y="154600"/>
                    <a:pt x="10983" y="143242"/>
                    <a:pt x="10983" y="127894"/>
                  </a:cubicBezTo>
                  <a:cubicBezTo>
                    <a:pt x="10983" y="120219"/>
                    <a:pt x="16106" y="112852"/>
                    <a:pt x="24858" y="106118"/>
                  </a:cubicBezTo>
                  <a:lnTo>
                    <a:pt x="51500" y="92682"/>
                  </a:lnTo>
                  <a:lnTo>
                    <a:pt x="15611" y="80155"/>
                  </a:lnTo>
                  <a:cubicBezTo>
                    <a:pt x="5818" y="74054"/>
                    <a:pt x="0" y="66303"/>
                    <a:pt x="0" y="56481"/>
                  </a:cubicBezTo>
                  <a:cubicBezTo>
                    <a:pt x="0" y="15962"/>
                    <a:pt x="93083" y="0"/>
                    <a:pt x="161344" y="0"/>
                  </a:cubicBezTo>
                  <a:close/>
                </a:path>
              </a:pathLst>
            </a:custGeom>
            <a:solidFill>
              <a:srgbClr val="EF836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xmlns="" id="{CB9AFFE7-ABEF-454A-BFA3-DEFD0D874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7746" y="6782198"/>
              <a:ext cx="425269" cy="413561"/>
            </a:xfrm>
            <a:custGeom>
              <a:avLst/>
              <a:gdLst>
                <a:gd name="connsiteX0" fmla="*/ 235887 w 425269"/>
                <a:gd name="connsiteY0" fmla="*/ 270554 h 413561"/>
                <a:gd name="connsiteX1" fmla="*/ 287494 w 425269"/>
                <a:gd name="connsiteY1" fmla="*/ 317914 h 413561"/>
                <a:gd name="connsiteX2" fmla="*/ 289952 w 425269"/>
                <a:gd name="connsiteY2" fmla="*/ 322899 h 413561"/>
                <a:gd name="connsiteX3" fmla="*/ 258004 w 425269"/>
                <a:gd name="connsiteY3" fmla="*/ 411387 h 413561"/>
                <a:gd name="connsiteX4" fmla="*/ 243260 w 425269"/>
                <a:gd name="connsiteY4" fmla="*/ 408894 h 413561"/>
                <a:gd name="connsiteX5" fmla="*/ 244488 w 425269"/>
                <a:gd name="connsiteY5" fmla="*/ 393939 h 413561"/>
                <a:gd name="connsiteX6" fmla="*/ 270292 w 425269"/>
                <a:gd name="connsiteY6" fmla="*/ 331623 h 413561"/>
                <a:gd name="connsiteX7" fmla="*/ 227286 w 425269"/>
                <a:gd name="connsiteY7" fmla="*/ 290495 h 413561"/>
                <a:gd name="connsiteX8" fmla="*/ 221142 w 425269"/>
                <a:gd name="connsiteY8" fmla="*/ 275539 h 413561"/>
                <a:gd name="connsiteX9" fmla="*/ 235887 w 425269"/>
                <a:gd name="connsiteY9" fmla="*/ 270554 h 413561"/>
                <a:gd name="connsiteX10" fmla="*/ 285960 w 425269"/>
                <a:gd name="connsiteY10" fmla="*/ 214357 h 413561"/>
                <a:gd name="connsiteX11" fmla="*/ 356320 w 425269"/>
                <a:gd name="connsiteY11" fmla="*/ 237662 h 413561"/>
                <a:gd name="connsiteX12" fmla="*/ 366196 w 425269"/>
                <a:gd name="connsiteY12" fmla="*/ 251154 h 413561"/>
                <a:gd name="connsiteX13" fmla="*/ 363727 w 425269"/>
                <a:gd name="connsiteY13" fmla="*/ 329656 h 413561"/>
                <a:gd name="connsiteX14" fmla="*/ 350149 w 425269"/>
                <a:gd name="connsiteY14" fmla="*/ 335788 h 413561"/>
                <a:gd name="connsiteX15" fmla="*/ 342742 w 425269"/>
                <a:gd name="connsiteY15" fmla="*/ 322296 h 413561"/>
                <a:gd name="connsiteX16" fmla="*/ 342742 w 425269"/>
                <a:gd name="connsiteY16" fmla="*/ 254834 h 413561"/>
                <a:gd name="connsiteX17" fmla="*/ 283491 w 425269"/>
                <a:gd name="connsiteY17" fmla="*/ 235209 h 413561"/>
                <a:gd name="connsiteX18" fmla="*/ 274850 w 425269"/>
                <a:gd name="connsiteY18" fmla="*/ 222943 h 413561"/>
                <a:gd name="connsiteX19" fmla="*/ 285960 w 425269"/>
                <a:gd name="connsiteY19" fmla="*/ 214357 h 413561"/>
                <a:gd name="connsiteX20" fmla="*/ 57818 w 425269"/>
                <a:gd name="connsiteY20" fmla="*/ 190711 h 413561"/>
                <a:gd name="connsiteX21" fmla="*/ 130160 w 425269"/>
                <a:gd name="connsiteY21" fmla="*/ 210902 h 413561"/>
                <a:gd name="connsiteX22" fmla="*/ 132612 w 425269"/>
                <a:gd name="connsiteY22" fmla="*/ 213426 h 413561"/>
                <a:gd name="connsiteX23" fmla="*/ 132612 w 425269"/>
                <a:gd name="connsiteY23" fmla="*/ 224784 h 413561"/>
                <a:gd name="connsiteX24" fmla="*/ 117899 w 425269"/>
                <a:gd name="connsiteY24" fmla="*/ 228569 h 413561"/>
                <a:gd name="connsiteX25" fmla="*/ 60270 w 425269"/>
                <a:gd name="connsiteY25" fmla="*/ 212164 h 413561"/>
                <a:gd name="connsiteX26" fmla="*/ 21033 w 425269"/>
                <a:gd name="connsiteY26" fmla="*/ 267690 h 413561"/>
                <a:gd name="connsiteX27" fmla="*/ 9998 w 425269"/>
                <a:gd name="connsiteY27" fmla="*/ 277785 h 413561"/>
                <a:gd name="connsiteX28" fmla="*/ 189 w 425269"/>
                <a:gd name="connsiteY28" fmla="*/ 265166 h 413561"/>
                <a:gd name="connsiteX29" fmla="*/ 57818 w 425269"/>
                <a:gd name="connsiteY29" fmla="*/ 190711 h 413561"/>
                <a:gd name="connsiteX30" fmla="*/ 359708 w 425269"/>
                <a:gd name="connsiteY30" fmla="*/ 122258 h 413561"/>
                <a:gd name="connsiteX31" fmla="*/ 412650 w 425269"/>
                <a:gd name="connsiteY31" fmla="*/ 162436 h 413561"/>
                <a:gd name="connsiteX32" fmla="*/ 424962 w 425269"/>
                <a:gd name="connsiteY32" fmla="*/ 190058 h 413561"/>
                <a:gd name="connsiteX33" fmla="*/ 417575 w 425269"/>
                <a:gd name="connsiteY33" fmla="*/ 203870 h 413561"/>
                <a:gd name="connsiteX34" fmla="*/ 404031 w 425269"/>
                <a:gd name="connsiteY34" fmla="*/ 197592 h 413561"/>
                <a:gd name="connsiteX35" fmla="*/ 362171 w 425269"/>
                <a:gd name="connsiteY35" fmla="*/ 144858 h 413561"/>
                <a:gd name="connsiteX36" fmla="*/ 303073 w 425269"/>
                <a:gd name="connsiteY36" fmla="*/ 166203 h 413561"/>
                <a:gd name="connsiteX37" fmla="*/ 288299 w 425269"/>
                <a:gd name="connsiteY37" fmla="*/ 162436 h 413561"/>
                <a:gd name="connsiteX38" fmla="*/ 291992 w 425269"/>
                <a:gd name="connsiteY38" fmla="*/ 147370 h 413561"/>
                <a:gd name="connsiteX39" fmla="*/ 359708 w 425269"/>
                <a:gd name="connsiteY39" fmla="*/ 122258 h 413561"/>
                <a:gd name="connsiteX40" fmla="*/ 68099 w 425269"/>
                <a:gd name="connsiteY40" fmla="*/ 89927 h 413561"/>
                <a:gd name="connsiteX41" fmla="*/ 95754 w 425269"/>
                <a:gd name="connsiteY41" fmla="*/ 89968 h 413561"/>
                <a:gd name="connsiteX42" fmla="*/ 152138 w 425269"/>
                <a:gd name="connsiteY42" fmla="*/ 138891 h 413561"/>
                <a:gd name="connsiteX43" fmla="*/ 154590 w 425269"/>
                <a:gd name="connsiteY43" fmla="*/ 140179 h 413561"/>
                <a:gd name="connsiteX44" fmla="*/ 150912 w 425269"/>
                <a:gd name="connsiteY44" fmla="*/ 154341 h 413561"/>
                <a:gd name="connsiteX45" fmla="*/ 136204 w 425269"/>
                <a:gd name="connsiteY45" fmla="*/ 151766 h 413561"/>
                <a:gd name="connsiteX46" fmla="*/ 88400 w 425269"/>
                <a:gd name="connsiteY46" fmla="*/ 110567 h 413561"/>
                <a:gd name="connsiteX47" fmla="*/ 30790 w 425269"/>
                <a:gd name="connsiteY47" fmla="*/ 146616 h 413561"/>
                <a:gd name="connsiteX48" fmla="*/ 16082 w 425269"/>
                <a:gd name="connsiteY48" fmla="*/ 149191 h 413561"/>
                <a:gd name="connsiteX49" fmla="*/ 13630 w 425269"/>
                <a:gd name="connsiteY49" fmla="*/ 133742 h 413561"/>
                <a:gd name="connsiteX50" fmla="*/ 68099 w 425269"/>
                <a:gd name="connsiteY50" fmla="*/ 89927 h 413561"/>
                <a:gd name="connsiteX51" fmla="*/ 141743 w 425269"/>
                <a:gd name="connsiteY51" fmla="*/ 64 h 413561"/>
                <a:gd name="connsiteX52" fmla="*/ 191749 w 425269"/>
                <a:gd name="connsiteY52" fmla="*/ 24046 h 413561"/>
                <a:gd name="connsiteX53" fmla="*/ 191749 w 425269"/>
                <a:gd name="connsiteY53" fmla="*/ 25292 h 413561"/>
                <a:gd name="connsiteX54" fmla="*/ 206475 w 425269"/>
                <a:gd name="connsiteY54" fmla="*/ 95059 h 413561"/>
                <a:gd name="connsiteX55" fmla="*/ 196658 w 425269"/>
                <a:gd name="connsiteY55" fmla="*/ 107518 h 413561"/>
                <a:gd name="connsiteX56" fmla="*/ 185613 w 425269"/>
                <a:gd name="connsiteY56" fmla="*/ 96305 h 413561"/>
                <a:gd name="connsiteX57" fmla="*/ 172115 w 425269"/>
                <a:gd name="connsiteY57" fmla="*/ 35259 h 413561"/>
                <a:gd name="connsiteX58" fmla="*/ 105849 w 425269"/>
                <a:gd name="connsiteY58" fmla="*/ 25292 h 413561"/>
                <a:gd name="connsiteX59" fmla="*/ 93577 w 425269"/>
                <a:gd name="connsiteY59" fmla="*/ 17817 h 413561"/>
                <a:gd name="connsiteX60" fmla="*/ 100940 w 425269"/>
                <a:gd name="connsiteY60" fmla="*/ 4113 h 413561"/>
                <a:gd name="connsiteX61" fmla="*/ 141743 w 425269"/>
                <a:gd name="connsiteY61" fmla="*/ 64 h 413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425269" h="413561">
                  <a:moveTo>
                    <a:pt x="235887" y="270554"/>
                  </a:moveTo>
                  <a:cubicBezTo>
                    <a:pt x="237116" y="270554"/>
                    <a:pt x="270292" y="285510"/>
                    <a:pt x="287494" y="317914"/>
                  </a:cubicBezTo>
                  <a:cubicBezTo>
                    <a:pt x="288723" y="320406"/>
                    <a:pt x="288723" y="321653"/>
                    <a:pt x="289952" y="322899"/>
                  </a:cubicBezTo>
                  <a:cubicBezTo>
                    <a:pt x="310840" y="369012"/>
                    <a:pt x="260462" y="410141"/>
                    <a:pt x="258004" y="411387"/>
                  </a:cubicBezTo>
                  <a:cubicBezTo>
                    <a:pt x="253090" y="415126"/>
                    <a:pt x="246946" y="413880"/>
                    <a:pt x="243260" y="408894"/>
                  </a:cubicBezTo>
                  <a:cubicBezTo>
                    <a:pt x="239573" y="405155"/>
                    <a:pt x="239573" y="397678"/>
                    <a:pt x="244488" y="393939"/>
                  </a:cubicBezTo>
                  <a:cubicBezTo>
                    <a:pt x="244488" y="393939"/>
                    <a:pt x="285037" y="362781"/>
                    <a:pt x="270292" y="331623"/>
                  </a:cubicBezTo>
                  <a:cubicBezTo>
                    <a:pt x="256776" y="304204"/>
                    <a:pt x="227286" y="290495"/>
                    <a:pt x="227286" y="290495"/>
                  </a:cubicBezTo>
                  <a:cubicBezTo>
                    <a:pt x="222371" y="288002"/>
                    <a:pt x="218685" y="280524"/>
                    <a:pt x="221142" y="275539"/>
                  </a:cubicBezTo>
                  <a:cubicBezTo>
                    <a:pt x="223600" y="270554"/>
                    <a:pt x="229744" y="268061"/>
                    <a:pt x="235887" y="270554"/>
                  </a:cubicBezTo>
                  <a:close/>
                  <a:moveTo>
                    <a:pt x="285960" y="214357"/>
                  </a:moveTo>
                  <a:cubicBezTo>
                    <a:pt x="288429" y="214357"/>
                    <a:pt x="331633" y="218037"/>
                    <a:pt x="356320" y="237662"/>
                  </a:cubicBezTo>
                  <a:cubicBezTo>
                    <a:pt x="360024" y="241342"/>
                    <a:pt x="363727" y="246248"/>
                    <a:pt x="366196" y="251154"/>
                  </a:cubicBezTo>
                  <a:cubicBezTo>
                    <a:pt x="382243" y="279366"/>
                    <a:pt x="366196" y="323523"/>
                    <a:pt x="363727" y="329656"/>
                  </a:cubicBezTo>
                  <a:cubicBezTo>
                    <a:pt x="361258" y="335788"/>
                    <a:pt x="355086" y="338242"/>
                    <a:pt x="350149" y="335788"/>
                  </a:cubicBezTo>
                  <a:cubicBezTo>
                    <a:pt x="343977" y="333335"/>
                    <a:pt x="341508" y="328429"/>
                    <a:pt x="342742" y="322296"/>
                  </a:cubicBezTo>
                  <a:cubicBezTo>
                    <a:pt x="348914" y="308804"/>
                    <a:pt x="358789" y="267100"/>
                    <a:pt x="342742" y="254834"/>
                  </a:cubicBezTo>
                  <a:cubicBezTo>
                    <a:pt x="322992" y="238888"/>
                    <a:pt x="284726" y="235209"/>
                    <a:pt x="283491" y="235209"/>
                  </a:cubicBezTo>
                  <a:cubicBezTo>
                    <a:pt x="278553" y="233982"/>
                    <a:pt x="273616" y="229076"/>
                    <a:pt x="274850" y="222943"/>
                  </a:cubicBezTo>
                  <a:cubicBezTo>
                    <a:pt x="274850" y="218037"/>
                    <a:pt x="281022" y="213130"/>
                    <a:pt x="285960" y="214357"/>
                  </a:cubicBezTo>
                  <a:close/>
                  <a:moveTo>
                    <a:pt x="57818" y="190711"/>
                  </a:moveTo>
                  <a:cubicBezTo>
                    <a:pt x="97054" y="185663"/>
                    <a:pt x="128934" y="208378"/>
                    <a:pt x="130160" y="210902"/>
                  </a:cubicBezTo>
                  <a:cubicBezTo>
                    <a:pt x="131386" y="210902"/>
                    <a:pt x="132612" y="212164"/>
                    <a:pt x="132612" y="213426"/>
                  </a:cubicBezTo>
                  <a:cubicBezTo>
                    <a:pt x="135065" y="217212"/>
                    <a:pt x="135065" y="222260"/>
                    <a:pt x="132612" y="224784"/>
                  </a:cubicBezTo>
                  <a:cubicBezTo>
                    <a:pt x="128934" y="229831"/>
                    <a:pt x="122803" y="231093"/>
                    <a:pt x="117899" y="228569"/>
                  </a:cubicBezTo>
                  <a:cubicBezTo>
                    <a:pt x="117899" y="228569"/>
                    <a:pt x="90924" y="208378"/>
                    <a:pt x="60270" y="212164"/>
                  </a:cubicBezTo>
                  <a:cubicBezTo>
                    <a:pt x="25938" y="215950"/>
                    <a:pt x="21033" y="267690"/>
                    <a:pt x="21033" y="267690"/>
                  </a:cubicBezTo>
                  <a:cubicBezTo>
                    <a:pt x="19807" y="273999"/>
                    <a:pt x="14903" y="277785"/>
                    <a:pt x="9998" y="277785"/>
                  </a:cubicBezTo>
                  <a:cubicBezTo>
                    <a:pt x="3867" y="276523"/>
                    <a:pt x="-1037" y="271476"/>
                    <a:pt x="189" y="265166"/>
                  </a:cubicBezTo>
                  <a:cubicBezTo>
                    <a:pt x="189" y="262642"/>
                    <a:pt x="7546" y="195759"/>
                    <a:pt x="57818" y="190711"/>
                  </a:cubicBezTo>
                  <a:close/>
                  <a:moveTo>
                    <a:pt x="359708" y="122258"/>
                  </a:moveTo>
                  <a:cubicBezTo>
                    <a:pt x="385563" y="119747"/>
                    <a:pt x="402800" y="142347"/>
                    <a:pt x="412650" y="162436"/>
                  </a:cubicBezTo>
                  <a:cubicBezTo>
                    <a:pt x="420037" y="174992"/>
                    <a:pt x="423731" y="187547"/>
                    <a:pt x="424962" y="190058"/>
                  </a:cubicBezTo>
                  <a:cubicBezTo>
                    <a:pt x="426193" y="196336"/>
                    <a:pt x="423731" y="202614"/>
                    <a:pt x="417575" y="203870"/>
                  </a:cubicBezTo>
                  <a:cubicBezTo>
                    <a:pt x="412650" y="206381"/>
                    <a:pt x="406494" y="202614"/>
                    <a:pt x="404031" y="197592"/>
                  </a:cubicBezTo>
                  <a:cubicBezTo>
                    <a:pt x="400338" y="182525"/>
                    <a:pt x="383101" y="142347"/>
                    <a:pt x="362171" y="144858"/>
                  </a:cubicBezTo>
                  <a:cubicBezTo>
                    <a:pt x="335084" y="147370"/>
                    <a:pt x="303073" y="166203"/>
                    <a:pt x="303073" y="166203"/>
                  </a:cubicBezTo>
                  <a:cubicBezTo>
                    <a:pt x="296917" y="169970"/>
                    <a:pt x="290761" y="167458"/>
                    <a:pt x="288299" y="162436"/>
                  </a:cubicBezTo>
                  <a:cubicBezTo>
                    <a:pt x="284605" y="157414"/>
                    <a:pt x="287068" y="149881"/>
                    <a:pt x="291992" y="147370"/>
                  </a:cubicBezTo>
                  <a:cubicBezTo>
                    <a:pt x="293224" y="146114"/>
                    <a:pt x="328928" y="126025"/>
                    <a:pt x="359708" y="122258"/>
                  </a:cubicBezTo>
                  <a:close/>
                  <a:moveTo>
                    <a:pt x="68099" y="89927"/>
                  </a:moveTo>
                  <a:cubicBezTo>
                    <a:pt x="77139" y="86991"/>
                    <a:pt x="86561" y="86427"/>
                    <a:pt x="95754" y="89968"/>
                  </a:cubicBezTo>
                  <a:cubicBezTo>
                    <a:pt x="125172" y="100267"/>
                    <a:pt x="152138" y="136317"/>
                    <a:pt x="152138" y="138891"/>
                  </a:cubicBezTo>
                  <a:cubicBezTo>
                    <a:pt x="153364" y="138891"/>
                    <a:pt x="153364" y="138891"/>
                    <a:pt x="154590" y="140179"/>
                  </a:cubicBezTo>
                  <a:cubicBezTo>
                    <a:pt x="157041" y="145329"/>
                    <a:pt x="155815" y="150479"/>
                    <a:pt x="150912" y="154341"/>
                  </a:cubicBezTo>
                  <a:cubicBezTo>
                    <a:pt x="146010" y="156916"/>
                    <a:pt x="139881" y="156916"/>
                    <a:pt x="136204" y="151766"/>
                  </a:cubicBezTo>
                  <a:cubicBezTo>
                    <a:pt x="136204" y="151766"/>
                    <a:pt x="111689" y="119579"/>
                    <a:pt x="88400" y="110567"/>
                  </a:cubicBezTo>
                  <a:cubicBezTo>
                    <a:pt x="68788" y="104130"/>
                    <a:pt x="39371" y="135029"/>
                    <a:pt x="30790" y="146616"/>
                  </a:cubicBezTo>
                  <a:cubicBezTo>
                    <a:pt x="27113" y="151766"/>
                    <a:pt x="19759" y="153053"/>
                    <a:pt x="16082" y="149191"/>
                  </a:cubicBezTo>
                  <a:cubicBezTo>
                    <a:pt x="11179" y="145329"/>
                    <a:pt x="9953" y="138891"/>
                    <a:pt x="13630" y="133742"/>
                  </a:cubicBezTo>
                  <a:cubicBezTo>
                    <a:pt x="17307" y="128914"/>
                    <a:pt x="40979" y="98738"/>
                    <a:pt x="68099" y="89927"/>
                  </a:cubicBezTo>
                  <a:close/>
                  <a:moveTo>
                    <a:pt x="141743" y="64"/>
                  </a:moveTo>
                  <a:cubicBezTo>
                    <a:pt x="161070" y="687"/>
                    <a:pt x="181932" y="5982"/>
                    <a:pt x="191749" y="24046"/>
                  </a:cubicBezTo>
                  <a:lnTo>
                    <a:pt x="191749" y="25292"/>
                  </a:lnTo>
                  <a:cubicBezTo>
                    <a:pt x="205248" y="53947"/>
                    <a:pt x="206475" y="93814"/>
                    <a:pt x="206475" y="95059"/>
                  </a:cubicBezTo>
                  <a:cubicBezTo>
                    <a:pt x="206475" y="101289"/>
                    <a:pt x="202793" y="107518"/>
                    <a:pt x="196658" y="107518"/>
                  </a:cubicBezTo>
                  <a:cubicBezTo>
                    <a:pt x="190522" y="107518"/>
                    <a:pt x="185613" y="102535"/>
                    <a:pt x="185613" y="96305"/>
                  </a:cubicBezTo>
                  <a:cubicBezTo>
                    <a:pt x="185613" y="95059"/>
                    <a:pt x="184386" y="58930"/>
                    <a:pt x="172115" y="35259"/>
                  </a:cubicBezTo>
                  <a:cubicBezTo>
                    <a:pt x="163525" y="16571"/>
                    <a:pt x="120574" y="22800"/>
                    <a:pt x="105849" y="25292"/>
                  </a:cubicBezTo>
                  <a:cubicBezTo>
                    <a:pt x="100940" y="27784"/>
                    <a:pt x="94804" y="24046"/>
                    <a:pt x="93577" y="17817"/>
                  </a:cubicBezTo>
                  <a:cubicBezTo>
                    <a:pt x="92350" y="11588"/>
                    <a:pt x="96031" y="6604"/>
                    <a:pt x="100940" y="4113"/>
                  </a:cubicBezTo>
                  <a:cubicBezTo>
                    <a:pt x="104621" y="3490"/>
                    <a:pt x="122415" y="-559"/>
                    <a:pt x="141743" y="64"/>
                  </a:cubicBezTo>
                  <a:close/>
                </a:path>
              </a:pathLst>
            </a:custGeom>
            <a:solidFill>
              <a:srgbClr val="17161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79" name="Freeform 493">
              <a:extLst>
                <a:ext uri="{FF2B5EF4-FFF2-40B4-BE49-F238E27FC236}">
                  <a16:creationId xmlns:a16="http://schemas.microsoft.com/office/drawing/2014/main" xmlns="" id="{EDF9D7ED-F592-4A42-9543-20EBDB0D03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4601" y="6825042"/>
              <a:ext cx="252680" cy="307611"/>
            </a:xfrm>
            <a:custGeom>
              <a:avLst/>
              <a:gdLst>
                <a:gd name="T0" fmla="*/ 27 w 202"/>
                <a:gd name="T1" fmla="*/ 88 h 246"/>
                <a:gd name="T2" fmla="*/ 27 w 202"/>
                <a:gd name="T3" fmla="*/ 88 h 246"/>
                <a:gd name="T4" fmla="*/ 149 w 202"/>
                <a:gd name="T5" fmla="*/ 18 h 246"/>
                <a:gd name="T6" fmla="*/ 149 w 202"/>
                <a:gd name="T7" fmla="*/ 18 h 246"/>
                <a:gd name="T8" fmla="*/ 175 w 202"/>
                <a:gd name="T9" fmla="*/ 156 h 246"/>
                <a:gd name="T10" fmla="*/ 175 w 202"/>
                <a:gd name="T11" fmla="*/ 156 h 246"/>
                <a:gd name="T12" fmla="*/ 53 w 202"/>
                <a:gd name="T13" fmla="*/ 226 h 246"/>
                <a:gd name="T14" fmla="*/ 53 w 202"/>
                <a:gd name="T15" fmla="*/ 226 h 246"/>
                <a:gd name="T16" fmla="*/ 27 w 202"/>
                <a:gd name="T17" fmla="*/ 88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2" h="246">
                  <a:moveTo>
                    <a:pt x="27" y="88"/>
                  </a:moveTo>
                  <a:lnTo>
                    <a:pt x="27" y="88"/>
                  </a:lnTo>
                  <a:cubicBezTo>
                    <a:pt x="54" y="31"/>
                    <a:pt x="108" y="0"/>
                    <a:pt x="149" y="18"/>
                  </a:cubicBezTo>
                  <a:lnTo>
                    <a:pt x="149" y="18"/>
                  </a:lnTo>
                  <a:cubicBezTo>
                    <a:pt x="189" y="36"/>
                    <a:pt x="201" y="98"/>
                    <a:pt x="175" y="156"/>
                  </a:cubicBezTo>
                  <a:lnTo>
                    <a:pt x="175" y="156"/>
                  </a:lnTo>
                  <a:cubicBezTo>
                    <a:pt x="149" y="214"/>
                    <a:pt x="94" y="245"/>
                    <a:pt x="53" y="226"/>
                  </a:cubicBezTo>
                  <a:lnTo>
                    <a:pt x="53" y="226"/>
                  </a:lnTo>
                  <a:cubicBezTo>
                    <a:pt x="12" y="208"/>
                    <a:pt x="0" y="146"/>
                    <a:pt x="27" y="88"/>
                  </a:cubicBezTo>
                </a:path>
              </a:pathLst>
            </a:custGeom>
            <a:solidFill>
              <a:srgbClr val="2E2E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xmlns="" id="{CE5FE0D3-97F2-6249-85FA-775864980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8432" y="5819820"/>
              <a:ext cx="404286" cy="392756"/>
            </a:xfrm>
            <a:custGeom>
              <a:avLst/>
              <a:gdLst>
                <a:gd name="connsiteX0" fmla="*/ 197933 w 404286"/>
                <a:gd name="connsiteY0" fmla="*/ 259417 h 392756"/>
                <a:gd name="connsiteX1" fmla="*/ 206905 w 404286"/>
                <a:gd name="connsiteY1" fmla="*/ 263162 h 392756"/>
                <a:gd name="connsiteX2" fmla="*/ 204342 w 404286"/>
                <a:gd name="connsiteY2" fmla="*/ 276895 h 392756"/>
                <a:gd name="connsiteX3" fmla="*/ 173580 w 404286"/>
                <a:gd name="connsiteY3" fmla="*/ 323087 h 392756"/>
                <a:gd name="connsiteX4" fmla="*/ 209469 w 404286"/>
                <a:gd name="connsiteY4" fmla="*/ 374273 h 392756"/>
                <a:gd name="connsiteX5" fmla="*/ 215877 w 404286"/>
                <a:gd name="connsiteY5" fmla="*/ 388006 h 392756"/>
                <a:gd name="connsiteX6" fmla="*/ 201778 w 404286"/>
                <a:gd name="connsiteY6" fmla="*/ 391751 h 392756"/>
                <a:gd name="connsiteX7" fmla="*/ 153072 w 404286"/>
                <a:gd name="connsiteY7" fmla="*/ 319342 h 392756"/>
                <a:gd name="connsiteX8" fmla="*/ 192806 w 404286"/>
                <a:gd name="connsiteY8" fmla="*/ 260665 h 392756"/>
                <a:gd name="connsiteX9" fmla="*/ 197933 w 404286"/>
                <a:gd name="connsiteY9" fmla="*/ 259417 h 392756"/>
                <a:gd name="connsiteX10" fmla="*/ 131835 w 404286"/>
                <a:gd name="connsiteY10" fmla="*/ 220974 h 392756"/>
                <a:gd name="connsiteX11" fmla="*/ 133102 w 404286"/>
                <a:gd name="connsiteY11" fmla="*/ 220974 h 392756"/>
                <a:gd name="connsiteX12" fmla="*/ 144511 w 404286"/>
                <a:gd name="connsiteY12" fmla="*/ 227252 h 392756"/>
                <a:gd name="connsiteX13" fmla="*/ 138173 w 404286"/>
                <a:gd name="connsiteY13" fmla="*/ 241063 h 392756"/>
                <a:gd name="connsiteX14" fmla="*/ 88735 w 404286"/>
                <a:gd name="connsiteY14" fmla="*/ 271196 h 392756"/>
                <a:gd name="connsiteX15" fmla="*/ 101412 w 404286"/>
                <a:gd name="connsiteY15" fmla="*/ 332718 h 392756"/>
                <a:gd name="connsiteX16" fmla="*/ 98876 w 404286"/>
                <a:gd name="connsiteY16" fmla="*/ 346529 h 392756"/>
                <a:gd name="connsiteX17" fmla="*/ 84932 w 404286"/>
                <a:gd name="connsiteY17" fmla="*/ 344018 h 392756"/>
                <a:gd name="connsiteX18" fmla="*/ 73524 w 404286"/>
                <a:gd name="connsiteY18" fmla="*/ 258640 h 392756"/>
                <a:gd name="connsiteX19" fmla="*/ 131835 w 404286"/>
                <a:gd name="connsiteY19" fmla="*/ 220974 h 392756"/>
                <a:gd name="connsiteX20" fmla="*/ 335933 w 404286"/>
                <a:gd name="connsiteY20" fmla="*/ 158848 h 392756"/>
                <a:gd name="connsiteX21" fmla="*/ 403966 w 404286"/>
                <a:gd name="connsiteY21" fmla="*/ 214319 h 392756"/>
                <a:gd name="connsiteX22" fmla="*/ 397666 w 404286"/>
                <a:gd name="connsiteY22" fmla="*/ 228187 h 392756"/>
                <a:gd name="connsiteX23" fmla="*/ 385068 w 404286"/>
                <a:gd name="connsiteY23" fmla="*/ 220623 h 392756"/>
                <a:gd name="connsiteX24" fmla="*/ 337193 w 404286"/>
                <a:gd name="connsiteY24" fmla="*/ 179019 h 392756"/>
                <a:gd name="connsiteX25" fmla="*/ 288059 w 404286"/>
                <a:gd name="connsiteY25" fmla="*/ 205494 h 392756"/>
                <a:gd name="connsiteX26" fmla="*/ 274201 w 404286"/>
                <a:gd name="connsiteY26" fmla="*/ 206755 h 392756"/>
                <a:gd name="connsiteX27" fmla="*/ 272941 w 404286"/>
                <a:gd name="connsiteY27" fmla="*/ 192887 h 392756"/>
                <a:gd name="connsiteX28" fmla="*/ 330894 w 404286"/>
                <a:gd name="connsiteY28" fmla="*/ 160109 h 392756"/>
                <a:gd name="connsiteX29" fmla="*/ 335933 w 404286"/>
                <a:gd name="connsiteY29" fmla="*/ 158848 h 392756"/>
                <a:gd name="connsiteX30" fmla="*/ 43604 w 404286"/>
                <a:gd name="connsiteY30" fmla="*/ 157464 h 392756"/>
                <a:gd name="connsiteX31" fmla="*/ 44850 w 404286"/>
                <a:gd name="connsiteY31" fmla="*/ 157464 h 392756"/>
                <a:gd name="connsiteX32" fmla="*/ 110880 w 404286"/>
                <a:gd name="connsiteY32" fmla="*/ 164788 h 392756"/>
                <a:gd name="connsiteX33" fmla="*/ 118355 w 404286"/>
                <a:gd name="connsiteY33" fmla="*/ 178216 h 392756"/>
                <a:gd name="connsiteX34" fmla="*/ 104651 w 404286"/>
                <a:gd name="connsiteY34" fmla="*/ 183099 h 392756"/>
                <a:gd name="connsiteX35" fmla="*/ 47342 w 404286"/>
                <a:gd name="connsiteY35" fmla="*/ 175774 h 392756"/>
                <a:gd name="connsiteX36" fmla="*/ 18687 w 404286"/>
                <a:gd name="connsiteY36" fmla="*/ 230705 h 392756"/>
                <a:gd name="connsiteX37" fmla="*/ 8721 w 404286"/>
                <a:gd name="connsiteY37" fmla="*/ 239250 h 392756"/>
                <a:gd name="connsiteX38" fmla="*/ 0 w 404286"/>
                <a:gd name="connsiteY38" fmla="*/ 229484 h 392756"/>
                <a:gd name="connsiteX39" fmla="*/ 43604 w 404286"/>
                <a:gd name="connsiteY39" fmla="*/ 157464 h 392756"/>
                <a:gd name="connsiteX40" fmla="*/ 288077 w 404286"/>
                <a:gd name="connsiteY40" fmla="*/ 69775 h 392756"/>
                <a:gd name="connsiteX41" fmla="*/ 356435 w 404286"/>
                <a:gd name="connsiteY41" fmla="*/ 98098 h 392756"/>
                <a:gd name="connsiteX42" fmla="*/ 357656 w 404286"/>
                <a:gd name="connsiteY42" fmla="*/ 112260 h 392756"/>
                <a:gd name="connsiteX43" fmla="*/ 344228 w 404286"/>
                <a:gd name="connsiteY43" fmla="*/ 113547 h 392756"/>
                <a:gd name="connsiteX44" fmla="*/ 284415 w 404286"/>
                <a:gd name="connsiteY44" fmla="*/ 94236 h 392756"/>
                <a:gd name="connsiteX45" fmla="*/ 251457 w 404286"/>
                <a:gd name="connsiteY45" fmla="*/ 140583 h 392756"/>
                <a:gd name="connsiteX46" fmla="*/ 238029 w 404286"/>
                <a:gd name="connsiteY46" fmla="*/ 144445 h 392756"/>
                <a:gd name="connsiteX47" fmla="*/ 233147 w 404286"/>
                <a:gd name="connsiteY47" fmla="*/ 131571 h 392756"/>
                <a:gd name="connsiteX48" fmla="*/ 274650 w 404286"/>
                <a:gd name="connsiteY48" fmla="*/ 76212 h 392756"/>
                <a:gd name="connsiteX49" fmla="*/ 288077 w 404286"/>
                <a:gd name="connsiteY49" fmla="*/ 69775 h 392756"/>
                <a:gd name="connsiteX50" fmla="*/ 252752 w 404286"/>
                <a:gd name="connsiteY50" fmla="*/ 0 h 392756"/>
                <a:gd name="connsiteX51" fmla="*/ 262454 w 404286"/>
                <a:gd name="connsiteY51" fmla="*/ 10031 h 392756"/>
                <a:gd name="connsiteX52" fmla="*/ 252752 w 404286"/>
                <a:gd name="connsiteY52" fmla="*/ 20061 h 392756"/>
                <a:gd name="connsiteX53" fmla="*/ 195754 w 404286"/>
                <a:gd name="connsiteY53" fmla="*/ 42630 h 392756"/>
                <a:gd name="connsiteX54" fmla="*/ 196966 w 404286"/>
                <a:gd name="connsiteY54" fmla="*/ 101560 h 392756"/>
                <a:gd name="connsiteX55" fmla="*/ 189690 w 404286"/>
                <a:gd name="connsiteY55" fmla="*/ 112845 h 392756"/>
                <a:gd name="connsiteX56" fmla="*/ 177563 w 404286"/>
                <a:gd name="connsiteY56" fmla="*/ 105322 h 392756"/>
                <a:gd name="connsiteX57" fmla="*/ 177563 w 404286"/>
                <a:gd name="connsiteY57" fmla="*/ 37615 h 392756"/>
                <a:gd name="connsiteX58" fmla="*/ 226072 w 404286"/>
                <a:gd name="connsiteY58" fmla="*/ 1254 h 392756"/>
                <a:gd name="connsiteX59" fmla="*/ 252752 w 404286"/>
                <a:gd name="connsiteY59" fmla="*/ 0 h 392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404286" h="392756">
                  <a:moveTo>
                    <a:pt x="197933" y="259417"/>
                  </a:moveTo>
                  <a:cubicBezTo>
                    <a:pt x="200496" y="258168"/>
                    <a:pt x="204342" y="260665"/>
                    <a:pt x="206905" y="263162"/>
                  </a:cubicBezTo>
                  <a:cubicBezTo>
                    <a:pt x="210750" y="268156"/>
                    <a:pt x="209469" y="274398"/>
                    <a:pt x="204342" y="276895"/>
                  </a:cubicBezTo>
                  <a:cubicBezTo>
                    <a:pt x="204342" y="278143"/>
                    <a:pt x="179989" y="295621"/>
                    <a:pt x="173580" y="323087"/>
                  </a:cubicBezTo>
                  <a:cubicBezTo>
                    <a:pt x="165890" y="354298"/>
                    <a:pt x="209469" y="374273"/>
                    <a:pt x="209469" y="374273"/>
                  </a:cubicBezTo>
                  <a:cubicBezTo>
                    <a:pt x="215877" y="376770"/>
                    <a:pt x="218441" y="383012"/>
                    <a:pt x="215877" y="388006"/>
                  </a:cubicBezTo>
                  <a:cubicBezTo>
                    <a:pt x="213314" y="391751"/>
                    <a:pt x="206905" y="394248"/>
                    <a:pt x="201778" y="391751"/>
                  </a:cubicBezTo>
                  <a:cubicBezTo>
                    <a:pt x="199215" y="391751"/>
                    <a:pt x="142819" y="365534"/>
                    <a:pt x="153072" y="319342"/>
                  </a:cubicBezTo>
                  <a:cubicBezTo>
                    <a:pt x="160763" y="284385"/>
                    <a:pt x="191524" y="261914"/>
                    <a:pt x="192806" y="260665"/>
                  </a:cubicBezTo>
                  <a:cubicBezTo>
                    <a:pt x="194088" y="260665"/>
                    <a:pt x="195370" y="259417"/>
                    <a:pt x="197933" y="259417"/>
                  </a:cubicBezTo>
                  <a:close/>
                  <a:moveTo>
                    <a:pt x="131835" y="220974"/>
                  </a:moveTo>
                  <a:lnTo>
                    <a:pt x="133102" y="220974"/>
                  </a:lnTo>
                  <a:cubicBezTo>
                    <a:pt x="138173" y="219718"/>
                    <a:pt x="143243" y="223485"/>
                    <a:pt x="144511" y="227252"/>
                  </a:cubicBezTo>
                  <a:cubicBezTo>
                    <a:pt x="147046" y="232274"/>
                    <a:pt x="143243" y="238552"/>
                    <a:pt x="138173" y="241063"/>
                  </a:cubicBezTo>
                  <a:cubicBezTo>
                    <a:pt x="138173" y="241063"/>
                    <a:pt x="102679" y="252363"/>
                    <a:pt x="88735" y="271196"/>
                  </a:cubicBezTo>
                  <a:cubicBezTo>
                    <a:pt x="77327" y="286263"/>
                    <a:pt x="95073" y="322674"/>
                    <a:pt x="101412" y="332718"/>
                  </a:cubicBezTo>
                  <a:cubicBezTo>
                    <a:pt x="105214" y="337740"/>
                    <a:pt x="103947" y="344018"/>
                    <a:pt x="98876" y="346529"/>
                  </a:cubicBezTo>
                  <a:cubicBezTo>
                    <a:pt x="95073" y="350296"/>
                    <a:pt x="87468" y="347785"/>
                    <a:pt x="84932" y="344018"/>
                  </a:cubicBezTo>
                  <a:cubicBezTo>
                    <a:pt x="81129" y="337740"/>
                    <a:pt x="49439" y="288774"/>
                    <a:pt x="73524" y="258640"/>
                  </a:cubicBezTo>
                  <a:cubicBezTo>
                    <a:pt x="91270" y="236040"/>
                    <a:pt x="130567" y="222229"/>
                    <a:pt x="131835" y="220974"/>
                  </a:cubicBezTo>
                  <a:close/>
                  <a:moveTo>
                    <a:pt x="335933" y="158848"/>
                  </a:moveTo>
                  <a:cubicBezTo>
                    <a:pt x="382548" y="153805"/>
                    <a:pt x="402706" y="213058"/>
                    <a:pt x="403966" y="214319"/>
                  </a:cubicBezTo>
                  <a:cubicBezTo>
                    <a:pt x="405225" y="220623"/>
                    <a:pt x="402706" y="225665"/>
                    <a:pt x="397666" y="228187"/>
                  </a:cubicBezTo>
                  <a:cubicBezTo>
                    <a:pt x="392627" y="229448"/>
                    <a:pt x="386328" y="226926"/>
                    <a:pt x="385068" y="220623"/>
                  </a:cubicBezTo>
                  <a:cubicBezTo>
                    <a:pt x="385068" y="220623"/>
                    <a:pt x="368690" y="176498"/>
                    <a:pt x="337193" y="179019"/>
                  </a:cubicBezTo>
                  <a:cubicBezTo>
                    <a:pt x="309477" y="182801"/>
                    <a:pt x="288059" y="205494"/>
                    <a:pt x="288059" y="205494"/>
                  </a:cubicBezTo>
                  <a:cubicBezTo>
                    <a:pt x="284279" y="210537"/>
                    <a:pt x="277980" y="210537"/>
                    <a:pt x="274201" y="206755"/>
                  </a:cubicBezTo>
                  <a:cubicBezTo>
                    <a:pt x="269161" y="202973"/>
                    <a:pt x="269161" y="196669"/>
                    <a:pt x="272941" y="192887"/>
                  </a:cubicBezTo>
                  <a:cubicBezTo>
                    <a:pt x="274201" y="190366"/>
                    <a:pt x="296878" y="166412"/>
                    <a:pt x="330894" y="160109"/>
                  </a:cubicBezTo>
                  <a:cubicBezTo>
                    <a:pt x="333414" y="160109"/>
                    <a:pt x="333414" y="160109"/>
                    <a:pt x="335933" y="158848"/>
                  </a:cubicBezTo>
                  <a:close/>
                  <a:moveTo>
                    <a:pt x="43604" y="157464"/>
                  </a:moveTo>
                  <a:cubicBezTo>
                    <a:pt x="43604" y="157464"/>
                    <a:pt x="43604" y="157464"/>
                    <a:pt x="44850" y="157464"/>
                  </a:cubicBezTo>
                  <a:cubicBezTo>
                    <a:pt x="73505" y="153802"/>
                    <a:pt x="109634" y="164788"/>
                    <a:pt x="110880" y="164788"/>
                  </a:cubicBezTo>
                  <a:cubicBezTo>
                    <a:pt x="117109" y="166009"/>
                    <a:pt x="119601" y="172112"/>
                    <a:pt x="118355" y="178216"/>
                  </a:cubicBezTo>
                  <a:cubicBezTo>
                    <a:pt x="117109" y="181878"/>
                    <a:pt x="110880" y="185540"/>
                    <a:pt x="104651" y="183099"/>
                  </a:cubicBezTo>
                  <a:cubicBezTo>
                    <a:pt x="104651" y="183099"/>
                    <a:pt x="72259" y="173333"/>
                    <a:pt x="47342" y="175774"/>
                  </a:cubicBezTo>
                  <a:cubicBezTo>
                    <a:pt x="28654" y="179437"/>
                    <a:pt x="21179" y="217278"/>
                    <a:pt x="18687" y="230705"/>
                  </a:cubicBezTo>
                  <a:cubicBezTo>
                    <a:pt x="18687" y="236809"/>
                    <a:pt x="14950" y="240471"/>
                    <a:pt x="8721" y="239250"/>
                  </a:cubicBezTo>
                  <a:cubicBezTo>
                    <a:pt x="2491" y="239250"/>
                    <a:pt x="0" y="235588"/>
                    <a:pt x="0" y="229484"/>
                  </a:cubicBezTo>
                  <a:cubicBezTo>
                    <a:pt x="0" y="222160"/>
                    <a:pt x="6229" y="163568"/>
                    <a:pt x="43604" y="157464"/>
                  </a:cubicBezTo>
                  <a:close/>
                  <a:moveTo>
                    <a:pt x="288077" y="69775"/>
                  </a:moveTo>
                  <a:cubicBezTo>
                    <a:pt x="317373" y="65913"/>
                    <a:pt x="351552" y="94236"/>
                    <a:pt x="356435" y="98098"/>
                  </a:cubicBezTo>
                  <a:cubicBezTo>
                    <a:pt x="360097" y="100673"/>
                    <a:pt x="361318" y="107110"/>
                    <a:pt x="357656" y="112260"/>
                  </a:cubicBezTo>
                  <a:cubicBezTo>
                    <a:pt x="353994" y="116122"/>
                    <a:pt x="347890" y="116122"/>
                    <a:pt x="344228" y="113547"/>
                  </a:cubicBezTo>
                  <a:cubicBezTo>
                    <a:pt x="333242" y="104535"/>
                    <a:pt x="301504" y="82650"/>
                    <a:pt x="284415" y="94236"/>
                  </a:cubicBezTo>
                  <a:cubicBezTo>
                    <a:pt x="266105" y="105823"/>
                    <a:pt x="251457" y="139295"/>
                    <a:pt x="251457" y="140583"/>
                  </a:cubicBezTo>
                  <a:cubicBezTo>
                    <a:pt x="249015" y="144445"/>
                    <a:pt x="242912" y="147020"/>
                    <a:pt x="238029" y="144445"/>
                  </a:cubicBezTo>
                  <a:cubicBezTo>
                    <a:pt x="233147" y="143158"/>
                    <a:pt x="230705" y="136721"/>
                    <a:pt x="233147" y="131571"/>
                  </a:cubicBezTo>
                  <a:cubicBezTo>
                    <a:pt x="234367" y="130284"/>
                    <a:pt x="250236" y="91661"/>
                    <a:pt x="274650" y="76212"/>
                  </a:cubicBezTo>
                  <a:cubicBezTo>
                    <a:pt x="278312" y="73638"/>
                    <a:pt x="284415" y="72350"/>
                    <a:pt x="288077" y="69775"/>
                  </a:cubicBezTo>
                  <a:close/>
                  <a:moveTo>
                    <a:pt x="252752" y="0"/>
                  </a:moveTo>
                  <a:cubicBezTo>
                    <a:pt x="258815" y="0"/>
                    <a:pt x="262454" y="5016"/>
                    <a:pt x="262454" y="10031"/>
                  </a:cubicBezTo>
                  <a:cubicBezTo>
                    <a:pt x="262454" y="15046"/>
                    <a:pt x="258815" y="20061"/>
                    <a:pt x="252752" y="20061"/>
                  </a:cubicBezTo>
                  <a:cubicBezTo>
                    <a:pt x="239412" y="20061"/>
                    <a:pt x="200604" y="23823"/>
                    <a:pt x="195754" y="42630"/>
                  </a:cubicBezTo>
                  <a:cubicBezTo>
                    <a:pt x="190903" y="66453"/>
                    <a:pt x="196966" y="100306"/>
                    <a:pt x="196966" y="101560"/>
                  </a:cubicBezTo>
                  <a:cubicBezTo>
                    <a:pt x="199392" y="106575"/>
                    <a:pt x="195754" y="112845"/>
                    <a:pt x="189690" y="112845"/>
                  </a:cubicBezTo>
                  <a:cubicBezTo>
                    <a:pt x="184839" y="114098"/>
                    <a:pt x="179988" y="110337"/>
                    <a:pt x="177563" y="105322"/>
                  </a:cubicBezTo>
                  <a:cubicBezTo>
                    <a:pt x="177563" y="104068"/>
                    <a:pt x="170286" y="66453"/>
                    <a:pt x="177563" y="37615"/>
                  </a:cubicBezTo>
                  <a:cubicBezTo>
                    <a:pt x="182414" y="15046"/>
                    <a:pt x="206668" y="6269"/>
                    <a:pt x="226072" y="1254"/>
                  </a:cubicBezTo>
                  <a:cubicBezTo>
                    <a:pt x="239412" y="0"/>
                    <a:pt x="251539" y="0"/>
                    <a:pt x="252752" y="0"/>
                  </a:cubicBezTo>
                  <a:close/>
                </a:path>
              </a:pathLst>
            </a:custGeom>
            <a:solidFill>
              <a:srgbClr val="17161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anchor="ctr">
              <a:noAutofit/>
            </a:bodyPr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81" name="Freeform 500">
              <a:extLst>
                <a:ext uri="{FF2B5EF4-FFF2-40B4-BE49-F238E27FC236}">
                  <a16:creationId xmlns:a16="http://schemas.microsoft.com/office/drawing/2014/main" xmlns="" id="{9B854574-B957-DF41-8353-F58053BA2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4345" y="5880242"/>
              <a:ext cx="263666" cy="258175"/>
            </a:xfrm>
            <a:custGeom>
              <a:avLst/>
              <a:gdLst>
                <a:gd name="T0" fmla="*/ 54 w 211"/>
                <a:gd name="T1" fmla="*/ 156 h 206"/>
                <a:gd name="T2" fmla="*/ 54 w 211"/>
                <a:gd name="T3" fmla="*/ 156 h 206"/>
                <a:gd name="T4" fmla="*/ 28 w 211"/>
                <a:gd name="T5" fmla="*/ 30 h 206"/>
                <a:gd name="T6" fmla="*/ 28 w 211"/>
                <a:gd name="T7" fmla="*/ 30 h 206"/>
                <a:gd name="T8" fmla="*/ 156 w 211"/>
                <a:gd name="T9" fmla="*/ 48 h 206"/>
                <a:gd name="T10" fmla="*/ 156 w 211"/>
                <a:gd name="T11" fmla="*/ 48 h 206"/>
                <a:gd name="T12" fmla="*/ 182 w 211"/>
                <a:gd name="T13" fmla="*/ 175 h 206"/>
                <a:gd name="T14" fmla="*/ 182 w 211"/>
                <a:gd name="T15" fmla="*/ 175 h 206"/>
                <a:gd name="T16" fmla="*/ 54 w 211"/>
                <a:gd name="T17" fmla="*/ 156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1" h="206">
                  <a:moveTo>
                    <a:pt x="54" y="156"/>
                  </a:moveTo>
                  <a:lnTo>
                    <a:pt x="54" y="156"/>
                  </a:lnTo>
                  <a:cubicBezTo>
                    <a:pt x="12" y="117"/>
                    <a:pt x="0" y="60"/>
                    <a:pt x="28" y="30"/>
                  </a:cubicBezTo>
                  <a:lnTo>
                    <a:pt x="28" y="30"/>
                  </a:lnTo>
                  <a:cubicBezTo>
                    <a:pt x="57" y="0"/>
                    <a:pt x="114" y="8"/>
                    <a:pt x="156" y="48"/>
                  </a:cubicBezTo>
                  <a:lnTo>
                    <a:pt x="156" y="48"/>
                  </a:lnTo>
                  <a:cubicBezTo>
                    <a:pt x="199" y="88"/>
                    <a:pt x="210" y="145"/>
                    <a:pt x="182" y="175"/>
                  </a:cubicBezTo>
                  <a:lnTo>
                    <a:pt x="182" y="175"/>
                  </a:lnTo>
                  <a:cubicBezTo>
                    <a:pt x="154" y="205"/>
                    <a:pt x="96" y="197"/>
                    <a:pt x="54" y="156"/>
                  </a:cubicBezTo>
                </a:path>
              </a:pathLst>
            </a:custGeom>
            <a:solidFill>
              <a:srgbClr val="2E2E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82" name="Freeform 501">
              <a:extLst>
                <a:ext uri="{FF2B5EF4-FFF2-40B4-BE49-F238E27FC236}">
                  <a16:creationId xmlns:a16="http://schemas.microsoft.com/office/drawing/2014/main" xmlns="" id="{C4AEC68A-FA94-A84A-894E-552D23963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5731" y="6099964"/>
              <a:ext cx="1362276" cy="961285"/>
            </a:xfrm>
            <a:custGeom>
              <a:avLst/>
              <a:gdLst>
                <a:gd name="T0" fmla="*/ 1093 w 1094"/>
                <a:gd name="T1" fmla="*/ 517 h 773"/>
                <a:gd name="T2" fmla="*/ 130 w 1094"/>
                <a:gd name="T3" fmla="*/ 772 h 773"/>
                <a:gd name="T4" fmla="*/ 14 w 1094"/>
                <a:gd name="T5" fmla="*/ 336 h 773"/>
                <a:gd name="T6" fmla="*/ 14 w 1094"/>
                <a:gd name="T7" fmla="*/ 336 h 773"/>
                <a:gd name="T8" fmla="*/ 80 w 1094"/>
                <a:gd name="T9" fmla="*/ 221 h 773"/>
                <a:gd name="T10" fmla="*/ 861 w 1094"/>
                <a:gd name="T11" fmla="*/ 13 h 773"/>
                <a:gd name="T12" fmla="*/ 861 w 1094"/>
                <a:gd name="T13" fmla="*/ 13 h 773"/>
                <a:gd name="T14" fmla="*/ 976 w 1094"/>
                <a:gd name="T15" fmla="*/ 80 h 773"/>
                <a:gd name="T16" fmla="*/ 1093 w 1094"/>
                <a:gd name="T17" fmla="*/ 517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94" h="773">
                  <a:moveTo>
                    <a:pt x="1093" y="517"/>
                  </a:moveTo>
                  <a:lnTo>
                    <a:pt x="130" y="772"/>
                  </a:lnTo>
                  <a:lnTo>
                    <a:pt x="14" y="336"/>
                  </a:lnTo>
                  <a:lnTo>
                    <a:pt x="14" y="336"/>
                  </a:lnTo>
                  <a:cubicBezTo>
                    <a:pt x="0" y="286"/>
                    <a:pt x="30" y="234"/>
                    <a:pt x="80" y="221"/>
                  </a:cubicBezTo>
                  <a:lnTo>
                    <a:pt x="861" y="13"/>
                  </a:lnTo>
                  <a:lnTo>
                    <a:pt x="861" y="13"/>
                  </a:lnTo>
                  <a:cubicBezTo>
                    <a:pt x="911" y="0"/>
                    <a:pt x="963" y="30"/>
                    <a:pt x="976" y="80"/>
                  </a:cubicBezTo>
                  <a:lnTo>
                    <a:pt x="1093" y="517"/>
                  </a:lnTo>
                </a:path>
              </a:pathLst>
            </a:custGeom>
            <a:solidFill>
              <a:srgbClr val="FFB60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83" name="Freeform 502">
              <a:extLst>
                <a:ext uri="{FF2B5EF4-FFF2-40B4-BE49-F238E27FC236}">
                  <a16:creationId xmlns:a16="http://schemas.microsoft.com/office/drawing/2014/main" xmlns="" id="{B8FE3183-69FE-7D49-AFFB-529CC2B9BB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5731" y="6099964"/>
              <a:ext cx="1362276" cy="961285"/>
            </a:xfrm>
            <a:custGeom>
              <a:avLst/>
              <a:gdLst>
                <a:gd name="T0" fmla="*/ 1093 w 1094"/>
                <a:gd name="T1" fmla="*/ 517 h 773"/>
                <a:gd name="T2" fmla="*/ 130 w 1094"/>
                <a:gd name="T3" fmla="*/ 772 h 773"/>
                <a:gd name="T4" fmla="*/ 14 w 1094"/>
                <a:gd name="T5" fmla="*/ 336 h 773"/>
                <a:gd name="T6" fmla="*/ 14 w 1094"/>
                <a:gd name="T7" fmla="*/ 336 h 773"/>
                <a:gd name="T8" fmla="*/ 80 w 1094"/>
                <a:gd name="T9" fmla="*/ 221 h 773"/>
                <a:gd name="T10" fmla="*/ 861 w 1094"/>
                <a:gd name="T11" fmla="*/ 13 h 773"/>
                <a:gd name="T12" fmla="*/ 861 w 1094"/>
                <a:gd name="T13" fmla="*/ 13 h 773"/>
                <a:gd name="T14" fmla="*/ 976 w 1094"/>
                <a:gd name="T15" fmla="*/ 80 h 773"/>
                <a:gd name="T16" fmla="*/ 1093 w 1094"/>
                <a:gd name="T17" fmla="*/ 517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94" h="773">
                  <a:moveTo>
                    <a:pt x="1093" y="517"/>
                  </a:moveTo>
                  <a:lnTo>
                    <a:pt x="130" y="772"/>
                  </a:lnTo>
                  <a:lnTo>
                    <a:pt x="14" y="336"/>
                  </a:lnTo>
                  <a:lnTo>
                    <a:pt x="14" y="336"/>
                  </a:lnTo>
                  <a:cubicBezTo>
                    <a:pt x="0" y="286"/>
                    <a:pt x="30" y="234"/>
                    <a:pt x="80" y="221"/>
                  </a:cubicBezTo>
                  <a:lnTo>
                    <a:pt x="861" y="13"/>
                  </a:lnTo>
                  <a:lnTo>
                    <a:pt x="861" y="13"/>
                  </a:lnTo>
                  <a:cubicBezTo>
                    <a:pt x="911" y="0"/>
                    <a:pt x="963" y="30"/>
                    <a:pt x="976" y="80"/>
                  </a:cubicBezTo>
                  <a:lnTo>
                    <a:pt x="1093" y="517"/>
                  </a:lnTo>
                </a:path>
              </a:pathLst>
            </a:custGeom>
            <a:solidFill>
              <a:srgbClr val="EB8502">
                <a:alpha val="50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84" name="Freeform 503">
              <a:extLst>
                <a:ext uri="{FF2B5EF4-FFF2-40B4-BE49-F238E27FC236}">
                  <a16:creationId xmlns:a16="http://schemas.microsoft.com/office/drawing/2014/main" xmlns="" id="{09918A6D-6F34-6947-B2FE-412CDD2A7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0523" y="6275741"/>
              <a:ext cx="1224948" cy="823957"/>
            </a:xfrm>
            <a:custGeom>
              <a:avLst/>
              <a:gdLst>
                <a:gd name="T0" fmla="*/ 984 w 985"/>
                <a:gd name="T1" fmla="*/ 575 h 663"/>
                <a:gd name="T2" fmla="*/ 54 w 985"/>
                <a:gd name="T3" fmla="*/ 662 h 663"/>
                <a:gd name="T4" fmla="*/ 0 w 985"/>
                <a:gd name="T5" fmla="*/ 87 h 663"/>
                <a:gd name="T6" fmla="*/ 930 w 985"/>
                <a:gd name="T7" fmla="*/ 0 h 663"/>
                <a:gd name="T8" fmla="*/ 984 w 985"/>
                <a:gd name="T9" fmla="*/ 575 h 6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5" h="663">
                  <a:moveTo>
                    <a:pt x="984" y="575"/>
                  </a:moveTo>
                  <a:lnTo>
                    <a:pt x="54" y="662"/>
                  </a:lnTo>
                  <a:lnTo>
                    <a:pt x="0" y="87"/>
                  </a:lnTo>
                  <a:lnTo>
                    <a:pt x="930" y="0"/>
                  </a:lnTo>
                  <a:lnTo>
                    <a:pt x="984" y="575"/>
                  </a:lnTo>
                </a:path>
              </a:pathLst>
            </a:custGeom>
            <a:solidFill>
              <a:srgbClr val="C0E1E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85" name="Freeform 504">
              <a:extLst>
                <a:ext uri="{FF2B5EF4-FFF2-40B4-BE49-F238E27FC236}">
                  <a16:creationId xmlns:a16="http://schemas.microsoft.com/office/drawing/2014/main" xmlns="" id="{DC74B40A-AF3A-9244-8A9C-4A858F148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115" y="6292218"/>
              <a:ext cx="1312840" cy="856915"/>
            </a:xfrm>
            <a:custGeom>
              <a:avLst/>
              <a:gdLst>
                <a:gd name="T0" fmla="*/ 1052 w 1053"/>
                <a:gd name="T1" fmla="*/ 528 h 686"/>
                <a:gd name="T2" fmla="*/ 86 w 1053"/>
                <a:gd name="T3" fmla="*/ 685 h 686"/>
                <a:gd name="T4" fmla="*/ 0 w 1053"/>
                <a:gd name="T5" fmla="*/ 156 h 686"/>
                <a:gd name="T6" fmla="*/ 967 w 1053"/>
                <a:gd name="T7" fmla="*/ 0 h 686"/>
                <a:gd name="T8" fmla="*/ 1052 w 1053"/>
                <a:gd name="T9" fmla="*/ 528 h 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3" h="686">
                  <a:moveTo>
                    <a:pt x="1052" y="528"/>
                  </a:moveTo>
                  <a:lnTo>
                    <a:pt x="86" y="685"/>
                  </a:lnTo>
                  <a:lnTo>
                    <a:pt x="0" y="156"/>
                  </a:lnTo>
                  <a:lnTo>
                    <a:pt x="967" y="0"/>
                  </a:lnTo>
                  <a:lnTo>
                    <a:pt x="1052" y="528"/>
                  </a:lnTo>
                </a:path>
              </a:pathLst>
            </a:custGeom>
            <a:solidFill>
              <a:srgbClr val="90C0C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86" name="Freeform 505">
              <a:extLst>
                <a:ext uri="{FF2B5EF4-FFF2-40B4-BE49-F238E27FC236}">
                  <a16:creationId xmlns:a16="http://schemas.microsoft.com/office/drawing/2014/main" xmlns="" id="{D632D467-96BD-D646-AF5A-78ED4498D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8129" y="6374616"/>
              <a:ext cx="1334812" cy="917340"/>
            </a:xfrm>
            <a:custGeom>
              <a:avLst/>
              <a:gdLst>
                <a:gd name="T0" fmla="*/ 1071 w 1072"/>
                <a:gd name="T1" fmla="*/ 524 h 735"/>
                <a:gd name="T2" fmla="*/ 115 w 1072"/>
                <a:gd name="T3" fmla="*/ 734 h 735"/>
                <a:gd name="T4" fmla="*/ 0 w 1072"/>
                <a:gd name="T5" fmla="*/ 210 h 735"/>
                <a:gd name="T6" fmla="*/ 956 w 1072"/>
                <a:gd name="T7" fmla="*/ 0 h 735"/>
                <a:gd name="T8" fmla="*/ 1071 w 1072"/>
                <a:gd name="T9" fmla="*/ 524 h 7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72" h="735">
                  <a:moveTo>
                    <a:pt x="1071" y="524"/>
                  </a:moveTo>
                  <a:lnTo>
                    <a:pt x="115" y="734"/>
                  </a:lnTo>
                  <a:lnTo>
                    <a:pt x="0" y="210"/>
                  </a:lnTo>
                  <a:lnTo>
                    <a:pt x="956" y="0"/>
                  </a:lnTo>
                  <a:lnTo>
                    <a:pt x="1071" y="524"/>
                  </a:lnTo>
                </a:path>
              </a:pathLst>
            </a:custGeom>
            <a:solidFill>
              <a:srgbClr val="C0E1E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87" name="Freeform 506">
              <a:extLst>
                <a:ext uri="{FF2B5EF4-FFF2-40B4-BE49-F238E27FC236}">
                  <a16:creationId xmlns:a16="http://schemas.microsoft.com/office/drawing/2014/main" xmlns="" id="{4F32748E-7B9A-6047-8A2B-2B4806E10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115" y="6402083"/>
              <a:ext cx="1373262" cy="1043679"/>
            </a:xfrm>
            <a:custGeom>
              <a:avLst/>
              <a:gdLst>
                <a:gd name="T0" fmla="*/ 963 w 1104"/>
                <a:gd name="T1" fmla="*/ 54 h 838"/>
                <a:gd name="T2" fmla="*/ 963 w 1104"/>
                <a:gd name="T3" fmla="*/ 54 h 838"/>
                <a:gd name="T4" fmla="*/ 961 w 1104"/>
                <a:gd name="T5" fmla="*/ 49 h 838"/>
                <a:gd name="T6" fmla="*/ 961 w 1104"/>
                <a:gd name="T7" fmla="*/ 49 h 838"/>
                <a:gd name="T8" fmla="*/ 891 w 1104"/>
                <a:gd name="T9" fmla="*/ 8 h 838"/>
                <a:gd name="T10" fmla="*/ 753 w 1104"/>
                <a:gd name="T11" fmla="*/ 45 h 838"/>
                <a:gd name="T12" fmla="*/ 753 w 1104"/>
                <a:gd name="T13" fmla="*/ 45 h 838"/>
                <a:gd name="T14" fmla="*/ 712 w 1104"/>
                <a:gd name="T15" fmla="*/ 86 h 838"/>
                <a:gd name="T16" fmla="*/ 702 w 1104"/>
                <a:gd name="T17" fmla="*/ 123 h 838"/>
                <a:gd name="T18" fmla="*/ 0 w 1104"/>
                <a:gd name="T19" fmla="*/ 310 h 838"/>
                <a:gd name="T20" fmla="*/ 140 w 1104"/>
                <a:gd name="T21" fmla="*/ 837 h 838"/>
                <a:gd name="T22" fmla="*/ 1103 w 1104"/>
                <a:gd name="T23" fmla="*/ 581 h 838"/>
                <a:gd name="T24" fmla="*/ 963 w 1104"/>
                <a:gd name="T25" fmla="*/ 54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04" h="838">
                  <a:moveTo>
                    <a:pt x="963" y="54"/>
                  </a:moveTo>
                  <a:lnTo>
                    <a:pt x="963" y="54"/>
                  </a:lnTo>
                  <a:lnTo>
                    <a:pt x="961" y="49"/>
                  </a:lnTo>
                  <a:lnTo>
                    <a:pt x="961" y="49"/>
                  </a:lnTo>
                  <a:cubicBezTo>
                    <a:pt x="953" y="19"/>
                    <a:pt x="922" y="0"/>
                    <a:pt x="891" y="8"/>
                  </a:cubicBezTo>
                  <a:lnTo>
                    <a:pt x="753" y="45"/>
                  </a:lnTo>
                  <a:lnTo>
                    <a:pt x="753" y="45"/>
                  </a:lnTo>
                  <a:cubicBezTo>
                    <a:pt x="733" y="50"/>
                    <a:pt x="717" y="66"/>
                    <a:pt x="712" y="86"/>
                  </a:cubicBezTo>
                  <a:lnTo>
                    <a:pt x="702" y="123"/>
                  </a:lnTo>
                  <a:lnTo>
                    <a:pt x="0" y="310"/>
                  </a:lnTo>
                  <a:lnTo>
                    <a:pt x="140" y="837"/>
                  </a:lnTo>
                  <a:lnTo>
                    <a:pt x="1103" y="581"/>
                  </a:lnTo>
                  <a:lnTo>
                    <a:pt x="963" y="54"/>
                  </a:lnTo>
                </a:path>
              </a:pathLst>
            </a:custGeom>
            <a:solidFill>
              <a:srgbClr val="FFB60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88" name="Freeform 507">
              <a:extLst>
                <a:ext uri="{FF2B5EF4-FFF2-40B4-BE49-F238E27FC236}">
                  <a16:creationId xmlns:a16="http://schemas.microsoft.com/office/drawing/2014/main" xmlns="" id="{DD1E0CF7-A7F1-1247-B970-43A2C71B2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7990" y="5957141"/>
              <a:ext cx="324091" cy="642688"/>
            </a:xfrm>
            <a:custGeom>
              <a:avLst/>
              <a:gdLst>
                <a:gd name="T0" fmla="*/ 51 w 261"/>
                <a:gd name="T1" fmla="*/ 6 h 515"/>
                <a:gd name="T2" fmla="*/ 51 w 261"/>
                <a:gd name="T3" fmla="*/ 100 h 515"/>
                <a:gd name="T4" fmla="*/ 51 w 261"/>
                <a:gd name="T5" fmla="*/ 100 h 515"/>
                <a:gd name="T6" fmla="*/ 15 w 261"/>
                <a:gd name="T7" fmla="*/ 293 h 515"/>
                <a:gd name="T8" fmla="*/ 15 w 261"/>
                <a:gd name="T9" fmla="*/ 293 h 515"/>
                <a:gd name="T10" fmla="*/ 73 w 261"/>
                <a:gd name="T11" fmla="*/ 452 h 515"/>
                <a:gd name="T12" fmla="*/ 73 w 261"/>
                <a:gd name="T13" fmla="*/ 452 h 515"/>
                <a:gd name="T14" fmla="*/ 77 w 261"/>
                <a:gd name="T15" fmla="*/ 394 h 515"/>
                <a:gd name="T16" fmla="*/ 77 w 261"/>
                <a:gd name="T17" fmla="*/ 394 h 515"/>
                <a:gd name="T18" fmla="*/ 127 w 261"/>
                <a:gd name="T19" fmla="*/ 493 h 515"/>
                <a:gd name="T20" fmla="*/ 127 w 261"/>
                <a:gd name="T21" fmla="*/ 493 h 515"/>
                <a:gd name="T22" fmla="*/ 139 w 261"/>
                <a:gd name="T23" fmla="*/ 443 h 515"/>
                <a:gd name="T24" fmla="*/ 139 w 261"/>
                <a:gd name="T25" fmla="*/ 443 h 515"/>
                <a:gd name="T26" fmla="*/ 177 w 261"/>
                <a:gd name="T27" fmla="*/ 509 h 515"/>
                <a:gd name="T28" fmla="*/ 177 w 261"/>
                <a:gd name="T29" fmla="*/ 509 h 515"/>
                <a:gd name="T30" fmla="*/ 175 w 261"/>
                <a:gd name="T31" fmla="*/ 400 h 515"/>
                <a:gd name="T32" fmla="*/ 175 w 261"/>
                <a:gd name="T33" fmla="*/ 400 h 515"/>
                <a:gd name="T34" fmla="*/ 207 w 261"/>
                <a:gd name="T35" fmla="*/ 439 h 515"/>
                <a:gd name="T36" fmla="*/ 207 w 261"/>
                <a:gd name="T37" fmla="*/ 439 h 515"/>
                <a:gd name="T38" fmla="*/ 206 w 261"/>
                <a:gd name="T39" fmla="*/ 264 h 515"/>
                <a:gd name="T40" fmla="*/ 253 w 261"/>
                <a:gd name="T41" fmla="*/ 252 h 515"/>
                <a:gd name="T42" fmla="*/ 253 w 261"/>
                <a:gd name="T43" fmla="*/ 252 h 515"/>
                <a:gd name="T44" fmla="*/ 213 w 261"/>
                <a:gd name="T45" fmla="*/ 91 h 515"/>
                <a:gd name="T46" fmla="*/ 214 w 261"/>
                <a:gd name="T47" fmla="*/ 0 h 515"/>
                <a:gd name="T48" fmla="*/ 51 w 261"/>
                <a:gd name="T49" fmla="*/ 6 h 5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1" h="515">
                  <a:moveTo>
                    <a:pt x="51" y="6"/>
                  </a:moveTo>
                  <a:lnTo>
                    <a:pt x="51" y="100"/>
                  </a:lnTo>
                  <a:lnTo>
                    <a:pt x="51" y="100"/>
                  </a:lnTo>
                  <a:cubicBezTo>
                    <a:pt x="51" y="100"/>
                    <a:pt x="0" y="168"/>
                    <a:pt x="15" y="293"/>
                  </a:cubicBezTo>
                  <a:lnTo>
                    <a:pt x="15" y="293"/>
                  </a:lnTo>
                  <a:cubicBezTo>
                    <a:pt x="30" y="419"/>
                    <a:pt x="56" y="457"/>
                    <a:pt x="73" y="452"/>
                  </a:cubicBezTo>
                  <a:lnTo>
                    <a:pt x="73" y="452"/>
                  </a:lnTo>
                  <a:cubicBezTo>
                    <a:pt x="91" y="447"/>
                    <a:pt x="77" y="394"/>
                    <a:pt x="77" y="394"/>
                  </a:cubicBezTo>
                  <a:lnTo>
                    <a:pt x="77" y="394"/>
                  </a:lnTo>
                  <a:cubicBezTo>
                    <a:pt x="77" y="394"/>
                    <a:pt x="105" y="494"/>
                    <a:pt x="127" y="493"/>
                  </a:cubicBezTo>
                  <a:lnTo>
                    <a:pt x="127" y="493"/>
                  </a:lnTo>
                  <a:cubicBezTo>
                    <a:pt x="150" y="491"/>
                    <a:pt x="139" y="443"/>
                    <a:pt x="139" y="443"/>
                  </a:cubicBezTo>
                  <a:lnTo>
                    <a:pt x="139" y="443"/>
                  </a:lnTo>
                  <a:cubicBezTo>
                    <a:pt x="139" y="443"/>
                    <a:pt x="154" y="514"/>
                    <a:pt x="177" y="509"/>
                  </a:cubicBezTo>
                  <a:lnTo>
                    <a:pt x="177" y="509"/>
                  </a:lnTo>
                  <a:cubicBezTo>
                    <a:pt x="199" y="503"/>
                    <a:pt x="175" y="400"/>
                    <a:pt x="175" y="400"/>
                  </a:cubicBezTo>
                  <a:lnTo>
                    <a:pt x="175" y="400"/>
                  </a:lnTo>
                  <a:cubicBezTo>
                    <a:pt x="175" y="400"/>
                    <a:pt x="185" y="448"/>
                    <a:pt x="207" y="439"/>
                  </a:cubicBezTo>
                  <a:lnTo>
                    <a:pt x="207" y="439"/>
                  </a:lnTo>
                  <a:cubicBezTo>
                    <a:pt x="230" y="430"/>
                    <a:pt x="206" y="264"/>
                    <a:pt x="206" y="264"/>
                  </a:cubicBezTo>
                  <a:lnTo>
                    <a:pt x="253" y="252"/>
                  </a:lnTo>
                  <a:lnTo>
                    <a:pt x="253" y="252"/>
                  </a:lnTo>
                  <a:cubicBezTo>
                    <a:pt x="253" y="252"/>
                    <a:pt x="260" y="153"/>
                    <a:pt x="213" y="91"/>
                  </a:cubicBezTo>
                  <a:lnTo>
                    <a:pt x="214" y="0"/>
                  </a:lnTo>
                  <a:lnTo>
                    <a:pt x="51" y="6"/>
                  </a:lnTo>
                </a:path>
              </a:pathLst>
            </a:custGeom>
            <a:solidFill>
              <a:srgbClr val="EF836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  <p:sp>
          <p:nvSpPr>
            <p:cNvPr id="189" name="Freeform 508">
              <a:extLst>
                <a:ext uri="{FF2B5EF4-FFF2-40B4-BE49-F238E27FC236}">
                  <a16:creationId xmlns:a16="http://schemas.microsoft.com/office/drawing/2014/main" xmlns="" id="{9482BBF2-040D-B145-AF4E-C8E623646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8976" y="4929943"/>
              <a:ext cx="1202979" cy="1076637"/>
            </a:xfrm>
            <a:custGeom>
              <a:avLst/>
              <a:gdLst>
                <a:gd name="T0" fmla="*/ 964 w 965"/>
                <a:gd name="T1" fmla="*/ 592 h 864"/>
                <a:gd name="T2" fmla="*/ 964 w 965"/>
                <a:gd name="T3" fmla="*/ 592 h 864"/>
                <a:gd name="T4" fmla="*/ 479 w 965"/>
                <a:gd name="T5" fmla="*/ 47 h 864"/>
                <a:gd name="T6" fmla="*/ 479 w 965"/>
                <a:gd name="T7" fmla="*/ 47 h 864"/>
                <a:gd name="T8" fmla="*/ 22 w 965"/>
                <a:gd name="T9" fmla="*/ 863 h 864"/>
                <a:gd name="T10" fmla="*/ 246 w 965"/>
                <a:gd name="T11" fmla="*/ 863 h 864"/>
                <a:gd name="T12" fmla="*/ 246 w 965"/>
                <a:gd name="T13" fmla="*/ 863 h 864"/>
                <a:gd name="T14" fmla="*/ 348 w 965"/>
                <a:gd name="T15" fmla="*/ 592 h 864"/>
                <a:gd name="T16" fmla="*/ 348 w 965"/>
                <a:gd name="T17" fmla="*/ 592 h 864"/>
                <a:gd name="T18" fmla="*/ 455 w 965"/>
                <a:gd name="T19" fmla="*/ 380 h 864"/>
                <a:gd name="T20" fmla="*/ 455 w 965"/>
                <a:gd name="T21" fmla="*/ 380 h 864"/>
                <a:gd name="T22" fmla="*/ 586 w 965"/>
                <a:gd name="T23" fmla="*/ 592 h 864"/>
                <a:gd name="T24" fmla="*/ 964 w 965"/>
                <a:gd name="T25" fmla="*/ 592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65" h="864">
                  <a:moveTo>
                    <a:pt x="964" y="592"/>
                  </a:moveTo>
                  <a:lnTo>
                    <a:pt x="964" y="592"/>
                  </a:lnTo>
                  <a:cubicBezTo>
                    <a:pt x="964" y="592"/>
                    <a:pt x="636" y="0"/>
                    <a:pt x="479" y="47"/>
                  </a:cubicBezTo>
                  <a:lnTo>
                    <a:pt x="479" y="47"/>
                  </a:lnTo>
                  <a:cubicBezTo>
                    <a:pt x="322" y="94"/>
                    <a:pt x="0" y="359"/>
                    <a:pt x="22" y="863"/>
                  </a:cubicBezTo>
                  <a:lnTo>
                    <a:pt x="246" y="863"/>
                  </a:lnTo>
                  <a:lnTo>
                    <a:pt x="246" y="863"/>
                  </a:lnTo>
                  <a:cubicBezTo>
                    <a:pt x="246" y="863"/>
                    <a:pt x="268" y="697"/>
                    <a:pt x="348" y="592"/>
                  </a:cubicBezTo>
                  <a:lnTo>
                    <a:pt x="348" y="592"/>
                  </a:lnTo>
                  <a:cubicBezTo>
                    <a:pt x="445" y="462"/>
                    <a:pt x="455" y="380"/>
                    <a:pt x="455" y="380"/>
                  </a:cubicBezTo>
                  <a:lnTo>
                    <a:pt x="455" y="380"/>
                  </a:lnTo>
                  <a:cubicBezTo>
                    <a:pt x="455" y="380"/>
                    <a:pt x="537" y="544"/>
                    <a:pt x="586" y="592"/>
                  </a:cubicBezTo>
                  <a:lnTo>
                    <a:pt x="964" y="592"/>
                  </a:lnTo>
                </a:path>
              </a:pathLst>
            </a:custGeom>
            <a:solidFill>
              <a:srgbClr val="17161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914217"/>
              <a:endParaRPr lang="en-US" dirty="0">
                <a:solidFill>
                  <a:srgbClr val="747993"/>
                </a:solidFill>
                <a:latin typeface="Nikosh" panose="02000000000000000000" pitchFamily="2" charset="0"/>
                <a:cs typeface="Nikosh" panose="02000000000000000000" pitchFamily="2" charset="0"/>
              </a:endParaRPr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xmlns="" id="{EEDB8FD8-20E6-D043-9C5C-5967827CDAF7}"/>
              </a:ext>
            </a:extLst>
          </p:cNvPr>
          <p:cNvSpPr txBox="1"/>
          <p:nvPr/>
        </p:nvSpPr>
        <p:spPr>
          <a:xfrm>
            <a:off x="3960354" y="354949"/>
            <a:ext cx="4271292" cy="66172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defTabSz="914217"/>
            <a:r>
              <a:rPr lang="en-US" sz="3700" b="1" dirty="0" err="1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এসএসকে</a:t>
            </a:r>
            <a:r>
              <a:rPr lang="en-US" sz="3700" b="1" dirty="0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3700" b="1" dirty="0" err="1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সার্ভের</a:t>
            </a:r>
            <a:r>
              <a:rPr lang="bn-IN" sz="3700" b="1" dirty="0">
                <a:solidFill>
                  <a:srgbClr val="FF000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নিরাপত্তা</a:t>
            </a:r>
            <a:endParaRPr lang="en-US" sz="3700" b="1" dirty="0">
              <a:solidFill>
                <a:srgbClr val="FF0000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xmlns="" id="{C7F474CD-F260-C647-B072-8606DE6ED278}"/>
              </a:ext>
            </a:extLst>
          </p:cNvPr>
          <p:cNvSpPr txBox="1"/>
          <p:nvPr/>
        </p:nvSpPr>
        <p:spPr>
          <a:xfrm>
            <a:off x="425682" y="4224341"/>
            <a:ext cx="2364267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 defTabSz="914217"/>
            <a:r>
              <a:rPr lang="en-US" sz="2400" b="1" spc="-15" dirty="0" err="1">
                <a:solidFill>
                  <a:srgbClr val="0070C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সার্ভে</a:t>
            </a:r>
            <a:r>
              <a:rPr lang="bn-IN" sz="2400" b="1" spc="-15" dirty="0">
                <a:solidFill>
                  <a:srgbClr val="0070C0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সফটওয়্যার</a:t>
            </a:r>
            <a:endParaRPr lang="en-US" sz="2400" b="1" spc="-15" dirty="0">
              <a:solidFill>
                <a:srgbClr val="0070C0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xmlns="" id="{2CFD9840-9705-D44D-A175-4F1858A4D6B0}"/>
              </a:ext>
            </a:extLst>
          </p:cNvPr>
          <p:cNvSpPr txBox="1"/>
          <p:nvPr/>
        </p:nvSpPr>
        <p:spPr>
          <a:xfrm>
            <a:off x="591734" y="4948694"/>
            <a:ext cx="2032163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217">
              <a:lnSpc>
                <a:spcPts val="1800"/>
              </a:lnSpc>
            </a:pPr>
            <a:r>
              <a:rPr lang="bn-IN" sz="2000" spc="-10" dirty="0">
                <a:solidFill>
                  <a:schemeClr val="tx2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মাঠ পর্যায়ের সকল </a:t>
            </a:r>
            <a:r>
              <a:rPr lang="en-US" sz="2000" spc="-10" dirty="0" err="1">
                <a:solidFill>
                  <a:schemeClr val="tx2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মোবাইল</a:t>
            </a:r>
            <a:r>
              <a:rPr lang="en-US" sz="2000" spc="-10" dirty="0">
                <a:solidFill>
                  <a:schemeClr val="tx2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-এ</a:t>
            </a:r>
            <a:r>
              <a:rPr lang="bn-IN" sz="2000" spc="-10" dirty="0">
                <a:solidFill>
                  <a:schemeClr val="tx2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কেন্দ্রীয়ভাবে </a:t>
            </a:r>
            <a:r>
              <a:rPr lang="en-US" sz="2000" spc="-10" dirty="0" err="1">
                <a:solidFill>
                  <a:schemeClr val="tx2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সার্ভে</a:t>
            </a:r>
            <a:r>
              <a:rPr lang="bn-IN" sz="2000" spc="-10" dirty="0">
                <a:solidFill>
                  <a:schemeClr val="tx2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 সফটওয়ার দ্বারা নিয়ন্ত্রিত</a:t>
            </a:r>
            <a:r>
              <a:rPr lang="en-US" sz="2000" spc="-10" dirty="0">
                <a:solidFill>
                  <a:schemeClr val="tx2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।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xmlns="" id="{4F560595-2476-2740-9594-29A48E4755FB}"/>
              </a:ext>
            </a:extLst>
          </p:cNvPr>
          <p:cNvSpPr txBox="1"/>
          <p:nvPr/>
        </p:nvSpPr>
        <p:spPr>
          <a:xfrm>
            <a:off x="3529795" y="4224341"/>
            <a:ext cx="2057174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ctr" defTabSz="914217">
              <a:defRPr sz="2000" b="1" spc="-15">
                <a:solidFill>
                  <a:srgbClr val="0070C0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bn-IN" sz="2400" dirty="0">
                <a:latin typeface="Nikosh" panose="02000000000000000000" pitchFamily="2" charset="0"/>
                <a:cs typeface="Nikosh" panose="02000000000000000000" pitchFamily="2" charset="0"/>
              </a:rPr>
              <a:t>ফায়ারওয়াল</a:t>
            </a:r>
            <a:endParaRPr lang="en-US" sz="24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xmlns="" id="{3133A3CD-ECD6-9846-B211-42FE96ACE43E}"/>
              </a:ext>
            </a:extLst>
          </p:cNvPr>
          <p:cNvSpPr txBox="1"/>
          <p:nvPr/>
        </p:nvSpPr>
        <p:spPr>
          <a:xfrm>
            <a:off x="3529795" y="4948694"/>
            <a:ext cx="2057175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217">
              <a:lnSpc>
                <a:spcPts val="1800"/>
              </a:lnSpc>
            </a:pPr>
            <a:r>
              <a:rPr lang="bn-IN" sz="2000" spc="-10" dirty="0">
                <a:solidFill>
                  <a:schemeClr val="tx2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কেন্দ্রীয় সার্ভারের বিভিন্ন পর্যায়ে ফায়ারওয়াল ও অন্যান্য অত্যাধুনিক সুরক্ষা প্রযুক্তির ব্যবহার</a:t>
            </a:r>
            <a:r>
              <a:rPr lang="en-US" sz="2000" spc="-10" dirty="0">
                <a:solidFill>
                  <a:schemeClr val="tx2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।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xmlns="" id="{C2B432E7-E382-2D44-98CB-7628B4D66851}"/>
              </a:ext>
            </a:extLst>
          </p:cNvPr>
          <p:cNvSpPr txBox="1"/>
          <p:nvPr/>
        </p:nvSpPr>
        <p:spPr>
          <a:xfrm>
            <a:off x="6382514" y="4224341"/>
            <a:ext cx="2474403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ctr" defTabSz="914217">
              <a:defRPr sz="2000" b="1" spc="-15">
                <a:solidFill>
                  <a:srgbClr val="0070C0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bn-IN" sz="2400" dirty="0">
                <a:latin typeface="Nikosh" panose="02000000000000000000" pitchFamily="2" charset="0"/>
                <a:cs typeface="Nikosh" panose="02000000000000000000" pitchFamily="2" charset="0"/>
              </a:rPr>
              <a:t>এন্ড টু এন্ড এনক্রিপশন</a:t>
            </a:r>
            <a:endParaRPr lang="en-US" sz="24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xmlns="" id="{FB0E64D4-0AC7-E546-B4B3-86AB6A35A0B2}"/>
              </a:ext>
            </a:extLst>
          </p:cNvPr>
          <p:cNvSpPr txBox="1"/>
          <p:nvPr/>
        </p:nvSpPr>
        <p:spPr>
          <a:xfrm>
            <a:off x="6246000" y="4948694"/>
            <a:ext cx="2747431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 defTabSz="914217">
              <a:lnSpc>
                <a:spcPts val="1800"/>
              </a:lnSpc>
              <a:defRPr sz="1600" spc="-10">
                <a:solidFill>
                  <a:schemeClr val="tx2"/>
                </a:solidFill>
                <a:latin typeface="Shonar Bangla" panose="02020603050405020304" pitchFamily="18" charset="0"/>
                <a:cs typeface="Shonar Bangla" panose="02020603050405020304" pitchFamily="18" charset="0"/>
              </a:defRPr>
            </a:lvl1pPr>
          </a:lstStyle>
          <a:p>
            <a:pPr algn="just"/>
            <a:r>
              <a:rPr lang="en-US" sz="2000" dirty="0" err="1">
                <a:latin typeface="Nikosh" panose="02000000000000000000" pitchFamily="2" charset="0"/>
                <a:cs typeface="Nikosh" panose="02000000000000000000" pitchFamily="2" charset="0"/>
              </a:rPr>
              <a:t>সার্ভের</a:t>
            </a:r>
            <a:r>
              <a:rPr lang="bn-IN" sz="2000" dirty="0">
                <a:latin typeface="Nikosh" panose="02000000000000000000" pitchFamily="2" charset="0"/>
                <a:cs typeface="Nikosh" panose="02000000000000000000" pitchFamily="2" charset="0"/>
              </a:rPr>
              <a:t> সকল উপাত্ত </a:t>
            </a:r>
            <a:r>
              <a:rPr lang="en-US" sz="2000" dirty="0" err="1">
                <a:latin typeface="Nikosh" panose="02000000000000000000" pitchFamily="2" charset="0"/>
                <a:cs typeface="Nikosh" panose="02000000000000000000" pitchFamily="2" charset="0"/>
              </a:rPr>
              <a:t>মোবাইল</a:t>
            </a:r>
            <a:r>
              <a:rPr lang="bn-IN" sz="2000" dirty="0">
                <a:latin typeface="Nikosh" panose="02000000000000000000" pitchFamily="2" charset="0"/>
                <a:cs typeface="Nikosh" panose="02000000000000000000" pitchFamily="2" charset="0"/>
              </a:rPr>
              <a:t> হতে শুরু করে প্রক্রিয়াকরণ পর্যন্ত সকল ক্ষেত্রে তথ্য সম্পূর্ণ এনক্রিপ্টেড করা থাকবে</a:t>
            </a:r>
            <a:r>
              <a:rPr lang="en-US" sz="2000" dirty="0">
                <a:latin typeface="Nikosh" panose="02000000000000000000" pitchFamily="2" charset="0"/>
                <a:cs typeface="Nikosh" panose="02000000000000000000" pitchFamily="2" charset="0"/>
              </a:rPr>
              <a:t>।</a:t>
            </a:r>
          </a:p>
        </p:txBody>
      </p:sp>
      <p:sp>
        <p:nvSpPr>
          <p:cNvPr id="100" name="Freeform 2">
            <a:extLst>
              <a:ext uri="{FF2B5EF4-FFF2-40B4-BE49-F238E27FC236}">
                <a16:creationId xmlns:a16="http://schemas.microsoft.com/office/drawing/2014/main" xmlns="" id="{A96B9E71-3BA8-C3A5-F799-9AE1834DF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5246" y="1284360"/>
            <a:ext cx="2675114" cy="2675114"/>
          </a:xfrm>
          <a:custGeom>
            <a:avLst/>
            <a:gdLst>
              <a:gd name="T0" fmla="*/ 4295 w 4296"/>
              <a:gd name="T1" fmla="*/ 2147 h 4294"/>
              <a:gd name="T2" fmla="*/ 4295 w 4296"/>
              <a:gd name="T3" fmla="*/ 2147 h 4294"/>
              <a:gd name="T4" fmla="*/ 2148 w 4296"/>
              <a:gd name="T5" fmla="*/ 4293 h 4294"/>
              <a:gd name="T6" fmla="*/ 2148 w 4296"/>
              <a:gd name="T7" fmla="*/ 4293 h 4294"/>
              <a:gd name="T8" fmla="*/ 0 w 4296"/>
              <a:gd name="T9" fmla="*/ 2147 h 4294"/>
              <a:gd name="T10" fmla="*/ 0 w 4296"/>
              <a:gd name="T11" fmla="*/ 2147 h 4294"/>
              <a:gd name="T12" fmla="*/ 2148 w 4296"/>
              <a:gd name="T13" fmla="*/ 0 h 4294"/>
              <a:gd name="T14" fmla="*/ 2148 w 4296"/>
              <a:gd name="T15" fmla="*/ 0 h 4294"/>
              <a:gd name="T16" fmla="*/ 4295 w 4296"/>
              <a:gd name="T17" fmla="*/ 2147 h 42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296" h="4294">
                <a:moveTo>
                  <a:pt x="4295" y="2147"/>
                </a:moveTo>
                <a:lnTo>
                  <a:pt x="4295" y="2147"/>
                </a:lnTo>
                <a:cubicBezTo>
                  <a:pt x="4295" y="3332"/>
                  <a:pt x="3333" y="4293"/>
                  <a:pt x="2148" y="4293"/>
                </a:cubicBezTo>
                <a:lnTo>
                  <a:pt x="2148" y="4293"/>
                </a:lnTo>
                <a:cubicBezTo>
                  <a:pt x="961" y="4293"/>
                  <a:pt x="0" y="3332"/>
                  <a:pt x="0" y="2147"/>
                </a:cubicBezTo>
                <a:lnTo>
                  <a:pt x="0" y="2147"/>
                </a:lnTo>
                <a:cubicBezTo>
                  <a:pt x="0" y="961"/>
                  <a:pt x="961" y="0"/>
                  <a:pt x="2148" y="0"/>
                </a:cubicBezTo>
                <a:lnTo>
                  <a:pt x="2148" y="0"/>
                </a:lnTo>
                <a:cubicBezTo>
                  <a:pt x="3333" y="0"/>
                  <a:pt x="4295" y="961"/>
                  <a:pt x="4295" y="2147"/>
                </a:cubicBezTo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pPr defTabSz="914217"/>
            <a:endParaRPr lang="en-US" dirty="0">
              <a:solidFill>
                <a:srgbClr val="747993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xmlns="" id="{D8AEEE50-70BA-BF55-278E-74EAB65AC47F}"/>
              </a:ext>
            </a:extLst>
          </p:cNvPr>
          <p:cNvSpPr txBox="1"/>
          <p:nvPr/>
        </p:nvSpPr>
        <p:spPr>
          <a:xfrm>
            <a:off x="9013641" y="4224341"/>
            <a:ext cx="2998269" cy="46166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en-US"/>
            </a:defPPr>
            <a:lvl1pPr algn="ctr" defTabSz="914217">
              <a:defRPr sz="2000" b="1" spc="-15">
                <a:solidFill>
                  <a:srgbClr val="0070C0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sz="2400" dirty="0" err="1">
                <a:latin typeface="Nikosh" panose="02000000000000000000" pitchFamily="2" charset="0"/>
                <a:cs typeface="Nikosh" panose="02000000000000000000" pitchFamily="2" charset="0"/>
              </a:rPr>
              <a:t>সার্ভের</a:t>
            </a:r>
            <a:r>
              <a:rPr lang="bn-IN" sz="2400" dirty="0">
                <a:latin typeface="Nikosh" panose="02000000000000000000" pitchFamily="2" charset="0"/>
                <a:cs typeface="Nikosh" panose="02000000000000000000" pitchFamily="2" charset="0"/>
              </a:rPr>
              <a:t> জনবলের নিরাপত্তা</a:t>
            </a:r>
            <a:endParaRPr lang="en-US" sz="24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xmlns="" id="{4DE3A1A9-7723-39B8-254E-915CBFD440DD}"/>
              </a:ext>
            </a:extLst>
          </p:cNvPr>
          <p:cNvSpPr txBox="1"/>
          <p:nvPr/>
        </p:nvSpPr>
        <p:spPr>
          <a:xfrm>
            <a:off x="9067327" y="4948694"/>
            <a:ext cx="2890896" cy="804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 defTabSz="914217">
              <a:lnSpc>
                <a:spcPts val="1800"/>
              </a:lnSpc>
              <a:defRPr sz="1600" spc="-10">
                <a:solidFill>
                  <a:schemeClr val="tx2"/>
                </a:solidFill>
                <a:latin typeface="Shonar Bangla" panose="02020603050405020304" pitchFamily="18" charset="0"/>
                <a:cs typeface="Shonar Bangla" panose="02020603050405020304" pitchFamily="18" charset="0"/>
              </a:defRPr>
            </a:lvl1pPr>
          </a:lstStyle>
          <a:p>
            <a:pPr algn="just"/>
            <a:r>
              <a:rPr lang="en-US" sz="2000" dirty="0" err="1">
                <a:latin typeface="Nikosh" panose="02000000000000000000" pitchFamily="2" charset="0"/>
                <a:cs typeface="Nikosh" panose="02000000000000000000" pitchFamily="2" charset="0"/>
              </a:rPr>
              <a:t>সার্ভের</a:t>
            </a:r>
            <a:r>
              <a:rPr lang="bn-IN" sz="2000" dirty="0">
                <a:latin typeface="Nikosh" panose="02000000000000000000" pitchFamily="2" charset="0"/>
                <a:cs typeface="Nikosh" panose="02000000000000000000" pitchFamily="2" charset="0"/>
              </a:rPr>
              <a:t> মালামাল ও জনবলের যথাযথ নিরাপত্তার জন্য </a:t>
            </a:r>
            <a:r>
              <a:rPr lang="en-US" sz="2000" dirty="0" err="1">
                <a:latin typeface="Nikosh" panose="02000000000000000000" pitchFamily="2" charset="0"/>
                <a:cs typeface="Nikosh" panose="02000000000000000000" pitchFamily="2" charset="0"/>
              </a:rPr>
              <a:t>প্রশাসন</a:t>
            </a:r>
            <a:r>
              <a:rPr lang="en-US" sz="2000" dirty="0">
                <a:latin typeface="Nikosh" panose="02000000000000000000" pitchFamily="2" charset="0"/>
                <a:cs typeface="Nikosh" panose="02000000000000000000" pitchFamily="2" charset="0"/>
              </a:rPr>
              <a:t> ও </a:t>
            </a:r>
            <a:r>
              <a:rPr lang="en-US" sz="2000" dirty="0" err="1">
                <a:latin typeface="Nikosh" panose="02000000000000000000" pitchFamily="2" charset="0"/>
                <a:cs typeface="Nikosh" panose="02000000000000000000" pitchFamily="2" charset="0"/>
              </a:rPr>
              <a:t>জনপ্রতিনিধিদের</a:t>
            </a:r>
            <a:r>
              <a:rPr lang="bn-IN" sz="2000" dirty="0">
                <a:latin typeface="Nikosh" panose="02000000000000000000" pitchFamily="2" charset="0"/>
                <a:cs typeface="Nikosh" panose="02000000000000000000" pitchFamily="2" charset="0"/>
              </a:rPr>
              <a:t> সম্পৃক্ততা</a:t>
            </a:r>
            <a:r>
              <a:rPr lang="en-US" sz="2000" dirty="0">
                <a:latin typeface="Nikosh" panose="02000000000000000000" pitchFamily="2" charset="0"/>
                <a:cs typeface="Nikosh" panose="02000000000000000000" pitchFamily="2" charset="0"/>
              </a:rPr>
              <a:t>।</a:t>
            </a:r>
          </a:p>
        </p:txBody>
      </p:sp>
      <p:pic>
        <p:nvPicPr>
          <p:cNvPr id="6" name="Graphic 5" descr="Security camera outline">
            <a:extLst>
              <a:ext uri="{FF2B5EF4-FFF2-40B4-BE49-F238E27FC236}">
                <a16:creationId xmlns:a16="http://schemas.microsoft.com/office/drawing/2014/main" xmlns="" id="{8EB2279D-47E9-1CDD-4247-98B74BD8D7B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638800" y="2211405"/>
            <a:ext cx="914400" cy="914400"/>
          </a:xfrm>
          <a:prstGeom prst="rect">
            <a:avLst/>
          </a:prstGeom>
        </p:spPr>
      </p:pic>
      <p:pic>
        <p:nvPicPr>
          <p:cNvPr id="8" name="Graphic 7" descr="Robber outline">
            <a:extLst>
              <a:ext uri="{FF2B5EF4-FFF2-40B4-BE49-F238E27FC236}">
                <a16:creationId xmlns:a16="http://schemas.microsoft.com/office/drawing/2014/main" xmlns="" id="{0BB1E68D-3527-9460-14CD-093BCD61D22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788800" y="2361405"/>
            <a:ext cx="914400" cy="914400"/>
          </a:xfrm>
          <a:prstGeom prst="rect">
            <a:avLst/>
          </a:prstGeom>
        </p:spPr>
      </p:pic>
      <p:pic>
        <p:nvPicPr>
          <p:cNvPr id="2054" name="Picture 6" descr="Physical Security Icon, HD Png Download - kindpng">
            <a:extLst>
              <a:ext uri="{FF2B5EF4-FFF2-40B4-BE49-F238E27FC236}">
                <a16:creationId xmlns:a16="http://schemas.microsoft.com/office/drawing/2014/main" xmlns="" id="{8FD7888E-7794-566B-D3BC-5F34F92EC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3753" y="1538009"/>
            <a:ext cx="3035743" cy="2259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772684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4237364B-7E42-4ABE-4D95-E517FD9CDEF1}"/>
              </a:ext>
            </a:extLst>
          </p:cNvPr>
          <p:cNvGrpSpPr/>
          <p:nvPr/>
        </p:nvGrpSpPr>
        <p:grpSpPr>
          <a:xfrm>
            <a:off x="1614307" y="156641"/>
            <a:ext cx="8963386" cy="6544718"/>
            <a:chOff x="1336117" y="156641"/>
            <a:chExt cx="8963386" cy="6544718"/>
          </a:xfrm>
        </p:grpSpPr>
        <p:pic>
          <p:nvPicPr>
            <p:cNvPr id="2" name="image55.png">
              <a:extLst>
                <a:ext uri="{FF2B5EF4-FFF2-40B4-BE49-F238E27FC236}">
                  <a16:creationId xmlns:a16="http://schemas.microsoft.com/office/drawing/2014/main" xmlns="" id="{F354FA2F-FFD4-5728-B15A-0153CF2860DC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9" b="429"/>
            <a:stretch/>
          </p:blipFill>
          <p:spPr>
            <a:xfrm>
              <a:off x="1336117" y="156641"/>
              <a:ext cx="4140982" cy="654471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" name="image69.png">
              <a:extLst>
                <a:ext uri="{FF2B5EF4-FFF2-40B4-BE49-F238E27FC236}">
                  <a16:creationId xmlns:a16="http://schemas.microsoft.com/office/drawing/2014/main" xmlns="" id="{3FBAC493-F1A3-BE59-1695-5CB61281399A}"/>
                </a:ext>
              </a:extLst>
            </p:cNvPr>
            <p:cNvPicPr/>
            <p:nvPr/>
          </p:nvPicPr>
          <p:blipFill>
            <a:blip r:embed="rId3"/>
            <a:srcRect t="5459" b="14575"/>
            <a:stretch>
              <a:fillRect/>
            </a:stretch>
          </p:blipFill>
          <p:spPr>
            <a:xfrm>
              <a:off x="6158521" y="156641"/>
              <a:ext cx="4140982" cy="6544718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6BDBD2D2-1346-CD60-0886-3E643A75D39A}"/>
              </a:ext>
            </a:extLst>
          </p:cNvPr>
          <p:cNvGrpSpPr/>
          <p:nvPr/>
        </p:nvGrpSpPr>
        <p:grpSpPr>
          <a:xfrm>
            <a:off x="4650082" y="3429000"/>
            <a:ext cx="1992174" cy="1078173"/>
            <a:chOff x="4357982" y="3429000"/>
            <a:chExt cx="1992174" cy="1078173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xmlns="" id="{7BFD5C05-6D76-E0A8-40F5-1D9F42A8055E}"/>
                </a:ext>
              </a:extLst>
            </p:cNvPr>
            <p:cNvCxnSpPr>
              <a:cxnSpLocks/>
            </p:cNvCxnSpPr>
            <p:nvPr/>
          </p:nvCxnSpPr>
          <p:spPr>
            <a:xfrm>
              <a:off x="5477099" y="3968086"/>
              <a:ext cx="873057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xmlns="" id="{DBEAB377-6C17-847B-36E5-B356BBDF1395}"/>
                </a:ext>
              </a:extLst>
            </p:cNvPr>
            <p:cNvSpPr/>
            <p:nvPr/>
          </p:nvSpPr>
          <p:spPr>
            <a:xfrm>
              <a:off x="4357982" y="3429000"/>
              <a:ext cx="1119117" cy="1078173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xmlns="" id="{E65407E4-D517-B4DB-67A9-E19D269BF04C}"/>
              </a:ext>
            </a:extLst>
          </p:cNvPr>
          <p:cNvGrpSpPr/>
          <p:nvPr/>
        </p:nvGrpSpPr>
        <p:grpSpPr>
          <a:xfrm>
            <a:off x="0" y="678976"/>
            <a:ext cx="600502" cy="5500047"/>
            <a:chOff x="0" y="678976"/>
            <a:chExt cx="600502" cy="5500047"/>
          </a:xfrm>
        </p:grpSpPr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xmlns="" id="{2E1B4380-964D-2C43-1B8D-276F5E6B0AE4}"/>
                </a:ext>
              </a:extLst>
            </p:cNvPr>
            <p:cNvSpPr/>
            <p:nvPr/>
          </p:nvSpPr>
          <p:spPr>
            <a:xfrm rot="5400000">
              <a:off x="-2449773" y="3128749"/>
              <a:ext cx="5500047" cy="600502"/>
            </a:xfrm>
            <a:prstGeom prst="parallelogram">
              <a:avLst>
                <a:gd name="adj" fmla="val 81818"/>
              </a:avLst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xmlns="" id="{3BEC63AA-188D-E211-78FE-FE100F733789}"/>
                </a:ext>
              </a:extLst>
            </p:cNvPr>
            <p:cNvSpPr txBox="1"/>
            <p:nvPr/>
          </p:nvSpPr>
          <p:spPr>
            <a:xfrm>
              <a:off x="58806" y="1105469"/>
              <a:ext cx="482889" cy="4647063"/>
            </a:xfrm>
            <a:prstGeom prst="rect">
              <a:avLst/>
            </a:prstGeom>
            <a:noFill/>
          </p:spPr>
          <p:txBody>
            <a:bodyPr vert="wordArtVert" wrap="square" anchor="ctr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ACTIONS OF APPS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3CB7E80-823D-58A8-9444-6DD23A592E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5687" y="4080051"/>
            <a:ext cx="499505" cy="7780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4E859B62-C1AB-71EF-FFE6-293D0B1D05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350542">
            <a:off x="9584988" y="5598175"/>
            <a:ext cx="499505" cy="778044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4C8D44F3-D96C-E28E-31A1-51B62B36BA8B}"/>
              </a:ext>
            </a:extLst>
          </p:cNvPr>
          <p:cNvCxnSpPr>
            <a:cxnSpLocks/>
          </p:cNvCxnSpPr>
          <p:nvPr/>
        </p:nvCxnSpPr>
        <p:spPr>
          <a:xfrm flipV="1">
            <a:off x="6724722" y="5526519"/>
            <a:ext cx="317344" cy="22601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3592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A08C59B0-F32F-2A16-57F8-77D9E5575B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1" b="7263"/>
          <a:stretch/>
        </p:blipFill>
        <p:spPr>
          <a:xfrm>
            <a:off x="6466898" y="378725"/>
            <a:ext cx="3857625" cy="610055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2B1E3F11-F7DB-6CB6-CBD2-808077DB4E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1" b="18259"/>
          <a:stretch/>
        </p:blipFill>
        <p:spPr>
          <a:xfrm>
            <a:off x="1676406" y="440140"/>
            <a:ext cx="3857625" cy="53465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0D30E501-2514-1B41-4807-FC3157D5138C}"/>
              </a:ext>
            </a:extLst>
          </p:cNvPr>
          <p:cNvGrpSpPr/>
          <p:nvPr/>
        </p:nvGrpSpPr>
        <p:grpSpPr>
          <a:xfrm>
            <a:off x="5620245" y="1146412"/>
            <a:ext cx="760438" cy="4565176"/>
            <a:chOff x="5567361" y="1050878"/>
            <a:chExt cx="760438" cy="5008728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xmlns="" id="{9A30B21E-3E19-D932-15C9-FF86DACE810C}"/>
                </a:ext>
              </a:extLst>
            </p:cNvPr>
            <p:cNvCxnSpPr>
              <a:cxnSpLocks/>
            </p:cNvCxnSpPr>
            <p:nvPr/>
          </p:nvCxnSpPr>
          <p:spPr>
            <a:xfrm>
              <a:off x="5952635" y="1050878"/>
              <a:ext cx="0" cy="5008728"/>
            </a:xfrm>
            <a:prstGeom prst="line">
              <a:avLst/>
            </a:prstGeom>
            <a:ln w="381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xmlns="" id="{3B71782D-43E4-1270-B41A-48E525CF1560}"/>
                </a:ext>
              </a:extLst>
            </p:cNvPr>
            <p:cNvCxnSpPr/>
            <p:nvPr/>
          </p:nvCxnSpPr>
          <p:spPr>
            <a:xfrm>
              <a:off x="5959310" y="1069926"/>
              <a:ext cx="36848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xmlns="" id="{D12D1730-AAEE-1FAD-B7FB-E150C7CC65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67361" y="6040625"/>
              <a:ext cx="40385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CCC9AFB7-5AB0-419A-F85A-97E2C4C89310}"/>
              </a:ext>
            </a:extLst>
          </p:cNvPr>
          <p:cNvGrpSpPr/>
          <p:nvPr/>
        </p:nvGrpSpPr>
        <p:grpSpPr>
          <a:xfrm>
            <a:off x="0" y="678976"/>
            <a:ext cx="600502" cy="5500047"/>
            <a:chOff x="0" y="678976"/>
            <a:chExt cx="600502" cy="5500047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xmlns="" id="{20F70496-05EB-1DAC-FDCF-E8C1B47FC803}"/>
                </a:ext>
              </a:extLst>
            </p:cNvPr>
            <p:cNvSpPr/>
            <p:nvPr/>
          </p:nvSpPr>
          <p:spPr>
            <a:xfrm rot="5400000">
              <a:off x="-2449773" y="3128749"/>
              <a:ext cx="5500047" cy="600502"/>
            </a:xfrm>
            <a:prstGeom prst="parallelogram">
              <a:avLst>
                <a:gd name="adj" fmla="val 81818"/>
              </a:avLst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8BBF57FC-1483-2E35-5E5E-662BCEA89254}"/>
                </a:ext>
              </a:extLst>
            </p:cNvPr>
            <p:cNvSpPr txBox="1"/>
            <p:nvPr/>
          </p:nvSpPr>
          <p:spPr>
            <a:xfrm>
              <a:off x="58806" y="1105469"/>
              <a:ext cx="482889" cy="4647063"/>
            </a:xfrm>
            <a:prstGeom prst="rect">
              <a:avLst/>
            </a:prstGeom>
            <a:noFill/>
          </p:spPr>
          <p:txBody>
            <a:bodyPr vert="wordArtVert" wrap="square" anchor="ctr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ACTIONS OF APPS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xmlns="" id="{979A66A8-46E2-FA85-7ECF-B6986143D86B}"/>
              </a:ext>
            </a:extLst>
          </p:cNvPr>
          <p:cNvGrpSpPr/>
          <p:nvPr/>
        </p:nvGrpSpPr>
        <p:grpSpPr>
          <a:xfrm>
            <a:off x="8060859" y="4726546"/>
            <a:ext cx="360609" cy="360609"/>
            <a:chOff x="10779617" y="1893194"/>
            <a:chExt cx="360609" cy="360609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xmlns="" id="{74D3E39E-9159-81AC-8A1F-F19B0FCC41C8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617" y="1893194"/>
              <a:ext cx="360609" cy="36060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B85367A6-6EE4-056D-E5D9-CF891EFB4B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79617" y="1893194"/>
              <a:ext cx="360609" cy="36060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BD666CB3-23E2-3148-004C-F1B2A850AA7F}"/>
              </a:ext>
            </a:extLst>
          </p:cNvPr>
          <p:cNvGrpSpPr/>
          <p:nvPr/>
        </p:nvGrpSpPr>
        <p:grpSpPr>
          <a:xfrm>
            <a:off x="9242140" y="4726546"/>
            <a:ext cx="360609" cy="360609"/>
            <a:chOff x="10779617" y="1893194"/>
            <a:chExt cx="360609" cy="360609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xmlns="" id="{55980A2B-85F3-17A0-9F1D-26524ED60C56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617" y="1893194"/>
              <a:ext cx="360609" cy="36060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xmlns="" id="{FE14CCBE-1A9A-FC4B-E3A1-2703A6E5F2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79617" y="1893194"/>
              <a:ext cx="360609" cy="36060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xmlns="" id="{7E818D41-A373-2120-3096-6CD96D70C4B5}"/>
              </a:ext>
            </a:extLst>
          </p:cNvPr>
          <p:cNvCxnSpPr>
            <a:cxnSpLocks/>
          </p:cNvCxnSpPr>
          <p:nvPr/>
        </p:nvCxnSpPr>
        <p:spPr>
          <a:xfrm flipH="1">
            <a:off x="8938260" y="3093244"/>
            <a:ext cx="1468305" cy="311147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xmlns="" id="{E09C6ED1-4D11-58B8-DB27-C18A200DEC66}"/>
              </a:ext>
            </a:extLst>
          </p:cNvPr>
          <p:cNvCxnSpPr>
            <a:cxnSpLocks/>
          </p:cNvCxnSpPr>
          <p:nvPr/>
        </p:nvCxnSpPr>
        <p:spPr>
          <a:xfrm flipH="1">
            <a:off x="8938260" y="5700580"/>
            <a:ext cx="3090078" cy="504138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xmlns="" id="{195E0EB4-9A80-B8E9-2653-65740D2EBB00}"/>
              </a:ext>
            </a:extLst>
          </p:cNvPr>
          <p:cNvCxnSpPr>
            <a:cxnSpLocks/>
          </p:cNvCxnSpPr>
          <p:nvPr/>
        </p:nvCxnSpPr>
        <p:spPr>
          <a:xfrm flipH="1">
            <a:off x="8938260" y="5689572"/>
            <a:ext cx="1472478" cy="51514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xmlns="" id="{0EB039D9-6637-D260-0EAE-E91C7D6DC0B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2" t="8075" r="4707" b="11174"/>
          <a:stretch/>
        </p:blipFill>
        <p:spPr>
          <a:xfrm>
            <a:off x="10410738" y="3113395"/>
            <a:ext cx="1617600" cy="2576177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xmlns="" id="{5A079FB6-FC26-1035-6621-CB72189FB221}"/>
              </a:ext>
            </a:extLst>
          </p:cNvPr>
          <p:cNvGrpSpPr/>
          <p:nvPr/>
        </p:nvGrpSpPr>
        <p:grpSpPr>
          <a:xfrm>
            <a:off x="11806314" y="3500997"/>
            <a:ext cx="131204" cy="131204"/>
            <a:chOff x="10779617" y="1893194"/>
            <a:chExt cx="360609" cy="360609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xmlns="" id="{636A5FCA-9A3F-C938-6D7A-CA1C5F5DC18A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617" y="1893194"/>
              <a:ext cx="360609" cy="36060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xmlns="" id="{2DF592C5-A3DC-8F67-5BA7-D35B1B4DB0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79617" y="1893194"/>
              <a:ext cx="360609" cy="360609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Arrow: Up 3">
            <a:extLst>
              <a:ext uri="{FF2B5EF4-FFF2-40B4-BE49-F238E27FC236}">
                <a16:creationId xmlns:a16="http://schemas.microsoft.com/office/drawing/2014/main" xmlns="" id="{3F57B34C-CE20-6B16-71D3-AE33C5248BB0}"/>
              </a:ext>
            </a:extLst>
          </p:cNvPr>
          <p:cNvSpPr/>
          <p:nvPr/>
        </p:nvSpPr>
        <p:spPr>
          <a:xfrm>
            <a:off x="11787395" y="5610927"/>
            <a:ext cx="103100" cy="197592"/>
          </a:xfrm>
          <a:prstGeom prst="up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93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53544741-21DA-6152-CB6D-82F4AA160735}"/>
              </a:ext>
            </a:extLst>
          </p:cNvPr>
          <p:cNvGrpSpPr/>
          <p:nvPr/>
        </p:nvGrpSpPr>
        <p:grpSpPr>
          <a:xfrm>
            <a:off x="1806125" y="440140"/>
            <a:ext cx="8579751" cy="5977720"/>
            <a:chOff x="1219270" y="286603"/>
            <a:chExt cx="8579751" cy="597772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xmlns="" id="{BAB2DE1A-3FA2-D8A9-4B80-CB8676828E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180" b="8656"/>
            <a:stretch/>
          </p:blipFill>
          <p:spPr>
            <a:xfrm>
              <a:off x="1219270" y="286603"/>
              <a:ext cx="3857625" cy="5977720"/>
            </a:xfrm>
            <a:prstGeom prst="rect">
              <a:avLst/>
            </a:prstGeom>
            <a:ln>
              <a:solidFill>
                <a:srgbClr val="A3DAF5"/>
              </a:solidFill>
            </a:ln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xmlns="" id="{8197BFE6-C9D8-8BFC-EC96-32AF6E86F5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3283" b="7263"/>
            <a:stretch/>
          </p:blipFill>
          <p:spPr>
            <a:xfrm>
              <a:off x="5941396" y="1047466"/>
              <a:ext cx="3857625" cy="4763069"/>
            </a:xfrm>
            <a:prstGeom prst="rect">
              <a:avLst/>
            </a:prstGeom>
            <a:ln>
              <a:solidFill>
                <a:srgbClr val="A3DAF5"/>
              </a:solidFill>
            </a:ln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xmlns="" id="{A477349E-8517-5509-5AF9-6CCCE2D5FF94}"/>
                </a:ext>
              </a:extLst>
            </p:cNvPr>
            <p:cNvGrpSpPr/>
            <p:nvPr/>
          </p:nvGrpSpPr>
          <p:grpSpPr>
            <a:xfrm>
              <a:off x="5128926" y="1255593"/>
              <a:ext cx="760438" cy="5008729"/>
              <a:chOff x="5567361" y="1050878"/>
              <a:chExt cx="760438" cy="5008728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xmlns="" id="{A89C6169-312D-D1D4-8DA6-AF70A4DCD7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2635" y="1050878"/>
                <a:ext cx="0" cy="5008728"/>
              </a:xfrm>
              <a:prstGeom prst="line">
                <a:avLst/>
              </a:prstGeom>
              <a:ln w="381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xmlns="" id="{10387AA2-F30E-F6A2-9A94-4159AE324D19}"/>
                  </a:ext>
                </a:extLst>
              </p:cNvPr>
              <p:cNvCxnSpPr/>
              <p:nvPr/>
            </p:nvCxnSpPr>
            <p:spPr>
              <a:xfrm>
                <a:off x="5959310" y="1069926"/>
                <a:ext cx="368489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xmlns="" id="{8C6DF1EA-9805-9709-6828-E8445C21467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7361" y="6040625"/>
                <a:ext cx="403854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FA01CAD1-8DF3-2EB0-EB12-D4864A61D303}"/>
              </a:ext>
            </a:extLst>
          </p:cNvPr>
          <p:cNvGrpSpPr/>
          <p:nvPr/>
        </p:nvGrpSpPr>
        <p:grpSpPr>
          <a:xfrm>
            <a:off x="0" y="678976"/>
            <a:ext cx="600502" cy="5500047"/>
            <a:chOff x="0" y="678976"/>
            <a:chExt cx="600502" cy="5500047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xmlns="" id="{2742717E-0F92-7263-4E5E-21F176473B84}"/>
                </a:ext>
              </a:extLst>
            </p:cNvPr>
            <p:cNvSpPr/>
            <p:nvPr/>
          </p:nvSpPr>
          <p:spPr>
            <a:xfrm rot="5400000">
              <a:off x="-2449773" y="3128749"/>
              <a:ext cx="5500047" cy="600502"/>
            </a:xfrm>
            <a:prstGeom prst="parallelogram">
              <a:avLst>
                <a:gd name="adj" fmla="val 81818"/>
              </a:avLst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704ADA70-CB90-E0C4-52DF-579745C9A0BC}"/>
                </a:ext>
              </a:extLst>
            </p:cNvPr>
            <p:cNvSpPr txBox="1"/>
            <p:nvPr/>
          </p:nvSpPr>
          <p:spPr>
            <a:xfrm>
              <a:off x="58806" y="1105469"/>
              <a:ext cx="482889" cy="4647063"/>
            </a:xfrm>
            <a:prstGeom prst="rect">
              <a:avLst/>
            </a:prstGeom>
            <a:noFill/>
          </p:spPr>
          <p:txBody>
            <a:bodyPr vert="wordArtVert" wrap="square" anchor="ctr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ACTIONS OF APPS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D6B737E-CD1C-0567-FCD5-BCB152372E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89569">
            <a:off x="10001044" y="4853749"/>
            <a:ext cx="423412" cy="56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245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FA01CAD1-8DF3-2EB0-EB12-D4864A61D303}"/>
              </a:ext>
            </a:extLst>
          </p:cNvPr>
          <p:cNvGrpSpPr/>
          <p:nvPr/>
        </p:nvGrpSpPr>
        <p:grpSpPr>
          <a:xfrm>
            <a:off x="0" y="678976"/>
            <a:ext cx="600502" cy="5500047"/>
            <a:chOff x="0" y="678976"/>
            <a:chExt cx="600502" cy="5500047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xmlns="" id="{2742717E-0F92-7263-4E5E-21F176473B84}"/>
                </a:ext>
              </a:extLst>
            </p:cNvPr>
            <p:cNvSpPr/>
            <p:nvPr/>
          </p:nvSpPr>
          <p:spPr>
            <a:xfrm rot="5400000">
              <a:off x="-2449773" y="3128749"/>
              <a:ext cx="5500047" cy="600502"/>
            </a:xfrm>
            <a:prstGeom prst="parallelogram">
              <a:avLst>
                <a:gd name="adj" fmla="val 81818"/>
              </a:avLst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704ADA70-CB90-E0C4-52DF-579745C9A0BC}"/>
                </a:ext>
              </a:extLst>
            </p:cNvPr>
            <p:cNvSpPr txBox="1"/>
            <p:nvPr/>
          </p:nvSpPr>
          <p:spPr>
            <a:xfrm>
              <a:off x="58806" y="1105469"/>
              <a:ext cx="482889" cy="4647063"/>
            </a:xfrm>
            <a:prstGeom prst="rect">
              <a:avLst/>
            </a:prstGeom>
            <a:noFill/>
          </p:spPr>
          <p:txBody>
            <a:bodyPr vert="wordArtVert" wrap="square" anchor="ctr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ACTIONS OF APPS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40FF9DCB-0F29-093E-706F-3D33496E1769}"/>
              </a:ext>
            </a:extLst>
          </p:cNvPr>
          <p:cNvGrpSpPr/>
          <p:nvPr/>
        </p:nvGrpSpPr>
        <p:grpSpPr>
          <a:xfrm>
            <a:off x="1480081" y="440141"/>
            <a:ext cx="6517507" cy="5977719"/>
            <a:chOff x="1899405" y="440140"/>
            <a:chExt cx="8303775" cy="597771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xmlns="" id="{BAB2DE1A-3FA2-D8A9-4B80-CB8676828E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20" b="25449"/>
            <a:stretch/>
          </p:blipFill>
          <p:spPr>
            <a:xfrm>
              <a:off x="1899405" y="1163448"/>
              <a:ext cx="3551486" cy="4531105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xmlns="" id="{A477349E-8517-5509-5AF9-6CCCE2D5FF94}"/>
                </a:ext>
              </a:extLst>
            </p:cNvPr>
            <p:cNvGrpSpPr/>
            <p:nvPr/>
          </p:nvGrpSpPr>
          <p:grpSpPr>
            <a:xfrm>
              <a:off x="5622501" y="1409130"/>
              <a:ext cx="743769" cy="3999997"/>
              <a:chOff x="5567361" y="1050878"/>
              <a:chExt cx="743769" cy="5008728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xmlns="" id="{A89C6169-312D-D1D4-8DA6-AF70A4DCD7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2635" y="1050878"/>
                <a:ext cx="0" cy="5008728"/>
              </a:xfrm>
              <a:prstGeom prst="line">
                <a:avLst/>
              </a:prstGeom>
              <a:ln w="381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xmlns="" id="{10387AA2-F30E-F6A2-9A94-4159AE324D19}"/>
                  </a:ext>
                </a:extLst>
              </p:cNvPr>
              <p:cNvCxnSpPr/>
              <p:nvPr/>
            </p:nvCxnSpPr>
            <p:spPr>
              <a:xfrm>
                <a:off x="5942641" y="1075889"/>
                <a:ext cx="368489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xmlns="" id="{8C6DF1EA-9805-9709-6828-E8445C21467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7361" y="6059606"/>
                <a:ext cx="403854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D5CFD128-242C-31CD-60DE-58914D2A07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99" r="2390"/>
            <a:stretch/>
          </p:blipFill>
          <p:spPr>
            <a:xfrm>
              <a:off x="6651694" y="440140"/>
              <a:ext cx="3551486" cy="5977719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" name="Left Brace 1">
            <a:extLst>
              <a:ext uri="{FF2B5EF4-FFF2-40B4-BE49-F238E27FC236}">
                <a16:creationId xmlns:a16="http://schemas.microsoft.com/office/drawing/2014/main" xmlns="" id="{1BC33BFD-9352-8DC2-F825-7DC047995555}"/>
              </a:ext>
            </a:extLst>
          </p:cNvPr>
          <p:cNvSpPr/>
          <p:nvPr/>
        </p:nvSpPr>
        <p:spPr>
          <a:xfrm>
            <a:off x="802682" y="4008549"/>
            <a:ext cx="600503" cy="1686006"/>
          </a:xfrm>
          <a:prstGeom prst="leftBrace">
            <a:avLst>
              <a:gd name="adj1" fmla="val 40503"/>
              <a:gd name="adj2" fmla="val 50000"/>
            </a:avLst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D5CFD128-242C-31CD-60DE-58914D2A076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9"/>
          <a:stretch/>
        </p:blipFill>
        <p:spPr>
          <a:xfrm>
            <a:off x="8120419" y="440140"/>
            <a:ext cx="3867007" cy="606145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7134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6000"/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A7E619F-4C59-26F4-7FBE-342D426DC3A1}"/>
              </a:ext>
            </a:extLst>
          </p:cNvPr>
          <p:cNvSpPr txBox="1"/>
          <p:nvPr/>
        </p:nvSpPr>
        <p:spPr>
          <a:xfrm>
            <a:off x="2185491" y="1351327"/>
            <a:ext cx="818680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4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ikosh" panose="02000000000000000000" pitchFamily="2" charset="0"/>
                <a:ea typeface="+mn-ea"/>
                <a:cs typeface="Nikosh" panose="02000000000000000000" pitchFamily="2" charset="0"/>
              </a:rPr>
              <a:t>বসত</a:t>
            </a:r>
            <a:r>
              <a:rPr kumimoji="0" lang="en-US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ikosh" panose="02000000000000000000" pitchFamily="2" charset="0"/>
                <a:ea typeface="+mn-ea"/>
                <a:cs typeface="Nikosh" panose="02000000000000000000" pitchFamily="2" charset="0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ikosh" panose="02000000000000000000" pitchFamily="2" charset="0"/>
                <a:ea typeface="+mn-ea"/>
                <a:cs typeface="Nikosh" panose="02000000000000000000" pitchFamily="2" charset="0"/>
              </a:rPr>
              <a:t>ঘরের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ikosh" panose="02000000000000000000" pitchFamily="2" charset="0"/>
                <a:ea typeface="+mn-ea"/>
                <a:cs typeface="Nikosh" panose="02000000000000000000" pitchFamily="2" charset="0"/>
              </a:rPr>
              <a:t> </a:t>
            </a:r>
            <a:r>
              <a:rPr kumimoji="0" lang="en-US" sz="4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ikosh" panose="02000000000000000000" pitchFamily="2" charset="0"/>
                <a:cs typeface="Nikosh" panose="02000000000000000000" pitchFamily="2" charset="0"/>
              </a:rPr>
              <a:t>বিবরণ</a:t>
            </a:r>
            <a:endParaRPr lang="en-US" sz="4000" dirty="0">
              <a:solidFill>
                <a:srgbClr val="FF0000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Nikosh" panose="02000000000000000000" pitchFamily="2" charset="0"/>
              <a:cs typeface="Nikosh" panose="02000000000000000000" pitchFamily="2" charset="0"/>
            </a:endParaRPr>
          </a:p>
          <a:p>
            <a:pPr marL="571500" indent="-571500">
              <a:buFont typeface="Arial" charset="0"/>
              <a:buChar char="•"/>
              <a:defRPr/>
            </a:pPr>
            <a:r>
              <a:rPr lang="en-US" sz="4000" b="1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খানার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প্রধান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সম্পদের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বিবরণ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endParaRPr lang="en-US" sz="4000" dirty="0">
              <a:solidFill>
                <a:srgbClr val="FF0000"/>
              </a:solidFill>
            </a:endParaRPr>
          </a:p>
          <a:p>
            <a:pPr marL="571500" lvl="0" indent="-571500">
              <a:buFont typeface="Arial" charset="0"/>
              <a:buChar char="•"/>
              <a:defRPr/>
            </a:pPr>
            <a:r>
              <a:rPr lang="en-US" sz="4000" b="1" dirty="0" err="1" smtClean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খানার</a:t>
            </a:r>
            <a:r>
              <a:rPr lang="en-US" sz="4000" b="1" dirty="0" smtClean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আয়ের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প্রধান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উৎসসমূহ</a:t>
            </a:r>
            <a:endParaRPr lang="en-US" sz="4000" b="1" dirty="0">
              <a:solidFill>
                <a:srgbClr val="FF0000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Nikosh" panose="02000000000000000000" pitchFamily="2" charset="0"/>
              <a:cs typeface="Nikosh" panose="02000000000000000000" pitchFamily="2" charset="0"/>
            </a:endParaRPr>
          </a:p>
          <a:p>
            <a:pPr marL="571500" lvl="0" indent="-571500">
              <a:buFont typeface="Arial" charset="0"/>
              <a:buChar char="•"/>
              <a:defRPr/>
            </a:pPr>
            <a:r>
              <a:rPr lang="en-US" sz="4000" b="1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খানার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মাসিক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গড়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খরচ</a:t>
            </a:r>
            <a:endParaRPr lang="en-US" sz="4000" b="1" dirty="0">
              <a:solidFill>
                <a:srgbClr val="FF0000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latin typeface="Nikosh" panose="02000000000000000000" pitchFamily="2" charset="0"/>
              <a:cs typeface="Nikosh" panose="02000000000000000000" pitchFamily="2" charset="0"/>
            </a:endParaRPr>
          </a:p>
          <a:p>
            <a:pPr marL="571500" indent="-571500">
              <a:buFont typeface="Arial" charset="0"/>
              <a:buChar char="•"/>
              <a:defRPr/>
            </a:pPr>
            <a:r>
              <a:rPr lang="en-US" sz="4000" b="1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খানার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কোনো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সদস্যের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সরকারি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ভাতার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কার্ড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আছে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কি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বা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আগে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ছিলো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কি</a:t>
            </a:r>
            <a:r>
              <a:rPr lang="en-US" sz="4000" b="1" dirty="0">
                <a:solidFill>
                  <a:srgbClr val="FF0000"/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Nikosh" panose="02000000000000000000" pitchFamily="2" charset="0"/>
                <a:cs typeface="Nikosh" panose="02000000000000000000" pitchFamily="2" charset="0"/>
              </a:rPr>
              <a:t>?</a:t>
            </a:r>
          </a:p>
          <a:p>
            <a:pPr marL="571500" lvl="0" indent="-571500">
              <a:buFont typeface="Arial" charset="0"/>
              <a:buChar char="•"/>
              <a:defRPr/>
            </a:pP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Nikosh" panose="02000000000000000000" pitchFamily="2" charset="0"/>
              <a:ea typeface="+mn-ea"/>
              <a:cs typeface="Nikosh" panose="02000000000000000000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DE82EAFA-E7E3-29BE-42F7-CE83BF91BADA}"/>
              </a:ext>
            </a:extLst>
          </p:cNvPr>
          <p:cNvGrpSpPr/>
          <p:nvPr/>
        </p:nvGrpSpPr>
        <p:grpSpPr>
          <a:xfrm>
            <a:off x="0" y="678976"/>
            <a:ext cx="600502" cy="5500047"/>
            <a:chOff x="0" y="678976"/>
            <a:chExt cx="600502" cy="5500047"/>
          </a:xfrm>
          <a:solidFill>
            <a:srgbClr val="A3DAF5"/>
          </a:solidFill>
        </p:grpSpPr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xmlns="" id="{3C8B5124-380C-080C-0998-70FE783FF266}"/>
                </a:ext>
              </a:extLst>
            </p:cNvPr>
            <p:cNvSpPr/>
            <p:nvPr/>
          </p:nvSpPr>
          <p:spPr>
            <a:xfrm rot="5400000">
              <a:off x="-2449773" y="3128749"/>
              <a:ext cx="5500047" cy="600502"/>
            </a:xfrm>
            <a:prstGeom prst="parallelogram">
              <a:avLst>
                <a:gd name="adj" fmla="val 81818"/>
              </a:avLst>
            </a:prstGeom>
            <a:grpFill/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xmlns="" id="{7325F786-3520-46DC-3BB2-44BE59439A7E}"/>
                </a:ext>
              </a:extLst>
            </p:cNvPr>
            <p:cNvSpPr txBox="1"/>
            <p:nvPr/>
          </p:nvSpPr>
          <p:spPr>
            <a:xfrm>
              <a:off x="58806" y="1105469"/>
              <a:ext cx="482889" cy="4647063"/>
            </a:xfrm>
            <a:prstGeom prst="rect">
              <a:avLst/>
            </a:prstGeom>
            <a:grpFill/>
          </p:spPr>
          <p:txBody>
            <a:bodyPr vert="wordArtVert" wrap="square" anchor="ctr">
              <a:spAutoFit/>
            </a:bodyPr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ACTIONS OF APPS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1300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C87023D8-996D-316C-74AA-0A563B8D21CD}"/>
              </a:ext>
            </a:extLst>
          </p:cNvPr>
          <p:cNvGrpSpPr/>
          <p:nvPr/>
        </p:nvGrpSpPr>
        <p:grpSpPr>
          <a:xfrm>
            <a:off x="0" y="678976"/>
            <a:ext cx="600502" cy="5500047"/>
            <a:chOff x="0" y="678976"/>
            <a:chExt cx="600502" cy="5500047"/>
          </a:xfrm>
        </p:grpSpPr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xmlns="" id="{B7BE9F91-CA48-09E5-A30D-E4C5C7E70391}"/>
                </a:ext>
              </a:extLst>
            </p:cNvPr>
            <p:cNvSpPr/>
            <p:nvPr/>
          </p:nvSpPr>
          <p:spPr>
            <a:xfrm rot="5400000">
              <a:off x="-2449773" y="3128749"/>
              <a:ext cx="5500047" cy="600502"/>
            </a:xfrm>
            <a:prstGeom prst="parallelogram">
              <a:avLst>
                <a:gd name="adj" fmla="val 81818"/>
              </a:avLst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DF964567-3479-0AAB-617C-2C28770A263B}"/>
                </a:ext>
              </a:extLst>
            </p:cNvPr>
            <p:cNvSpPr txBox="1"/>
            <p:nvPr/>
          </p:nvSpPr>
          <p:spPr>
            <a:xfrm>
              <a:off x="58806" y="1105469"/>
              <a:ext cx="482889" cy="4647063"/>
            </a:xfrm>
            <a:prstGeom prst="rect">
              <a:avLst/>
            </a:prstGeom>
            <a:noFill/>
          </p:spPr>
          <p:txBody>
            <a:bodyPr vert="wordArtVert" wrap="square" anchor="ctr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ACTIONS OF APPS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6FE1D136-49DD-2D8E-16A4-790564C0766D}"/>
              </a:ext>
            </a:extLst>
          </p:cNvPr>
          <p:cNvGrpSpPr/>
          <p:nvPr/>
        </p:nvGrpSpPr>
        <p:grpSpPr>
          <a:xfrm>
            <a:off x="6635806" y="440327"/>
            <a:ext cx="3739956" cy="5951589"/>
            <a:chOff x="7729075" y="440327"/>
            <a:chExt cx="3739956" cy="595158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xmlns="" id="{CF669A3F-1AB1-7D73-958C-200FFCEEF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729075" y="440327"/>
              <a:ext cx="3739956" cy="5951589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xmlns="" id="{4CF8B121-1133-C071-4A0E-EB70F00AA4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580658">
              <a:off x="10770632" y="1828712"/>
              <a:ext cx="568701" cy="88582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xmlns="" id="{2D1C8ECA-CC6A-579B-8179-74C454F163B8}"/>
              </a:ext>
            </a:extLst>
          </p:cNvPr>
          <p:cNvGrpSpPr/>
          <p:nvPr/>
        </p:nvGrpSpPr>
        <p:grpSpPr>
          <a:xfrm>
            <a:off x="1816238" y="378725"/>
            <a:ext cx="3857625" cy="6100550"/>
            <a:chOff x="1904955" y="378725"/>
            <a:chExt cx="3857625" cy="610055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xmlns="" id="{DA3A747C-8FEF-63A6-93E4-3E7272980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76" b="276"/>
            <a:stretch/>
          </p:blipFill>
          <p:spPr>
            <a:xfrm>
              <a:off x="1904955" y="378725"/>
              <a:ext cx="3857625" cy="610055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xmlns="" id="{7F6133A4-CB98-51A8-BF59-C25F66E844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41416" y="3810017"/>
              <a:ext cx="499505" cy="77804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2" name="Arrow: Right 11">
            <a:extLst>
              <a:ext uri="{FF2B5EF4-FFF2-40B4-BE49-F238E27FC236}">
                <a16:creationId xmlns:a16="http://schemas.microsoft.com/office/drawing/2014/main" xmlns="" id="{538D8E58-6A71-E994-AEE5-A25089830801}"/>
              </a:ext>
            </a:extLst>
          </p:cNvPr>
          <p:cNvSpPr/>
          <p:nvPr/>
        </p:nvSpPr>
        <p:spPr>
          <a:xfrm>
            <a:off x="5293217" y="3202009"/>
            <a:ext cx="2099256" cy="428223"/>
          </a:xfrm>
          <a:prstGeom prst="rightArrow">
            <a:avLst>
              <a:gd name="adj1" fmla="val 50000"/>
              <a:gd name="adj2" fmla="val 146240"/>
            </a:avLst>
          </a:prstGeom>
          <a:solidFill>
            <a:srgbClr val="FF744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225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D1CB2DA0-1261-22CA-C8D0-DEF158C1E85C}"/>
              </a:ext>
            </a:extLst>
          </p:cNvPr>
          <p:cNvGrpSpPr/>
          <p:nvPr/>
        </p:nvGrpSpPr>
        <p:grpSpPr>
          <a:xfrm>
            <a:off x="1697537" y="452765"/>
            <a:ext cx="8796927" cy="5952470"/>
            <a:chOff x="755571" y="452765"/>
            <a:chExt cx="8796927" cy="595247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xmlns="" id="{26DC02D9-DD37-83D6-7CDC-23E9AE2AD9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58" b="8524"/>
            <a:stretch/>
          </p:blipFill>
          <p:spPr>
            <a:xfrm>
              <a:off x="755571" y="452765"/>
              <a:ext cx="3812745" cy="5952470"/>
            </a:xfrm>
            <a:prstGeom prst="rect">
              <a:avLst/>
            </a:prstGeom>
            <a:ln>
              <a:solidFill>
                <a:srgbClr val="A3DAF5"/>
              </a:solidFill>
            </a:ln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xmlns="" id="{59F446A7-D8B4-96B2-24CF-5D8B5EF1A9A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1" b="9224"/>
            <a:stretch/>
          </p:blipFill>
          <p:spPr>
            <a:xfrm>
              <a:off x="5694873" y="452765"/>
              <a:ext cx="3857625" cy="5952470"/>
            </a:xfrm>
            <a:prstGeom prst="rect">
              <a:avLst/>
            </a:prstGeom>
            <a:ln>
              <a:solidFill>
                <a:srgbClr val="A3DAF5"/>
              </a:solidFill>
            </a:ln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xmlns="" id="{F8A3907F-CA63-8FE8-70B5-98BD46E0ED8B}"/>
              </a:ext>
            </a:extLst>
          </p:cNvPr>
          <p:cNvGrpSpPr/>
          <p:nvPr/>
        </p:nvGrpSpPr>
        <p:grpSpPr>
          <a:xfrm>
            <a:off x="5567361" y="927100"/>
            <a:ext cx="760438" cy="5283200"/>
            <a:chOff x="5567361" y="1050878"/>
            <a:chExt cx="760438" cy="5008728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xmlns="" id="{CAA72F5C-BE40-ABF5-D846-58F0B3021B28}"/>
                </a:ext>
              </a:extLst>
            </p:cNvPr>
            <p:cNvCxnSpPr>
              <a:cxnSpLocks/>
            </p:cNvCxnSpPr>
            <p:nvPr/>
          </p:nvCxnSpPr>
          <p:spPr>
            <a:xfrm>
              <a:off x="5952635" y="1050878"/>
              <a:ext cx="0" cy="5008728"/>
            </a:xfrm>
            <a:prstGeom prst="line">
              <a:avLst/>
            </a:prstGeom>
            <a:ln w="38100"/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xmlns="" id="{9F108BEC-CE18-68E8-3ECC-6540BBAEA524}"/>
                </a:ext>
              </a:extLst>
            </p:cNvPr>
            <p:cNvCxnSpPr/>
            <p:nvPr/>
          </p:nvCxnSpPr>
          <p:spPr>
            <a:xfrm>
              <a:off x="5959310" y="1069926"/>
              <a:ext cx="36848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xmlns="" id="{944DBBE5-442F-CB77-7863-111CD88ED3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67361" y="6040625"/>
              <a:ext cx="403854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F6E9C01D-B3E3-C9D9-0006-35765CB6A3C2}"/>
              </a:ext>
            </a:extLst>
          </p:cNvPr>
          <p:cNvGrpSpPr/>
          <p:nvPr/>
        </p:nvGrpSpPr>
        <p:grpSpPr>
          <a:xfrm>
            <a:off x="0" y="678976"/>
            <a:ext cx="600502" cy="5500047"/>
            <a:chOff x="0" y="678976"/>
            <a:chExt cx="600502" cy="5500047"/>
          </a:xfrm>
        </p:grpSpPr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xmlns="" id="{F202553F-0B5C-7AC8-C2FF-6AEF22508847}"/>
                </a:ext>
              </a:extLst>
            </p:cNvPr>
            <p:cNvSpPr/>
            <p:nvPr/>
          </p:nvSpPr>
          <p:spPr>
            <a:xfrm rot="5400000">
              <a:off x="-2449773" y="3128749"/>
              <a:ext cx="5500047" cy="600502"/>
            </a:xfrm>
            <a:prstGeom prst="parallelogram">
              <a:avLst>
                <a:gd name="adj" fmla="val 81818"/>
              </a:avLst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F41AB495-A465-179C-E9E9-357687DC5E08}"/>
                </a:ext>
              </a:extLst>
            </p:cNvPr>
            <p:cNvSpPr txBox="1"/>
            <p:nvPr/>
          </p:nvSpPr>
          <p:spPr>
            <a:xfrm>
              <a:off x="58806" y="1105469"/>
              <a:ext cx="482889" cy="4647063"/>
            </a:xfrm>
            <a:prstGeom prst="rect">
              <a:avLst/>
            </a:prstGeom>
            <a:noFill/>
          </p:spPr>
          <p:txBody>
            <a:bodyPr vert="wordArtVert" wrap="square" anchor="ctr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ACTIONS OF APPS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xmlns="" id="{C52E3DC6-2EEA-E16C-A6AC-024A4E6390FB}"/>
              </a:ext>
            </a:extLst>
          </p:cNvPr>
          <p:cNvSpPr/>
          <p:nvPr/>
        </p:nvSpPr>
        <p:spPr>
          <a:xfrm>
            <a:off x="3129543" y="762320"/>
            <a:ext cx="973351" cy="490571"/>
          </a:xfrm>
          <a:prstGeom prst="ellipse">
            <a:avLst/>
          </a:prstGeom>
          <a:noFill/>
          <a:ln w="38100">
            <a:solidFill>
              <a:srgbClr val="FF000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28402D17-6988-7E54-43C3-7966CD6D25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80658">
            <a:off x="3678492" y="845669"/>
            <a:ext cx="568701" cy="88582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979A66A8-46E2-FA85-7ECF-B6986143D86B}"/>
              </a:ext>
            </a:extLst>
          </p:cNvPr>
          <p:cNvGrpSpPr/>
          <p:nvPr/>
        </p:nvGrpSpPr>
        <p:grpSpPr>
          <a:xfrm>
            <a:off x="3877486" y="1173257"/>
            <a:ext cx="360609" cy="360609"/>
            <a:chOff x="10779617" y="1893194"/>
            <a:chExt cx="360609" cy="360609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xmlns="" id="{74D3E39E-9159-81AC-8A1F-F19B0FCC41C8}"/>
                </a:ext>
              </a:extLst>
            </p:cNvPr>
            <p:cNvCxnSpPr>
              <a:cxnSpLocks/>
            </p:cNvCxnSpPr>
            <p:nvPr/>
          </p:nvCxnSpPr>
          <p:spPr>
            <a:xfrm>
              <a:off x="10779617" y="1893194"/>
              <a:ext cx="360609" cy="360609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xmlns="" id="{B85367A6-6EE4-056D-E5D9-CF891EFB4B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79617" y="1893194"/>
              <a:ext cx="360609" cy="360609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1353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65159DC4-7CD1-4D53-8AFD-60D52AA229E1}"/>
              </a:ext>
            </a:extLst>
          </p:cNvPr>
          <p:cNvGrpSpPr/>
          <p:nvPr/>
        </p:nvGrpSpPr>
        <p:grpSpPr>
          <a:xfrm>
            <a:off x="1717478" y="414623"/>
            <a:ext cx="8757045" cy="6005016"/>
            <a:chOff x="1574113" y="272954"/>
            <a:chExt cx="8757045" cy="6005016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xmlns="" id="{7A2AF9BD-AFBA-BF78-9718-092AD6AF1AAE}"/>
                </a:ext>
              </a:extLst>
            </p:cNvPr>
            <p:cNvGrpSpPr/>
            <p:nvPr/>
          </p:nvGrpSpPr>
          <p:grpSpPr>
            <a:xfrm>
              <a:off x="1574113" y="272954"/>
              <a:ext cx="8757045" cy="6005016"/>
              <a:chOff x="1574113" y="272954"/>
              <a:chExt cx="8757045" cy="6005016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xmlns="" id="{9AD6BD23-2994-028C-E45F-0E3227CCEB8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981" b="8458"/>
              <a:stretch/>
            </p:blipFill>
            <p:spPr>
              <a:xfrm>
                <a:off x="1574113" y="272954"/>
                <a:ext cx="3857625" cy="6005016"/>
              </a:xfrm>
              <a:prstGeom prst="rect">
                <a:avLst/>
              </a:prstGeom>
              <a:ln>
                <a:solidFill>
                  <a:srgbClr val="A3DAF5"/>
                </a:solidFill>
              </a:ln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xmlns="" id="{D893D714-69B5-5BFA-3741-C3AC3408930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981" b="23781"/>
              <a:stretch/>
            </p:blipFill>
            <p:spPr>
              <a:xfrm>
                <a:off x="6473533" y="798393"/>
                <a:ext cx="3857625" cy="4954139"/>
              </a:xfrm>
              <a:prstGeom prst="rect">
                <a:avLst/>
              </a:prstGeom>
              <a:ln>
                <a:solidFill>
                  <a:srgbClr val="A3DAF5"/>
                </a:solidFill>
              </a:ln>
            </p:spPr>
          </p:pic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xmlns="" id="{FC38A15B-ADD7-9ECA-1346-D5CA33325A44}"/>
                </a:ext>
              </a:extLst>
            </p:cNvPr>
            <p:cNvGrpSpPr/>
            <p:nvPr/>
          </p:nvGrpSpPr>
          <p:grpSpPr>
            <a:xfrm>
              <a:off x="5567361" y="1333500"/>
              <a:ext cx="760438" cy="4419032"/>
              <a:chOff x="5567361" y="1050878"/>
              <a:chExt cx="760438" cy="5008728"/>
            </a:xfrm>
          </p:grpSpPr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xmlns="" id="{11D78989-801F-D68F-2A0F-6154F73B02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2635" y="1050878"/>
                <a:ext cx="0" cy="5008728"/>
              </a:xfrm>
              <a:prstGeom prst="line">
                <a:avLst/>
              </a:prstGeom>
              <a:ln w="38100"/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xmlns="" id="{994622C4-3709-C816-2F0C-89E4E882503F}"/>
                  </a:ext>
                </a:extLst>
              </p:cNvPr>
              <p:cNvCxnSpPr/>
              <p:nvPr/>
            </p:nvCxnSpPr>
            <p:spPr>
              <a:xfrm>
                <a:off x="5959310" y="1069926"/>
                <a:ext cx="368489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xmlns="" id="{1511BB27-A310-FA3B-F113-076452844DD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7361" y="6040625"/>
                <a:ext cx="403854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3">
                <a:schemeClr val="accent1"/>
              </a:lnRef>
              <a:fillRef idx="0">
                <a:schemeClr val="accent1"/>
              </a:fillRef>
              <a:effectRef idx="2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44A5B6DF-53C6-3910-AED5-02525ECF8EA2}"/>
              </a:ext>
            </a:extLst>
          </p:cNvPr>
          <p:cNvGrpSpPr/>
          <p:nvPr/>
        </p:nvGrpSpPr>
        <p:grpSpPr>
          <a:xfrm>
            <a:off x="0" y="678976"/>
            <a:ext cx="600502" cy="5500047"/>
            <a:chOff x="0" y="678976"/>
            <a:chExt cx="600502" cy="5500047"/>
          </a:xfrm>
        </p:grpSpPr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xmlns="" id="{DD707FD9-616A-4D2B-62FB-FEEE79C342F5}"/>
                </a:ext>
              </a:extLst>
            </p:cNvPr>
            <p:cNvSpPr/>
            <p:nvPr/>
          </p:nvSpPr>
          <p:spPr>
            <a:xfrm rot="5400000">
              <a:off x="-2449773" y="3128749"/>
              <a:ext cx="5500047" cy="600502"/>
            </a:xfrm>
            <a:prstGeom prst="parallelogram">
              <a:avLst>
                <a:gd name="adj" fmla="val 81818"/>
              </a:avLst>
            </a:prstGeom>
            <a:ln/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B217B063-9840-F690-B6B5-45BA5B11C3F1}"/>
                </a:ext>
              </a:extLst>
            </p:cNvPr>
            <p:cNvSpPr txBox="1"/>
            <p:nvPr/>
          </p:nvSpPr>
          <p:spPr>
            <a:xfrm>
              <a:off x="58806" y="1105469"/>
              <a:ext cx="482889" cy="4647063"/>
            </a:xfrm>
            <a:prstGeom prst="rect">
              <a:avLst/>
            </a:prstGeom>
            <a:noFill/>
          </p:spPr>
          <p:txBody>
            <a:bodyPr vert="wordArtVert" wrap="square" anchor="ctr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ACTIONS OF APPS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B36DEC5-EFFF-517D-CF5C-F5C0D81A9D0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80658">
            <a:off x="9955786" y="958816"/>
            <a:ext cx="568701" cy="885825"/>
          </a:xfrm>
          <a:prstGeom prst="rect">
            <a:avLst/>
          </a:prstGeom>
        </p:spPr>
      </p:pic>
      <p:sp>
        <p:nvSpPr>
          <p:cNvPr id="6" name="Down Arrow 5"/>
          <p:cNvSpPr/>
          <p:nvPr/>
        </p:nvSpPr>
        <p:spPr>
          <a:xfrm>
            <a:off x="9757985" y="215660"/>
            <a:ext cx="403932" cy="785004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229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90B49-C6AE-45F3-856A-64AD4C3EAE4F}" type="datetime1">
              <a:rPr lang="en-US" smtClean="0"/>
              <a:t>12-Apr-23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323" y="1066800"/>
            <a:ext cx="5758477" cy="532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667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90B49-C6AE-45F3-856A-64AD4C3EAE4F}" type="datetime1">
              <a:rPr lang="en-US" smtClean="0"/>
              <a:t>12-Apr-23</a:t>
            </a:fld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12192000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2716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ডাটা</a:t>
            </a:r>
            <a:r>
              <a:rPr lang="en-US" dirty="0" smtClean="0"/>
              <a:t> </a:t>
            </a:r>
            <a:r>
              <a:rPr lang="en-US" dirty="0" err="1" smtClean="0"/>
              <a:t>ক্লিনিং</a:t>
            </a:r>
            <a:endParaRPr lang="en-US" dirty="0"/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14" y="1238388"/>
            <a:ext cx="5514341" cy="2326363"/>
          </a:xfr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12" y="3868047"/>
            <a:ext cx="5599289" cy="2362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1" y="3868047"/>
            <a:ext cx="5630612" cy="237541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389" y="1219200"/>
            <a:ext cx="5559823" cy="234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589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4343400"/>
            <a:ext cx="5181600" cy="20574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200" y="4419600"/>
            <a:ext cx="5253509" cy="19591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1828800"/>
            <a:ext cx="10841509" cy="2286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dirty="0" err="1" smtClean="0"/>
              <a:t>ফিল্ড</a:t>
            </a:r>
            <a:r>
              <a:rPr lang="en-US" dirty="0" smtClean="0"/>
              <a:t> </a:t>
            </a:r>
            <a:r>
              <a:rPr lang="en-US" dirty="0" err="1" smtClean="0"/>
              <a:t>মনিটরিং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88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SSK NOC Room (ICT &amp; HEU)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581338"/>
            <a:ext cx="9448800" cy="4715810"/>
          </a:xfrm>
        </p:spPr>
      </p:pic>
    </p:spTree>
    <p:extLst>
      <p:ext uri="{BB962C8B-B14F-4D97-AF65-F5344CB8AC3E}">
        <p14:creationId xmlns:p14="http://schemas.microsoft.com/office/powerpoint/2010/main" val="313843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1143000"/>
          </a:xfrm>
        </p:spPr>
        <p:txBody>
          <a:bodyPr/>
          <a:lstStyle/>
          <a:p>
            <a:r>
              <a:rPr lang="en-US" sz="5400" dirty="0" err="1">
                <a:latin typeface="Nikosh" pitchFamily="2" charset="0"/>
                <a:cs typeface="Nikosh" pitchFamily="2" charset="0"/>
              </a:rPr>
              <a:t>তালিকা</a:t>
            </a:r>
            <a:r>
              <a:rPr lang="en-US" sz="54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5400" dirty="0" err="1" smtClean="0">
                <a:latin typeface="Nikosh" pitchFamily="2" charset="0"/>
                <a:cs typeface="Nikosh" pitchFamily="2" charset="0"/>
              </a:rPr>
              <a:t>তৈরির</a:t>
            </a:r>
            <a:r>
              <a:rPr lang="en-US" sz="54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5400" dirty="0" err="1" smtClean="0">
                <a:latin typeface="Nikosh" pitchFamily="2" charset="0"/>
                <a:cs typeface="Nikosh" pitchFamily="2" charset="0"/>
              </a:rPr>
              <a:t>প্রক্রিয়া</a:t>
            </a:r>
            <a:r>
              <a:rPr lang="en-US" sz="5400" dirty="0" smtClean="0">
                <a:latin typeface="Nikosh" pitchFamily="2" charset="0"/>
                <a:cs typeface="Nikosh" pitchFamily="2" charset="0"/>
              </a:rPr>
              <a:t>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65" y="1695450"/>
            <a:ext cx="3768436" cy="1714500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4067356"/>
            <a:ext cx="3862368" cy="1754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0976" y="1695450"/>
            <a:ext cx="3011424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695450"/>
            <a:ext cx="3048000" cy="1714500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>
            <a:off x="4267200" y="2362200"/>
            <a:ext cx="609600" cy="1905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7924800" y="2421866"/>
            <a:ext cx="609600" cy="19050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06433" y="3479223"/>
            <a:ext cx="3760767" cy="40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স্থানীয়</a:t>
            </a:r>
            <a:r>
              <a:rPr lang="en-US" sz="1400" b="1" dirty="0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জনপ্রতিনিধিদের</a:t>
            </a:r>
            <a:r>
              <a:rPr lang="en-US" sz="1400" b="1" dirty="0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সহায়তায়</a:t>
            </a:r>
            <a:r>
              <a:rPr lang="en-US" sz="1400" b="1" dirty="0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বাড়িতে</a:t>
            </a:r>
            <a:r>
              <a:rPr lang="en-US" sz="1400" b="1" dirty="0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গিয়ে</a:t>
            </a:r>
            <a:r>
              <a:rPr lang="en-US" sz="1400" b="1" dirty="0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তথ্য</a:t>
            </a:r>
            <a:r>
              <a:rPr lang="en-US" sz="1400" b="1" dirty="0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সংগ্রহ</a:t>
            </a:r>
            <a:r>
              <a:rPr lang="en-US" sz="1400" b="1" dirty="0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করা</a:t>
            </a:r>
            <a:r>
              <a:rPr lang="en-US" sz="1400" b="1" dirty="0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।</a:t>
            </a:r>
            <a:endParaRPr lang="en-US" sz="1400" b="1" dirty="0">
              <a:solidFill>
                <a:schemeClr val="tx1"/>
              </a:solidFill>
              <a:latin typeface="Nikosh" pitchFamily="2" charset="0"/>
              <a:cs typeface="Nikosh" pitchFamily="2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876800" y="3479223"/>
            <a:ext cx="3048000" cy="40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ডাটাএন্টির</a:t>
            </a:r>
            <a:r>
              <a:rPr lang="en-US" sz="1400" b="1" dirty="0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মাধ্যমে</a:t>
            </a:r>
            <a:r>
              <a:rPr lang="en-US" sz="1400" b="1" dirty="0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হার্ড</a:t>
            </a:r>
            <a:r>
              <a:rPr lang="en-US" sz="1400" b="1" dirty="0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কপিকে</a:t>
            </a:r>
            <a:r>
              <a:rPr lang="en-US" sz="1400" b="1" dirty="0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সফটকপিতে</a:t>
            </a:r>
            <a:r>
              <a:rPr lang="en-US" sz="1400" b="1" dirty="0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রুপান্তর</a:t>
            </a:r>
            <a:endParaRPr lang="en-US" sz="1400" b="1" dirty="0">
              <a:solidFill>
                <a:schemeClr val="tx1"/>
              </a:solidFill>
              <a:latin typeface="Nikosh" pitchFamily="2" charset="0"/>
              <a:cs typeface="Nikosh" pitchFamily="2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572500" y="3479223"/>
            <a:ext cx="3048000" cy="40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প্রাথমিক</a:t>
            </a:r>
            <a:r>
              <a:rPr lang="en-US" sz="1400" b="1" dirty="0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খসড়া</a:t>
            </a:r>
            <a:r>
              <a:rPr lang="en-US" sz="1400" b="1" dirty="0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তালিকা</a:t>
            </a:r>
            <a:r>
              <a:rPr lang="en-US" sz="1400" b="1" dirty="0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প্রস্তুত</a:t>
            </a:r>
            <a:r>
              <a:rPr lang="en-US" sz="1400" b="1" dirty="0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 ও </a:t>
            </a:r>
            <a:r>
              <a:rPr lang="en-US" sz="1400" b="1" dirty="0" err="1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কমিটি</a:t>
            </a:r>
            <a:r>
              <a:rPr lang="en-US" sz="1400" b="1" dirty="0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কর্তৃক</a:t>
            </a:r>
            <a:r>
              <a:rPr lang="en-US" sz="1400" b="1" dirty="0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অনুমোদন</a:t>
            </a:r>
            <a:endParaRPr lang="en-US" sz="1400" b="1" dirty="0">
              <a:solidFill>
                <a:schemeClr val="tx1"/>
              </a:solidFill>
              <a:latin typeface="Nikosh" pitchFamily="2" charset="0"/>
              <a:cs typeface="Nikosh" pitchFamily="2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935663" y="6019800"/>
            <a:ext cx="3862368" cy="40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রেজিস্ট্রেশন</a:t>
            </a:r>
            <a:r>
              <a:rPr lang="en-US" sz="1400" b="1" dirty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এর</a:t>
            </a:r>
            <a:r>
              <a:rPr lang="en-US" sz="1400" b="1" dirty="0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জন্য</a:t>
            </a:r>
            <a:r>
              <a:rPr lang="en-US" sz="1400" b="1" dirty="0" smtClean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bn-IN" sz="1400" b="1" dirty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স্কীম অপারেট</a:t>
            </a:r>
            <a:r>
              <a:rPr lang="en-US" sz="1400" b="1" dirty="0" err="1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রের</a:t>
            </a:r>
            <a:r>
              <a:rPr lang="en-US" sz="1400" b="1" dirty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নিকট</a:t>
            </a:r>
            <a:r>
              <a:rPr lang="en-US" sz="1400" b="1" dirty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তালিকা</a:t>
            </a:r>
            <a:r>
              <a:rPr lang="en-US" sz="1400" b="1" dirty="0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Nikosh" pitchFamily="2" charset="0"/>
                <a:cs typeface="Nikosh" pitchFamily="2" charset="0"/>
              </a:rPr>
              <a:t>হস্তান্তর</a:t>
            </a:r>
            <a:endParaRPr lang="bn-IN" sz="1400" b="1" dirty="0">
              <a:solidFill>
                <a:schemeClr val="tx1"/>
              </a:solidFill>
              <a:latin typeface="Nikosh" pitchFamily="2" charset="0"/>
              <a:cs typeface="Nikosh" pitchFamily="2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ED6D8-8131-40CF-8799-C7AAB924C1E0}" type="datetime1">
              <a:rPr lang="en-US" smtClean="0"/>
              <a:t>12-Apr-23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110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12800" y="304800"/>
            <a:ext cx="10972800" cy="1143000"/>
          </a:xfrm>
        </p:spPr>
        <p:txBody>
          <a:bodyPr>
            <a:normAutofit/>
          </a:bodyPr>
          <a:lstStyle/>
          <a:p>
            <a:r>
              <a:rPr lang="bn-IN" dirty="0">
                <a:latin typeface="Nikosh" pitchFamily="2" charset="0"/>
                <a:cs typeface="Nikosh" pitchFamily="2" charset="0"/>
              </a:rPr>
              <a:t>ম্যানেজমেন্ট এজেন্সী বা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SSK</a:t>
            </a:r>
            <a:r>
              <a:rPr lang="en-US" dirty="0">
                <a:latin typeface="Nikosh" pitchFamily="2" charset="0"/>
                <a:cs typeface="Nikosh" pitchFamily="2" charset="0"/>
              </a:rPr>
              <a:t> </a:t>
            </a:r>
            <a:r>
              <a:rPr lang="bn-IN" dirty="0">
                <a:latin typeface="Nikosh" pitchFamily="2" charset="0"/>
                <a:cs typeface="Nikosh" pitchFamily="2" charset="0"/>
              </a:rPr>
              <a:t>স্কিম অপারেটর</a:t>
            </a:r>
            <a:endParaRPr lang="en-US" dirty="0">
              <a:latin typeface="Nikosh" pitchFamily="2" charset="0"/>
              <a:cs typeface="Nikosh" pitchFamily="2" charset="0"/>
            </a:endParaRPr>
          </a:p>
        </p:txBody>
      </p:sp>
      <p:pic>
        <p:nvPicPr>
          <p:cNvPr id="5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600" y="1745674"/>
            <a:ext cx="4627419" cy="4426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3475619694"/>
              </p:ext>
            </p:extLst>
          </p:nvPr>
        </p:nvGraphicFramePr>
        <p:xfrm>
          <a:off x="507999" y="1690255"/>
          <a:ext cx="6437745" cy="44669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93B42-4584-445B-84E0-F228E6350A79}" type="datetime1">
              <a:rPr lang="en-US" smtClean="0"/>
              <a:t>12-Apr-23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615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0"/>
            <a:ext cx="5740400" cy="5715000"/>
          </a:xfrm>
          <a:prstGeom prst="rect">
            <a:avLst/>
          </a:prstGeom>
        </p:spPr>
      </p:pic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161210969"/>
              </p:ext>
            </p:extLst>
          </p:nvPr>
        </p:nvGraphicFramePr>
        <p:xfrm>
          <a:off x="5384800" y="533400"/>
          <a:ext cx="6299200" cy="1752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1912356871"/>
              </p:ext>
            </p:extLst>
          </p:nvPr>
        </p:nvGraphicFramePr>
        <p:xfrm>
          <a:off x="5384800" y="1828800"/>
          <a:ext cx="6299200" cy="1638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675469587"/>
              </p:ext>
            </p:extLst>
          </p:nvPr>
        </p:nvGraphicFramePr>
        <p:xfrm>
          <a:off x="5403273" y="3359730"/>
          <a:ext cx="6299200" cy="1638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16000" y="304800"/>
            <a:ext cx="7620000" cy="743712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 err="1" smtClean="0">
                <a:latin typeface="Nikosh" pitchFamily="2" charset="0"/>
                <a:cs typeface="Nikosh" pitchFamily="2" charset="0"/>
              </a:rPr>
              <a:t>এসএসকে</a:t>
            </a:r>
            <a:r>
              <a:rPr lang="en-US" sz="2000" b="1" dirty="0" smtClean="0">
                <a:latin typeface="Nikosh" pitchFamily="2" charset="0"/>
                <a:cs typeface="Nikosh" pitchFamily="2" charset="0"/>
              </a:rPr>
              <a:t>-র </a:t>
            </a:r>
            <a:r>
              <a:rPr lang="en-US" sz="2000" b="1" dirty="0" err="1" smtClean="0">
                <a:latin typeface="Nikosh" pitchFamily="2" charset="0"/>
                <a:cs typeface="Nikosh" pitchFamily="2" charset="0"/>
              </a:rPr>
              <a:t>বিদ্যমান</a:t>
            </a:r>
            <a:r>
              <a:rPr lang="en-US" sz="2000" b="1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000" b="1" dirty="0" err="1" smtClean="0">
                <a:latin typeface="Nikosh" pitchFamily="2" charset="0"/>
                <a:cs typeface="Nikosh" pitchFamily="2" charset="0"/>
              </a:rPr>
              <a:t>সফটওয়্যার</a:t>
            </a:r>
            <a:endParaRPr lang="en-US" sz="1600" b="1" dirty="0">
              <a:latin typeface="Nikosh" pitchFamily="2" charset="0"/>
              <a:cs typeface="Nikosh" pitchFamily="2" charset="0"/>
            </a:endParaRPr>
          </a:p>
        </p:txBody>
      </p:sp>
      <p:graphicFrame>
        <p:nvGraphicFramePr>
          <p:cNvPr id="12" name="Diagram 11"/>
          <p:cNvGraphicFramePr/>
          <p:nvPr>
            <p:extLst>
              <p:ext uri="{D42A27DB-BD31-4B8C-83A1-F6EECF244321}">
                <p14:modId xmlns:p14="http://schemas.microsoft.com/office/powerpoint/2010/main" val="2579269059"/>
              </p:ext>
            </p:extLst>
          </p:nvPr>
        </p:nvGraphicFramePr>
        <p:xfrm>
          <a:off x="5421747" y="4440385"/>
          <a:ext cx="6299200" cy="144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8" r:lo="rId19" r:qs="rId20" r:cs="rId21"/>
          </a:graphicData>
        </a:graphic>
      </p:graphicFrame>
      <p:graphicFrame>
        <p:nvGraphicFramePr>
          <p:cNvPr id="14" name="Diagram 13"/>
          <p:cNvGraphicFramePr/>
          <p:nvPr>
            <p:extLst>
              <p:ext uri="{D42A27DB-BD31-4B8C-83A1-F6EECF244321}">
                <p14:modId xmlns:p14="http://schemas.microsoft.com/office/powerpoint/2010/main" val="2039242207"/>
              </p:ext>
            </p:extLst>
          </p:nvPr>
        </p:nvGraphicFramePr>
        <p:xfrm>
          <a:off x="5421747" y="4939145"/>
          <a:ext cx="6299200" cy="144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3" r:lo="rId24" r:qs="rId25" r:cs="rId26"/>
          </a:graphicData>
        </a:graphic>
      </p:graphicFrame>
      <p:graphicFrame>
        <p:nvGraphicFramePr>
          <p:cNvPr id="15" name="Diagram 14"/>
          <p:cNvGraphicFramePr/>
          <p:nvPr>
            <p:extLst>
              <p:ext uri="{D42A27DB-BD31-4B8C-83A1-F6EECF244321}">
                <p14:modId xmlns:p14="http://schemas.microsoft.com/office/powerpoint/2010/main" val="2641013335"/>
              </p:ext>
            </p:extLst>
          </p:nvPr>
        </p:nvGraphicFramePr>
        <p:xfrm>
          <a:off x="5430980" y="5230105"/>
          <a:ext cx="6299200" cy="144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8" r:lo="rId29" r:qs="rId30" r:cs="rId31"/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C474A-EBF7-413F-8536-9DDFEA3A5D60}" type="datetime1">
              <a:rPr lang="en-US" smtClean="0"/>
              <a:t>12-Apr-23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80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12800" y="558800"/>
            <a:ext cx="10972800" cy="571500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এসএসকে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-র </a:t>
            </a:r>
            <a:r>
              <a:rPr lang="en-US" sz="2000" b="1" dirty="0" smtClean="0">
                <a:latin typeface="Nikosh" pitchFamily="2" charset="0"/>
                <a:cs typeface="Nikosh" pitchFamily="2" charset="0"/>
              </a:rPr>
              <a:t>BPL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রেজিস্ট্রেশন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এর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জন্য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ব্যবহৃত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বিদ্যমান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অ্যাপস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(২০১৬)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1663700"/>
            <a:ext cx="2463800" cy="38416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999" y="1663700"/>
            <a:ext cx="3435604" cy="38416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6400" y="1689100"/>
            <a:ext cx="3254149" cy="381623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12089-ED05-4BC6-BE21-5337B36EEB34}" type="datetime1">
              <a:rPr lang="en-US" smtClean="0"/>
              <a:t>12-Apr-23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1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12800" y="558800"/>
            <a:ext cx="10972800" cy="571500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5000" b="0" kern="120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এসএসকে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-র </a:t>
            </a:r>
            <a:r>
              <a:rPr lang="en-US" sz="2000" b="1" dirty="0" smtClean="0">
                <a:latin typeface="Nikosh" pitchFamily="2" charset="0"/>
                <a:cs typeface="Nikosh" pitchFamily="2" charset="0"/>
              </a:rPr>
              <a:t>BPL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রেজিস্ট্রেশন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এর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জন্য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ব্যবহৃত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বিদ্যমান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অ্যাপস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(২০২১)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371600"/>
            <a:ext cx="2133600" cy="2438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384300"/>
            <a:ext cx="2235200" cy="2438400"/>
          </a:xfrm>
          <a:prstGeom prst="rect">
            <a:avLst/>
          </a:prstGeom>
        </p:spPr>
      </p:pic>
      <p:pic>
        <p:nvPicPr>
          <p:cNvPr id="10" name="Content Placeholder 3"/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2" y="1371601"/>
            <a:ext cx="2133599" cy="2438400"/>
          </a:xfr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3706" y="1371602"/>
            <a:ext cx="2188295" cy="2438399"/>
          </a:xfrm>
          <a:prstGeom prst="rect">
            <a:avLst/>
          </a:prstGeom>
        </p:spPr>
      </p:pic>
      <p:pic>
        <p:nvPicPr>
          <p:cNvPr id="14" name="Picture 4" descr="C:\Users\HP\Downloads\appsscreenshot\Screenshot_20210506-013334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1384300"/>
            <a:ext cx="21336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7B0F2-0991-4C09-AF5A-406F8620B973}" type="datetime1">
              <a:rPr lang="en-US" smtClean="0"/>
              <a:t>12-Apr-23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3886200"/>
            <a:ext cx="2133600" cy="25603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667" y="3962400"/>
            <a:ext cx="2226733" cy="24841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3933190"/>
            <a:ext cx="2133600" cy="251333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3706" y="3928744"/>
            <a:ext cx="2188295" cy="251777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5200" y="3886200"/>
            <a:ext cx="2133600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455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1200" y="0"/>
            <a:ext cx="10972800" cy="1143000"/>
          </a:xfrm>
        </p:spPr>
        <p:txBody>
          <a:bodyPr>
            <a:noAutofit/>
          </a:bodyPr>
          <a:lstStyle/>
          <a:p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এসএসকে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-র </a:t>
            </a:r>
            <a:r>
              <a:rPr lang="en-US" sz="2400" b="1" dirty="0" err="1">
                <a:latin typeface="Nikosh" pitchFamily="2" charset="0"/>
                <a:cs typeface="Nikosh" pitchFamily="2" charset="0"/>
              </a:rPr>
              <a:t>বিদ্যমান</a:t>
            </a:r>
            <a:r>
              <a:rPr lang="en-US" sz="2400" b="1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সফটওয়্যার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এর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000" b="1" dirty="0" smtClean="0">
                <a:latin typeface="Nikosh" pitchFamily="2" charset="0"/>
                <a:cs typeface="Nikosh" pitchFamily="2" charset="0"/>
              </a:rPr>
              <a:t>Card Printing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মডিউল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এর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ইন্টারফেস</a:t>
            </a:r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200" y="1295400"/>
            <a:ext cx="6160072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34" y="1447801"/>
            <a:ext cx="4288367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508001" y="6165917"/>
            <a:ext cx="3974811" cy="40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SSK Card Printing Login Interface</a:t>
            </a:r>
            <a:endParaRPr lang="en-US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21A16-D160-4753-8F92-7BC61CB21993}" type="datetime1">
              <a:rPr lang="en-US" smtClean="0"/>
              <a:t>12-Apr-23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67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1143000"/>
          </a:xfrm>
        </p:spPr>
        <p:txBody>
          <a:bodyPr/>
          <a:lstStyle/>
          <a:p>
            <a:pPr algn="ctr"/>
            <a:r>
              <a:rPr lang="en-US" dirty="0" err="1" smtClean="0">
                <a:latin typeface="Nikosh" pitchFamily="2" charset="0"/>
                <a:cs typeface="Nikosh" pitchFamily="2" charset="0"/>
              </a:rPr>
              <a:t>এসএসকে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স্বাস্থ্য</a:t>
            </a:r>
            <a:r>
              <a:rPr lang="en-US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dirty="0" err="1" smtClean="0">
                <a:latin typeface="Nikosh" pitchFamily="2" charset="0"/>
                <a:cs typeface="Nikosh" pitchFamily="2" charset="0"/>
              </a:rPr>
              <a:t>কার্ড</a:t>
            </a:r>
            <a:endParaRPr lang="en-US" dirty="0">
              <a:latin typeface="Nikosh" pitchFamily="2" charset="0"/>
              <a:cs typeface="Nikosh" pitchFamily="2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4038601"/>
            <a:ext cx="9245600" cy="2194017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3200" y="1676401"/>
            <a:ext cx="9364133" cy="20593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Down Arrow 2"/>
          <p:cNvSpPr/>
          <p:nvPr/>
        </p:nvSpPr>
        <p:spPr>
          <a:xfrm>
            <a:off x="5994400" y="3733800"/>
            <a:ext cx="448733" cy="302895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DADB-56F5-41A5-81C8-870263A8DC52}" type="datetime1">
              <a:rPr lang="en-US" smtClean="0"/>
              <a:t>12-Apr-23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3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1356310"/>
            <a:ext cx="3627391" cy="19623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8493" y="1369010"/>
            <a:ext cx="3675743" cy="1949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199" y="4267200"/>
            <a:ext cx="3627391" cy="1949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401" y="1369009"/>
            <a:ext cx="3692137" cy="1982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8879" y="4292600"/>
            <a:ext cx="3627391" cy="1936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8993" y="4267199"/>
            <a:ext cx="3519545" cy="1949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972800" cy="1143000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এসএসকে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-র </a:t>
            </a:r>
            <a:r>
              <a:rPr lang="en-US" sz="2400" b="1" dirty="0" err="1">
                <a:latin typeface="Nikosh" pitchFamily="2" charset="0"/>
                <a:cs typeface="Nikosh" pitchFamily="2" charset="0"/>
              </a:rPr>
              <a:t>বিদ্যমান</a:t>
            </a:r>
            <a:r>
              <a:rPr lang="en-US" sz="2400" b="1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সফটওয়্যার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এর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বিভিন্ন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মডিউল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এর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Login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Interface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3199" y="3381442"/>
            <a:ext cx="3627391" cy="40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SSK Enrollment</a:t>
            </a:r>
            <a:endParaRPr lang="en-US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082667" y="3390900"/>
            <a:ext cx="3627391" cy="40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Hospital transaction</a:t>
            </a:r>
            <a:endParaRPr lang="en-US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026401" y="3425892"/>
            <a:ext cx="3627391" cy="40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SSK_CLAIM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3200" y="6271040"/>
            <a:ext cx="3627391" cy="40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SSK_HMIS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95810" y="6296440"/>
            <a:ext cx="3627391" cy="40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SSK_ADMIN</a:t>
            </a:r>
            <a:endParaRPr lang="en-US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198993" y="6328605"/>
            <a:ext cx="3627391" cy="40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SSK_MIS_ DASHBOARD</a:t>
            </a:r>
            <a:endParaRPr lang="en-US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828BF-50FD-455E-BA5D-4FB9AED491DE}" type="datetime1">
              <a:rPr lang="en-US" smtClean="0"/>
              <a:t>12-Apr-23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63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196" y="685800"/>
            <a:ext cx="10972800" cy="457200"/>
          </a:xfrm>
        </p:spPr>
        <p:txBody>
          <a:bodyPr>
            <a:noAutofit/>
          </a:bodyPr>
          <a:lstStyle/>
          <a:p>
            <a:pPr algn="ctr"/>
            <a:r>
              <a:rPr lang="en-US" sz="2000" b="1" dirty="0" err="1" smtClean="0">
                <a:latin typeface="Nikosh" pitchFamily="2" charset="0"/>
                <a:cs typeface="Nikosh" pitchFamily="2" charset="0"/>
              </a:rPr>
              <a:t>এসএসকে</a:t>
            </a:r>
            <a:r>
              <a:rPr lang="en-US" sz="2000" b="1" dirty="0" smtClean="0">
                <a:latin typeface="Nikosh" pitchFamily="2" charset="0"/>
                <a:cs typeface="Nikosh" pitchFamily="2" charset="0"/>
              </a:rPr>
              <a:t> - র  </a:t>
            </a:r>
            <a:r>
              <a:rPr lang="en-US" sz="2000" b="1" dirty="0" err="1" smtClean="0">
                <a:latin typeface="Nikosh" pitchFamily="2" charset="0"/>
                <a:cs typeface="Nikosh" pitchFamily="2" charset="0"/>
              </a:rPr>
              <a:t>বিদ্যমান</a:t>
            </a:r>
            <a:r>
              <a:rPr lang="en-US" sz="2000" b="1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2000" b="1" dirty="0" err="1" smtClean="0">
                <a:latin typeface="Nikosh" pitchFamily="2" charset="0"/>
                <a:cs typeface="Nikosh" pitchFamily="2" charset="0"/>
              </a:rPr>
              <a:t>সফটওয়্যার</a:t>
            </a:r>
            <a:r>
              <a:rPr lang="en-US" sz="2000" b="1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2000" b="1" dirty="0" err="1" smtClean="0">
                <a:latin typeface="Nikosh" pitchFamily="2" charset="0"/>
                <a:cs typeface="Nikosh" pitchFamily="2" charset="0"/>
              </a:rPr>
              <a:t>এর</a:t>
            </a:r>
            <a:r>
              <a:rPr lang="en-US" sz="2000" b="1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Enrollment  &amp;  Transaction  Module  Interface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0" y="1524000"/>
            <a:ext cx="4876800" cy="4800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1" y="1524001"/>
            <a:ext cx="6124596" cy="4800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2439-8768-472B-AEDB-B68E1CE1E669}" type="datetime1">
              <a:rPr lang="en-US" smtClean="0"/>
              <a:t>12-Apr-23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382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524000"/>
            <a:ext cx="5384800" cy="5105400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562100"/>
            <a:ext cx="6105619" cy="506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711200" y="609600"/>
            <a:ext cx="10972800" cy="533400"/>
          </a:xfrm>
        </p:spPr>
        <p:txBody>
          <a:bodyPr>
            <a:noAutofit/>
          </a:bodyPr>
          <a:lstStyle/>
          <a:p>
            <a:pPr algn="ctr"/>
            <a:r>
              <a:rPr lang="en-US" sz="1800" b="1" dirty="0" err="1" smtClean="0">
                <a:latin typeface="Nikosh" pitchFamily="2" charset="0"/>
                <a:cs typeface="Nikosh" pitchFamily="2" charset="0"/>
              </a:rPr>
              <a:t>এসএসকে</a:t>
            </a:r>
            <a:r>
              <a:rPr lang="en-US" sz="1800" b="1" dirty="0" smtClean="0">
                <a:latin typeface="Nikosh" pitchFamily="2" charset="0"/>
                <a:cs typeface="Nikosh" pitchFamily="2" charset="0"/>
              </a:rPr>
              <a:t> - র  </a:t>
            </a:r>
            <a:r>
              <a:rPr lang="en-US" sz="1800" b="1" dirty="0" err="1" smtClean="0">
                <a:latin typeface="Nikosh" pitchFamily="2" charset="0"/>
                <a:cs typeface="Nikosh" pitchFamily="2" charset="0"/>
              </a:rPr>
              <a:t>বিদ্যমান</a:t>
            </a:r>
            <a:r>
              <a:rPr lang="en-US" sz="1800" b="1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1800" b="1" dirty="0" err="1" smtClean="0">
                <a:latin typeface="Nikosh" pitchFamily="2" charset="0"/>
                <a:cs typeface="Nikosh" pitchFamily="2" charset="0"/>
              </a:rPr>
              <a:t>সফটওয়্যার</a:t>
            </a:r>
            <a:r>
              <a:rPr lang="en-US" sz="1800" b="1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1800" b="1" dirty="0" err="1" smtClean="0">
                <a:latin typeface="Nikosh" pitchFamily="2" charset="0"/>
                <a:cs typeface="Nikosh" pitchFamily="2" charset="0"/>
              </a:rPr>
              <a:t>এর</a:t>
            </a:r>
            <a:r>
              <a:rPr lang="en-US" sz="1800" b="1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OPD/IPD  &amp;  Hospital  Automation  module  interface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9AA74-A8DF-430E-99A0-448699DF8CB6}" type="datetime1">
              <a:rPr lang="en-US" smtClean="0"/>
              <a:t>12-Apr-23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575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1447800"/>
            <a:ext cx="579120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936" y="1447800"/>
            <a:ext cx="5723464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711200" y="0"/>
            <a:ext cx="10972800" cy="1143000"/>
          </a:xfrm>
        </p:spPr>
        <p:txBody>
          <a:bodyPr>
            <a:noAutofit/>
          </a:bodyPr>
          <a:lstStyle/>
          <a:p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এসএসকে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-র 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বিদ্যমান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সফটওয়্যার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এর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2000" b="1" dirty="0" smtClean="0">
                <a:latin typeface="Nikosh" pitchFamily="2" charset="0"/>
                <a:cs typeface="Nikosh" pitchFamily="2" charset="0"/>
              </a:rPr>
              <a:t>Claim  &amp;  Admin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মডিউল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এর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ইন্টারফেস</a:t>
            </a:r>
            <a:endParaRPr 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C364C-DF5C-4268-B6F7-E439F44EB94D}" type="datetime1">
              <a:rPr lang="en-US" smtClean="0"/>
              <a:t>12-Apr-23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87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01" y="1676402"/>
            <a:ext cx="11344679" cy="4648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828800" y="152400"/>
            <a:ext cx="8839200" cy="1143000"/>
          </a:xfrm>
        </p:spPr>
        <p:txBody>
          <a:bodyPr>
            <a:noAutofit/>
          </a:bodyPr>
          <a:lstStyle/>
          <a:p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এসএসকে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-র 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বিদ্যমান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সফটওয়্যার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2400" b="1" dirty="0" err="1" smtClean="0">
                <a:latin typeface="Nikosh" pitchFamily="2" charset="0"/>
                <a:cs typeface="Nikosh" pitchFamily="2" charset="0"/>
              </a:rPr>
              <a:t>এর</a:t>
            </a:r>
            <a:r>
              <a:rPr lang="en-US" sz="2400" b="1" dirty="0" smtClean="0">
                <a:latin typeface="Nikosh" pitchFamily="2" charset="0"/>
                <a:cs typeface="Nikosh" pitchFamily="2" charset="0"/>
              </a:rPr>
              <a:t> 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MIS  Module 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Interface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3FAA9-95AD-468A-88EB-A39054FB9DA7}" type="datetime1">
              <a:rPr lang="en-US" smtClean="0"/>
              <a:t>12-Apr-23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785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143000"/>
          </a:xfrm>
        </p:spPr>
        <p:txBody>
          <a:bodyPr/>
          <a:lstStyle/>
          <a:p>
            <a:r>
              <a:rPr lang="bn-IN" dirty="0">
                <a:latin typeface="Nikosh" pitchFamily="2" charset="0"/>
                <a:cs typeface="Nikosh" pitchFamily="2" charset="0"/>
              </a:rPr>
              <a:t>এসএসকে সেবা প্রদান পদ্ধতিঃ</a:t>
            </a:r>
            <a:endParaRPr lang="en-US" dirty="0">
              <a:latin typeface="Nikosh" pitchFamily="2" charset="0"/>
              <a:cs typeface="Nikosh" pitchFamily="2" charset="0"/>
            </a:endParaRPr>
          </a:p>
        </p:txBody>
      </p:sp>
      <p:pic>
        <p:nvPicPr>
          <p:cNvPr id="1026" name="Picture 2" descr="D:\স্বাস্থ্য অর্থনীতি ইউনিট\এসএসকে\SSK Consultant\ডাঃ বাশার\SSK Proces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1524000"/>
            <a:ext cx="11988800" cy="5224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0" descr="C:\Program Files\wpclipart\blanks\blank_notes\hand_with_blank_card_T.png">
            <a:extLst>
              <a:ext uri="{FF2B5EF4-FFF2-40B4-BE49-F238E27FC236}">
                <a16:creationId xmlns:a16="http://schemas.microsoft.com/office/drawing/2014/main" xmlns="" id="{FA394325-241E-4C16-9DC7-BB2F5F996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9283" y="2260271"/>
            <a:ext cx="121914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F1225-C649-405F-8C97-DD109D896A52}" type="datetime1">
              <a:rPr lang="en-US" smtClean="0"/>
              <a:t>12-Apr-23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3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26678"/>
            <a:ext cx="10972800" cy="1161242"/>
          </a:xfrm>
        </p:spPr>
        <p:txBody>
          <a:bodyPr anchor="ctr" anchorCtr="1">
            <a:noAutofit/>
          </a:bodyPr>
          <a:lstStyle/>
          <a:p>
            <a:r>
              <a:rPr lang="en-US" sz="3200" b="1" dirty="0" err="1" smtClean="0">
                <a:effectLst/>
                <a:latin typeface="Nikosh" pitchFamily="2" charset="0"/>
                <a:cs typeface="Nikosh" pitchFamily="2" charset="0"/>
              </a:rPr>
              <a:t>ধাপঃ</a:t>
            </a:r>
            <a:r>
              <a:rPr lang="en-US" sz="3200" b="1" dirty="0" smtClean="0">
                <a:effectLst/>
                <a:latin typeface="Nikosh" pitchFamily="2" charset="0"/>
                <a:cs typeface="Nikosh" pitchFamily="2" charset="0"/>
              </a:rPr>
              <a:t> </a:t>
            </a:r>
            <a:r>
              <a:rPr lang="en-US" sz="3200" b="1" dirty="0">
                <a:effectLst/>
                <a:latin typeface="Nikosh" pitchFamily="2" charset="0"/>
                <a:cs typeface="Nikosh" pitchFamily="2" charset="0"/>
              </a:rPr>
              <a:t>০১ </a:t>
            </a:r>
            <a:br>
              <a:rPr lang="en-US" sz="3200" b="1" dirty="0">
                <a:effectLst/>
                <a:latin typeface="Nikosh" pitchFamily="2" charset="0"/>
                <a:cs typeface="Nikosh" pitchFamily="2" charset="0"/>
              </a:rPr>
            </a:br>
            <a:r>
              <a:rPr lang="bn-BD" sz="3200" b="1" dirty="0">
                <a:effectLst/>
                <a:latin typeface="Nikosh" pitchFamily="2" charset="0"/>
                <a:cs typeface="Nikosh" pitchFamily="2" charset="0"/>
              </a:rPr>
              <a:t>এসএসকে কার্ডধারী  </a:t>
            </a:r>
            <a:r>
              <a:rPr lang="en-US" sz="3200" b="1" dirty="0" err="1" smtClean="0">
                <a:effectLst/>
                <a:latin typeface="Nikosh" pitchFamily="2" charset="0"/>
                <a:cs typeface="Nikosh" pitchFamily="2" charset="0"/>
              </a:rPr>
              <a:t>রোগী</a:t>
            </a:r>
            <a:r>
              <a:rPr lang="en-US" sz="3200" b="1" dirty="0" smtClean="0">
                <a:effectLst/>
                <a:latin typeface="Nikosh" pitchFamily="2" charset="0"/>
                <a:cs typeface="Nikosh" pitchFamily="2" charset="0"/>
              </a:rPr>
              <a:t> </a:t>
            </a:r>
            <a:r>
              <a:rPr lang="bn-BD" sz="3200" b="1" dirty="0" smtClean="0">
                <a:effectLst/>
                <a:latin typeface="Nikosh" pitchFamily="2" charset="0"/>
                <a:cs typeface="Nikosh" pitchFamily="2" charset="0"/>
              </a:rPr>
              <a:t>চিকিৎসার  </a:t>
            </a:r>
            <a:r>
              <a:rPr lang="bn-BD" sz="3200" b="1" dirty="0">
                <a:effectLst/>
                <a:latin typeface="Nikosh" pitchFamily="2" charset="0"/>
                <a:cs typeface="Nikosh" pitchFamily="2" charset="0"/>
              </a:rPr>
              <a:t>জন্য স্বাস্থ্য কার্ড নিয়ে এসএসকে বুথে আগমন</a:t>
            </a:r>
            <a:r>
              <a:rPr lang="as-IN" sz="2000" b="1" dirty="0"/>
              <a:t/>
            </a:r>
            <a:br>
              <a:rPr lang="as-IN" sz="2000" b="1" dirty="0"/>
            </a:br>
            <a:endParaRPr lang="en-US" sz="2000" dirty="0"/>
          </a:p>
        </p:txBody>
      </p:sp>
      <p:sp>
        <p:nvSpPr>
          <p:cNvPr id="7" name="AutoShape 2">
            <a:extLst>
              <a:ext uri="{FF2B5EF4-FFF2-40B4-BE49-F238E27FC236}">
                <a16:creationId xmlns="" xmlns:a16="http://schemas.microsoft.com/office/drawing/2014/main" id="{C5FAAF13-174B-D5CB-37CD-F012B349B9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92800" y="3276600"/>
            <a:ext cx="4064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3" name="Content Placeholder 12">
            <a:extLst>
              <a:ext uri="{FF2B5EF4-FFF2-40B4-BE49-F238E27FC236}">
                <a16:creationId xmlns="" xmlns:a16="http://schemas.microsoft.com/office/drawing/2014/main" id="{D9995952-A8E5-4E47-6DDF-9379715690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01" y="3267377"/>
            <a:ext cx="4320479" cy="330050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901425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Nikosh" pitchFamily="2" charset="0"/>
                <a:cs typeface="Nikosh" pitchFamily="2" charset="0"/>
              </a:rPr>
              <a:t>ধাপঃ</a:t>
            </a:r>
            <a:r>
              <a:rPr lang="en-US" dirty="0">
                <a:latin typeface="Nikosh" pitchFamily="2" charset="0"/>
                <a:cs typeface="Nikosh" pitchFamily="2" charset="0"/>
              </a:rPr>
              <a:t> ০২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40768"/>
            <a:ext cx="10972800" cy="1074886"/>
          </a:xfrm>
        </p:spPr>
        <p:txBody>
          <a:bodyPr>
            <a:noAutofit/>
          </a:bodyPr>
          <a:lstStyle/>
          <a:p>
            <a:r>
              <a:rPr lang="bn-BD" sz="2800" b="1" dirty="0">
                <a:solidFill>
                  <a:schemeClr val="tx2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এসএসকে কার্ড নম্বর  স্ক্যান অথবা টাইপ পূর্বক কার্ডধারী/ সদস্য চিহ্নিত করন</a:t>
            </a:r>
            <a:r>
              <a:rPr lang="en-US" sz="2800" b="1" dirty="0">
                <a:solidFill>
                  <a:schemeClr val="tx2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।</a:t>
            </a:r>
            <a:endParaRPr lang="en-US" sz="2800" b="1" dirty="0">
              <a:solidFill>
                <a:schemeClr val="tx2"/>
              </a:solidFill>
            </a:endParaRPr>
          </a:p>
          <a:p>
            <a:r>
              <a:rPr lang="bn-BD" sz="2800" b="1" dirty="0">
                <a:solidFill>
                  <a:schemeClr val="tx2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ফিঙ্গারপ্রিন্ট যাচাইয়ের মাধ্যমে সদস্য নিশ্চিত করন</a:t>
            </a:r>
            <a:r>
              <a:rPr lang="en-US" sz="2800" b="1" dirty="0" smtClean="0">
                <a:solidFill>
                  <a:schemeClr val="tx2"/>
                </a:solidFill>
                <a:latin typeface="Nikosh" panose="02000000000000000000" pitchFamily="2" charset="0"/>
                <a:cs typeface="Nikosh" panose="02000000000000000000" pitchFamily="2" charset="0"/>
              </a:rPr>
              <a:t>।</a:t>
            </a:r>
            <a:endParaRPr lang="en-US" sz="2800" b="1" dirty="0">
              <a:solidFill>
                <a:schemeClr val="tx2"/>
              </a:solidFill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8CE76A2-97B0-DE36-597B-AB324B5BDC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1682" y="2210939"/>
            <a:ext cx="8164394" cy="4592472"/>
          </a:xfrm>
          <a:prstGeom prst="ellipse">
            <a:avLst/>
          </a:prstGeom>
          <a:ln>
            <a:noFill/>
          </a:ln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2642028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7495"/>
            <a:ext cx="10972800" cy="857250"/>
          </a:xfrm>
        </p:spPr>
        <p:txBody>
          <a:bodyPr/>
          <a:lstStyle/>
          <a:p>
            <a:r>
              <a:rPr lang="en-US" dirty="0" err="1">
                <a:latin typeface="Nikosh" pitchFamily="2" charset="0"/>
                <a:cs typeface="Nikosh" pitchFamily="2" charset="0"/>
              </a:rPr>
              <a:t>ধাপঃ</a:t>
            </a:r>
            <a:r>
              <a:rPr lang="en-US" dirty="0">
                <a:latin typeface="Nikosh" pitchFamily="2" charset="0"/>
                <a:cs typeface="Nikosh" pitchFamily="2" charset="0"/>
              </a:rPr>
              <a:t> ০৩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707" y="1349218"/>
            <a:ext cx="10972800" cy="1216562"/>
          </a:xfrm>
        </p:spPr>
        <p:txBody>
          <a:bodyPr>
            <a:normAutofit lnSpcReduction="10000"/>
          </a:bodyPr>
          <a:lstStyle/>
          <a:p>
            <a:r>
              <a:rPr lang="bn-IN" sz="2800" dirty="0">
                <a:solidFill>
                  <a:schemeClr val="tx2"/>
                </a:solidFill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এসএসকে সফটওয়্যার এর </a:t>
            </a:r>
            <a:r>
              <a:rPr lang="bn-IN" sz="2800" dirty="0" smtClean="0">
                <a:solidFill>
                  <a:schemeClr val="tx2"/>
                </a:solidFill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মাধ্য</a:t>
            </a:r>
            <a:r>
              <a:rPr lang="en-US" sz="2800" dirty="0" err="1" smtClean="0">
                <a:solidFill>
                  <a:schemeClr val="tx2"/>
                </a:solidFill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মে</a:t>
            </a:r>
            <a:r>
              <a:rPr lang="bn-IN" sz="2800" dirty="0" smtClean="0">
                <a:solidFill>
                  <a:schemeClr val="tx2"/>
                </a:solidFill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 </a:t>
            </a:r>
            <a:r>
              <a:rPr lang="bn-IN" sz="2800" dirty="0">
                <a:solidFill>
                  <a:schemeClr val="tx2"/>
                </a:solidFill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এসএসকে </a:t>
            </a:r>
            <a:r>
              <a:rPr lang="bn-IN" sz="2800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সেবাগ্রহীতাকে রেজিস্ট্রেশন</a:t>
            </a:r>
            <a:r>
              <a:rPr lang="en-US" sz="2800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পরবর্তী</a:t>
            </a:r>
            <a:r>
              <a:rPr lang="bn-IN" sz="2800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 স্লিপ </a:t>
            </a:r>
            <a:r>
              <a:rPr lang="en-US" sz="2800" dirty="0" err="1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itchFamily="2" charset="0"/>
              </a:rPr>
              <a:t>প্রিন্টকরে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itchFamily="2" charset="0"/>
              </a:rPr>
              <a:t> </a:t>
            </a:r>
            <a:r>
              <a:rPr lang="bn-IN" sz="2800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প্রদান </a:t>
            </a:r>
            <a:r>
              <a:rPr lang="en-US" sz="2800" dirty="0">
                <a:solidFill>
                  <a:schemeClr val="tx2"/>
                </a:solidFill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। </a:t>
            </a:r>
            <a:r>
              <a:rPr lang="en-US" sz="2800" dirty="0" smtClean="0">
                <a:solidFill>
                  <a:schemeClr val="tx2"/>
                </a:solidFill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(</a:t>
            </a:r>
            <a:r>
              <a:rPr lang="en-US" sz="2800" dirty="0" smtClean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https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://</a:t>
            </a:r>
            <a:r>
              <a:rPr lang="en-US" sz="2800" dirty="0" smtClean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ssk.dghs.gov.bd:85/Login.aspx</a:t>
            </a:r>
            <a:r>
              <a:rPr lang="en-US" sz="2800" dirty="0" smtClean="0">
                <a:solidFill>
                  <a:schemeClr val="tx2"/>
                </a:solidFill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)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itchFamily="2" charset="0"/>
              </a:rPr>
              <a:t/>
            </a:r>
            <a:b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itchFamily="2" charset="0"/>
              </a:rPr>
            </a:br>
            <a:endParaRPr lang="en-US" dirty="0">
              <a:solidFill>
                <a:schemeClr val="tx2"/>
              </a:solidFill>
              <a:latin typeface="Nikosh" pitchFamily="2" charset="0"/>
              <a:cs typeface="Nikosh" pitchFamily="2" charset="0"/>
            </a:endParaRPr>
          </a:p>
          <a:p>
            <a:endParaRPr lang="en-US" dirty="0">
              <a:solidFill>
                <a:schemeClr val="tx2"/>
              </a:solidFill>
              <a:latin typeface="Nikosh" pitchFamily="2" charset="0"/>
              <a:cs typeface="Nikosh" pitchFamily="2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6901" y="2702256"/>
            <a:ext cx="6105099" cy="4091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78" y="2702256"/>
            <a:ext cx="5595581" cy="4155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0641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ধাপঃ</a:t>
            </a:r>
            <a:r>
              <a:rPr lang="en-US" dirty="0"/>
              <a:t> ০৪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56792"/>
            <a:ext cx="10972800" cy="46026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n-IN" sz="2800" dirty="0">
                <a:solidFill>
                  <a:schemeClr val="tx2"/>
                </a:solidFill>
                <a:effectLst/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এসএসকে </a:t>
            </a:r>
            <a:r>
              <a:rPr lang="en-US" sz="2800" dirty="0" err="1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রেজিষ্টারে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bn-IN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সেবাগ্রহীতার তথ্য সংরক্ষন করা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। </a:t>
            </a:r>
            <a:r>
              <a:rPr lang="en-US" sz="2800" dirty="0" err="1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তথ্যগুলি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হচ্ছে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- </a:t>
            </a:r>
          </a:p>
          <a:p>
            <a:pPr marL="457108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(ক) </a:t>
            </a:r>
            <a:r>
              <a:rPr lang="en-US" sz="2800" dirty="0" err="1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রোগীর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নাম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</a:p>
          <a:p>
            <a:pPr marL="457108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(খ) </a:t>
            </a:r>
            <a:r>
              <a:rPr lang="en-US" sz="2800" dirty="0" err="1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মোবাইল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নং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</a:p>
          <a:p>
            <a:pPr marL="457108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(গ) </a:t>
            </a:r>
            <a:r>
              <a:rPr lang="en-US" sz="2800" dirty="0" err="1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স্বাস্থ্য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কার্ড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নং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</a:p>
          <a:p>
            <a:pPr marL="457108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(ঘ) </a:t>
            </a:r>
            <a:r>
              <a:rPr lang="en-US" sz="2800" dirty="0" err="1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ভর্তির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তারিখ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এবং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সময়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</a:p>
          <a:p>
            <a:pPr marL="457108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(ঙ) </a:t>
            </a:r>
            <a:r>
              <a:rPr lang="en-US" sz="2800" dirty="0" err="1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রোগের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ধরন</a:t>
            </a:r>
            <a:endParaRPr lang="en-US" sz="2800" dirty="0">
              <a:solidFill>
                <a:schemeClr val="tx2"/>
              </a:solidFill>
              <a:latin typeface="Times New Roman" pitchFamily="18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pPr marL="457108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(চ) </a:t>
            </a:r>
            <a:r>
              <a:rPr lang="en-US" sz="2800" dirty="0" err="1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আইসিডি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কোড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</a:p>
          <a:p>
            <a:pPr marL="457108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(ছ) </a:t>
            </a:r>
            <a:r>
              <a:rPr lang="en-US" sz="2800" dirty="0" err="1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বাড়ির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ঠিকানা</a:t>
            </a: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</a:p>
          <a:p>
            <a:pPr marL="457108" lvl="1" indent="0">
              <a:buNone/>
            </a:pPr>
            <a:r>
              <a:rPr lang="en-US" sz="2800" dirty="0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(জ) </a:t>
            </a:r>
            <a:r>
              <a:rPr lang="en-US" sz="2800" dirty="0" err="1">
                <a:solidFill>
                  <a:schemeClr val="tx2"/>
                </a:solidFill>
                <a:latin typeface="Times New Roman" pitchFamily="18" charset="0"/>
                <a:ea typeface="Calibri" panose="020F0502020204030204" pitchFamily="34" charset="0"/>
                <a:cs typeface="Nikosh" panose="02000000000000000000" pitchFamily="2" charset="0"/>
              </a:rPr>
              <a:t>বয়স</a:t>
            </a:r>
            <a:endParaRPr lang="en-US" sz="2800" dirty="0">
              <a:solidFill>
                <a:schemeClr val="tx2"/>
              </a:solidFill>
              <a:latin typeface="Times New Roman" pitchFamily="18" charset="0"/>
              <a:ea typeface="Calibri" panose="020F0502020204030204" pitchFamily="34" charset="0"/>
              <a:cs typeface="Nikosh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44686D1B-E9FF-57BC-7B5D-4B1B196E3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118" y="3355492"/>
            <a:ext cx="4430284" cy="312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664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ধাপঃ</a:t>
            </a:r>
            <a:r>
              <a:rPr lang="en-US" dirty="0"/>
              <a:t> ০৫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81968"/>
            <a:ext cx="5750257" cy="5040560"/>
          </a:xfrm>
        </p:spPr>
        <p:txBody>
          <a:bodyPr>
            <a:noAutofit/>
          </a:bodyPr>
          <a:lstStyle/>
          <a:p>
            <a:r>
              <a:rPr lang="en-US" sz="2800" dirty="0" err="1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এসএসকে</a:t>
            </a:r>
            <a:r>
              <a:rPr lang="en-US" sz="2800" dirty="0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সেবাগ্রহীতা</a:t>
            </a:r>
            <a:r>
              <a:rPr lang="en-US" sz="2800" dirty="0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/ </a:t>
            </a:r>
            <a:r>
              <a:rPr lang="bn-IN" sz="28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রোগীকে </a:t>
            </a:r>
            <a:r>
              <a:rPr lang="en-US" sz="2800" dirty="0" err="1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রেজিস্ট্রেশন</a:t>
            </a:r>
            <a:r>
              <a:rPr lang="en-US" sz="28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স্লিপ</a:t>
            </a:r>
            <a:r>
              <a:rPr lang="en-US" sz="28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/ </a:t>
            </a:r>
            <a:r>
              <a:rPr lang="bn-IN" sz="28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টিকেট 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প্রদান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endParaRPr lang="en-US" sz="2800" dirty="0" smtClean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4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(</a:t>
            </a:r>
            <a:r>
              <a:rPr lang="bn-IN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টিকেটে বহি</a:t>
            </a:r>
            <a:r>
              <a:rPr lang="en-US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:</a:t>
            </a:r>
            <a:r>
              <a:rPr lang="bn-IN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বিভাগে</a:t>
            </a:r>
            <a:r>
              <a:rPr lang="en-US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র  </a:t>
            </a:r>
            <a:r>
              <a:rPr lang="bn-IN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মেডিকেল </a:t>
            </a:r>
            <a:r>
              <a:rPr lang="bn-IN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অফিসা</a:t>
            </a:r>
            <a:r>
              <a:rPr lang="en-US" dirty="0" err="1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রের</a:t>
            </a:r>
            <a:r>
              <a:rPr lang="en-US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dirty="0" err="1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কক্ষ</a:t>
            </a:r>
            <a:r>
              <a:rPr lang="bn-IN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নম্বর </a:t>
            </a:r>
            <a:r>
              <a:rPr lang="bn-IN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লিখে </a:t>
            </a:r>
            <a:endParaRPr lang="en-US" dirty="0" smtClean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dirty="0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 </a:t>
            </a:r>
            <a:r>
              <a:rPr lang="en-US" dirty="0" err="1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নির্দিষ্ট</a:t>
            </a:r>
            <a:r>
              <a:rPr lang="en-US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dirty="0" err="1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কক্ষে</a:t>
            </a:r>
            <a:r>
              <a:rPr lang="en-US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dirty="0" err="1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যাওয়ার</a:t>
            </a:r>
            <a:r>
              <a:rPr lang="en-US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dirty="0" err="1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জন্য</a:t>
            </a:r>
            <a:r>
              <a:rPr lang="en-US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dirty="0" err="1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অনুরোধ</a:t>
            </a:r>
            <a:r>
              <a:rPr lang="en-US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dirty="0" err="1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করা</a:t>
            </a:r>
            <a:r>
              <a:rPr lang="en-US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dirty="0" err="1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হয়</a:t>
            </a:r>
            <a:r>
              <a:rPr lang="en-US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4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)</a:t>
            </a:r>
          </a:p>
          <a:p>
            <a:pPr marL="0" indent="0">
              <a:buNone/>
            </a:pPr>
            <a:endParaRPr lang="en-US" sz="2800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sz="2800" dirty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বহি</a:t>
            </a:r>
            <a:r>
              <a:rPr lang="en-US" sz="2800" dirty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:</a:t>
            </a:r>
            <a:r>
              <a:rPr lang="bn-IN" sz="2800" dirty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বিভাগের মেডিকেল </a:t>
            </a:r>
            <a:r>
              <a:rPr lang="bn-IN" sz="28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অফিসার</a:t>
            </a:r>
            <a:r>
              <a:rPr lang="en-US" sz="28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এর</a:t>
            </a:r>
            <a:r>
              <a:rPr lang="en-US" sz="28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bn-IN" sz="28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নিকট 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এসএসকে রোগীর </a:t>
            </a:r>
            <a:r>
              <a:rPr lang="en-US" sz="2800" dirty="0" err="1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আগমন</a:t>
            </a:r>
            <a:r>
              <a:rPr lang="en-US" sz="28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US" sz="2800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endParaRPr lang="en-US" sz="2400" dirty="0">
              <a:solidFill>
                <a:schemeClr val="tx2"/>
              </a:solidFill>
            </a:endParaRPr>
          </a:p>
        </p:txBody>
      </p:sp>
      <p:pic>
        <p:nvPicPr>
          <p:cNvPr id="2052" name="Picture 4" descr="চিকিতসক (ফাইল ছবি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2436" y="1624084"/>
            <a:ext cx="5828494" cy="455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0720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88640"/>
            <a:ext cx="10972800" cy="929258"/>
          </a:xfrm>
        </p:spPr>
        <p:txBody>
          <a:bodyPr/>
          <a:lstStyle/>
          <a:p>
            <a:r>
              <a:rPr lang="en-US" dirty="0" err="1">
                <a:latin typeface="Nikosh" pitchFamily="2" charset="0"/>
                <a:cs typeface="Nikosh" pitchFamily="2" charset="0"/>
              </a:rPr>
              <a:t>ধাপঃ</a:t>
            </a:r>
            <a:r>
              <a:rPr lang="en-US" dirty="0">
                <a:latin typeface="Nikosh" pitchFamily="2" charset="0"/>
                <a:cs typeface="Nikosh" pitchFamily="2" charset="0"/>
              </a:rPr>
              <a:t> ০৬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644" y="1423081"/>
            <a:ext cx="5345374" cy="5073253"/>
          </a:xfrm>
        </p:spPr>
        <p:txBody>
          <a:bodyPr>
            <a:normAutofit lnSpcReduction="10000"/>
          </a:bodyPr>
          <a:lstStyle/>
          <a:p>
            <a:pPr algn="just"/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মেডিকেল অফিসার কর্তৃক </a:t>
            </a:r>
            <a:r>
              <a:rPr lang="bn-IN" sz="28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রোগী</a:t>
            </a:r>
            <a:r>
              <a:rPr lang="en-US" sz="28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র</a:t>
            </a:r>
            <a:r>
              <a:rPr lang="bn-IN" sz="28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পর্যবেক্ষন ও সেবার ধরন নির্ণয়</a:t>
            </a:r>
            <a:endParaRPr lang="en-US" sz="2800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pPr algn="just"/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রোগী পর্যবেক্ষন পূর্বক চিকিৎসা </a:t>
            </a:r>
            <a:r>
              <a:rPr lang="bn-IN" sz="28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সেবা</a:t>
            </a:r>
            <a:r>
              <a:rPr lang="en-US" sz="28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ও পরামর্শ প্রদান</a:t>
            </a:r>
            <a:endParaRPr lang="en-US" sz="2800" dirty="0">
              <a:solidFill>
                <a:schemeClr val="tx2"/>
              </a:solidFill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pPr algn="just"/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রোগী ভর্তিযোগ্য না হলে হাসপাতালের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সরকারী ঔষধ লিখে এবং ঔষধ গ্রহনের জন্য </a:t>
            </a:r>
            <a:r>
              <a:rPr lang="en-US" sz="2800" dirty="0" err="1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প্রেরণ</a:t>
            </a:r>
            <a:r>
              <a:rPr lang="hi-IN" sz="28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US" sz="2800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pPr algn="just"/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বহি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: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বিভাগে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(ভর্তিযোগ্য নয় এমন)  সেবাকৃত রোগী সরকারি ঔষধ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</a:t>
            </a:r>
            <a:r>
              <a:rPr lang="bn-IN" sz="28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গ্রহন 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পূর্বক বাড়িতে ফেরত যান</a:t>
            </a:r>
            <a:r>
              <a:rPr lang="hi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US" sz="2800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pPr algn="just"/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বহি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: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বিভাগে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রোগী ভর্তি যোগ্য হলে ভর্তির ধরন নির্ধারন করনঃ</a:t>
            </a:r>
            <a:endParaRPr lang="en-US" sz="2800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pPr marL="64008" indent="0" algn="just">
              <a:buNone/>
            </a:pPr>
            <a:endParaRPr lang="en-US" sz="2800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</p:txBody>
      </p:sp>
      <p:pic>
        <p:nvPicPr>
          <p:cNvPr id="3074" name="Picture 2" descr="করোনাভাইরাস: রোগী, চিকিৎসক, স্বেচ্ছাসেবীর প্রতি নেতিবাচক দৃষ্টিভঙ্গি কেন? -  BBC News বাংল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354" y="1588287"/>
            <a:ext cx="6405349" cy="519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3891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7494"/>
            <a:ext cx="10972800" cy="1145282"/>
          </a:xfrm>
        </p:spPr>
        <p:txBody>
          <a:bodyPr/>
          <a:lstStyle/>
          <a:p>
            <a:r>
              <a:rPr lang="en-US" dirty="0" err="1">
                <a:latin typeface="Nikosh" pitchFamily="2" charset="0"/>
                <a:cs typeface="Nikosh" pitchFamily="2" charset="0"/>
              </a:rPr>
              <a:t>ধাপঃ</a:t>
            </a:r>
            <a:r>
              <a:rPr lang="en-US" dirty="0">
                <a:latin typeface="Nikosh" pitchFamily="2" charset="0"/>
                <a:cs typeface="Nikosh" pitchFamily="2" charset="0"/>
              </a:rPr>
              <a:t> 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40768"/>
            <a:ext cx="10972800" cy="31683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n-IN" sz="2800" b="1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আন্ত</a:t>
            </a:r>
            <a:r>
              <a:rPr lang="en-US" sz="2800" b="1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:</a:t>
            </a:r>
            <a:r>
              <a:rPr lang="bn-IN" sz="2800" b="1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বিভাগ ভর্তি</a:t>
            </a:r>
            <a:r>
              <a:rPr lang="en-US" sz="2800" b="1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: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</a:t>
            </a:r>
            <a:r>
              <a:rPr lang="en-US" sz="2800" b="1" dirty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* </a:t>
            </a:r>
            <a:r>
              <a:rPr lang="en-US" sz="2800" dirty="0" err="1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রোগীকে</a:t>
            </a:r>
            <a:r>
              <a:rPr lang="en-US" sz="2800" dirty="0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র্ভতির</a:t>
            </a:r>
            <a:r>
              <a:rPr lang="en-US" sz="2800" dirty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জন্য</a:t>
            </a:r>
            <a:r>
              <a:rPr lang="en-US" sz="2800" dirty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জরুরী</a:t>
            </a:r>
            <a:r>
              <a:rPr lang="en-US" sz="2800" dirty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বিভাগে</a:t>
            </a:r>
            <a:r>
              <a:rPr lang="en-US" sz="2800" dirty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প্রেরণ</a:t>
            </a:r>
            <a:r>
              <a:rPr lang="en-US" sz="2800" dirty="0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এবং</a:t>
            </a:r>
            <a:r>
              <a:rPr lang="en-US" sz="2800" dirty="0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রোগীর</a:t>
            </a:r>
            <a:r>
              <a:rPr lang="en-US" sz="2800" dirty="0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এসএসকে</a:t>
            </a:r>
            <a:r>
              <a:rPr lang="en-US" sz="2800" dirty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বুথে</a:t>
            </a:r>
            <a:r>
              <a:rPr lang="en-US" sz="2800" dirty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আগমন</a:t>
            </a:r>
            <a:r>
              <a:rPr lang="en-US" sz="2800" dirty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b="1" dirty="0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                      * </a:t>
            </a:r>
            <a:r>
              <a:rPr lang="en-US" sz="2800" dirty="0" err="1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ভর্তি</a:t>
            </a:r>
            <a:r>
              <a:rPr lang="en-US" sz="28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রোগীর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ফর্ম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সফওয়্যারে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এবং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হার্ড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কপিতে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পূরন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করে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ভর্তি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সম্পন্ন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করা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</a:p>
        </p:txBody>
      </p:sp>
      <p:pic>
        <p:nvPicPr>
          <p:cNvPr id="4098" name="Picture 2" descr="করোনাভাইরাস: রোগী, চিকিৎসক, স্বেচ্ছাসেবীর প্রতি নেতিবাচক দৃষ্টিভঙ্গি কেন? -  BBC News বাংল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79" y="2530830"/>
            <a:ext cx="10467833" cy="3796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7929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7494"/>
            <a:ext cx="10972800" cy="1145282"/>
          </a:xfrm>
        </p:spPr>
        <p:txBody>
          <a:bodyPr/>
          <a:lstStyle/>
          <a:p>
            <a:r>
              <a:rPr lang="en-US" dirty="0" err="1">
                <a:latin typeface="Nikosh" pitchFamily="2" charset="0"/>
                <a:cs typeface="Nikosh" pitchFamily="2" charset="0"/>
              </a:rPr>
              <a:t>ধাপঃ</a:t>
            </a:r>
            <a:r>
              <a:rPr lang="en-US" dirty="0">
                <a:latin typeface="Nikosh" pitchFamily="2" charset="0"/>
                <a:cs typeface="Nikosh" pitchFamily="2" charset="0"/>
              </a:rPr>
              <a:t> ০৮ </a:t>
            </a:r>
            <a:r>
              <a:rPr lang="en-US" sz="4000" dirty="0">
                <a:latin typeface="Nikosh" pitchFamily="2" charset="0"/>
                <a:cs typeface="Nikosh" pitchFamily="2" charset="0"/>
              </a:rPr>
              <a:t>(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Referred</a:t>
            </a:r>
            <a:r>
              <a:rPr lang="en-US" sz="40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4000" dirty="0" err="1">
                <a:latin typeface="Nikosh" pitchFamily="2" charset="0"/>
                <a:cs typeface="Nikosh" pitchFamily="2" charset="0"/>
              </a:rPr>
              <a:t>এর</a:t>
            </a:r>
            <a:r>
              <a:rPr lang="en-US" sz="4000" dirty="0">
                <a:latin typeface="Nikosh" pitchFamily="2" charset="0"/>
                <a:cs typeface="Nikosh" pitchFamily="2" charset="0"/>
              </a:rPr>
              <a:t> </a:t>
            </a:r>
            <a:r>
              <a:rPr lang="en-US" sz="4000" dirty="0" err="1">
                <a:latin typeface="Nikosh" pitchFamily="2" charset="0"/>
                <a:cs typeface="Nikosh" pitchFamily="2" charset="0"/>
              </a:rPr>
              <a:t>ক্ষেত্রে</a:t>
            </a:r>
            <a:r>
              <a:rPr lang="en-US" sz="4000" dirty="0">
                <a:latin typeface="Nikosh" pitchFamily="2" charset="0"/>
                <a:cs typeface="Nikosh" pitchFamily="2" charset="0"/>
              </a:rPr>
              <a:t>)</a:t>
            </a:r>
            <a:endParaRPr lang="en-US" dirty="0">
              <a:latin typeface="Nikosh" pitchFamily="2" charset="0"/>
              <a:cs typeface="Nikosh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24744"/>
            <a:ext cx="10972800" cy="3456384"/>
          </a:xfrm>
        </p:spPr>
        <p:txBody>
          <a:bodyPr>
            <a:normAutofit/>
          </a:bodyPr>
          <a:lstStyle/>
          <a:p>
            <a:r>
              <a:rPr lang="bn-IN" sz="2400" b="1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জরুরী বিভাগ থেকে সরাসরি জেলা হাসপাতালে ভর্তির জন্য </a:t>
            </a:r>
            <a:r>
              <a:rPr lang="en-US" sz="2400" b="1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Referred</a:t>
            </a:r>
          </a:p>
          <a:p>
            <a:r>
              <a:rPr lang="bn-IN" sz="2400" b="1" dirty="0" smtClean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জরুরী </a:t>
            </a:r>
            <a:r>
              <a:rPr lang="bn-IN" sz="2400" b="1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ভর্তির জন্য</a:t>
            </a:r>
            <a:r>
              <a:rPr lang="en-US" sz="2400" b="1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 </a:t>
            </a:r>
            <a:r>
              <a:rPr lang="en-US" sz="2400" b="1" dirty="0">
                <a:solidFill>
                  <a:schemeClr val="tx2"/>
                </a:solidFill>
                <a:effectLst/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Referred</a:t>
            </a:r>
            <a:r>
              <a:rPr lang="en-US" sz="2400" b="1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 </a:t>
            </a:r>
            <a:r>
              <a:rPr lang="bn-IN" sz="2400" b="1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এর ক্ষেত্রে</a:t>
            </a:r>
            <a:r>
              <a:rPr lang="en-US" sz="2400" b="1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itchFamily="2" charset="0"/>
              </a:rPr>
              <a:t> (</a:t>
            </a:r>
            <a:r>
              <a:rPr lang="bn-IN" sz="2400" b="1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জেলা হাসপাতাল</a:t>
            </a:r>
            <a:r>
              <a:rPr lang="en-US" sz="2400" b="1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itchFamily="2" charset="0"/>
              </a:rPr>
              <a:t> ) </a:t>
            </a:r>
            <a:r>
              <a:rPr lang="bn-IN" sz="2400" b="1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লিখে এবং পরামর্শ দিয়ে জরুরী বিভাগের রুমে প্রেরন </a:t>
            </a:r>
            <a:endParaRPr lang="en-US" sz="2400" b="1" dirty="0" smtClean="0">
              <a:solidFill>
                <a:schemeClr val="tx2"/>
              </a:solidFill>
              <a:effectLst/>
              <a:latin typeface="Nikosh" pitchFamily="2" charset="0"/>
              <a:ea typeface="Calibri" panose="020F0502020204030204" pitchFamily="34" charset="0"/>
              <a:cs typeface="Nikosh" pitchFamily="2" charset="0"/>
            </a:endParaRPr>
          </a:p>
          <a:p>
            <a:r>
              <a:rPr lang="bn-IN" sz="2400" b="1" dirty="0" smtClean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জরুরী </a:t>
            </a:r>
            <a:r>
              <a:rPr lang="bn-IN" sz="2400" b="1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বিভাগের মেডিকেল অফিসার</a:t>
            </a:r>
            <a:r>
              <a:rPr lang="en-US" sz="2400" b="1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itchFamily="2" charset="0"/>
              </a:rPr>
              <a:t> ( </a:t>
            </a:r>
            <a:r>
              <a:rPr lang="bn-IN" sz="2400" b="1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সংশ্লিষ্ট হাসপাতাল</a:t>
            </a:r>
            <a:r>
              <a:rPr lang="en-US" sz="2400" b="1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itchFamily="2" charset="0"/>
              </a:rPr>
              <a:t>), </a:t>
            </a:r>
            <a:r>
              <a:rPr lang="bn-IN" sz="2400" b="1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এসএসকে রেফারেল ফরম পূরণ পূর্বক এবং সম্ভাব্য</a:t>
            </a:r>
            <a:r>
              <a:rPr lang="en-US" sz="2400" b="1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itchFamily="2" charset="0"/>
              </a:rPr>
              <a:t> ICD </a:t>
            </a:r>
            <a:r>
              <a:rPr lang="bn-IN" sz="2400" b="1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প্যাকেজ নির্ধারন করে জেলা হাসপাতাল জরুরী রেফারের ব্যবস্থা নেন</a:t>
            </a:r>
            <a:r>
              <a:rPr lang="hi-IN" sz="2400" b="1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। </a:t>
            </a:r>
            <a:r>
              <a:rPr lang="bn-IN" sz="2400" b="1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জরুরী প্রয়োজনে রোগীর অবস্থা বিবেচনা পূর্বক  কিছু সরকারি ঔষধ প্রদান করে থাকেন</a:t>
            </a:r>
            <a:r>
              <a:rPr lang="hi-IN" sz="2400" b="1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।</a:t>
            </a:r>
            <a:endParaRPr lang="en-US" sz="2400" b="1" dirty="0">
              <a:solidFill>
                <a:schemeClr val="tx2"/>
              </a:solidFill>
              <a:latin typeface="Nikosh" pitchFamily="2" charset="0"/>
              <a:ea typeface="Calibri" panose="020F0502020204030204" pitchFamily="34" charset="0"/>
              <a:cs typeface="Nikosh" pitchFamily="2" charset="0"/>
            </a:endParaRPr>
          </a:p>
          <a:p>
            <a:r>
              <a:rPr lang="bn-IN" sz="2400" b="1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প্রয়োজনে এসএসকে বুথ</a:t>
            </a:r>
            <a:r>
              <a:rPr lang="en-US" sz="2400" b="1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itchFamily="2" charset="0"/>
              </a:rPr>
              <a:t> ( </a:t>
            </a:r>
            <a:r>
              <a:rPr lang="bn-IN" sz="2400" b="1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সংশ্লিষ্ট হাসপাতাল</a:t>
            </a:r>
            <a:r>
              <a:rPr lang="en-US" sz="2400" b="1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itchFamily="2" charset="0"/>
              </a:rPr>
              <a:t>), </a:t>
            </a:r>
            <a:r>
              <a:rPr lang="bn-IN" sz="2400" b="1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জেলা হাসপাতাল এসএসকে বুথকে অবহিতকরন </a:t>
            </a:r>
            <a:r>
              <a:rPr lang="hi-IN" sz="2400" b="1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।</a:t>
            </a:r>
            <a:endParaRPr lang="en-US" sz="2800" b="1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A390F78-E27F-BC7E-71BE-B7A084F85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5917" y="3846964"/>
            <a:ext cx="7132744" cy="301103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80332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7494"/>
            <a:ext cx="10972800" cy="1145282"/>
          </a:xfrm>
        </p:spPr>
        <p:txBody>
          <a:bodyPr/>
          <a:lstStyle/>
          <a:p>
            <a:r>
              <a:rPr lang="en-US" dirty="0" err="1">
                <a:latin typeface="Nikosh" pitchFamily="2" charset="0"/>
                <a:cs typeface="Nikosh" pitchFamily="2" charset="0"/>
              </a:rPr>
              <a:t>ধাপঃ</a:t>
            </a:r>
            <a:r>
              <a:rPr lang="en-US" dirty="0">
                <a:latin typeface="Nikosh" pitchFamily="2" charset="0"/>
                <a:cs typeface="Nikosh" pitchFamily="2" charset="0"/>
              </a:rPr>
              <a:t> ০৯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24744"/>
            <a:ext cx="10972800" cy="3168352"/>
          </a:xfrm>
        </p:spPr>
        <p:txBody>
          <a:bodyPr>
            <a:normAutofit/>
          </a:bodyPr>
          <a:lstStyle/>
          <a:p>
            <a:r>
              <a:rPr lang="bn-IN" sz="2400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জেলা হাসপাতাল জরুরী রেফারের জন্য অ্যাম্বুলেন্স সার্ভিস সেবা প্রদান</a:t>
            </a:r>
            <a:r>
              <a:rPr lang="en-US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itchFamily="2" charset="0"/>
              </a:rPr>
              <a:t>:</a:t>
            </a:r>
          </a:p>
          <a:p>
            <a:r>
              <a:rPr lang="bn-IN" sz="2400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অ্যাম্বুলেন্স ড্রাইভারকে অবহিতকরন</a:t>
            </a:r>
            <a:r>
              <a:rPr lang="en-US" sz="2400" dirty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</a:p>
          <a:p>
            <a:r>
              <a:rPr lang="bn-IN" sz="2400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রোগীর তথ্য রেজিঃ করন</a:t>
            </a:r>
            <a:r>
              <a:rPr lang="en-US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itchFamily="2" charset="0"/>
              </a:rPr>
              <a:t> (</a:t>
            </a:r>
            <a:r>
              <a:rPr lang="bn-IN" sz="2400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ড্রাইভার কর্তৃক</a:t>
            </a:r>
            <a:r>
              <a:rPr lang="en-US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itchFamily="2" charset="0"/>
              </a:rPr>
              <a:t>, </a:t>
            </a:r>
            <a:r>
              <a:rPr lang="bn-IN" sz="2400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অ্যাম্বুলেন্স</a:t>
            </a:r>
            <a:r>
              <a:rPr lang="en-US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itchFamily="2" charset="0"/>
              </a:rPr>
              <a:t>  </a:t>
            </a:r>
            <a:r>
              <a:rPr lang="bn-IN" sz="2400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বিল করার জন্য</a:t>
            </a:r>
            <a:r>
              <a:rPr lang="en-US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)</a:t>
            </a:r>
          </a:p>
          <a:p>
            <a:r>
              <a:rPr lang="bn-IN" sz="2400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জেলা হাসপাতালে প্রেরন</a:t>
            </a:r>
            <a:endParaRPr lang="en-US" sz="2400" dirty="0">
              <a:solidFill>
                <a:schemeClr val="tx2"/>
              </a:solidFill>
              <a:effectLst/>
              <a:latin typeface="Nikosh" pitchFamily="2" charset="0"/>
              <a:ea typeface="Calibri" panose="020F0502020204030204" pitchFamily="34" charset="0"/>
              <a:cs typeface="Nikosh" pitchFamily="2" charset="0"/>
            </a:endParaRPr>
          </a:p>
          <a:p>
            <a:r>
              <a:rPr lang="bn-IN" sz="2400" dirty="0">
                <a:solidFill>
                  <a:schemeClr val="tx2"/>
                </a:solidFill>
                <a:effectLst/>
                <a:latin typeface="Nikosh" pitchFamily="2" charset="0"/>
                <a:ea typeface="Times New Roman" panose="02020603050405020304" pitchFamily="18" charset="0"/>
                <a:cs typeface="Nikosh" pitchFamily="2" charset="0"/>
              </a:rPr>
              <a:t>বহি</a:t>
            </a:r>
            <a:r>
              <a:rPr lang="en-US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itchFamily="2" charset="0"/>
              </a:rPr>
              <a:t>:</a:t>
            </a:r>
            <a:r>
              <a:rPr lang="bn-IN" sz="2400" dirty="0">
                <a:solidFill>
                  <a:schemeClr val="tx2"/>
                </a:solidFill>
                <a:effectLst/>
                <a:latin typeface="Nikosh" pitchFamily="2" charset="0"/>
                <a:ea typeface="Times New Roman" panose="02020603050405020304" pitchFamily="18" charset="0"/>
                <a:cs typeface="Nikosh" pitchFamily="2" charset="0"/>
              </a:rPr>
              <a:t>বিভাগ এর ভর্তিযোগ্য রোগী</a:t>
            </a:r>
            <a:r>
              <a:rPr lang="en-US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itchFamily="2" charset="0"/>
              </a:rPr>
              <a:t> (</a:t>
            </a:r>
            <a:r>
              <a:rPr lang="bn-IN" sz="2400" dirty="0">
                <a:solidFill>
                  <a:schemeClr val="tx2"/>
                </a:solidFill>
                <a:effectLst/>
                <a:latin typeface="Nikosh" pitchFamily="2" charset="0"/>
                <a:ea typeface="Times New Roman" panose="02020603050405020304" pitchFamily="18" charset="0"/>
                <a:cs typeface="Nikosh" pitchFamily="2" charset="0"/>
              </a:rPr>
              <a:t>সংশ্লিষ্ট উপজেলা হাসপাতালের ক্ষেত্রে</a:t>
            </a:r>
            <a:r>
              <a:rPr lang="en-US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itchFamily="2" charset="0"/>
              </a:rPr>
              <a:t>):</a:t>
            </a:r>
            <a:endParaRPr lang="en-GB" sz="2400" dirty="0">
              <a:solidFill>
                <a:schemeClr val="tx2"/>
              </a:solidFill>
              <a:effectLst/>
              <a:latin typeface="Nikosh" pitchFamily="2" charset="0"/>
              <a:ea typeface="Times New Roman" panose="02020603050405020304" pitchFamily="18" charset="0"/>
              <a:cs typeface="Nikosh" pitchFamily="2" charset="0"/>
            </a:endParaRPr>
          </a:p>
          <a:p>
            <a:pPr lvl="1"/>
            <a:r>
              <a:rPr lang="bn-IN" sz="2400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পুনরায় জরুরী বিভাগে আসেন এবং জরুরী বিভাগের মেডিকেল অফিসারের নিকট বহি</a:t>
            </a:r>
            <a:r>
              <a:rPr lang="en-US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itchFamily="2" charset="0"/>
              </a:rPr>
              <a:t>:</a:t>
            </a:r>
            <a:r>
              <a:rPr lang="bn-IN" sz="2400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বিভাগের মেডিকেল অফিসার এর পরামর্শ</a:t>
            </a:r>
            <a:r>
              <a:rPr lang="en-US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itchFamily="2" charset="0"/>
              </a:rPr>
              <a:t>  </a:t>
            </a:r>
            <a:r>
              <a:rPr lang="bn-IN" sz="2400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প্রদানকৃত</a:t>
            </a:r>
            <a:r>
              <a:rPr lang="en-US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itchFamily="2" charset="0"/>
              </a:rPr>
              <a:t>  </a:t>
            </a:r>
            <a:r>
              <a:rPr lang="bn-IN" sz="2400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টিকেট</a:t>
            </a:r>
            <a:r>
              <a:rPr lang="en-US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itchFamily="2" charset="0"/>
              </a:rPr>
              <a:t>  </a:t>
            </a:r>
            <a:r>
              <a:rPr lang="bn-IN" sz="2400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জমা দেন</a:t>
            </a:r>
            <a:r>
              <a:rPr lang="hi-IN" sz="2400" dirty="0">
                <a:solidFill>
                  <a:schemeClr val="tx2"/>
                </a:solidFill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।</a:t>
            </a:r>
            <a:endParaRPr lang="en-US" sz="2400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1FDDE946-602E-C34D-C532-3A9CF02219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4149080"/>
            <a:ext cx="5288609" cy="256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593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7494"/>
            <a:ext cx="10972800" cy="1145282"/>
          </a:xfrm>
        </p:spPr>
        <p:txBody>
          <a:bodyPr/>
          <a:lstStyle/>
          <a:p>
            <a:r>
              <a:rPr lang="en-US" dirty="0" err="1">
                <a:latin typeface="Nikosh" pitchFamily="2" charset="0"/>
                <a:cs typeface="Nikosh" pitchFamily="2" charset="0"/>
              </a:rPr>
              <a:t>ধাপঃ</a:t>
            </a:r>
            <a:r>
              <a:rPr lang="en-US" dirty="0">
                <a:latin typeface="Nikosh" pitchFamily="2" charset="0"/>
                <a:cs typeface="Nikosh" pitchFamily="2" charset="0"/>
              </a:rPr>
              <a:t> ১০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24744"/>
            <a:ext cx="10972800" cy="3168352"/>
          </a:xfrm>
        </p:spPr>
        <p:txBody>
          <a:bodyPr>
            <a:normAutofit/>
          </a:bodyPr>
          <a:lstStyle/>
          <a:p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জরুরী বিভাগের মেডিকেল অফিসার রোগীর নিকট রোগের লক্ষণ ও পর্যবেক্ষন পূর্বক</a:t>
            </a:r>
            <a:r>
              <a:rPr lang="en-US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  </a:t>
            </a:r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আন্ত</a:t>
            </a:r>
            <a:r>
              <a:rPr lang="en-US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:</a:t>
            </a:r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বিভাগ সেবা কার্যক্রম শুরু করেন</a:t>
            </a:r>
            <a:endParaRPr lang="en-US" dirty="0">
              <a:solidFill>
                <a:schemeClr val="tx2"/>
              </a:solidFill>
              <a:effectLst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এসএসকে এডমিশন ফরম পুরন করেন</a:t>
            </a:r>
            <a:endParaRPr lang="en-US" dirty="0">
              <a:solidFill>
                <a:schemeClr val="tx2"/>
              </a:solidFill>
              <a:effectLst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এসএসকে কর্তৃক নির্ধরিত রেজিষ্টারে রোগী রেজিষ্টেশন করেন</a:t>
            </a:r>
            <a:endParaRPr lang="en-US" dirty="0">
              <a:solidFill>
                <a:schemeClr val="tx2"/>
              </a:solidFill>
              <a:effectLst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এসএসকে বেনিফিট প্যাকেজ</a:t>
            </a:r>
            <a:r>
              <a:rPr lang="en-US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 (ICD) </a:t>
            </a:r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নির্ধারন করেন</a:t>
            </a:r>
            <a:endParaRPr lang="en-US" dirty="0">
              <a:solidFill>
                <a:schemeClr val="tx2"/>
              </a:solidFill>
              <a:effectLst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রোগীর চিকিৎসার প্রাথমিক ঔষধ লিখে দেন</a:t>
            </a:r>
            <a:endParaRPr lang="en-US" dirty="0">
              <a:solidFill>
                <a:schemeClr val="tx2"/>
              </a:solidFill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ikosh" panose="02000000000000000000" pitchFamily="2" charset="0"/>
              </a:rPr>
              <a:t>এসএসকে বুথে পাঠানো</a:t>
            </a:r>
            <a:r>
              <a:rPr lang="en-US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  (</a:t>
            </a:r>
            <a:r>
              <a:rPr lang="bn-IN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Nikosh" panose="02000000000000000000" pitchFamily="2" charset="0"/>
              </a:rPr>
              <a:t>এসএসকে সফটওয়্যার এর কাজের জন্য</a:t>
            </a:r>
            <a:r>
              <a:rPr lang="en-US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GB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4008" indent="0">
              <a:buNone/>
            </a:pPr>
            <a:endParaRPr lang="en-US" dirty="0">
              <a:solidFill>
                <a:schemeClr val="tx2"/>
              </a:solidFill>
              <a:effectLst/>
              <a:ea typeface="Calibri" panose="020F0502020204030204" pitchFamily="34" charset="0"/>
              <a:cs typeface="Nikosh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0885B28-2A9E-188B-6AE2-EF98EF97B6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648" y="3694300"/>
            <a:ext cx="6096000" cy="304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829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7494"/>
            <a:ext cx="10972800" cy="1145282"/>
          </a:xfrm>
        </p:spPr>
        <p:txBody>
          <a:bodyPr>
            <a:normAutofit/>
          </a:bodyPr>
          <a:lstStyle/>
          <a:p>
            <a:r>
              <a:rPr lang="en-US" dirty="0" err="1">
                <a:latin typeface="Nikosh" pitchFamily="2" charset="0"/>
                <a:cs typeface="Nikosh" pitchFamily="2" charset="0"/>
              </a:rPr>
              <a:t>ধাপঃ</a:t>
            </a:r>
            <a:r>
              <a:rPr lang="en-US" dirty="0">
                <a:latin typeface="Nikosh" pitchFamily="2" charset="0"/>
                <a:cs typeface="Nikosh" pitchFamily="2" charset="0"/>
              </a:rPr>
              <a:t> ১১ </a:t>
            </a:r>
            <a:r>
              <a:rPr lang="en-US" sz="2800" dirty="0">
                <a:latin typeface="Nikosh" panose="02000000000000000000" pitchFamily="2" charset="0"/>
                <a:cs typeface="Nikosh" panose="02000000000000000000" pitchFamily="2" charset="0"/>
              </a:rPr>
              <a:t>(</a:t>
            </a:r>
            <a:r>
              <a:rPr lang="bn-IN" sz="28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এসএসকে বুথের কাজ</a:t>
            </a:r>
            <a:r>
              <a:rPr lang="en-US" sz="28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)</a:t>
            </a:r>
            <a:endParaRPr lang="en-US" sz="28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96752"/>
            <a:ext cx="10972800" cy="3111088"/>
          </a:xfrm>
        </p:spPr>
        <p:txBody>
          <a:bodyPr>
            <a:normAutofit/>
          </a:bodyPr>
          <a:lstStyle/>
          <a:p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এসএসকে বুথে রোগীকে সফটওয়্যার এ ভর্তি দেখানো</a:t>
            </a:r>
            <a:endParaRPr lang="en-US" sz="2800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এসএসকে ভর্তি ফরমএ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প্রয়োজনীয় তথ্য পুরন করা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( 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এসএসকে বুথের অংশ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এসএসকে বুথের রেজিষ্টারে ভর্তি তথ্য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, ICD 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প্যাকেজ পুরন করা</a:t>
            </a:r>
            <a:endParaRPr lang="en-GB" sz="2800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এসএসকে কার্ড রেখে দেয়া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/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সংরক্ষন করা</a:t>
            </a:r>
            <a:endParaRPr lang="en-US" sz="2800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রোগীকে ওয়ার্ড প্রেরন ও সহযোগীতা</a:t>
            </a:r>
            <a:endParaRPr lang="en-US" sz="2800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pPr marL="64008" indent="0">
              <a:buNone/>
            </a:pPr>
            <a:endParaRPr lang="en-US" dirty="0">
              <a:solidFill>
                <a:schemeClr val="tx2"/>
              </a:solidFill>
              <a:effectLst/>
              <a:ea typeface="Calibri" panose="020F0502020204030204" pitchFamily="34" charset="0"/>
              <a:cs typeface="Nikosh" panose="020000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C5626ED6-2E16-9BA9-ECD5-976645EB33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544" y="3068960"/>
            <a:ext cx="5820139" cy="364963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26980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7494"/>
            <a:ext cx="10972800" cy="1145282"/>
          </a:xfrm>
        </p:spPr>
        <p:txBody>
          <a:bodyPr>
            <a:normAutofit/>
          </a:bodyPr>
          <a:lstStyle/>
          <a:p>
            <a:r>
              <a:rPr lang="en-US" dirty="0" err="1">
                <a:latin typeface="Nikosh" pitchFamily="2" charset="0"/>
                <a:cs typeface="Nikosh" pitchFamily="2" charset="0"/>
              </a:rPr>
              <a:t>ধাপঃ</a:t>
            </a:r>
            <a:r>
              <a:rPr lang="en-US" dirty="0">
                <a:latin typeface="Nikosh" pitchFamily="2" charset="0"/>
                <a:cs typeface="Nikosh" pitchFamily="2" charset="0"/>
              </a:rPr>
              <a:t> ১২ </a:t>
            </a:r>
            <a:r>
              <a:rPr lang="en-US" sz="2800" dirty="0">
                <a:latin typeface="Nikosh" panose="02000000000000000000" pitchFamily="2" charset="0"/>
                <a:cs typeface="Nikosh" panose="02000000000000000000" pitchFamily="2" charset="0"/>
              </a:rPr>
              <a:t>(</a:t>
            </a:r>
            <a:r>
              <a:rPr lang="bn-IN" sz="2800" dirty="0"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আন্ত</a:t>
            </a:r>
            <a:r>
              <a:rPr lang="en-US" sz="28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itchFamily="2" charset="0"/>
              </a:rPr>
              <a:t>:</a:t>
            </a:r>
            <a:r>
              <a:rPr lang="bn-IN" sz="2800" dirty="0">
                <a:effectLst/>
                <a:latin typeface="Nikosh" pitchFamily="2" charset="0"/>
                <a:ea typeface="Calibri" panose="020F0502020204030204" pitchFamily="34" charset="0"/>
                <a:cs typeface="Nikosh" pitchFamily="2" charset="0"/>
              </a:rPr>
              <a:t>বিভাগের সেবা প্রদান শুরু</a:t>
            </a:r>
            <a:r>
              <a:rPr lang="en-US" sz="28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)</a:t>
            </a:r>
            <a:endParaRPr lang="en-US" sz="28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96752"/>
            <a:ext cx="10972800" cy="3111088"/>
          </a:xfrm>
        </p:spPr>
        <p:txBody>
          <a:bodyPr>
            <a:normAutofit/>
          </a:bodyPr>
          <a:lstStyle/>
          <a:p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নির্ধারত ওয়ার্ড এ রোগীর আগমন</a:t>
            </a:r>
            <a:r>
              <a:rPr lang="en-US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 (</a:t>
            </a:r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পুরুষ</a:t>
            </a:r>
            <a:r>
              <a:rPr lang="en-US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, </a:t>
            </a:r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মহিলা</a:t>
            </a:r>
            <a:r>
              <a:rPr lang="en-US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, </a:t>
            </a:r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শিশু</a:t>
            </a:r>
            <a:r>
              <a:rPr lang="en-US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….)</a:t>
            </a:r>
          </a:p>
          <a:p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নার্সের নিকট ভর্তি সংক্রান্ত</a:t>
            </a:r>
            <a:r>
              <a:rPr lang="en-US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  </a:t>
            </a:r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কাগজপত্র প্রদান</a:t>
            </a:r>
            <a:endParaRPr lang="en-US" dirty="0">
              <a:solidFill>
                <a:schemeClr val="tx2"/>
              </a:solidFill>
              <a:effectLst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নার্স কর্তৃক রোগীর তথ্য এসএসকে রেজিষ্টারে অন্তভূক্ত</a:t>
            </a:r>
            <a:r>
              <a:rPr lang="en-US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  </a:t>
            </a:r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করন</a:t>
            </a:r>
            <a:r>
              <a:rPr lang="hi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US" dirty="0">
              <a:solidFill>
                <a:schemeClr val="tx2"/>
              </a:solidFill>
              <a:effectLst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রোগীকে বেড প্রদান</a:t>
            </a:r>
            <a:r>
              <a:rPr lang="hi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US" dirty="0">
              <a:solidFill>
                <a:schemeClr val="tx2"/>
              </a:solidFill>
              <a:effectLst/>
              <a:ea typeface="Calibri" panose="020F0502020204030204" pitchFamily="34" charset="0"/>
              <a:cs typeface="Nikosh" panose="02000000000000000000" pitchFamily="2" charset="0"/>
            </a:endParaRPr>
          </a:p>
          <a:p>
            <a:pPr lvl="1"/>
            <a:r>
              <a:rPr lang="bn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নার্স জরুরী বিভাগের মেডিকেল অফিসার কর্তৃক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  </a:t>
            </a:r>
            <a:r>
              <a:rPr lang="bn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লিখিত ঔষধ সমূহ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 (</a:t>
            </a:r>
            <a:r>
              <a:rPr lang="bn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এসএসকে কর্তৃক প্রদানকৃত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 ) </a:t>
            </a:r>
            <a:r>
              <a:rPr lang="bn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নির্ধারিত স্লিপে লিখেন এবং নির্ধারিত স্থানে নার্স ও মেডিকেল অফিসার স্বাক্ষর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  </a:t>
            </a:r>
            <a:r>
              <a:rPr lang="bn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ও সীলমোহর সহ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 (</a:t>
            </a:r>
            <a:r>
              <a:rPr lang="bn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২ কপি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_ </a:t>
            </a:r>
            <a:r>
              <a:rPr lang="bn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কার্বন কপি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) </a:t>
            </a:r>
            <a:r>
              <a:rPr lang="bn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মূল কপি এসএসকে ফার্মেসীতে ঔযধ আনার জন্য ওয়ার্ডবয়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/</a:t>
            </a:r>
            <a:r>
              <a:rPr lang="bn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রোগীর লোকজনকে প্রদান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  </a:t>
            </a:r>
            <a:r>
              <a:rPr lang="bn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করেন এবং কার্বন কপি রোগীর ফাইলে সংরক্ষন করেন</a:t>
            </a:r>
            <a:endParaRPr lang="en-US" sz="2000" dirty="0">
              <a:solidFill>
                <a:schemeClr val="tx2"/>
              </a:solidFill>
              <a:ea typeface="Calibri" panose="020F0502020204030204" pitchFamily="34" charset="0"/>
              <a:cs typeface="Nikosh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748BE39-DAF9-53DA-6106-BB42F3362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2011" y="3707844"/>
            <a:ext cx="5507765" cy="3084349"/>
          </a:xfrm>
          <a:prstGeom prst="snip2DiagRect">
            <a:avLst>
              <a:gd name="adj1" fmla="val 21741"/>
              <a:gd name="adj2" fmla="val 0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33362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7494"/>
            <a:ext cx="10972800" cy="1145282"/>
          </a:xfrm>
        </p:spPr>
        <p:txBody>
          <a:bodyPr>
            <a:normAutofit/>
          </a:bodyPr>
          <a:lstStyle/>
          <a:p>
            <a:r>
              <a:rPr lang="en-US" dirty="0" err="1">
                <a:latin typeface="Nikosh" pitchFamily="2" charset="0"/>
                <a:cs typeface="Nikosh" pitchFamily="2" charset="0"/>
              </a:rPr>
              <a:t>ধাপঃ</a:t>
            </a:r>
            <a:r>
              <a:rPr lang="en-US" dirty="0">
                <a:latin typeface="Nikosh" pitchFamily="2" charset="0"/>
                <a:cs typeface="Nikosh" pitchFamily="2" charset="0"/>
              </a:rPr>
              <a:t> ১৩ </a:t>
            </a:r>
            <a:r>
              <a:rPr lang="en-US" sz="2400" dirty="0">
                <a:latin typeface="Nikosh" panose="02000000000000000000" pitchFamily="2" charset="0"/>
                <a:cs typeface="Nikosh" panose="02000000000000000000" pitchFamily="2" charset="0"/>
              </a:rPr>
              <a:t>(</a:t>
            </a:r>
            <a:r>
              <a:rPr lang="bn-IN" sz="24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এসএসকে ফার্মেসী</a:t>
            </a:r>
            <a:r>
              <a:rPr lang="en-US" sz="24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 :</a:t>
            </a:r>
            <a:r>
              <a:rPr lang="en-US" sz="24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)</a:t>
            </a:r>
            <a:endParaRPr lang="en-US" sz="20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96752"/>
            <a:ext cx="10972800" cy="3111088"/>
          </a:xfrm>
        </p:spPr>
        <p:txBody>
          <a:bodyPr>
            <a:normAutofit/>
          </a:bodyPr>
          <a:lstStyle/>
          <a:p>
            <a:r>
              <a:rPr lang="bn-IN" sz="24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ওয়ার্ডবয় </a:t>
            </a:r>
            <a:r>
              <a:rPr lang="bn-IN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থেকে প্রাপ্ত</a:t>
            </a:r>
            <a:r>
              <a:rPr lang="en-US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</a:t>
            </a:r>
            <a:r>
              <a:rPr lang="bn-IN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নির্ধারিত স্লিপ যাচাই করত</a:t>
            </a:r>
            <a:r>
              <a:rPr lang="en-US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(</a:t>
            </a:r>
            <a:r>
              <a:rPr lang="bn-IN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নার্স ও মেডিকেল অফিসার স্বাক্ষর</a:t>
            </a:r>
            <a:r>
              <a:rPr lang="en-US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</a:t>
            </a:r>
            <a:r>
              <a:rPr lang="bn-IN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ও সীলমোহর আছে কি না</a:t>
            </a:r>
            <a:r>
              <a:rPr lang="en-US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)  </a:t>
            </a:r>
            <a:r>
              <a:rPr lang="bn-IN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ঔযধ প্রদান করেন </a:t>
            </a:r>
            <a:r>
              <a:rPr lang="hi-IN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US" sz="2400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উক্ত স্লিপ ফাইলে সংরক্ষন করেন</a:t>
            </a:r>
            <a:r>
              <a:rPr lang="en-US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(</a:t>
            </a:r>
            <a:r>
              <a:rPr lang="bn-IN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পরবর্তীতে বিল করার জন্য</a:t>
            </a:r>
            <a:r>
              <a:rPr lang="en-US" sz="24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)</a:t>
            </a:r>
          </a:p>
          <a:p>
            <a:r>
              <a:rPr lang="en-US" sz="2400" dirty="0" err="1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এসএসকে</a:t>
            </a:r>
            <a:r>
              <a:rPr lang="en-US" sz="2400" dirty="0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400" dirty="0" err="1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ম্যানেজমেন্ট</a:t>
            </a:r>
            <a:r>
              <a:rPr lang="en-US" sz="2400" dirty="0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400" dirty="0" err="1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সিস্টেম</a:t>
            </a:r>
            <a:r>
              <a:rPr lang="en-US" sz="2400" dirty="0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400" dirty="0" err="1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সফটওয়্যারে</a:t>
            </a:r>
            <a:r>
              <a:rPr lang="en-US" sz="2400" dirty="0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400" dirty="0" err="1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সংরক্ষন</a:t>
            </a:r>
            <a:r>
              <a:rPr lang="en-US" sz="2400" dirty="0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en-US" sz="2400" dirty="0" err="1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করেন</a:t>
            </a:r>
            <a:r>
              <a:rPr lang="en-US" sz="2400" dirty="0" smtClean="0">
                <a:solidFill>
                  <a:schemeClr val="tx2"/>
                </a:solidFill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US" sz="2400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3E9FEE2D-E250-005F-9ED8-954BAD9598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606" y="2924944"/>
            <a:ext cx="7104789" cy="39330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29500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7494"/>
            <a:ext cx="10972800" cy="1145282"/>
          </a:xfrm>
        </p:spPr>
        <p:txBody>
          <a:bodyPr>
            <a:normAutofit/>
          </a:bodyPr>
          <a:lstStyle/>
          <a:p>
            <a:r>
              <a:rPr lang="en-US" dirty="0" err="1"/>
              <a:t>ধাপঃ</a:t>
            </a:r>
            <a:r>
              <a:rPr lang="en-US" dirty="0"/>
              <a:t> ১৪</a:t>
            </a:r>
            <a:endParaRPr lang="en-US" sz="20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96752"/>
            <a:ext cx="10972800" cy="3111088"/>
          </a:xfrm>
        </p:spPr>
        <p:txBody>
          <a:bodyPr>
            <a:normAutofit/>
          </a:bodyPr>
          <a:lstStyle/>
          <a:p>
            <a:r>
              <a:rPr lang="bn-IN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নার্স,  ওয়ার্ডবয়</a:t>
            </a:r>
            <a:r>
              <a:rPr lang="en-US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/ </a:t>
            </a:r>
            <a:r>
              <a:rPr lang="bn-IN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রোগীর লোকজন থেকে প্রাপ্ত</a:t>
            </a:r>
            <a:r>
              <a:rPr lang="en-US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</a:t>
            </a:r>
            <a:r>
              <a:rPr lang="bn-IN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নির্ধারিত স্লিপের ঔষধ যাচাই করত ঔষধ প্রদান করেন এবং</a:t>
            </a:r>
            <a:r>
              <a:rPr lang="en-US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IPD </a:t>
            </a:r>
            <a:r>
              <a:rPr lang="bn-IN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সেবা শুরু হয়</a:t>
            </a:r>
            <a:r>
              <a:rPr lang="hi-IN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US" sz="2400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উপজেলা হাসপাতালে</a:t>
            </a:r>
            <a:r>
              <a:rPr lang="en-US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 IPD </a:t>
            </a:r>
            <a:r>
              <a:rPr lang="bn-IN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রোগীর চলমান সেবা প্রদান ও রোগী পর্যবেক্ষন</a:t>
            </a:r>
            <a:r>
              <a:rPr lang="en-US" sz="24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:</a:t>
            </a:r>
            <a:endParaRPr lang="en-GB" sz="2400" dirty="0">
              <a:solidFill>
                <a:schemeClr val="tx2"/>
              </a:solidFill>
              <a:effectLst/>
              <a:latin typeface="Nikosh" panose="02000000000000000000" pitchFamily="2" charset="0"/>
              <a:ea typeface="Times New Roman" panose="02020603050405020304" pitchFamily="18" charset="0"/>
              <a:cs typeface="Nikosh" panose="02000000000000000000" pitchFamily="2" charset="0"/>
            </a:endParaRPr>
          </a:p>
          <a:p>
            <a:pPr lvl="1"/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মেডিকেল অফিসারনিয়মিত ভিজিটে রোগী পর্যবেক্ষন করেন এবং রোগীর উন্নতি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/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অবনতি সাপেক্ষে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ঔষধ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/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ঔষধের ডোজ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/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পরিবর্তন করে থাকেন</a:t>
            </a:r>
            <a:r>
              <a:rPr lang="hi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US" sz="2000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pPr lvl="1"/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নার্সগণ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 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মেডিকেল অফিসারএর প্রেসক্রিশন অনুযায়ী চলমান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/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পরিবর্তিত ঔষধ সমূহ এসএসকে এর নির্ধারিত স্লিপের মাধ্যমে এবং নিয়ম অনুযায়ী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 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এসএসকে ফার্মেসী হতে ঔষধ গ্রহন করত চিকিৎসা সেবা চলমান রাখেন</a:t>
            </a:r>
            <a:r>
              <a:rPr lang="hi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।</a:t>
            </a:r>
            <a:endParaRPr lang="en-US" dirty="0">
              <a:solidFill>
                <a:schemeClr val="tx2"/>
              </a:solidFill>
              <a:latin typeface="Nikosh" panose="02000000000000000000" pitchFamily="2" charset="0"/>
              <a:ea typeface="Times New Roman" panose="02020603050405020304" pitchFamily="18" charset="0"/>
              <a:cs typeface="Nikosh" panose="02000000000000000000" pitchFamily="2" charset="0"/>
            </a:endParaRPr>
          </a:p>
          <a:p>
            <a:pPr lvl="1"/>
            <a:endParaRPr lang="en-US" dirty="0">
              <a:solidFill>
                <a:schemeClr val="tx2"/>
              </a:solidFill>
              <a:effectLst/>
              <a:latin typeface="Nikosh" panose="02000000000000000000" pitchFamily="2" charset="0"/>
              <a:ea typeface="Times New Roman" panose="02020603050405020304" pitchFamily="18" charset="0"/>
              <a:cs typeface="Nikosh" panose="020000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377C4C5E-A04A-ED81-9FAB-940C1D80B2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288" y="3284985"/>
            <a:ext cx="8289363" cy="33843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683144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035ACC5D-91A8-FEAA-01DE-F25DEDB8C1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39807">
            <a:off x="3794657" y="3669190"/>
            <a:ext cx="2775967" cy="3128260"/>
          </a:xfrm>
          <a:prstGeom prst="roundRect">
            <a:avLst>
              <a:gd name="adj" fmla="val 3071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7494"/>
            <a:ext cx="10972800" cy="1145282"/>
          </a:xfrm>
        </p:spPr>
        <p:txBody>
          <a:bodyPr>
            <a:normAutofit/>
          </a:bodyPr>
          <a:lstStyle/>
          <a:p>
            <a:r>
              <a:rPr lang="en-US" dirty="0" err="1">
                <a:latin typeface="Nikosh" pitchFamily="2" charset="0"/>
                <a:cs typeface="Nikosh" pitchFamily="2" charset="0"/>
              </a:rPr>
              <a:t>ধাপঃ</a:t>
            </a:r>
            <a:r>
              <a:rPr lang="en-US" dirty="0">
                <a:latin typeface="Nikosh" pitchFamily="2" charset="0"/>
                <a:cs typeface="Nikosh" pitchFamily="2" charset="0"/>
              </a:rPr>
              <a:t> ১৫ </a:t>
            </a:r>
            <a:r>
              <a:rPr lang="en-US" sz="2600" dirty="0">
                <a:latin typeface="Nikosh" panose="02000000000000000000" pitchFamily="2" charset="0"/>
                <a:cs typeface="Nikosh" panose="02000000000000000000" pitchFamily="2" charset="0"/>
              </a:rPr>
              <a:t>(</a:t>
            </a:r>
            <a:r>
              <a:rPr lang="bn-IN" sz="26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চলমন</a:t>
            </a:r>
            <a:r>
              <a:rPr lang="en-US" sz="26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 IPD </a:t>
            </a:r>
            <a:r>
              <a:rPr lang="bn-IN" sz="26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রোগীর পরীক্ষা</a:t>
            </a:r>
            <a:r>
              <a:rPr lang="en-US" sz="26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 – </a:t>
            </a:r>
            <a:r>
              <a:rPr lang="bn-IN" sz="26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নিরীক্ষা</a:t>
            </a:r>
            <a:r>
              <a:rPr lang="en-US" sz="26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)</a:t>
            </a:r>
            <a:endParaRPr lang="en-US" sz="26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84784"/>
            <a:ext cx="10972800" cy="3240360"/>
          </a:xfrm>
        </p:spPr>
        <p:txBody>
          <a:bodyPr>
            <a:normAutofit/>
          </a:bodyPr>
          <a:lstStyle/>
          <a:p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মেডিকেল অফিসারপ্রয়োজনে রোগীর সঠিক রোগ নির্নয়ের জন্য পরীক্ষা</a:t>
            </a:r>
            <a:r>
              <a:rPr lang="en-US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 – </a:t>
            </a:r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নিরীক্ষা দিতে পারেন</a:t>
            </a:r>
            <a:r>
              <a:rPr lang="en-US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/</a:t>
            </a:r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থাকেন</a:t>
            </a:r>
            <a:r>
              <a:rPr lang="hi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US" dirty="0">
              <a:solidFill>
                <a:schemeClr val="tx2"/>
              </a:solidFill>
              <a:effectLst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Nikosh" panose="02000000000000000000" pitchFamily="2" charset="0"/>
              </a:rPr>
              <a:t>পরীক্ষা</a:t>
            </a:r>
            <a:r>
              <a:rPr lang="en-US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Vrinda" panose="020B0502040204020203" pitchFamily="34" charset="0"/>
              </a:rPr>
              <a:t> – </a:t>
            </a:r>
            <a:r>
              <a:rPr lang="bn-IN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Nikosh" panose="02000000000000000000" pitchFamily="2" charset="0"/>
              </a:rPr>
              <a:t>নিরীক্ষার ক্ষেত্রে</a:t>
            </a:r>
            <a:r>
              <a:rPr lang="en-US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Vrinda" panose="020B0502040204020203" pitchFamily="34" charset="0"/>
              </a:rPr>
              <a:t>:</a:t>
            </a:r>
            <a:endParaRPr lang="en-GB" dirty="0">
              <a:solidFill>
                <a:schemeClr val="tx2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Vrinda" panose="020B0502040204020203" pitchFamily="34" charset="0"/>
            </a:endParaRPr>
          </a:p>
          <a:p>
            <a:pPr lvl="1"/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হাসপাতালে  যে সব পরীক্ষা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 –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নিরীক্ষা হাসপাতালেই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 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করার ব্যবস্থা আছে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,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সেইসব পরীক্ষা এসএসকে কর্তৃক নির্ধারত স্লিপে লিখে নার্স ও মেডিকেল অফিসার এর স্বাক্ষর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 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ও সীলমোহর সহ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 (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২ কপি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_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কার্বন কপি সহ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)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মূল কপি সরকারি ল্যাবে পাঠান</a:t>
            </a:r>
            <a:r>
              <a:rPr lang="hi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।</a:t>
            </a:r>
            <a:endParaRPr lang="en-US" sz="2000" dirty="0">
              <a:solidFill>
                <a:schemeClr val="tx2"/>
              </a:solidFill>
              <a:effectLst/>
              <a:latin typeface="Nikosh" panose="02000000000000000000" pitchFamily="2" charset="0"/>
              <a:ea typeface="Times New Roman" panose="02020603050405020304" pitchFamily="18" charset="0"/>
              <a:cs typeface="Nikosh" panose="02000000000000000000" pitchFamily="2" charset="0"/>
            </a:endParaRPr>
          </a:p>
          <a:p>
            <a:pPr lvl="1"/>
            <a:r>
              <a:rPr lang="bn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যে সব পরীক্ষা সমূহ সরকারি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  </a:t>
            </a:r>
            <a:r>
              <a:rPr lang="bn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হাসপাতালে করার ব্যবস্থা নেই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, </a:t>
            </a:r>
            <a:r>
              <a:rPr lang="bn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সেই সব পরীক্ষা সমূহ এসএসকে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 /</a:t>
            </a:r>
            <a:r>
              <a:rPr lang="bn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হাসপাতাল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  </a:t>
            </a:r>
            <a:r>
              <a:rPr lang="bn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কর্তৃক টেন্ডারের মাধ্যমে নির্বাচিত নির্ধারিত আউট সোর্সিং ডায়গনিষ্টিক ল্যাবে এসএসকে কর্তৃক নির্ধারত স্লিপে লিখে নার্স ও মেডিকেল অফিসার এর স্বাক্ষর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  </a:t>
            </a:r>
            <a:r>
              <a:rPr lang="bn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ও সীলমোহর সহ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 (</a:t>
            </a:r>
            <a:r>
              <a:rPr lang="bn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২ কপি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_ </a:t>
            </a:r>
            <a:r>
              <a:rPr lang="bn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কার্বন কপি সহ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) </a:t>
            </a:r>
            <a:r>
              <a:rPr lang="bn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মূল কপি সহ রোগীকে পাঠান</a:t>
            </a:r>
            <a:r>
              <a:rPr lang="hi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GB" dirty="0">
              <a:solidFill>
                <a:schemeClr val="tx2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Vrinda" panose="020B0502040204020203" pitchFamily="34" charset="0"/>
            </a:endParaRPr>
          </a:p>
          <a:p>
            <a:endParaRPr lang="en-US" sz="1600" dirty="0">
              <a:solidFill>
                <a:schemeClr val="tx2"/>
              </a:solidFill>
              <a:effectLst/>
              <a:latin typeface="Nikosh" panose="02000000000000000000" pitchFamily="2" charset="0"/>
              <a:ea typeface="Times New Roman" panose="02020603050405020304" pitchFamily="18" charset="0"/>
              <a:cs typeface="Nikosh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421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7494"/>
            <a:ext cx="10972800" cy="1145282"/>
          </a:xfrm>
        </p:spPr>
        <p:txBody>
          <a:bodyPr>
            <a:normAutofit/>
          </a:bodyPr>
          <a:lstStyle/>
          <a:p>
            <a:r>
              <a:rPr lang="en-US" dirty="0" err="1">
                <a:latin typeface="Nikosh" pitchFamily="2" charset="0"/>
                <a:cs typeface="Nikosh" pitchFamily="2" charset="0"/>
              </a:rPr>
              <a:t>ধাপঃ</a:t>
            </a:r>
            <a:r>
              <a:rPr lang="en-US" dirty="0">
                <a:latin typeface="Nikosh" pitchFamily="2" charset="0"/>
                <a:cs typeface="Nikosh" pitchFamily="2" charset="0"/>
              </a:rPr>
              <a:t> ১৬ </a:t>
            </a:r>
            <a:r>
              <a:rPr lang="en-US" sz="3200" dirty="0">
                <a:latin typeface="Nikosh" panose="02000000000000000000" pitchFamily="2" charset="0"/>
                <a:cs typeface="Nikosh" panose="02000000000000000000" pitchFamily="2" charset="0"/>
              </a:rPr>
              <a:t>(</a:t>
            </a:r>
            <a:r>
              <a:rPr lang="bn-IN" sz="2400" dirty="0">
                <a:effectLst/>
                <a:latin typeface="Nikosh" pitchFamily="2" charset="0"/>
                <a:ea typeface="Times New Roman" panose="02020603050405020304" pitchFamily="18" charset="0"/>
                <a:cs typeface="Nikosh" pitchFamily="2" charset="0"/>
              </a:rPr>
              <a:t>হাসপাতালে পরীক্ষা</a:t>
            </a:r>
            <a:r>
              <a:rPr lang="en-US" sz="24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itchFamily="2" charset="0"/>
              </a:rPr>
              <a:t> – </a:t>
            </a:r>
            <a:r>
              <a:rPr lang="bn-IN" sz="2400" dirty="0">
                <a:effectLst/>
                <a:latin typeface="Nikosh" pitchFamily="2" charset="0"/>
                <a:ea typeface="Times New Roman" panose="02020603050405020304" pitchFamily="18" charset="0"/>
                <a:cs typeface="Nikosh" pitchFamily="2" charset="0"/>
              </a:rPr>
              <a:t>নিরীক্ষা</a:t>
            </a:r>
            <a:r>
              <a:rPr lang="en-US" sz="24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itchFamily="2" charset="0"/>
              </a:rPr>
              <a:t>:</a:t>
            </a:r>
            <a:r>
              <a:rPr lang="en-US" sz="32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)</a:t>
            </a:r>
            <a:endParaRPr lang="en-US" sz="26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96752"/>
            <a:ext cx="10972800" cy="3528392"/>
          </a:xfrm>
        </p:spPr>
        <p:txBody>
          <a:bodyPr>
            <a:normAutofit/>
          </a:bodyPr>
          <a:lstStyle/>
          <a:p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হাসপাতালে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, 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ল্যাব টেকনিশিয়ান স্লিপে উল্লেখিত পরীক্ষা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–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নিরীক্ষার সমূহ এসএসকে কর্তৃক নির্ধারিত রেজিষ্টারে লিপিবদ্ধ করেন</a:t>
            </a:r>
            <a:r>
              <a:rPr lang="hi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US" sz="2000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যথাসময়ে পরীক্ষা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–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নিরীক্ষার সম্পন্ন করেন</a:t>
            </a:r>
            <a:endParaRPr lang="en-US" sz="2000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রিপোর্ট প্রদান করেন</a:t>
            </a:r>
            <a:endParaRPr lang="en-US" sz="2000" dirty="0">
              <a:solidFill>
                <a:schemeClr val="tx2"/>
              </a:solidFill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পরীক্ষা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–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নিরীক্ষার স্লিপ সংরক্ষন করেন বিল তৈরীর</a:t>
            </a:r>
            <a:endParaRPr lang="en-US" sz="2000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জন্য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(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উক্ত বিল সরকারি রেট অনুযায়ী হয় এবং মাসের শেষে রোগী ভিত্তিক এবং বিভিন্ন পরীক্ষার</a:t>
            </a:r>
            <a:endParaRPr lang="en-US" sz="2000" dirty="0">
              <a:solidFill>
                <a:schemeClr val="tx2"/>
              </a:solidFill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মোট বিল ল্যাব টেকনিশিয়ান এর মাধ্যেম হাসপাতাল কর্তৃপক্ষের নিকট জমা দেয়া হয়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)</a:t>
            </a:r>
          </a:p>
          <a:p>
            <a:endParaRPr lang="en-US" sz="1400" dirty="0">
              <a:solidFill>
                <a:schemeClr val="tx2"/>
              </a:solidFill>
              <a:effectLst/>
              <a:latin typeface="Nikosh" panose="02000000000000000000" pitchFamily="2" charset="0"/>
              <a:ea typeface="Times New Roman" panose="02020603050405020304" pitchFamily="18" charset="0"/>
              <a:cs typeface="Nikosh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488F7A83-2A07-FFBF-5A53-39A615389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99782"/>
            <a:ext cx="6734043" cy="255761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263588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7494"/>
            <a:ext cx="10972800" cy="1145282"/>
          </a:xfrm>
        </p:spPr>
        <p:txBody>
          <a:bodyPr>
            <a:normAutofit/>
          </a:bodyPr>
          <a:lstStyle/>
          <a:p>
            <a:r>
              <a:rPr lang="en-US" dirty="0" err="1">
                <a:latin typeface="Nikosh" pitchFamily="2" charset="0"/>
                <a:cs typeface="Nikosh" pitchFamily="2" charset="0"/>
              </a:rPr>
              <a:t>ধাপঃ</a:t>
            </a:r>
            <a:r>
              <a:rPr lang="en-US" dirty="0">
                <a:latin typeface="Nikosh" pitchFamily="2" charset="0"/>
                <a:cs typeface="Nikosh" pitchFamily="2" charset="0"/>
              </a:rPr>
              <a:t> ১৭ </a:t>
            </a:r>
            <a:r>
              <a:rPr lang="en-US" sz="2800" dirty="0">
                <a:latin typeface="Nikosh" panose="02000000000000000000" pitchFamily="2" charset="0"/>
                <a:cs typeface="Nikosh" panose="02000000000000000000" pitchFamily="2" charset="0"/>
              </a:rPr>
              <a:t>(</a:t>
            </a:r>
            <a:r>
              <a:rPr lang="bn-IN" sz="28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আউট সোর্সিং ডায়গনিষ্টিক ল্যাবে পরীক্ষা</a:t>
            </a:r>
            <a:r>
              <a:rPr lang="en-US" sz="28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 – </a:t>
            </a:r>
            <a:r>
              <a:rPr lang="bn-IN" sz="28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নিরীক্ষা</a:t>
            </a:r>
            <a:r>
              <a:rPr lang="en-US" sz="28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:)</a:t>
            </a:r>
            <a:endParaRPr lang="en-US" sz="28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381" y="1196752"/>
            <a:ext cx="10972800" cy="3528392"/>
          </a:xfrm>
        </p:spPr>
        <p:txBody>
          <a:bodyPr>
            <a:normAutofit/>
          </a:bodyPr>
          <a:lstStyle/>
          <a:p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আউট সোর্সিং ডায়গনিষ্টিক ল্যাব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টেকনিশিয়ান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,   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সরকারি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হাসপাতাল হতে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নার্স ও মেডিকেল অফিসার এর স্বাক্ষর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ও সীলমোহর যুক্ত স্লিপ তাদের নিজস্থ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রেজিষ্টারে লিপিবদ্ধ করেন</a:t>
            </a:r>
            <a:r>
              <a:rPr lang="hi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US" sz="2800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যথাসময়ে পরীক্ষা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– 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নিরীক্ষার সম্পন্ন করেন</a:t>
            </a:r>
            <a:endParaRPr lang="en-US" sz="2800" dirty="0">
              <a:solidFill>
                <a:schemeClr val="tx2"/>
              </a:solidFill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নির্দিষ্ট সময়ে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রিপোর্ট প্রদান করেন</a:t>
            </a:r>
            <a:endParaRPr lang="en-US" sz="2800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পরীক্ষা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– 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নিরীক্ষার স্লিপ সংরক্ষন করেন বিল তৈরীর জন্য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(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এসএসকে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/ 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হাসপাতাল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কর্তৃপক্ষের সাথে চু্ক্তি মোতাবেক উক্ত বিল মাসের শেষে রোগী ভিত্তিক এবং বিভিন্ন পরীক্ষার মোট বিল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</a:t>
            </a:r>
            <a:r>
              <a:rPr lang="bn-IN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হাসপাতাল কর্তৃপক্ষের নিকট জমা দিয়ে থাকন</a:t>
            </a:r>
            <a:r>
              <a:rPr lang="en-US" sz="28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)</a:t>
            </a:r>
            <a:endParaRPr lang="en-US" sz="2800" dirty="0">
              <a:solidFill>
                <a:schemeClr val="tx2"/>
              </a:solidFill>
              <a:effectLst/>
              <a:latin typeface="Nikosh" panose="02000000000000000000" pitchFamily="2" charset="0"/>
              <a:ea typeface="Times New Roman" panose="02020603050405020304" pitchFamily="18" charset="0"/>
              <a:cs typeface="Nikosh" panose="020000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488F7A83-2A07-FFBF-5A53-39A615389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054" y="4365105"/>
            <a:ext cx="6734043" cy="257494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1200385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7494"/>
            <a:ext cx="10972800" cy="1145282"/>
          </a:xfrm>
        </p:spPr>
        <p:txBody>
          <a:bodyPr>
            <a:normAutofit/>
          </a:bodyPr>
          <a:lstStyle/>
          <a:p>
            <a:r>
              <a:rPr lang="en-US" dirty="0" err="1"/>
              <a:t>ধাপঃ</a:t>
            </a:r>
            <a:r>
              <a:rPr lang="en-US" dirty="0"/>
              <a:t> ১৮</a:t>
            </a:r>
            <a:endParaRPr lang="en-US" sz="28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381" y="1268760"/>
            <a:ext cx="10972800" cy="3528392"/>
          </a:xfrm>
        </p:spPr>
        <p:txBody>
          <a:bodyPr>
            <a:normAutofit/>
          </a:bodyPr>
          <a:lstStyle/>
          <a:p>
            <a:r>
              <a:rPr lang="bn-IN" sz="20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নার্সগন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পরীক্ষা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–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নিরীক্ষা রিপোর্ট গ্রহন </a:t>
            </a:r>
            <a:r>
              <a:rPr lang="bn-IN" sz="20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পূ্</a:t>
            </a:r>
            <a:r>
              <a:rPr lang="en-US" sz="2000" dirty="0" err="1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র্</a:t>
            </a:r>
            <a:r>
              <a:rPr lang="bn-IN" sz="20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বক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মেডিকেল </a:t>
            </a:r>
            <a:r>
              <a:rPr lang="bn-IN" sz="20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অফিসার</a:t>
            </a:r>
            <a:r>
              <a:rPr lang="en-US" sz="2000" dirty="0" err="1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কে</a:t>
            </a:r>
            <a:r>
              <a:rPr lang="bn-IN" sz="20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দেখান</a:t>
            </a:r>
            <a:r>
              <a:rPr lang="hi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US" sz="2000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মেডিকেল </a:t>
            </a:r>
            <a:r>
              <a:rPr lang="bn-IN" sz="20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অফিসার</a:t>
            </a:r>
            <a:r>
              <a:rPr lang="en-US" sz="20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</a:t>
            </a:r>
            <a:r>
              <a:rPr lang="bn-IN" sz="2000" dirty="0" smtClean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রিপোর্ট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মোতাবেক রোগীর ঔষধ পত্র পরিবর্তন করত সেবা চলমান রাখেন</a:t>
            </a:r>
            <a:r>
              <a:rPr lang="hi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US" sz="2000" dirty="0">
              <a:solidFill>
                <a:schemeClr val="tx2"/>
              </a:solidFill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পরীক্ষা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–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নিরীক্ষা রিপোর্ট রোগীর ফাইলে সংরক্ষণ করেন</a:t>
            </a:r>
            <a:endParaRPr lang="en-US" sz="2000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endParaRPr lang="en-US" sz="2400" dirty="0">
              <a:solidFill>
                <a:schemeClr val="tx2"/>
              </a:solidFill>
              <a:effectLst/>
              <a:latin typeface="Nikosh" panose="02000000000000000000" pitchFamily="2" charset="0"/>
              <a:ea typeface="Times New Roman" panose="02020603050405020304" pitchFamily="18" charset="0"/>
              <a:cs typeface="Nikosh" panose="020000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F7D3DE1-C410-B067-C920-B41D8C8FE0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4789" y="2708920"/>
            <a:ext cx="6912768" cy="363000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303426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7494"/>
            <a:ext cx="10972800" cy="1145282"/>
          </a:xfrm>
        </p:spPr>
        <p:txBody>
          <a:bodyPr>
            <a:normAutofit/>
          </a:bodyPr>
          <a:lstStyle/>
          <a:p>
            <a:r>
              <a:rPr lang="en-US" dirty="0" err="1"/>
              <a:t>ধাপঃ</a:t>
            </a:r>
            <a:r>
              <a:rPr lang="en-US" dirty="0"/>
              <a:t> ১৯ </a:t>
            </a:r>
            <a:r>
              <a:rPr lang="en-US" sz="2800" dirty="0">
                <a:latin typeface="Nikosh" panose="02000000000000000000" pitchFamily="2" charset="0"/>
                <a:cs typeface="Nikosh" panose="02000000000000000000" pitchFamily="2" charset="0"/>
              </a:rPr>
              <a:t>(</a:t>
            </a:r>
            <a:r>
              <a:rPr lang="bn-IN" sz="28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রোগী ছুটি প্রদান</a:t>
            </a:r>
            <a:r>
              <a:rPr lang="en-US" sz="28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:)</a:t>
            </a:r>
            <a:endParaRPr lang="en-US" sz="28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381" y="1268760"/>
            <a:ext cx="10972800" cy="4824536"/>
          </a:xfrm>
        </p:spPr>
        <p:txBody>
          <a:bodyPr>
            <a:normAutofit/>
          </a:bodyPr>
          <a:lstStyle/>
          <a:p>
            <a:r>
              <a:rPr lang="bn-IN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Nikosh" panose="02000000000000000000" pitchFamily="2" charset="0"/>
              </a:rPr>
              <a:t>মেডিকেল অফিসার</a:t>
            </a:r>
            <a:r>
              <a:rPr lang="en-US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Vrinda" panose="020B0502040204020203" pitchFamily="34" charset="0"/>
              </a:rPr>
              <a:t>/</a:t>
            </a:r>
            <a:r>
              <a:rPr lang="bn-IN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Nikosh" panose="02000000000000000000" pitchFamily="2" charset="0"/>
              </a:rPr>
              <a:t>আবাসিক মেডিকেল অফিসার রোগীর</a:t>
            </a:r>
            <a:r>
              <a:rPr lang="en-US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Vrinda" panose="020B0502040204020203" pitchFamily="34" charset="0"/>
              </a:rPr>
              <a:t>  </a:t>
            </a:r>
            <a:r>
              <a:rPr lang="bn-IN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Nikosh" panose="02000000000000000000" pitchFamily="2" charset="0"/>
              </a:rPr>
              <a:t>অবস্থা বিবেচনা পূর্বক রোগীকে ছুটি প্রদান</a:t>
            </a:r>
            <a:r>
              <a:rPr lang="hi-IN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Nikosh" panose="02000000000000000000" pitchFamily="2" charset="0"/>
              </a:rPr>
              <a:t>।</a:t>
            </a:r>
            <a:endParaRPr lang="en-US" dirty="0">
              <a:solidFill>
                <a:schemeClr val="tx2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Nikosh" panose="02000000000000000000" pitchFamily="2" charset="0"/>
            </a:endParaRPr>
          </a:p>
          <a:p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রোগীকে হাসপাতালের ছাড়পত্র সর্টিফিকেট প্রদান</a:t>
            </a:r>
            <a:r>
              <a:rPr lang="hi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GB" dirty="0">
              <a:solidFill>
                <a:schemeClr val="tx2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Vrinda" panose="020B0502040204020203" pitchFamily="34" charset="0"/>
            </a:endParaRPr>
          </a:p>
          <a:p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নার্স কর্তৃক ওয়ার্ডবয়</a:t>
            </a:r>
            <a:r>
              <a:rPr lang="en-US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/</a:t>
            </a:r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রোগীর লোকজনকে এসএসকে ফার্মেসী হতে ঔষধ আনার জন্য</a:t>
            </a:r>
            <a:r>
              <a:rPr lang="en-US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 Discharge </a:t>
            </a:r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কৃত ঔষধের স্লিপ দেয়া </a:t>
            </a:r>
            <a:r>
              <a:rPr lang="en-US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( </a:t>
            </a:r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এসএসকে কর্তৃক নির্ধারত স্লিপে লিখে নার্স ও মেডিকেল অফিসার এর স্বাক্ষর</a:t>
            </a:r>
            <a:r>
              <a:rPr lang="en-US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  </a:t>
            </a:r>
            <a:r>
              <a:rPr lang="bn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ও সীলমোহর সহ মূল কপি</a:t>
            </a:r>
            <a:r>
              <a:rPr lang="hi-IN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US" dirty="0">
              <a:solidFill>
                <a:schemeClr val="tx2"/>
              </a:solidFill>
              <a:effectLst/>
              <a:ea typeface="Calibri" panose="020F0502020204030204" pitchFamily="34" charset="0"/>
              <a:cs typeface="Nikosh" panose="02000000000000000000" pitchFamily="2" charset="0"/>
            </a:endParaRPr>
          </a:p>
          <a:p>
            <a:endParaRPr lang="en-US" dirty="0">
              <a:solidFill>
                <a:schemeClr val="tx2"/>
              </a:solidFill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Nikosh" panose="02000000000000000000" pitchFamily="2" charset="0"/>
              </a:rPr>
              <a:t>এসএসকে ফার্মেসী কর্তৃক ঔষধ প্রদান</a:t>
            </a:r>
            <a:r>
              <a:rPr lang="en-US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Vrinda" panose="020B0502040204020203" pitchFamily="34" charset="0"/>
              </a:rPr>
              <a:t>:</a:t>
            </a:r>
            <a:endParaRPr lang="en-GB" dirty="0">
              <a:solidFill>
                <a:schemeClr val="tx2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Vrinda" panose="020B0502040204020203" pitchFamily="34" charset="0"/>
            </a:endParaRPr>
          </a:p>
          <a:p>
            <a:pPr lvl="1"/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ওয়ার্ডবয়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/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রোগীর লোকজন থেকে প্রাপ্ত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নির্ধারিত স্লিপ যাচাই করত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(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নার্স ও মেডিকেল অফিসার স্বাক্ষর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ও সীলমোহর আছে কি না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) </a:t>
            </a:r>
            <a:r>
              <a:rPr lang="bn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ঔযধ প্রদান করা</a:t>
            </a:r>
            <a:r>
              <a:rPr lang="hi-IN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US" sz="2000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  <a:p>
            <a:pPr lvl="1"/>
            <a:endParaRPr lang="en-US" dirty="0">
              <a:solidFill>
                <a:schemeClr val="tx2"/>
              </a:solidFill>
              <a:effectLst/>
              <a:ea typeface="Calibri" panose="020F0502020204030204" pitchFamily="34" charset="0"/>
              <a:cs typeface="Nikosh" panose="02000000000000000000" pitchFamily="2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bn-IN" dirty="0">
                <a:solidFill>
                  <a:schemeClr val="tx2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Nikosh" panose="02000000000000000000" pitchFamily="2" charset="0"/>
              </a:rPr>
              <a:t>আরোগ্যকৃত রোগীকে ছুটির (ডিচার্জকৃত) ঔষধ প্রদান</a:t>
            </a:r>
            <a:r>
              <a:rPr lang="en-US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Times New Roman" panose="02020603050405020304" pitchFamily="18" charset="0"/>
                <a:cs typeface="Vrinda" panose="020B0502040204020203" pitchFamily="34" charset="0"/>
              </a:rPr>
              <a:t> :</a:t>
            </a:r>
            <a:endParaRPr lang="en-GB" dirty="0">
              <a:solidFill>
                <a:schemeClr val="tx2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Vrinda" panose="020B0502040204020203" pitchFamily="34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bn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নার্স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,  </a:t>
            </a:r>
            <a:r>
              <a:rPr lang="bn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ওয়ার্ডবয়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/</a:t>
            </a:r>
            <a:r>
              <a:rPr lang="bn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রোগীর লোকজন থেকে প্রাপ্ত</a:t>
            </a:r>
            <a:r>
              <a:rPr lang="en-US" sz="2000" dirty="0">
                <a:solidFill>
                  <a:schemeClr val="tx2"/>
                </a:solidFill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  </a:t>
            </a:r>
            <a:r>
              <a:rPr lang="bn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নির্ধারিত ডিচার্জ কৃত স্লিপের ঔষধ যাচাই করত ও রোগী ও রোগীর লোকজনকে সেবনের সময় ও নিয়ম বলে দেন </a:t>
            </a:r>
            <a:r>
              <a:rPr lang="hi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US" sz="2000" dirty="0">
              <a:solidFill>
                <a:schemeClr val="tx2"/>
              </a:solidFill>
              <a:effectLst/>
              <a:ea typeface="Calibri" panose="020F0502020204030204" pitchFamily="34" charset="0"/>
              <a:cs typeface="Nikosh" panose="02000000000000000000" pitchFamily="2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bn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রোগীকে এসএসকে বুথে  এ পুনরায় যাওয়ার জন্য ও এসএসকে বুথে জমাকৃত কার্ড ফেরত নেয়ার বলেন</a:t>
            </a:r>
            <a:r>
              <a:rPr lang="hi-IN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US" sz="2400" dirty="0">
              <a:solidFill>
                <a:schemeClr val="tx2"/>
              </a:solidFill>
              <a:effectLst/>
              <a:latin typeface="Nikosh" panose="02000000000000000000" pitchFamily="2" charset="0"/>
              <a:ea typeface="Calibri" panose="020F0502020204030204" pitchFamily="34" charset="0"/>
              <a:cs typeface="Nikosh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659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67494"/>
            <a:ext cx="10972800" cy="1145282"/>
          </a:xfrm>
        </p:spPr>
        <p:txBody>
          <a:bodyPr>
            <a:normAutofit/>
          </a:bodyPr>
          <a:lstStyle/>
          <a:p>
            <a:r>
              <a:rPr lang="en-US" dirty="0" err="1"/>
              <a:t>ধাপঃ</a:t>
            </a:r>
            <a:r>
              <a:rPr lang="en-US" dirty="0"/>
              <a:t> ২০ </a:t>
            </a:r>
            <a:r>
              <a:rPr lang="en-US" sz="2800" dirty="0">
                <a:latin typeface="Nikosh" panose="02000000000000000000" pitchFamily="2" charset="0"/>
                <a:cs typeface="Nikosh" panose="02000000000000000000" pitchFamily="2" charset="0"/>
              </a:rPr>
              <a:t>(</a:t>
            </a:r>
            <a:r>
              <a:rPr lang="bn-IN" sz="28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রোগী ছুটি প্রদান</a:t>
            </a:r>
            <a:r>
              <a:rPr lang="en-US" sz="28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এসএসকে</a:t>
            </a:r>
            <a:r>
              <a:rPr lang="en-US" sz="28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 </a:t>
            </a:r>
            <a:r>
              <a:rPr lang="en-US" sz="2800" dirty="0" err="1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বুথ</a:t>
            </a:r>
            <a:r>
              <a:rPr lang="en-US" sz="28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Nikosh" panose="02000000000000000000" pitchFamily="2" charset="0"/>
              </a:rPr>
              <a:t>:)</a:t>
            </a:r>
            <a:endParaRPr lang="en-US" sz="2800" dirty="0">
              <a:latin typeface="Nikosh" panose="02000000000000000000" pitchFamily="2" charset="0"/>
              <a:cs typeface="Nikosh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381" y="1268760"/>
            <a:ext cx="10972800" cy="3456384"/>
          </a:xfrm>
        </p:spPr>
        <p:txBody>
          <a:bodyPr>
            <a:normAutofit/>
          </a:bodyPr>
          <a:lstStyle/>
          <a:p>
            <a:r>
              <a:rPr lang="b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Nikosh" panose="02000000000000000000" pitchFamily="2" charset="0"/>
              </a:rPr>
              <a:t>এসএসকে বুথে</a:t>
            </a:r>
            <a:r>
              <a:rPr lang="en-US" sz="1800" dirty="0">
                <a:effectLst/>
                <a:latin typeface="Nikosh" panose="02000000000000000000" pitchFamily="2" charset="0"/>
                <a:ea typeface="Times New Roman" panose="02020603050405020304" pitchFamily="18" charset="0"/>
                <a:cs typeface="Vrinda" panose="020B0502040204020203" pitchFamily="34" charset="0"/>
              </a:rPr>
              <a:t>  </a:t>
            </a:r>
            <a:r>
              <a:rPr lang="bn-IN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Nikosh" panose="02000000000000000000" pitchFamily="2" charset="0"/>
              </a:rPr>
              <a:t>সেবাকৃত ছুটি রোগীর ফাইল গ্রহন ও যাচাই করাঃ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Nikosh" panose="02000000000000000000" pitchFamily="2" charset="0"/>
            </a:endParaRPr>
          </a:p>
          <a:p>
            <a:pPr lvl="1"/>
            <a:r>
              <a:rPr lang="bn-IN" sz="16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নার্স</a:t>
            </a:r>
            <a:r>
              <a:rPr lang="en-US" sz="16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, /</a:t>
            </a:r>
            <a:r>
              <a:rPr lang="bn-IN" sz="16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ওয়ার্ডবয় কর্তৃক</a:t>
            </a:r>
            <a:r>
              <a:rPr lang="en-US" sz="16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</a:t>
            </a:r>
            <a:r>
              <a:rPr lang="bn-IN" sz="16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ছুটিকৃত</a:t>
            </a:r>
            <a:r>
              <a:rPr lang="en-US" sz="16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</a:t>
            </a:r>
            <a:r>
              <a:rPr lang="bn-IN" sz="16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রোগীর ফাইল গ্রহন</a:t>
            </a:r>
            <a:r>
              <a:rPr lang="en-US" sz="16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( </a:t>
            </a:r>
            <a:r>
              <a:rPr lang="bn-IN" sz="16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ফাইলের প্রয়োজনীয় ডকুমেন্ট</a:t>
            </a:r>
            <a:r>
              <a:rPr lang="en-US" sz="16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,  </a:t>
            </a:r>
            <a:r>
              <a:rPr lang="bn-IN" sz="16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স্লিপে স্বাক্ষর ও সিলমোহর</a:t>
            </a:r>
            <a:r>
              <a:rPr lang="en-US" sz="16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</a:t>
            </a:r>
            <a:r>
              <a:rPr lang="bn-IN" sz="16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আছে কি না দেখে</a:t>
            </a:r>
            <a:r>
              <a:rPr lang="en-US" sz="16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, </a:t>
            </a:r>
            <a:r>
              <a:rPr lang="bn-IN" sz="16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প্রয়োজনে এসএসকে কিওস্ক</a:t>
            </a:r>
            <a:r>
              <a:rPr lang="en-US" sz="16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</a:t>
            </a:r>
            <a:r>
              <a:rPr lang="bn-IN" sz="16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হতে গিয়ে</a:t>
            </a:r>
            <a:r>
              <a:rPr lang="en-US" sz="16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  </a:t>
            </a:r>
            <a:r>
              <a:rPr lang="bn-IN" sz="16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সঠিক করে</a:t>
            </a:r>
            <a:r>
              <a:rPr lang="en-US" sz="1600" dirty="0">
                <a:effectLst/>
                <a:latin typeface="Nikosh" panose="02000000000000000000" pitchFamily="2" charset="0"/>
                <a:ea typeface="Calibri" panose="020F0502020204030204" pitchFamily="34" charset="0"/>
                <a:cs typeface="Nikosh" panose="02000000000000000000" pitchFamily="2" charset="0"/>
              </a:rPr>
              <a:t>)</a:t>
            </a:r>
            <a:endParaRPr lang="en-GB" sz="1600" dirty="0">
              <a:effectLst/>
              <a:latin typeface="Nikosh" panose="02000000000000000000" pitchFamily="2" charset="0"/>
              <a:ea typeface="Times New Roman" panose="02020603050405020304" pitchFamily="18" charset="0"/>
              <a:cs typeface="Nikosh" panose="02000000000000000000" pitchFamily="2" charset="0"/>
            </a:endParaRPr>
          </a:p>
          <a:p>
            <a:r>
              <a:rPr lang="bn-IN" sz="1800" dirty="0">
                <a:effectLst/>
                <a:ea typeface="Calibri" panose="020F0502020204030204" pitchFamily="34" charset="0"/>
                <a:cs typeface="Nikosh" panose="02000000000000000000" pitchFamily="2" charset="0"/>
              </a:rPr>
              <a:t>এসএসকে সফটওয়্যার</a:t>
            </a:r>
            <a:r>
              <a:rPr lang="en-US" sz="1800" dirty="0"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  </a:t>
            </a:r>
            <a:r>
              <a:rPr lang="bn-IN" sz="1800" dirty="0">
                <a:effectLst/>
                <a:ea typeface="Calibri" panose="020F0502020204030204" pitchFamily="34" charset="0"/>
                <a:cs typeface="Nikosh" panose="02000000000000000000" pitchFamily="2" charset="0"/>
              </a:rPr>
              <a:t>এ রোগের প্যাকেজ ব্লক করা</a:t>
            </a:r>
            <a:endParaRPr lang="en-US" sz="1800" dirty="0">
              <a:effectLst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sz="1800" dirty="0">
                <a:effectLst/>
                <a:ea typeface="Calibri" panose="020F0502020204030204" pitchFamily="34" charset="0"/>
                <a:cs typeface="Nikosh" panose="02000000000000000000" pitchFamily="2" charset="0"/>
              </a:rPr>
              <a:t>এসএসকে সফটওয়্যার</a:t>
            </a:r>
            <a:r>
              <a:rPr lang="en-US" sz="1800" dirty="0"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  </a:t>
            </a:r>
            <a:r>
              <a:rPr lang="bn-IN" sz="1800" dirty="0">
                <a:effectLst/>
                <a:ea typeface="Calibri" panose="020F0502020204030204" pitchFamily="34" charset="0"/>
                <a:cs typeface="Nikosh" panose="02000000000000000000" pitchFamily="2" charset="0"/>
              </a:rPr>
              <a:t>এ রোগী ডিচার্জ করা</a:t>
            </a:r>
            <a:r>
              <a:rPr lang="hi-IN" sz="1800" dirty="0">
                <a:effectLst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US" sz="1800" dirty="0"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sz="1800" dirty="0">
                <a:effectLst/>
                <a:ea typeface="Calibri" panose="020F0502020204030204" pitchFamily="34" charset="0"/>
                <a:cs typeface="Nikosh" panose="02000000000000000000" pitchFamily="2" charset="0"/>
              </a:rPr>
              <a:t>ডিচার্জকৃত ঔষধ যাচাই করা</a:t>
            </a:r>
            <a:endParaRPr lang="en-US" sz="1800" dirty="0">
              <a:effectLst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sz="1800" dirty="0">
                <a:effectLst/>
                <a:ea typeface="Calibri" panose="020F0502020204030204" pitchFamily="34" charset="0"/>
                <a:cs typeface="Nikosh" panose="02000000000000000000" pitchFamily="2" charset="0"/>
              </a:rPr>
              <a:t>রোগীর এসএসকে কার্ড ফেরত দেয়া ও যথাযথ ভাবে সংরক্ষনের জন্য বলা</a:t>
            </a:r>
            <a:r>
              <a:rPr lang="hi-IN" sz="1800" dirty="0">
                <a:effectLst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US" sz="1800" dirty="0"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sz="1800" dirty="0">
                <a:effectLst/>
                <a:ea typeface="Calibri" panose="020F0502020204030204" pitchFamily="34" charset="0"/>
                <a:cs typeface="Nikosh" panose="02000000000000000000" pitchFamily="2" charset="0"/>
              </a:rPr>
              <a:t>সেবাকৃত রোগীকে</a:t>
            </a:r>
            <a:r>
              <a:rPr lang="en-US" sz="1800" dirty="0"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  </a:t>
            </a:r>
            <a:r>
              <a:rPr lang="bn-IN" sz="1800" dirty="0">
                <a:effectLst/>
                <a:ea typeface="Calibri" panose="020F0502020204030204" pitchFamily="34" charset="0"/>
                <a:cs typeface="Nikosh" panose="02000000000000000000" pitchFamily="2" charset="0"/>
              </a:rPr>
              <a:t>সঠিক নিয়মে ঔষধ সেবনে পরামর্শ প্রদান</a:t>
            </a:r>
            <a:r>
              <a:rPr lang="hi-IN" sz="1800" dirty="0">
                <a:effectLst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US" sz="1800" dirty="0">
              <a:effectLst/>
              <a:ea typeface="Calibri" panose="020F0502020204030204" pitchFamily="34" charset="0"/>
              <a:cs typeface="Nikosh" panose="02000000000000000000" pitchFamily="2" charset="0"/>
            </a:endParaRPr>
          </a:p>
          <a:p>
            <a:r>
              <a:rPr lang="bn-IN" sz="1800" dirty="0">
                <a:effectLst/>
                <a:ea typeface="Calibri" panose="020F0502020204030204" pitchFamily="34" charset="0"/>
                <a:cs typeface="Nikosh" panose="02000000000000000000" pitchFamily="2" charset="0"/>
              </a:rPr>
              <a:t>প্রয়োজনে পুনরায় সেবাকে</a:t>
            </a:r>
            <a:r>
              <a:rPr lang="en-US" sz="1800" dirty="0" err="1"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ন্দ্রে</a:t>
            </a:r>
            <a:r>
              <a:rPr lang="en-US" sz="1800" dirty="0"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 </a:t>
            </a:r>
            <a:r>
              <a:rPr lang="bn-IN" sz="1800" dirty="0">
                <a:effectLst/>
                <a:ea typeface="Calibri" panose="020F0502020204030204" pitchFamily="34" charset="0"/>
                <a:cs typeface="Nikosh" panose="02000000000000000000" pitchFamily="2" charset="0"/>
              </a:rPr>
              <a:t>আসার</a:t>
            </a:r>
            <a:r>
              <a:rPr lang="en-US" sz="1800" dirty="0">
                <a:effectLst/>
                <a:latin typeface="Nikosh" panose="02000000000000000000" pitchFamily="2" charset="0"/>
                <a:ea typeface="Calibri" panose="020F0502020204030204" pitchFamily="34" charset="0"/>
              </a:rPr>
              <a:t>  </a:t>
            </a:r>
            <a:r>
              <a:rPr lang="bn-IN" sz="1800" dirty="0">
                <a:effectLst/>
                <a:ea typeface="Calibri" panose="020F0502020204030204" pitchFamily="34" charset="0"/>
                <a:cs typeface="Nikosh" panose="02000000000000000000" pitchFamily="2" charset="0"/>
              </a:rPr>
              <a:t>পরামর্শ প্রদান </a:t>
            </a:r>
            <a:r>
              <a:rPr lang="hi-IN" sz="1800" dirty="0">
                <a:effectLst/>
                <a:ea typeface="Calibri" panose="020F0502020204030204" pitchFamily="34" charset="0"/>
                <a:cs typeface="Nikosh" panose="02000000000000000000" pitchFamily="2" charset="0"/>
              </a:rPr>
              <a:t>।</a:t>
            </a:r>
            <a:endParaRPr lang="en-US" sz="1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Nikosh" panose="020000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ACD3473B-FD14-F602-8B91-8863509992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3872" y="4016586"/>
            <a:ext cx="6720747" cy="272478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902338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 err="1" smtClean="0">
                <a:latin typeface="Nikosh" pitchFamily="2" charset="0"/>
                <a:cs typeface="Nikosh" pitchFamily="2" charset="0"/>
              </a:rPr>
              <a:t>হাসপাতাল</a:t>
            </a:r>
            <a:r>
              <a:rPr lang="en-US" sz="44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4400" dirty="0" err="1" smtClean="0">
                <a:latin typeface="Nikosh" pitchFamily="2" charset="0"/>
                <a:cs typeface="Nikosh" pitchFamily="2" charset="0"/>
              </a:rPr>
              <a:t>ভিত্তিক</a:t>
            </a:r>
            <a:r>
              <a:rPr lang="en-US" sz="44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4400" dirty="0" err="1" smtClean="0">
                <a:latin typeface="Nikosh" pitchFamily="2" charset="0"/>
                <a:cs typeface="Nikosh" pitchFamily="2" charset="0"/>
              </a:rPr>
              <a:t>এসএসকে</a:t>
            </a:r>
            <a:r>
              <a:rPr lang="en-US" sz="44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4400" dirty="0" err="1" smtClean="0">
                <a:latin typeface="Nikosh" pitchFamily="2" charset="0"/>
                <a:cs typeface="Nikosh" pitchFamily="2" charset="0"/>
              </a:rPr>
              <a:t>কার্যক্রমের</a:t>
            </a:r>
            <a:r>
              <a:rPr lang="en-US" sz="44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4400" dirty="0" err="1" smtClean="0">
                <a:latin typeface="Nikosh" pitchFamily="2" charset="0"/>
                <a:cs typeface="Nikosh" pitchFamily="2" charset="0"/>
              </a:rPr>
              <a:t>একাংশ</a:t>
            </a:r>
            <a:endParaRPr lang="en-US" sz="4400" dirty="0">
              <a:latin typeface="Nikosh" pitchFamily="2" charset="0"/>
              <a:cs typeface="Nikosh" pitchFamily="2" charset="0"/>
            </a:endParaRPr>
          </a:p>
        </p:txBody>
      </p:sp>
      <p:pic>
        <p:nvPicPr>
          <p:cNvPr id="2050" name="Picture 2" descr="C:\Users\HP\Desktop\Hospital Automation Related Document\Picture\IMG-20210302-WA0016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068" y="4383392"/>
            <a:ext cx="2375093" cy="1788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HP\Desktop\Hospital Automation Related Document\Picture\IMG-20210302-WA0007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4694" y="4390006"/>
            <a:ext cx="2994373" cy="1781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36109-0080-4871-8F92-6DD11C2718D9}" type="datetime1">
              <a:rPr lang="en-US" smtClean="0"/>
              <a:t>12-Apr-23</a:t>
            </a:fld>
            <a:endParaRPr lang="en-US"/>
          </a:p>
        </p:txBody>
      </p:sp>
      <p:pic>
        <p:nvPicPr>
          <p:cNvPr id="1026" name="Picture 2" descr="C:\Users\HP\Desktop\Nurul amin Sir\SSK Picture\Picture\IMG-20210525-WA0003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7712" y="4344265"/>
            <a:ext cx="2886289" cy="1781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HP\Desktop\Nurul amin Sir\SSK Picture\Picture\Untitled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402" y="2133601"/>
            <a:ext cx="2844799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HP\Desktop\Nurul amin Sir\SSK Picture\Picture\WhatsApp Image 2021-10-24 at 01.17.31 (2).jpe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1493" y="2159308"/>
            <a:ext cx="3011307" cy="1808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HP\Desktop\Nurul amin Sir\SSK Picture\Picture\WhatsApp Image 2021-10-24 at 01.17.31 (3).jpe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200" y="4368394"/>
            <a:ext cx="2186088" cy="1803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C:\Users\HP\Desktop\Nurul amin Sir\SSK Picture\Picture\WhatsApp Image 2021-10-24 at 01.17.31.jpe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53935"/>
            <a:ext cx="2670115" cy="177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HP\Desktop\Nurul amin Sir\SSK Picture\Picture\WhatsApp Image 2021-10-24 at 01.17.31 (1).jpe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2159308"/>
            <a:ext cx="2358161" cy="1793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3188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0809029-93FB-B0D8-1489-B91F8F5F3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B9AAC-297A-4046-929D-8F089284F37C}" type="slidenum">
              <a:rPr lang="en-US" smtClean="0"/>
              <a:t>59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45FF1851-A70E-1095-DDB0-09D18621BBBD}"/>
              </a:ext>
            </a:extLst>
          </p:cNvPr>
          <p:cNvSpPr txBox="1">
            <a:spLocks/>
          </p:cNvSpPr>
          <p:nvPr/>
        </p:nvSpPr>
        <p:spPr>
          <a:xfrm>
            <a:off x="1530347" y="1759608"/>
            <a:ext cx="3962400" cy="419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C422AEF5-5038-998F-16DA-119E8C5D2B05}"/>
              </a:ext>
            </a:extLst>
          </p:cNvPr>
          <p:cNvSpPr/>
          <p:nvPr/>
        </p:nvSpPr>
        <p:spPr>
          <a:xfrm>
            <a:off x="921842" y="550147"/>
            <a:ext cx="8828571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300" b="1" dirty="0">
                <a:solidFill>
                  <a:srgbClr val="00B4B0"/>
                </a:solidFill>
                <a:latin typeface="Gill Sans MT" panose="020B0502020104020203" pitchFamily="34" charset="0"/>
              </a:rPr>
              <a:t>Cloud Based </a:t>
            </a:r>
            <a:r>
              <a:rPr lang="en-US" sz="3300" b="1" dirty="0">
                <a:solidFill>
                  <a:srgbClr val="00B4B0"/>
                </a:solidFill>
                <a:latin typeface="Gill Sans MT" panose="020B0502020104020203" pitchFamily="34" charset="0"/>
                <a:ea typeface="+mj-ea"/>
                <a:cs typeface="Nikosh" panose="02000000000000000000" pitchFamily="2" charset="0"/>
              </a:rPr>
              <a:t>Service</a:t>
            </a:r>
            <a:r>
              <a:rPr lang="en-US" sz="3300" b="1" dirty="0">
                <a:solidFill>
                  <a:srgbClr val="00B4B0"/>
                </a:solidFill>
                <a:latin typeface="Gill Sans MT" panose="020B0502020104020203" pitchFamily="34" charset="0"/>
              </a:rPr>
              <a:t> Management Platform</a:t>
            </a:r>
          </a:p>
        </p:txBody>
      </p:sp>
      <p:grpSp>
        <p:nvGrpSpPr>
          <p:cNvPr id="7" name="Google Shape;380;p28">
            <a:extLst>
              <a:ext uri="{FF2B5EF4-FFF2-40B4-BE49-F238E27FC236}">
                <a16:creationId xmlns:a16="http://schemas.microsoft.com/office/drawing/2014/main" xmlns="" id="{6EA67E34-EEE9-D8E2-F839-3E503188D8A9}"/>
              </a:ext>
            </a:extLst>
          </p:cNvPr>
          <p:cNvGrpSpPr/>
          <p:nvPr/>
        </p:nvGrpSpPr>
        <p:grpSpPr>
          <a:xfrm>
            <a:off x="1001259" y="1548183"/>
            <a:ext cx="4911909" cy="3482836"/>
            <a:chOff x="-84445" y="1189989"/>
            <a:chExt cx="3250909" cy="3482836"/>
          </a:xfrm>
        </p:grpSpPr>
        <p:sp>
          <p:nvSpPr>
            <p:cNvPr id="8" name="Google Shape;381;p28">
              <a:extLst>
                <a:ext uri="{FF2B5EF4-FFF2-40B4-BE49-F238E27FC236}">
                  <a16:creationId xmlns:a16="http://schemas.microsoft.com/office/drawing/2014/main" xmlns="" id="{8546D1CD-447A-3EBB-5700-54051A2609D7}"/>
                </a:ext>
              </a:extLst>
            </p:cNvPr>
            <p:cNvSpPr/>
            <p:nvPr/>
          </p:nvSpPr>
          <p:spPr>
            <a:xfrm>
              <a:off x="-84445" y="1189989"/>
              <a:ext cx="3250909" cy="669000"/>
            </a:xfrm>
            <a:prstGeom prst="homePlate">
              <a:avLst>
                <a:gd name="adj" fmla="val 50000"/>
              </a:avLst>
            </a:prstGeom>
            <a:solidFill>
              <a:srgbClr val="0076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lt1"/>
                  </a:solidFill>
                  <a:latin typeface="Arial" panose="020B0604020202020204" pitchFamily="34" charset="0"/>
                  <a:ea typeface="Saira Semi Condensed"/>
                  <a:cs typeface="Arial" panose="020B0604020202020204" pitchFamily="34" charset="0"/>
                  <a:sym typeface="Saira Semi Condensed"/>
                </a:rPr>
                <a:t>		API &amp; APP</a:t>
              </a:r>
              <a:endParaRPr dirty="0">
                <a:solidFill>
                  <a:schemeClr val="lt1"/>
                </a:solidFill>
                <a:latin typeface="Arial" panose="020B0604020202020204" pitchFamily="34" charset="0"/>
                <a:ea typeface="Saira Semi Condensed"/>
                <a:cs typeface="Arial" panose="020B0604020202020204" pitchFamily="34" charset="0"/>
                <a:sym typeface="Saira Semi Condensed"/>
              </a:endParaRPr>
            </a:p>
          </p:txBody>
        </p:sp>
        <p:sp>
          <p:nvSpPr>
            <p:cNvPr id="9" name="Google Shape;382;p28">
              <a:extLst>
                <a:ext uri="{FF2B5EF4-FFF2-40B4-BE49-F238E27FC236}">
                  <a16:creationId xmlns:a16="http://schemas.microsoft.com/office/drawing/2014/main" xmlns="" id="{831BA42C-4702-5041-C763-47B0A359A92F}"/>
                </a:ext>
              </a:extLst>
            </p:cNvPr>
            <p:cNvSpPr txBox="1"/>
            <p:nvPr/>
          </p:nvSpPr>
          <p:spPr>
            <a:xfrm>
              <a:off x="-84444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chemeClr val="dk1"/>
                </a:solidFill>
                <a:latin typeface="Arial" panose="020B0604020202020204" pitchFamily="34" charset="0"/>
                <a:ea typeface="Inria Sans"/>
                <a:cs typeface="Arial" panose="020B0604020202020204" pitchFamily="34" charset="0"/>
                <a:sym typeface="Inria Sans"/>
              </a:endParaRPr>
            </a:p>
          </p:txBody>
        </p:sp>
      </p:grpSp>
      <p:grpSp>
        <p:nvGrpSpPr>
          <p:cNvPr id="10" name="Google Shape;383;p28">
            <a:extLst>
              <a:ext uri="{FF2B5EF4-FFF2-40B4-BE49-F238E27FC236}">
                <a16:creationId xmlns:a16="http://schemas.microsoft.com/office/drawing/2014/main" xmlns="" id="{43929E03-064B-BC7E-4BAC-B564FE0BEA62}"/>
              </a:ext>
            </a:extLst>
          </p:cNvPr>
          <p:cNvGrpSpPr/>
          <p:nvPr/>
        </p:nvGrpSpPr>
        <p:grpSpPr>
          <a:xfrm>
            <a:off x="5492747" y="1549568"/>
            <a:ext cx="5310557" cy="3483050"/>
            <a:chOff x="2145352" y="1189775"/>
            <a:chExt cx="2655397" cy="3483050"/>
          </a:xfrm>
        </p:grpSpPr>
        <p:sp>
          <p:nvSpPr>
            <p:cNvPr id="11" name="Google Shape;384;p28">
              <a:extLst>
                <a:ext uri="{FF2B5EF4-FFF2-40B4-BE49-F238E27FC236}">
                  <a16:creationId xmlns:a16="http://schemas.microsoft.com/office/drawing/2014/main" xmlns="" id="{CED59143-8F4A-BBE5-CF79-96CB9A26CFB0}"/>
                </a:ext>
              </a:extLst>
            </p:cNvPr>
            <p:cNvSpPr/>
            <p:nvPr/>
          </p:nvSpPr>
          <p:spPr>
            <a:xfrm>
              <a:off x="2145352" y="1189775"/>
              <a:ext cx="2655397" cy="669000"/>
            </a:xfrm>
            <a:prstGeom prst="chevron">
              <a:avLst>
                <a:gd name="adj" fmla="val 50000"/>
              </a:avLst>
            </a:prstGeom>
            <a:solidFill>
              <a:srgbClr val="703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lt1"/>
                  </a:solidFill>
                  <a:latin typeface="Arial" panose="020B0604020202020204" pitchFamily="34" charset="0"/>
                  <a:ea typeface="Saira Semi Condensed"/>
                  <a:cs typeface="Arial" panose="020B0604020202020204" pitchFamily="34" charset="0"/>
                  <a:sym typeface="Saira Semi Condensed"/>
                </a:rPr>
                <a:t>SSK Service Automation </a:t>
              </a:r>
              <a:endParaRPr dirty="0">
                <a:solidFill>
                  <a:schemeClr val="lt1"/>
                </a:solidFill>
                <a:latin typeface="Arial" panose="020B0604020202020204" pitchFamily="34" charset="0"/>
                <a:ea typeface="Saira Semi Condensed"/>
                <a:cs typeface="Arial" panose="020B0604020202020204" pitchFamily="34" charset="0"/>
                <a:sym typeface="Saira Semi Condensed"/>
              </a:endParaRPr>
            </a:p>
          </p:txBody>
        </p:sp>
        <p:sp>
          <p:nvSpPr>
            <p:cNvPr id="12" name="Google Shape;385;p28">
              <a:extLst>
                <a:ext uri="{FF2B5EF4-FFF2-40B4-BE49-F238E27FC236}">
                  <a16:creationId xmlns:a16="http://schemas.microsoft.com/office/drawing/2014/main" xmlns="" id="{3DE8AE5A-870B-9EBD-8137-A16EEE9D90DA}"/>
                </a:ext>
              </a:extLst>
            </p:cNvPr>
            <p:cNvSpPr txBox="1"/>
            <p:nvPr/>
          </p:nvSpPr>
          <p:spPr>
            <a:xfrm>
              <a:off x="2355572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Arial" panose="020B0604020202020204" pitchFamily="34" charset="0"/>
                  <a:ea typeface="Inria Sans"/>
                  <a:cs typeface="Arial" panose="020B0604020202020204" pitchFamily="34" charset="0"/>
                  <a:sym typeface="Inria Sans"/>
                </a:rPr>
                <a:t>.</a:t>
              </a:r>
              <a:endParaRPr sz="1200" dirty="0">
                <a:solidFill>
                  <a:schemeClr val="dk1"/>
                </a:solidFill>
                <a:latin typeface="Arial" panose="020B0604020202020204" pitchFamily="34" charset="0"/>
                <a:ea typeface="Inria Sans"/>
                <a:cs typeface="Arial" panose="020B0604020202020204" pitchFamily="34" charset="0"/>
                <a:sym typeface="Inria Sans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E0763DF9-CB6B-0AF2-FB57-B5647D36A223}"/>
              </a:ext>
            </a:extLst>
          </p:cNvPr>
          <p:cNvSpPr/>
          <p:nvPr/>
        </p:nvSpPr>
        <p:spPr>
          <a:xfrm>
            <a:off x="921842" y="2491183"/>
            <a:ext cx="4276019" cy="3270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dirty="0">
                <a:solidFill>
                  <a:srgbClr val="0076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API Integration (National House hold Database/ DGHS/ </a:t>
            </a:r>
            <a:r>
              <a:rPr lang="en-US" dirty="0" err="1">
                <a:solidFill>
                  <a:srgbClr val="0076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icddr,b</a:t>
            </a:r>
            <a:r>
              <a:rPr lang="en-US" dirty="0">
                <a:solidFill>
                  <a:srgbClr val="0076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/NID/ Passport/Birth registration)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sz="1050" dirty="0">
              <a:solidFill>
                <a:srgbClr val="00763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>
                <a:solidFill>
                  <a:srgbClr val="0076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 apps for Registration  (Online/ Offline)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sz="900" dirty="0">
              <a:solidFill>
                <a:srgbClr val="00763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>
                <a:solidFill>
                  <a:srgbClr val="0076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Smart Appointment Management through Apps/Online/Offline</a:t>
            </a:r>
          </a:p>
          <a:p>
            <a:pPr marL="285750" indent="-285750">
              <a:buFont typeface="Wingdings" pitchFamily="2" charset="2"/>
              <a:buChar char="ü"/>
            </a:pPr>
            <a:endParaRPr lang="en-US" sz="1100" dirty="0">
              <a:solidFill>
                <a:srgbClr val="00763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>
                <a:solidFill>
                  <a:srgbClr val="00763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Biometric Device and Barcode Scanner Interface integration</a:t>
            </a:r>
          </a:p>
          <a:p>
            <a:pPr marL="285750" indent="-285750">
              <a:buFont typeface="Wingdings" pitchFamily="2" charset="2"/>
              <a:buChar char="q"/>
            </a:pPr>
            <a:endParaRPr lang="en-US" sz="1400" dirty="0">
              <a:solidFill>
                <a:srgbClr val="00763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Google Shape;938;p47">
            <a:extLst>
              <a:ext uri="{FF2B5EF4-FFF2-40B4-BE49-F238E27FC236}">
                <a16:creationId xmlns:a16="http://schemas.microsoft.com/office/drawing/2014/main" xmlns="" id="{8D96CC79-852F-CCC1-C7A0-E7D703BEB7D2}"/>
              </a:ext>
            </a:extLst>
          </p:cNvPr>
          <p:cNvSpPr/>
          <p:nvPr/>
        </p:nvSpPr>
        <p:spPr>
          <a:xfrm>
            <a:off x="1431815" y="1679414"/>
            <a:ext cx="335738" cy="430924"/>
          </a:xfrm>
          <a:custGeom>
            <a:avLst/>
            <a:gdLst/>
            <a:ahLst/>
            <a:cxnLst/>
            <a:rect l="l" t="t" r="r" b="b"/>
            <a:pathLst>
              <a:path w="15978" h="20508" fill="none" extrusionOk="0">
                <a:moveTo>
                  <a:pt x="15977" y="1292"/>
                </a:moveTo>
                <a:lnTo>
                  <a:pt x="15977" y="19217"/>
                </a:lnTo>
                <a:lnTo>
                  <a:pt x="15977" y="19217"/>
                </a:lnTo>
                <a:lnTo>
                  <a:pt x="15953" y="19485"/>
                </a:lnTo>
                <a:lnTo>
                  <a:pt x="15880" y="19728"/>
                </a:lnTo>
                <a:lnTo>
                  <a:pt x="15758" y="19948"/>
                </a:lnTo>
                <a:lnTo>
                  <a:pt x="15612" y="20142"/>
                </a:lnTo>
                <a:lnTo>
                  <a:pt x="15417" y="20289"/>
                </a:lnTo>
                <a:lnTo>
                  <a:pt x="15198" y="20410"/>
                </a:lnTo>
                <a:lnTo>
                  <a:pt x="14955" y="20483"/>
                </a:lnTo>
                <a:lnTo>
                  <a:pt x="14711" y="20508"/>
                </a:lnTo>
                <a:lnTo>
                  <a:pt x="1267" y="20508"/>
                </a:lnTo>
                <a:lnTo>
                  <a:pt x="1267" y="20508"/>
                </a:lnTo>
                <a:lnTo>
                  <a:pt x="1023" y="20483"/>
                </a:lnTo>
                <a:lnTo>
                  <a:pt x="780" y="20410"/>
                </a:lnTo>
                <a:lnTo>
                  <a:pt x="561" y="20289"/>
                </a:lnTo>
                <a:lnTo>
                  <a:pt x="366" y="20142"/>
                </a:lnTo>
                <a:lnTo>
                  <a:pt x="220" y="19948"/>
                </a:lnTo>
                <a:lnTo>
                  <a:pt x="98" y="19728"/>
                </a:lnTo>
                <a:lnTo>
                  <a:pt x="25" y="19485"/>
                </a:lnTo>
                <a:lnTo>
                  <a:pt x="1" y="19217"/>
                </a:lnTo>
                <a:lnTo>
                  <a:pt x="1" y="1292"/>
                </a:lnTo>
                <a:lnTo>
                  <a:pt x="1" y="1292"/>
                </a:lnTo>
                <a:lnTo>
                  <a:pt x="25" y="1024"/>
                </a:lnTo>
                <a:lnTo>
                  <a:pt x="98" y="780"/>
                </a:lnTo>
                <a:lnTo>
                  <a:pt x="220" y="561"/>
                </a:lnTo>
                <a:lnTo>
                  <a:pt x="366" y="366"/>
                </a:lnTo>
                <a:lnTo>
                  <a:pt x="561" y="220"/>
                </a:lnTo>
                <a:lnTo>
                  <a:pt x="780" y="98"/>
                </a:lnTo>
                <a:lnTo>
                  <a:pt x="1023" y="25"/>
                </a:lnTo>
                <a:lnTo>
                  <a:pt x="1267" y="1"/>
                </a:lnTo>
                <a:lnTo>
                  <a:pt x="14711" y="1"/>
                </a:lnTo>
                <a:lnTo>
                  <a:pt x="14711" y="1"/>
                </a:lnTo>
                <a:lnTo>
                  <a:pt x="14955" y="25"/>
                </a:lnTo>
                <a:lnTo>
                  <a:pt x="15198" y="98"/>
                </a:lnTo>
                <a:lnTo>
                  <a:pt x="15417" y="220"/>
                </a:lnTo>
                <a:lnTo>
                  <a:pt x="15612" y="366"/>
                </a:lnTo>
                <a:lnTo>
                  <a:pt x="15758" y="561"/>
                </a:lnTo>
                <a:lnTo>
                  <a:pt x="15880" y="780"/>
                </a:lnTo>
                <a:lnTo>
                  <a:pt x="15953" y="1024"/>
                </a:lnTo>
                <a:lnTo>
                  <a:pt x="15977" y="1292"/>
                </a:lnTo>
                <a:lnTo>
                  <a:pt x="15977" y="1292"/>
                </a:lnTo>
                <a:close/>
                <a:moveTo>
                  <a:pt x="7989" y="19899"/>
                </a:moveTo>
                <a:lnTo>
                  <a:pt x="7989" y="19899"/>
                </a:lnTo>
                <a:lnTo>
                  <a:pt x="8159" y="19875"/>
                </a:lnTo>
                <a:lnTo>
                  <a:pt x="8306" y="19826"/>
                </a:lnTo>
                <a:lnTo>
                  <a:pt x="8452" y="19753"/>
                </a:lnTo>
                <a:lnTo>
                  <a:pt x="8574" y="19655"/>
                </a:lnTo>
                <a:lnTo>
                  <a:pt x="8671" y="19534"/>
                </a:lnTo>
                <a:lnTo>
                  <a:pt x="8744" y="19387"/>
                </a:lnTo>
                <a:lnTo>
                  <a:pt x="8793" y="19241"/>
                </a:lnTo>
                <a:lnTo>
                  <a:pt x="8817" y="19071"/>
                </a:lnTo>
                <a:lnTo>
                  <a:pt x="8817" y="19071"/>
                </a:lnTo>
                <a:lnTo>
                  <a:pt x="8793" y="18900"/>
                </a:lnTo>
                <a:lnTo>
                  <a:pt x="8744" y="18754"/>
                </a:lnTo>
                <a:lnTo>
                  <a:pt x="8671" y="18608"/>
                </a:lnTo>
                <a:lnTo>
                  <a:pt x="8574" y="18486"/>
                </a:lnTo>
                <a:lnTo>
                  <a:pt x="8452" y="18389"/>
                </a:lnTo>
                <a:lnTo>
                  <a:pt x="8306" y="18316"/>
                </a:lnTo>
                <a:lnTo>
                  <a:pt x="8159" y="18267"/>
                </a:lnTo>
                <a:lnTo>
                  <a:pt x="7989" y="18243"/>
                </a:lnTo>
                <a:lnTo>
                  <a:pt x="7989" y="18243"/>
                </a:lnTo>
                <a:lnTo>
                  <a:pt x="7819" y="18267"/>
                </a:lnTo>
                <a:lnTo>
                  <a:pt x="7672" y="18316"/>
                </a:lnTo>
                <a:lnTo>
                  <a:pt x="7526" y="18389"/>
                </a:lnTo>
                <a:lnTo>
                  <a:pt x="7404" y="18486"/>
                </a:lnTo>
                <a:lnTo>
                  <a:pt x="7307" y="18608"/>
                </a:lnTo>
                <a:lnTo>
                  <a:pt x="7234" y="18754"/>
                </a:lnTo>
                <a:lnTo>
                  <a:pt x="7185" y="18900"/>
                </a:lnTo>
                <a:lnTo>
                  <a:pt x="7161" y="19071"/>
                </a:lnTo>
                <a:lnTo>
                  <a:pt x="7161" y="19071"/>
                </a:lnTo>
                <a:lnTo>
                  <a:pt x="7185" y="19241"/>
                </a:lnTo>
                <a:lnTo>
                  <a:pt x="7234" y="19387"/>
                </a:lnTo>
                <a:lnTo>
                  <a:pt x="7307" y="19534"/>
                </a:lnTo>
                <a:lnTo>
                  <a:pt x="7404" y="19655"/>
                </a:lnTo>
                <a:lnTo>
                  <a:pt x="7526" y="19753"/>
                </a:lnTo>
                <a:lnTo>
                  <a:pt x="7672" y="19826"/>
                </a:lnTo>
                <a:lnTo>
                  <a:pt x="7819" y="19875"/>
                </a:lnTo>
                <a:lnTo>
                  <a:pt x="7989" y="19899"/>
                </a:lnTo>
                <a:lnTo>
                  <a:pt x="7989" y="19899"/>
                </a:lnTo>
                <a:close/>
                <a:moveTo>
                  <a:pt x="14394" y="1584"/>
                </a:moveTo>
                <a:lnTo>
                  <a:pt x="1584" y="1584"/>
                </a:lnTo>
                <a:lnTo>
                  <a:pt x="1584" y="17634"/>
                </a:lnTo>
                <a:lnTo>
                  <a:pt x="14394" y="17634"/>
                </a:lnTo>
                <a:lnTo>
                  <a:pt x="14394" y="1584"/>
                </a:lnTo>
                <a:close/>
              </a:path>
            </a:pathLst>
          </a:custGeom>
          <a:noFill/>
          <a:ln w="121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1CA3F741-2296-7FE7-EC47-17CD36742C1F}"/>
              </a:ext>
            </a:extLst>
          </p:cNvPr>
          <p:cNvSpPr/>
          <p:nvPr/>
        </p:nvSpPr>
        <p:spPr>
          <a:xfrm>
            <a:off x="6021833" y="2491183"/>
            <a:ext cx="5105400" cy="3693319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US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OPD/ IPD Management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b="0" i="0" dirty="0"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laboratory information system (LIS) </a:t>
            </a:r>
            <a:r>
              <a:rPr lang="en-US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i="0" dirty="0"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radiology information system</a:t>
            </a:r>
            <a:r>
              <a:rPr lang="en-US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(RIS) Management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Pharmacy Management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Medical Data (Electronic Medical Record Module (EMR) /Citizen Record)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Ward/ Bed/ Cabin Management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Nurse Station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 Theater Management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Ambulance Management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Referral Hospital Management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Discharge Summary , etc.</a:t>
            </a:r>
          </a:p>
        </p:txBody>
      </p:sp>
      <p:sp>
        <p:nvSpPr>
          <p:cNvPr id="16" name="Google Shape;817;p47">
            <a:extLst>
              <a:ext uri="{FF2B5EF4-FFF2-40B4-BE49-F238E27FC236}">
                <a16:creationId xmlns:a16="http://schemas.microsoft.com/office/drawing/2014/main" xmlns="" id="{28D67409-0E99-BC79-7E49-A520498AA822}"/>
              </a:ext>
            </a:extLst>
          </p:cNvPr>
          <p:cNvSpPr/>
          <p:nvPr/>
        </p:nvSpPr>
        <p:spPr>
          <a:xfrm>
            <a:off x="6119741" y="1679414"/>
            <a:ext cx="385895" cy="336746"/>
          </a:xfrm>
          <a:custGeom>
            <a:avLst/>
            <a:gdLst/>
            <a:ahLst/>
            <a:cxnLst/>
            <a:rect l="l" t="t" r="r" b="b"/>
            <a:pathLst>
              <a:path w="18365" h="16026" fill="none" extrusionOk="0">
                <a:moveTo>
                  <a:pt x="9182" y="0"/>
                </a:moveTo>
                <a:lnTo>
                  <a:pt x="0" y="8841"/>
                </a:lnTo>
                <a:lnTo>
                  <a:pt x="2874" y="8841"/>
                </a:lnTo>
                <a:lnTo>
                  <a:pt x="2874" y="15246"/>
                </a:lnTo>
                <a:lnTo>
                  <a:pt x="2874" y="15246"/>
                </a:lnTo>
                <a:lnTo>
                  <a:pt x="2899" y="15417"/>
                </a:lnTo>
                <a:lnTo>
                  <a:pt x="2947" y="15563"/>
                </a:lnTo>
                <a:lnTo>
                  <a:pt x="3020" y="15685"/>
                </a:lnTo>
                <a:lnTo>
                  <a:pt x="3093" y="15806"/>
                </a:lnTo>
                <a:lnTo>
                  <a:pt x="3215" y="15904"/>
                </a:lnTo>
                <a:lnTo>
                  <a:pt x="3361" y="15977"/>
                </a:lnTo>
                <a:lnTo>
                  <a:pt x="3508" y="16026"/>
                </a:lnTo>
                <a:lnTo>
                  <a:pt x="3654" y="16026"/>
                </a:lnTo>
                <a:lnTo>
                  <a:pt x="7404" y="16026"/>
                </a:lnTo>
                <a:lnTo>
                  <a:pt x="7404" y="13420"/>
                </a:lnTo>
                <a:lnTo>
                  <a:pt x="7404" y="13420"/>
                </a:lnTo>
                <a:lnTo>
                  <a:pt x="7429" y="13127"/>
                </a:lnTo>
                <a:lnTo>
                  <a:pt x="7526" y="12860"/>
                </a:lnTo>
                <a:lnTo>
                  <a:pt x="7648" y="12616"/>
                </a:lnTo>
                <a:lnTo>
                  <a:pt x="7818" y="12421"/>
                </a:lnTo>
                <a:lnTo>
                  <a:pt x="8038" y="12251"/>
                </a:lnTo>
                <a:lnTo>
                  <a:pt x="8257" y="12129"/>
                </a:lnTo>
                <a:lnTo>
                  <a:pt x="8525" y="12031"/>
                </a:lnTo>
                <a:lnTo>
                  <a:pt x="8817" y="12007"/>
                </a:lnTo>
                <a:lnTo>
                  <a:pt x="9548" y="12007"/>
                </a:lnTo>
                <a:lnTo>
                  <a:pt x="9548" y="12007"/>
                </a:lnTo>
                <a:lnTo>
                  <a:pt x="9840" y="12031"/>
                </a:lnTo>
                <a:lnTo>
                  <a:pt x="10108" y="12129"/>
                </a:lnTo>
                <a:lnTo>
                  <a:pt x="10327" y="12251"/>
                </a:lnTo>
                <a:lnTo>
                  <a:pt x="10546" y="12421"/>
                </a:lnTo>
                <a:lnTo>
                  <a:pt x="10717" y="12616"/>
                </a:lnTo>
                <a:lnTo>
                  <a:pt x="10838" y="12860"/>
                </a:lnTo>
                <a:lnTo>
                  <a:pt x="10936" y="13127"/>
                </a:lnTo>
                <a:lnTo>
                  <a:pt x="10960" y="13420"/>
                </a:lnTo>
                <a:lnTo>
                  <a:pt x="10960" y="16026"/>
                </a:lnTo>
                <a:lnTo>
                  <a:pt x="14711" y="16026"/>
                </a:lnTo>
                <a:lnTo>
                  <a:pt x="14711" y="16026"/>
                </a:lnTo>
                <a:lnTo>
                  <a:pt x="14857" y="16026"/>
                </a:lnTo>
                <a:lnTo>
                  <a:pt x="15003" y="15977"/>
                </a:lnTo>
                <a:lnTo>
                  <a:pt x="15149" y="15904"/>
                </a:lnTo>
                <a:lnTo>
                  <a:pt x="15271" y="15806"/>
                </a:lnTo>
                <a:lnTo>
                  <a:pt x="15344" y="15685"/>
                </a:lnTo>
                <a:lnTo>
                  <a:pt x="15417" y="15563"/>
                </a:lnTo>
                <a:lnTo>
                  <a:pt x="15466" y="15417"/>
                </a:lnTo>
                <a:lnTo>
                  <a:pt x="15490" y="15246"/>
                </a:lnTo>
                <a:lnTo>
                  <a:pt x="15490" y="8841"/>
                </a:lnTo>
                <a:lnTo>
                  <a:pt x="18364" y="8841"/>
                </a:lnTo>
                <a:lnTo>
                  <a:pt x="9182" y="0"/>
                </a:lnTo>
                <a:close/>
              </a:path>
            </a:pathLst>
          </a:custGeom>
          <a:noFill/>
          <a:ln w="121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xmlns="" id="{A2958DCE-7C6F-CD7B-0820-B75FD1FAA700}"/>
              </a:ext>
            </a:extLst>
          </p:cNvPr>
          <p:cNvSpPr txBox="1">
            <a:spLocks/>
          </p:cNvSpPr>
          <p:nvPr/>
        </p:nvSpPr>
        <p:spPr>
          <a:xfrm>
            <a:off x="9383438" y="6304103"/>
            <a:ext cx="1807301" cy="25816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1E707DA-24D1-48D4-A4B4-C462D2AADF2B}" type="datetime3">
              <a:rPr lang="en-US" sz="1400" smtClean="0">
                <a:solidFill>
                  <a:schemeClr val="bg1">
                    <a:alpha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12 April 2023</a:t>
            </a:fld>
            <a:endParaRPr lang="en-US" sz="1400" dirty="0">
              <a:solidFill>
                <a:schemeClr val="bg1">
                  <a:alpha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770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B2F6E08D-31C9-00C0-06F6-28D88BCCF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B9AAC-297A-4046-929D-8F089284F37C}" type="slidenum">
              <a:rPr lang="en-US" smtClean="0"/>
              <a:t>60</a:t>
            </a:fld>
            <a:endParaRPr lang="en-US"/>
          </a:p>
        </p:txBody>
      </p:sp>
      <p:sp>
        <p:nvSpPr>
          <p:cNvPr id="4" name="Google Shape;381;p28">
            <a:extLst>
              <a:ext uri="{FF2B5EF4-FFF2-40B4-BE49-F238E27FC236}">
                <a16:creationId xmlns:a16="http://schemas.microsoft.com/office/drawing/2014/main" xmlns="" id="{CA6CDCE5-6F25-4A47-987F-173FFC877A08}"/>
              </a:ext>
            </a:extLst>
          </p:cNvPr>
          <p:cNvSpPr/>
          <p:nvPr/>
        </p:nvSpPr>
        <p:spPr>
          <a:xfrm>
            <a:off x="3330669" y="1718257"/>
            <a:ext cx="3024559" cy="669000"/>
          </a:xfrm>
          <a:prstGeom prst="chevron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  <a:sym typeface="Saira Semi Condensed"/>
              </a:rPr>
              <a:t>      HRM &amp; Accounts</a:t>
            </a:r>
            <a:endParaRPr dirty="0">
              <a:solidFill>
                <a:schemeClr val="lt1"/>
              </a:solidFill>
              <a:latin typeface="Arial" panose="020B0604020202020204" pitchFamily="34" charset="0"/>
              <a:cs typeface="Arial" panose="020B0604020202020204" pitchFamily="34" charset="0"/>
              <a:sym typeface="Saira Semi Condensed"/>
            </a:endParaRPr>
          </a:p>
        </p:txBody>
      </p:sp>
      <p:grpSp>
        <p:nvGrpSpPr>
          <p:cNvPr id="6" name="Google Shape;377;p28">
            <a:extLst>
              <a:ext uri="{FF2B5EF4-FFF2-40B4-BE49-F238E27FC236}">
                <a16:creationId xmlns:a16="http://schemas.microsoft.com/office/drawing/2014/main" xmlns="" id="{A7DF2E79-9452-AB4F-0969-87A959C8CCF7}"/>
              </a:ext>
            </a:extLst>
          </p:cNvPr>
          <p:cNvGrpSpPr/>
          <p:nvPr/>
        </p:nvGrpSpPr>
        <p:grpSpPr>
          <a:xfrm>
            <a:off x="959181" y="1713749"/>
            <a:ext cx="10575827" cy="3520920"/>
            <a:chOff x="4137248" y="-542570"/>
            <a:chExt cx="9476997" cy="3520920"/>
          </a:xfrm>
        </p:grpSpPr>
        <p:sp>
          <p:nvSpPr>
            <p:cNvPr id="7" name="Google Shape;378;p28">
              <a:extLst>
                <a:ext uri="{FF2B5EF4-FFF2-40B4-BE49-F238E27FC236}">
                  <a16:creationId xmlns:a16="http://schemas.microsoft.com/office/drawing/2014/main" xmlns="" id="{ED30A22B-E374-EA08-80E5-89A51355EA96}"/>
                </a:ext>
              </a:extLst>
            </p:cNvPr>
            <p:cNvSpPr/>
            <p:nvPr/>
          </p:nvSpPr>
          <p:spPr>
            <a:xfrm>
              <a:off x="8788537" y="-542570"/>
              <a:ext cx="2362200" cy="669000"/>
            </a:xfrm>
            <a:prstGeom prst="chevron">
              <a:avLst>
                <a:gd name="adj" fmla="val 50000"/>
              </a:avLst>
            </a:prstGeom>
            <a:solidFill>
              <a:srgbClr val="0076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solidFill>
                    <a:schemeClr val="lt1"/>
                  </a:solidFill>
                  <a:latin typeface="Saira Semi Condensed"/>
                  <a:ea typeface="Saira Semi Condensed"/>
                  <a:cs typeface="Saira Semi Condensed"/>
                  <a:sym typeface="Saira Semi Condensed"/>
                </a:rPr>
                <a:t>MIS</a:t>
              </a:r>
              <a:endParaRPr sz="2000" dirty="0">
                <a:solidFill>
                  <a:schemeClr val="lt1"/>
                </a:solidFill>
                <a:latin typeface="Saira Semi Condensed"/>
                <a:ea typeface="Saira Semi Condensed"/>
                <a:cs typeface="Saira Semi Condensed"/>
                <a:sym typeface="Saira Semi Condensed"/>
              </a:endParaRPr>
            </a:p>
          </p:txBody>
        </p:sp>
        <p:sp>
          <p:nvSpPr>
            <p:cNvPr id="8" name="Google Shape;379;p28">
              <a:extLst>
                <a:ext uri="{FF2B5EF4-FFF2-40B4-BE49-F238E27FC236}">
                  <a16:creationId xmlns:a16="http://schemas.microsoft.com/office/drawing/2014/main" xmlns="" id="{A60E55A9-920C-31F7-E2C5-F77831B3B342}"/>
                </a:ext>
              </a:extLst>
            </p:cNvPr>
            <p:cNvSpPr txBox="1"/>
            <p:nvPr/>
          </p:nvSpPr>
          <p:spPr>
            <a:xfrm>
              <a:off x="4137248" y="255068"/>
              <a:ext cx="2156302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17145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Char char="ü"/>
              </a:pPr>
              <a:r>
                <a:rPr lang="en" sz="2000" dirty="0">
                  <a:solidFill>
                    <a:srgbClr val="007635"/>
                  </a:solidFill>
                  <a:latin typeface="Inria Sans"/>
                  <a:ea typeface="Inria Sans"/>
                  <a:cs typeface="Inria Sans"/>
                  <a:sym typeface="Inria Sans"/>
                </a:rPr>
                <a:t>Online/Coud based Claim Management </a:t>
              </a:r>
              <a:endParaRPr sz="2000" dirty="0">
                <a:solidFill>
                  <a:srgbClr val="007635"/>
                </a:solidFill>
                <a:latin typeface="Inria Sans"/>
                <a:ea typeface="Inria Sans"/>
                <a:cs typeface="Inria Sans"/>
                <a:sym typeface="Inria Sans"/>
              </a:endParaRPr>
            </a:p>
          </p:txBody>
        </p:sp>
        <p:sp>
          <p:nvSpPr>
            <p:cNvPr id="9" name="Google Shape;379;p28">
              <a:extLst>
                <a:ext uri="{FF2B5EF4-FFF2-40B4-BE49-F238E27FC236}">
                  <a16:creationId xmlns:a16="http://schemas.microsoft.com/office/drawing/2014/main" xmlns="" id="{4E99AACB-C184-F1E9-C634-64053E588AF9}"/>
                </a:ext>
              </a:extLst>
            </p:cNvPr>
            <p:cNvSpPr txBox="1"/>
            <p:nvPr/>
          </p:nvSpPr>
          <p:spPr>
            <a:xfrm>
              <a:off x="6404756" y="362650"/>
              <a:ext cx="2710307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17145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Char char="ü"/>
              </a:pPr>
              <a:r>
                <a:rPr lang="en" sz="2000" dirty="0">
                  <a:solidFill>
                    <a:srgbClr val="7030A0"/>
                  </a:solidFill>
                  <a:latin typeface="Inria Sans"/>
                  <a:ea typeface="Inria Sans"/>
                  <a:cs typeface="Inria Sans"/>
                  <a:sym typeface="Inria Sans"/>
                </a:rPr>
                <a:t>SSK HRM &amp; Roistering Management </a:t>
              </a:r>
            </a:p>
            <a:p>
              <a:pPr marL="17145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Char char="ü"/>
              </a:pPr>
              <a:r>
                <a:rPr lang="en" sz="2000" dirty="0">
                  <a:solidFill>
                    <a:srgbClr val="7030A0"/>
                  </a:solidFill>
                  <a:latin typeface="Inria Sans"/>
                  <a:ea typeface="Inria Sans"/>
                  <a:cs typeface="Inria Sans"/>
                  <a:sym typeface="Inria Sans"/>
                </a:rPr>
                <a:t>Inventory Management </a:t>
              </a:r>
            </a:p>
            <a:p>
              <a:pPr marL="17145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Char char="ü"/>
              </a:pPr>
              <a:r>
                <a:rPr lang="en" sz="2000" dirty="0">
                  <a:solidFill>
                    <a:srgbClr val="7030A0"/>
                  </a:solidFill>
                  <a:latin typeface="Inria Sans"/>
                  <a:ea typeface="Inria Sans"/>
                  <a:cs typeface="Inria Sans"/>
                  <a:sym typeface="Inria Sans"/>
                </a:rPr>
                <a:t>Accounts Management</a:t>
              </a:r>
            </a:p>
            <a:p>
              <a:pPr marL="17145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Char char="ü"/>
              </a:pPr>
              <a:r>
                <a:rPr lang="en" sz="2000" dirty="0">
                  <a:solidFill>
                    <a:srgbClr val="7030A0"/>
                  </a:solidFill>
                  <a:latin typeface="Inria Sans"/>
                  <a:ea typeface="Inria Sans"/>
                  <a:cs typeface="Inria Sans"/>
                  <a:sym typeface="Inria Sans"/>
                </a:rPr>
                <a:t>System administration and User Management  </a:t>
              </a:r>
              <a:endParaRPr sz="2000" dirty="0">
                <a:solidFill>
                  <a:srgbClr val="7030A0"/>
                </a:solidFill>
                <a:latin typeface="Inria Sans"/>
                <a:ea typeface="Inria Sans"/>
                <a:cs typeface="Inria Sans"/>
                <a:sym typeface="Inria Sans"/>
              </a:endParaRPr>
            </a:p>
          </p:txBody>
        </p:sp>
        <p:sp>
          <p:nvSpPr>
            <p:cNvPr id="10" name="Google Shape;378;p28">
              <a:extLst>
                <a:ext uri="{FF2B5EF4-FFF2-40B4-BE49-F238E27FC236}">
                  <a16:creationId xmlns:a16="http://schemas.microsoft.com/office/drawing/2014/main" xmlns="" id="{8C75B4B1-35DE-49D6-8A21-0436E3237DC6}"/>
                </a:ext>
              </a:extLst>
            </p:cNvPr>
            <p:cNvSpPr/>
            <p:nvPr/>
          </p:nvSpPr>
          <p:spPr>
            <a:xfrm>
              <a:off x="10973645" y="-542570"/>
              <a:ext cx="2640600" cy="669000"/>
            </a:xfrm>
            <a:prstGeom prst="chevron">
              <a:avLst>
                <a:gd name="adj" fmla="val 50000"/>
              </a:avLst>
            </a:prstGeom>
            <a:solidFill>
              <a:srgbClr val="7030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" dirty="0">
                  <a:solidFill>
                    <a:schemeClr val="lt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Saira Semi Condensed"/>
                </a:rPr>
                <a:t>     Help Desk</a:t>
              </a:r>
              <a:endParaRPr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  <a:sym typeface="Saira Semi Condensed"/>
              </a:endParaRPr>
            </a:p>
          </p:txBody>
        </p:sp>
        <p:sp>
          <p:nvSpPr>
            <p:cNvPr id="11" name="Google Shape;379;p28">
              <a:extLst>
                <a:ext uri="{FF2B5EF4-FFF2-40B4-BE49-F238E27FC236}">
                  <a16:creationId xmlns:a16="http://schemas.microsoft.com/office/drawing/2014/main" xmlns="" id="{481BFAF6-1398-A75A-E801-DD185C969517}"/>
                </a:ext>
              </a:extLst>
            </p:cNvPr>
            <p:cNvSpPr txBox="1"/>
            <p:nvPr/>
          </p:nvSpPr>
          <p:spPr>
            <a:xfrm>
              <a:off x="9010887" y="362650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17145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Char char="ü"/>
              </a:pPr>
              <a:r>
                <a:rPr lang="en" sz="2000" dirty="0">
                  <a:solidFill>
                    <a:srgbClr val="007635"/>
                  </a:solidFill>
                  <a:latin typeface="Inria Sans"/>
                  <a:ea typeface="Inria Sans"/>
                  <a:cs typeface="Inria Sans"/>
                  <a:sym typeface="Inria Sans"/>
                </a:rPr>
                <a:t>MIS Report with Business intelligent </a:t>
              </a:r>
              <a:endParaRPr sz="2000" dirty="0">
                <a:solidFill>
                  <a:srgbClr val="007635"/>
                </a:solidFill>
                <a:latin typeface="Inria Sans"/>
                <a:ea typeface="Inria Sans"/>
                <a:cs typeface="Inria Sans"/>
                <a:sym typeface="Inria Sans"/>
              </a:endParaRPr>
            </a:p>
          </p:txBody>
        </p:sp>
        <p:sp>
          <p:nvSpPr>
            <p:cNvPr id="12" name="Google Shape;379;p28">
              <a:extLst>
                <a:ext uri="{FF2B5EF4-FFF2-40B4-BE49-F238E27FC236}">
                  <a16:creationId xmlns:a16="http://schemas.microsoft.com/office/drawing/2014/main" xmlns="" id="{7B47732C-20BC-DD99-BFB2-E38E2BE5D2DB}"/>
                </a:ext>
              </a:extLst>
            </p:cNvPr>
            <p:cNvSpPr txBox="1"/>
            <p:nvPr/>
          </p:nvSpPr>
          <p:spPr>
            <a:xfrm>
              <a:off x="11114210" y="362650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17145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Char char="ü"/>
              </a:pPr>
              <a:r>
                <a:rPr lang="en" sz="2000" dirty="0">
                  <a:solidFill>
                    <a:srgbClr val="7030A0"/>
                  </a:solidFill>
                  <a:latin typeface="Inria Sans"/>
                  <a:ea typeface="Inria Sans"/>
                  <a:cs typeface="Inria Sans"/>
                  <a:sym typeface="Inria Sans"/>
                </a:rPr>
                <a:t>Integrated Help Desk</a:t>
              </a:r>
            </a:p>
            <a:p>
              <a:pPr marL="17145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Char char="ü"/>
              </a:pPr>
              <a:r>
                <a:rPr lang="en" sz="2000" dirty="0">
                  <a:solidFill>
                    <a:srgbClr val="7030A0"/>
                  </a:solidFill>
                  <a:latin typeface="Inria Sans"/>
                  <a:ea typeface="Inria Sans"/>
                  <a:cs typeface="Inria Sans"/>
                  <a:sym typeface="Inria Sans"/>
                </a:rPr>
                <a:t>SMS Integration</a:t>
              </a:r>
            </a:p>
            <a:p>
              <a:pPr marL="17145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Char char="ü"/>
              </a:pPr>
              <a:r>
                <a:rPr lang="en" sz="2000" dirty="0">
                  <a:solidFill>
                    <a:srgbClr val="7030A0"/>
                  </a:solidFill>
                  <a:latin typeface="Inria Sans"/>
                  <a:ea typeface="Inria Sans"/>
                  <a:cs typeface="Inria Sans"/>
                  <a:sym typeface="Inria Sans"/>
                </a:rPr>
                <a:t>Help line service, etc. </a:t>
              </a:r>
            </a:p>
            <a:p>
              <a:pPr marL="171450" lvl="0" indent="-17145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Font typeface="Wingdings" pitchFamily="2" charset="2"/>
                <a:buChar char="ü"/>
              </a:pPr>
              <a:endParaRPr sz="2000" dirty="0">
                <a:solidFill>
                  <a:srgbClr val="7030A0"/>
                </a:solidFill>
                <a:latin typeface="Inria Sans"/>
                <a:ea typeface="Inria Sans"/>
                <a:cs typeface="Inria Sans"/>
                <a:sym typeface="Inria Sans"/>
              </a:endParaRPr>
            </a:p>
          </p:txBody>
        </p:sp>
      </p:grpSp>
      <p:sp>
        <p:nvSpPr>
          <p:cNvPr id="13" name="Google Shape;381;p28">
            <a:extLst>
              <a:ext uri="{FF2B5EF4-FFF2-40B4-BE49-F238E27FC236}">
                <a16:creationId xmlns:a16="http://schemas.microsoft.com/office/drawing/2014/main" xmlns="" id="{0B45BF38-2A88-0A9B-5B9C-98669D34EAE8}"/>
              </a:ext>
            </a:extLst>
          </p:cNvPr>
          <p:cNvSpPr/>
          <p:nvPr/>
        </p:nvSpPr>
        <p:spPr>
          <a:xfrm>
            <a:off x="959181" y="1718424"/>
            <a:ext cx="2572786" cy="669000"/>
          </a:xfrm>
          <a:prstGeom prst="homePlate">
            <a:avLst>
              <a:gd name="adj" fmla="val 50000"/>
            </a:avLst>
          </a:prstGeom>
          <a:solidFill>
            <a:srgbClr val="0076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>
                <a:solidFill>
                  <a:schemeClr val="lt1"/>
                </a:solidFill>
                <a:latin typeface="Arial" panose="020B0604020202020204" pitchFamily="34" charset="0"/>
                <a:cs typeface="Arial" panose="020B0604020202020204" pitchFamily="34" charset="0"/>
                <a:sym typeface="Saira Semi Condensed"/>
              </a:rPr>
              <a:t>		Claim</a:t>
            </a:r>
            <a:endParaRPr dirty="0">
              <a:solidFill>
                <a:schemeClr val="lt1"/>
              </a:solidFill>
              <a:latin typeface="Arial" panose="020B0604020202020204" pitchFamily="34" charset="0"/>
              <a:cs typeface="Arial" panose="020B0604020202020204" pitchFamily="34" charset="0"/>
              <a:sym typeface="Saira Semi Condensed"/>
            </a:endParaRPr>
          </a:p>
        </p:txBody>
      </p:sp>
      <p:grpSp>
        <p:nvGrpSpPr>
          <p:cNvPr id="20" name="Google Shape;944;p47">
            <a:extLst>
              <a:ext uri="{FF2B5EF4-FFF2-40B4-BE49-F238E27FC236}">
                <a16:creationId xmlns:a16="http://schemas.microsoft.com/office/drawing/2014/main" xmlns="" id="{58ADC56E-7315-3B9D-5D4E-686BCA7B3FAE}"/>
              </a:ext>
            </a:extLst>
          </p:cNvPr>
          <p:cNvGrpSpPr/>
          <p:nvPr/>
        </p:nvGrpSpPr>
        <p:grpSpPr>
          <a:xfrm>
            <a:off x="9008888" y="1871386"/>
            <a:ext cx="485462" cy="323445"/>
            <a:chOff x="5247525" y="3007275"/>
            <a:chExt cx="517575" cy="384825"/>
          </a:xfrm>
        </p:grpSpPr>
        <p:sp>
          <p:nvSpPr>
            <p:cNvPr id="21" name="Google Shape;945;p47">
              <a:extLst>
                <a:ext uri="{FF2B5EF4-FFF2-40B4-BE49-F238E27FC236}">
                  <a16:creationId xmlns:a16="http://schemas.microsoft.com/office/drawing/2014/main" xmlns="" id="{42DE43E5-6591-1A82-97D7-15B555F21616}"/>
                </a:ext>
              </a:extLst>
            </p:cNvPr>
            <p:cNvSpPr/>
            <p:nvPr/>
          </p:nvSpPr>
          <p:spPr>
            <a:xfrm>
              <a:off x="5247525" y="3007275"/>
              <a:ext cx="348900" cy="348900"/>
            </a:xfrm>
            <a:custGeom>
              <a:avLst/>
              <a:gdLst/>
              <a:ahLst/>
              <a:cxnLst/>
              <a:rect l="l" t="t" r="r" b="b"/>
              <a:pathLst>
                <a:path w="13956" h="13956" fill="none" extrusionOk="0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46;p47">
              <a:extLst>
                <a:ext uri="{FF2B5EF4-FFF2-40B4-BE49-F238E27FC236}">
                  <a16:creationId xmlns:a16="http://schemas.microsoft.com/office/drawing/2014/main" xmlns="" id="{23DCACD8-D0F8-B0C2-9140-9D8320F16772}"/>
                </a:ext>
              </a:extLst>
            </p:cNvPr>
            <p:cNvSpPr/>
            <p:nvPr/>
          </p:nvSpPr>
          <p:spPr>
            <a:xfrm>
              <a:off x="5566575" y="3193575"/>
              <a:ext cx="198525" cy="198525"/>
            </a:xfrm>
            <a:custGeom>
              <a:avLst/>
              <a:gdLst/>
              <a:ahLst/>
              <a:cxnLst/>
              <a:rect l="l" t="t" r="r" b="b"/>
              <a:pathLst>
                <a:path w="7941" h="7941" fill="none" extrusionOk="0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925;p47">
            <a:extLst>
              <a:ext uri="{FF2B5EF4-FFF2-40B4-BE49-F238E27FC236}">
                <a16:creationId xmlns:a16="http://schemas.microsoft.com/office/drawing/2014/main" xmlns="" id="{76FB5631-D4EB-4130-9BAC-F106738E1DE9}"/>
              </a:ext>
            </a:extLst>
          </p:cNvPr>
          <p:cNvSpPr/>
          <p:nvPr/>
        </p:nvSpPr>
        <p:spPr>
          <a:xfrm>
            <a:off x="3702542" y="1864220"/>
            <a:ext cx="357525" cy="337776"/>
          </a:xfrm>
          <a:custGeom>
            <a:avLst/>
            <a:gdLst/>
            <a:ahLst/>
            <a:cxnLst/>
            <a:rect l="l" t="t" r="r" b="b"/>
            <a:pathLst>
              <a:path w="15247" h="16075" fill="none" extrusionOk="0">
                <a:moveTo>
                  <a:pt x="9401" y="10717"/>
                </a:moveTo>
                <a:lnTo>
                  <a:pt x="9401" y="10717"/>
                </a:lnTo>
                <a:lnTo>
                  <a:pt x="9085" y="10692"/>
                </a:lnTo>
                <a:lnTo>
                  <a:pt x="9085" y="9596"/>
                </a:lnTo>
                <a:lnTo>
                  <a:pt x="9085" y="9596"/>
                </a:lnTo>
                <a:lnTo>
                  <a:pt x="9401" y="9377"/>
                </a:lnTo>
                <a:lnTo>
                  <a:pt x="9718" y="9133"/>
                </a:lnTo>
                <a:lnTo>
                  <a:pt x="10010" y="8866"/>
                </a:lnTo>
                <a:lnTo>
                  <a:pt x="10302" y="8573"/>
                </a:lnTo>
                <a:lnTo>
                  <a:pt x="10546" y="8232"/>
                </a:lnTo>
                <a:lnTo>
                  <a:pt x="10765" y="7867"/>
                </a:lnTo>
                <a:lnTo>
                  <a:pt x="10984" y="7502"/>
                </a:lnTo>
                <a:lnTo>
                  <a:pt x="11155" y="7088"/>
                </a:lnTo>
                <a:lnTo>
                  <a:pt x="11155" y="7088"/>
                </a:lnTo>
                <a:lnTo>
                  <a:pt x="11228" y="7112"/>
                </a:lnTo>
                <a:lnTo>
                  <a:pt x="11228" y="7112"/>
                </a:lnTo>
                <a:lnTo>
                  <a:pt x="11374" y="7112"/>
                </a:lnTo>
                <a:lnTo>
                  <a:pt x="11496" y="7039"/>
                </a:lnTo>
                <a:lnTo>
                  <a:pt x="11617" y="6942"/>
                </a:lnTo>
                <a:lnTo>
                  <a:pt x="11715" y="6771"/>
                </a:lnTo>
                <a:lnTo>
                  <a:pt x="11812" y="6601"/>
                </a:lnTo>
                <a:lnTo>
                  <a:pt x="11910" y="6381"/>
                </a:lnTo>
                <a:lnTo>
                  <a:pt x="11958" y="6138"/>
                </a:lnTo>
                <a:lnTo>
                  <a:pt x="12007" y="5870"/>
                </a:lnTo>
                <a:lnTo>
                  <a:pt x="12007" y="5870"/>
                </a:lnTo>
                <a:lnTo>
                  <a:pt x="12031" y="5626"/>
                </a:lnTo>
                <a:lnTo>
                  <a:pt x="12007" y="5383"/>
                </a:lnTo>
                <a:lnTo>
                  <a:pt x="11983" y="5188"/>
                </a:lnTo>
                <a:lnTo>
                  <a:pt x="11934" y="4993"/>
                </a:lnTo>
                <a:lnTo>
                  <a:pt x="11885" y="4823"/>
                </a:lnTo>
                <a:lnTo>
                  <a:pt x="11812" y="4677"/>
                </a:lnTo>
                <a:lnTo>
                  <a:pt x="11715" y="4579"/>
                </a:lnTo>
                <a:lnTo>
                  <a:pt x="11593" y="4506"/>
                </a:lnTo>
                <a:lnTo>
                  <a:pt x="11593" y="4506"/>
                </a:lnTo>
                <a:lnTo>
                  <a:pt x="11666" y="4141"/>
                </a:lnTo>
                <a:lnTo>
                  <a:pt x="11690" y="3800"/>
                </a:lnTo>
                <a:lnTo>
                  <a:pt x="11690" y="3483"/>
                </a:lnTo>
                <a:lnTo>
                  <a:pt x="11690" y="3191"/>
                </a:lnTo>
                <a:lnTo>
                  <a:pt x="11666" y="2899"/>
                </a:lnTo>
                <a:lnTo>
                  <a:pt x="11617" y="2631"/>
                </a:lnTo>
                <a:lnTo>
                  <a:pt x="11544" y="2387"/>
                </a:lnTo>
                <a:lnTo>
                  <a:pt x="11471" y="2144"/>
                </a:lnTo>
                <a:lnTo>
                  <a:pt x="11374" y="1924"/>
                </a:lnTo>
                <a:lnTo>
                  <a:pt x="11276" y="1705"/>
                </a:lnTo>
                <a:lnTo>
                  <a:pt x="11155" y="1510"/>
                </a:lnTo>
                <a:lnTo>
                  <a:pt x="11009" y="1340"/>
                </a:lnTo>
                <a:lnTo>
                  <a:pt x="10862" y="1169"/>
                </a:lnTo>
                <a:lnTo>
                  <a:pt x="10716" y="1023"/>
                </a:lnTo>
                <a:lnTo>
                  <a:pt x="10400" y="755"/>
                </a:lnTo>
                <a:lnTo>
                  <a:pt x="10034" y="561"/>
                </a:lnTo>
                <a:lnTo>
                  <a:pt x="9669" y="366"/>
                </a:lnTo>
                <a:lnTo>
                  <a:pt x="9304" y="244"/>
                </a:lnTo>
                <a:lnTo>
                  <a:pt x="8938" y="146"/>
                </a:lnTo>
                <a:lnTo>
                  <a:pt x="8573" y="73"/>
                </a:lnTo>
                <a:lnTo>
                  <a:pt x="8232" y="25"/>
                </a:lnTo>
                <a:lnTo>
                  <a:pt x="7915" y="0"/>
                </a:lnTo>
                <a:lnTo>
                  <a:pt x="7623" y="0"/>
                </a:lnTo>
                <a:lnTo>
                  <a:pt x="7623" y="0"/>
                </a:lnTo>
                <a:lnTo>
                  <a:pt x="7282" y="25"/>
                </a:lnTo>
                <a:lnTo>
                  <a:pt x="6990" y="98"/>
                </a:lnTo>
                <a:lnTo>
                  <a:pt x="6746" y="171"/>
                </a:lnTo>
                <a:lnTo>
                  <a:pt x="6527" y="293"/>
                </a:lnTo>
                <a:lnTo>
                  <a:pt x="6332" y="390"/>
                </a:lnTo>
                <a:lnTo>
                  <a:pt x="6186" y="536"/>
                </a:lnTo>
                <a:lnTo>
                  <a:pt x="6040" y="658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553" y="853"/>
                </a:lnTo>
                <a:lnTo>
                  <a:pt x="5188" y="975"/>
                </a:lnTo>
                <a:lnTo>
                  <a:pt x="4871" y="1145"/>
                </a:lnTo>
                <a:lnTo>
                  <a:pt x="4603" y="1316"/>
                </a:lnTo>
                <a:lnTo>
                  <a:pt x="4360" y="1535"/>
                </a:lnTo>
                <a:lnTo>
                  <a:pt x="4165" y="1754"/>
                </a:lnTo>
                <a:lnTo>
                  <a:pt x="4019" y="2022"/>
                </a:lnTo>
                <a:lnTo>
                  <a:pt x="3897" y="2290"/>
                </a:lnTo>
                <a:lnTo>
                  <a:pt x="3799" y="2558"/>
                </a:lnTo>
                <a:lnTo>
                  <a:pt x="3726" y="2826"/>
                </a:lnTo>
                <a:lnTo>
                  <a:pt x="3678" y="3118"/>
                </a:lnTo>
                <a:lnTo>
                  <a:pt x="3629" y="3410"/>
                </a:lnTo>
                <a:lnTo>
                  <a:pt x="3629" y="3702"/>
                </a:lnTo>
                <a:lnTo>
                  <a:pt x="3629" y="3970"/>
                </a:lnTo>
                <a:lnTo>
                  <a:pt x="3678" y="4482"/>
                </a:lnTo>
                <a:lnTo>
                  <a:pt x="3678" y="4482"/>
                </a:lnTo>
                <a:lnTo>
                  <a:pt x="3678" y="4506"/>
                </a:lnTo>
                <a:lnTo>
                  <a:pt x="3678" y="4506"/>
                </a:lnTo>
                <a:lnTo>
                  <a:pt x="3556" y="4555"/>
                </a:lnTo>
                <a:lnTo>
                  <a:pt x="3459" y="4652"/>
                </a:lnTo>
                <a:lnTo>
                  <a:pt x="3385" y="4798"/>
                </a:lnTo>
                <a:lnTo>
                  <a:pt x="3312" y="4969"/>
                </a:lnTo>
                <a:lnTo>
                  <a:pt x="3264" y="5164"/>
                </a:lnTo>
                <a:lnTo>
                  <a:pt x="3239" y="5383"/>
                </a:lnTo>
                <a:lnTo>
                  <a:pt x="3215" y="5626"/>
                </a:lnTo>
                <a:lnTo>
                  <a:pt x="3239" y="5870"/>
                </a:lnTo>
                <a:lnTo>
                  <a:pt x="3239" y="5870"/>
                </a:lnTo>
                <a:lnTo>
                  <a:pt x="3288" y="6138"/>
                </a:lnTo>
                <a:lnTo>
                  <a:pt x="3337" y="6381"/>
                </a:lnTo>
                <a:lnTo>
                  <a:pt x="3434" y="6601"/>
                </a:lnTo>
                <a:lnTo>
                  <a:pt x="3532" y="6771"/>
                </a:lnTo>
                <a:lnTo>
                  <a:pt x="3629" y="6942"/>
                </a:lnTo>
                <a:lnTo>
                  <a:pt x="3751" y="7039"/>
                </a:lnTo>
                <a:lnTo>
                  <a:pt x="3873" y="7112"/>
                </a:lnTo>
                <a:lnTo>
                  <a:pt x="4019" y="7112"/>
                </a:lnTo>
                <a:lnTo>
                  <a:pt x="4019" y="7112"/>
                </a:lnTo>
                <a:lnTo>
                  <a:pt x="4092" y="7088"/>
                </a:lnTo>
                <a:lnTo>
                  <a:pt x="4092" y="7088"/>
                </a:lnTo>
                <a:lnTo>
                  <a:pt x="4262" y="7502"/>
                </a:lnTo>
                <a:lnTo>
                  <a:pt x="4481" y="7867"/>
                </a:lnTo>
                <a:lnTo>
                  <a:pt x="4701" y="8232"/>
                </a:lnTo>
                <a:lnTo>
                  <a:pt x="4969" y="8573"/>
                </a:lnTo>
                <a:lnTo>
                  <a:pt x="5236" y="8866"/>
                </a:lnTo>
                <a:lnTo>
                  <a:pt x="5529" y="9133"/>
                </a:lnTo>
                <a:lnTo>
                  <a:pt x="5845" y="9377"/>
                </a:lnTo>
                <a:lnTo>
                  <a:pt x="6162" y="9596"/>
                </a:lnTo>
                <a:lnTo>
                  <a:pt x="6162" y="10668"/>
                </a:lnTo>
                <a:lnTo>
                  <a:pt x="6162" y="10668"/>
                </a:lnTo>
                <a:lnTo>
                  <a:pt x="5650" y="10717"/>
                </a:lnTo>
                <a:lnTo>
                  <a:pt x="5650" y="10717"/>
                </a:lnTo>
                <a:lnTo>
                  <a:pt x="5066" y="10814"/>
                </a:lnTo>
                <a:lnTo>
                  <a:pt x="4506" y="10936"/>
                </a:lnTo>
                <a:lnTo>
                  <a:pt x="3946" y="11058"/>
                </a:lnTo>
                <a:lnTo>
                  <a:pt x="3410" y="11228"/>
                </a:lnTo>
                <a:lnTo>
                  <a:pt x="2923" y="11423"/>
                </a:lnTo>
                <a:lnTo>
                  <a:pt x="2460" y="11642"/>
                </a:lnTo>
                <a:lnTo>
                  <a:pt x="2022" y="11886"/>
                </a:lnTo>
                <a:lnTo>
                  <a:pt x="1632" y="12153"/>
                </a:lnTo>
                <a:lnTo>
                  <a:pt x="1267" y="12421"/>
                </a:lnTo>
                <a:lnTo>
                  <a:pt x="950" y="12738"/>
                </a:lnTo>
                <a:lnTo>
                  <a:pt x="682" y="13079"/>
                </a:lnTo>
                <a:lnTo>
                  <a:pt x="439" y="13420"/>
                </a:lnTo>
                <a:lnTo>
                  <a:pt x="268" y="13810"/>
                </a:lnTo>
                <a:lnTo>
                  <a:pt x="122" y="14199"/>
                </a:lnTo>
                <a:lnTo>
                  <a:pt x="49" y="14638"/>
                </a:lnTo>
                <a:lnTo>
                  <a:pt x="0" y="15076"/>
                </a:lnTo>
                <a:lnTo>
                  <a:pt x="0" y="15076"/>
                </a:lnTo>
                <a:lnTo>
                  <a:pt x="49" y="15125"/>
                </a:lnTo>
                <a:lnTo>
                  <a:pt x="244" y="15222"/>
                </a:lnTo>
                <a:lnTo>
                  <a:pt x="414" y="15295"/>
                </a:lnTo>
                <a:lnTo>
                  <a:pt x="633" y="15393"/>
                </a:lnTo>
                <a:lnTo>
                  <a:pt x="901" y="15490"/>
                </a:lnTo>
                <a:lnTo>
                  <a:pt x="1267" y="15563"/>
                </a:lnTo>
                <a:lnTo>
                  <a:pt x="1705" y="15661"/>
                </a:lnTo>
                <a:lnTo>
                  <a:pt x="2216" y="15758"/>
                </a:lnTo>
                <a:lnTo>
                  <a:pt x="2825" y="15831"/>
                </a:lnTo>
                <a:lnTo>
                  <a:pt x="3556" y="15928"/>
                </a:lnTo>
                <a:lnTo>
                  <a:pt x="4384" y="15977"/>
                </a:lnTo>
                <a:lnTo>
                  <a:pt x="5309" y="16026"/>
                </a:lnTo>
                <a:lnTo>
                  <a:pt x="6381" y="16050"/>
                </a:lnTo>
                <a:lnTo>
                  <a:pt x="7599" y="16075"/>
                </a:lnTo>
                <a:lnTo>
                  <a:pt x="7599" y="16075"/>
                </a:lnTo>
                <a:lnTo>
                  <a:pt x="8792" y="16050"/>
                </a:lnTo>
                <a:lnTo>
                  <a:pt x="9864" y="16026"/>
                </a:lnTo>
                <a:lnTo>
                  <a:pt x="10814" y="15977"/>
                </a:lnTo>
                <a:lnTo>
                  <a:pt x="11642" y="15928"/>
                </a:lnTo>
                <a:lnTo>
                  <a:pt x="12372" y="15831"/>
                </a:lnTo>
                <a:lnTo>
                  <a:pt x="12981" y="15758"/>
                </a:lnTo>
                <a:lnTo>
                  <a:pt x="13517" y="15661"/>
                </a:lnTo>
                <a:lnTo>
                  <a:pt x="13955" y="15563"/>
                </a:lnTo>
                <a:lnTo>
                  <a:pt x="14321" y="15490"/>
                </a:lnTo>
                <a:lnTo>
                  <a:pt x="14613" y="15393"/>
                </a:lnTo>
                <a:lnTo>
                  <a:pt x="14832" y="15295"/>
                </a:lnTo>
                <a:lnTo>
                  <a:pt x="15003" y="15222"/>
                </a:lnTo>
                <a:lnTo>
                  <a:pt x="15173" y="15125"/>
                </a:lnTo>
                <a:lnTo>
                  <a:pt x="15246" y="15076"/>
                </a:lnTo>
                <a:lnTo>
                  <a:pt x="15246" y="15076"/>
                </a:lnTo>
                <a:lnTo>
                  <a:pt x="15198" y="14613"/>
                </a:lnTo>
                <a:lnTo>
                  <a:pt x="15125" y="14175"/>
                </a:lnTo>
                <a:lnTo>
                  <a:pt x="15003" y="13761"/>
                </a:lnTo>
                <a:lnTo>
                  <a:pt x="14832" y="13371"/>
                </a:lnTo>
                <a:lnTo>
                  <a:pt x="14589" y="13006"/>
                </a:lnTo>
                <a:lnTo>
                  <a:pt x="14321" y="12665"/>
                </a:lnTo>
                <a:lnTo>
                  <a:pt x="14004" y="12373"/>
                </a:lnTo>
                <a:lnTo>
                  <a:pt x="13639" y="12080"/>
                </a:lnTo>
                <a:lnTo>
                  <a:pt x="13249" y="11813"/>
                </a:lnTo>
                <a:lnTo>
                  <a:pt x="12811" y="11593"/>
                </a:lnTo>
                <a:lnTo>
                  <a:pt x="12324" y="11374"/>
                </a:lnTo>
                <a:lnTo>
                  <a:pt x="11812" y="11204"/>
                </a:lnTo>
                <a:lnTo>
                  <a:pt x="11252" y="11033"/>
                </a:lnTo>
                <a:lnTo>
                  <a:pt x="10668" y="10911"/>
                </a:lnTo>
                <a:lnTo>
                  <a:pt x="10034" y="10790"/>
                </a:lnTo>
                <a:lnTo>
                  <a:pt x="9401" y="10717"/>
                </a:lnTo>
                <a:lnTo>
                  <a:pt x="9401" y="10717"/>
                </a:lnTo>
                <a:close/>
              </a:path>
            </a:pathLst>
          </a:custGeom>
          <a:noFill/>
          <a:ln w="121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" name="Google Shape;818;p47">
            <a:extLst>
              <a:ext uri="{FF2B5EF4-FFF2-40B4-BE49-F238E27FC236}">
                <a16:creationId xmlns:a16="http://schemas.microsoft.com/office/drawing/2014/main" xmlns="" id="{B91DAAB8-BE82-5B0D-1DBD-A4244F843589}"/>
              </a:ext>
            </a:extLst>
          </p:cNvPr>
          <p:cNvGrpSpPr/>
          <p:nvPr/>
        </p:nvGrpSpPr>
        <p:grpSpPr>
          <a:xfrm>
            <a:off x="1343485" y="1842554"/>
            <a:ext cx="261348" cy="381109"/>
            <a:chOff x="596350" y="929175"/>
            <a:chExt cx="407950" cy="497475"/>
          </a:xfrm>
        </p:grpSpPr>
        <p:sp>
          <p:nvSpPr>
            <p:cNvPr id="25" name="Google Shape;819;p47">
              <a:extLst>
                <a:ext uri="{FF2B5EF4-FFF2-40B4-BE49-F238E27FC236}">
                  <a16:creationId xmlns:a16="http://schemas.microsoft.com/office/drawing/2014/main" xmlns="" id="{C34299E1-83CA-51C5-FF25-D4AA3E77735F}"/>
                </a:ext>
              </a:extLst>
            </p:cNvPr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20;p47">
              <a:extLst>
                <a:ext uri="{FF2B5EF4-FFF2-40B4-BE49-F238E27FC236}">
                  <a16:creationId xmlns:a16="http://schemas.microsoft.com/office/drawing/2014/main" xmlns="" id="{15D5F75B-70C1-4F52-1FE7-51A04A6541F0}"/>
                </a:ext>
              </a:extLst>
            </p:cNvPr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21;p47">
              <a:extLst>
                <a:ext uri="{FF2B5EF4-FFF2-40B4-BE49-F238E27FC236}">
                  <a16:creationId xmlns:a16="http://schemas.microsoft.com/office/drawing/2014/main" xmlns="" id="{500AB4E8-AB46-14C1-24FF-F5DC3726065E}"/>
                </a:ext>
              </a:extLst>
            </p:cNvPr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22;p47">
              <a:extLst>
                <a:ext uri="{FF2B5EF4-FFF2-40B4-BE49-F238E27FC236}">
                  <a16:creationId xmlns:a16="http://schemas.microsoft.com/office/drawing/2014/main" xmlns="" id="{BB3C329D-B99A-2C7E-B750-A61A42A1BD0E}"/>
                </a:ext>
              </a:extLst>
            </p:cNvPr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23;p47">
              <a:extLst>
                <a:ext uri="{FF2B5EF4-FFF2-40B4-BE49-F238E27FC236}">
                  <a16:creationId xmlns:a16="http://schemas.microsoft.com/office/drawing/2014/main" xmlns="" id="{AF18573D-6621-F2DF-9B97-DE3BF185439E}"/>
                </a:ext>
              </a:extLst>
            </p:cNvPr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24;p47">
              <a:extLst>
                <a:ext uri="{FF2B5EF4-FFF2-40B4-BE49-F238E27FC236}">
                  <a16:creationId xmlns:a16="http://schemas.microsoft.com/office/drawing/2014/main" xmlns="" id="{A35E4AD0-A53D-3CE4-4BAF-B62AD38D5710}"/>
                </a:ext>
              </a:extLst>
            </p:cNvPr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25;p47">
              <a:extLst>
                <a:ext uri="{FF2B5EF4-FFF2-40B4-BE49-F238E27FC236}">
                  <a16:creationId xmlns:a16="http://schemas.microsoft.com/office/drawing/2014/main" xmlns="" id="{2EE80E25-2D90-183D-F83F-C218085A1EF4}"/>
                </a:ext>
              </a:extLst>
            </p:cNvPr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982;p47">
            <a:extLst>
              <a:ext uri="{FF2B5EF4-FFF2-40B4-BE49-F238E27FC236}">
                <a16:creationId xmlns:a16="http://schemas.microsoft.com/office/drawing/2014/main" xmlns="" id="{CC2E3212-0567-62E1-6194-E50E0E0E1D83}"/>
              </a:ext>
            </a:extLst>
          </p:cNvPr>
          <p:cNvGrpSpPr/>
          <p:nvPr/>
        </p:nvGrpSpPr>
        <p:grpSpPr>
          <a:xfrm>
            <a:off x="6707532" y="1899017"/>
            <a:ext cx="412371" cy="268183"/>
            <a:chOff x="3932350" y="3714775"/>
            <a:chExt cx="439650" cy="319075"/>
          </a:xfrm>
        </p:grpSpPr>
        <p:sp>
          <p:nvSpPr>
            <p:cNvPr id="15" name="Google Shape;983;p47">
              <a:extLst>
                <a:ext uri="{FF2B5EF4-FFF2-40B4-BE49-F238E27FC236}">
                  <a16:creationId xmlns:a16="http://schemas.microsoft.com/office/drawing/2014/main" xmlns="" id="{A2D218F0-4157-6A08-15EC-B3B35B09046D}"/>
                </a:ext>
              </a:extLst>
            </p:cNvPr>
            <p:cNvSpPr/>
            <p:nvPr/>
          </p:nvSpPr>
          <p:spPr>
            <a:xfrm>
              <a:off x="3932350" y="3714775"/>
              <a:ext cx="439650" cy="319075"/>
            </a:xfrm>
            <a:custGeom>
              <a:avLst/>
              <a:gdLst/>
              <a:ahLst/>
              <a:cxnLst/>
              <a:rect l="l" t="t" r="r" b="b"/>
              <a:pathLst>
                <a:path w="17586" h="12763" fill="none" extrusionOk="0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3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84;p47">
              <a:extLst>
                <a:ext uri="{FF2B5EF4-FFF2-40B4-BE49-F238E27FC236}">
                  <a16:creationId xmlns:a16="http://schemas.microsoft.com/office/drawing/2014/main" xmlns="" id="{0FB3F0E2-16D2-B0DD-F655-283E9E6523B7}"/>
                </a:ext>
              </a:extLst>
            </p:cNvPr>
            <p:cNvSpPr/>
            <p:nvPr/>
          </p:nvSpPr>
          <p:spPr>
            <a:xfrm>
              <a:off x="3970100" y="3862750"/>
              <a:ext cx="77350" cy="132750"/>
            </a:xfrm>
            <a:custGeom>
              <a:avLst/>
              <a:gdLst/>
              <a:ahLst/>
              <a:cxnLst/>
              <a:rect l="l" t="t" r="r" b="b"/>
              <a:pathLst>
                <a:path w="3094" h="5310" fill="none" extrusionOk="0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85;p47">
              <a:extLst>
                <a:ext uri="{FF2B5EF4-FFF2-40B4-BE49-F238E27FC236}">
                  <a16:creationId xmlns:a16="http://schemas.microsoft.com/office/drawing/2014/main" xmlns="" id="{2C186068-0E0A-35BD-D3AA-6A430A4B689D}"/>
                </a:ext>
              </a:extLst>
            </p:cNvPr>
            <p:cNvSpPr/>
            <p:nvPr/>
          </p:nvSpPr>
          <p:spPr>
            <a:xfrm>
              <a:off x="4278800" y="3862750"/>
              <a:ext cx="77350" cy="132750"/>
            </a:xfrm>
            <a:custGeom>
              <a:avLst/>
              <a:gdLst/>
              <a:ahLst/>
              <a:cxnLst/>
              <a:rect l="l" t="t" r="r" b="b"/>
              <a:pathLst>
                <a:path w="3094" h="5310" fill="none" extrusionOk="0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86;p47">
              <a:extLst>
                <a:ext uri="{FF2B5EF4-FFF2-40B4-BE49-F238E27FC236}">
                  <a16:creationId xmlns:a16="http://schemas.microsoft.com/office/drawing/2014/main" xmlns="" id="{CE8DD2C9-0A28-3E7C-45B9-1366E576B839}"/>
                </a:ext>
              </a:extLst>
            </p:cNvPr>
            <p:cNvSpPr/>
            <p:nvPr/>
          </p:nvSpPr>
          <p:spPr>
            <a:xfrm>
              <a:off x="4073000" y="3716600"/>
              <a:ext cx="77350" cy="278900"/>
            </a:xfrm>
            <a:custGeom>
              <a:avLst/>
              <a:gdLst/>
              <a:ahLst/>
              <a:cxnLst/>
              <a:rect l="l" t="t" r="r" b="b"/>
              <a:pathLst>
                <a:path w="3094" h="11156" fill="none" extrusionOk="0">
                  <a:moveTo>
                    <a:pt x="3094" y="11155"/>
                  </a:moveTo>
                  <a:lnTo>
                    <a:pt x="3094" y="488"/>
                  </a:lnTo>
                  <a:lnTo>
                    <a:pt x="3094" y="488"/>
                  </a:lnTo>
                  <a:lnTo>
                    <a:pt x="3094" y="391"/>
                  </a:lnTo>
                  <a:lnTo>
                    <a:pt x="3070" y="293"/>
                  </a:lnTo>
                  <a:lnTo>
                    <a:pt x="3021" y="220"/>
                  </a:lnTo>
                  <a:lnTo>
                    <a:pt x="2948" y="147"/>
                  </a:lnTo>
                  <a:lnTo>
                    <a:pt x="2899" y="98"/>
                  </a:lnTo>
                  <a:lnTo>
                    <a:pt x="2802" y="50"/>
                  </a:lnTo>
                  <a:lnTo>
                    <a:pt x="2704" y="25"/>
                  </a:lnTo>
                  <a:lnTo>
                    <a:pt x="260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1" y="25"/>
                  </a:lnTo>
                  <a:lnTo>
                    <a:pt x="293" y="50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11155"/>
                  </a:lnTo>
                  <a:lnTo>
                    <a:pt x="3094" y="11155"/>
                  </a:lnTo>
                  <a:close/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87;p47">
              <a:extLst>
                <a:ext uri="{FF2B5EF4-FFF2-40B4-BE49-F238E27FC236}">
                  <a16:creationId xmlns:a16="http://schemas.microsoft.com/office/drawing/2014/main" xmlns="" id="{1D048760-2590-1F05-7332-1C85D02B6C3F}"/>
                </a:ext>
              </a:extLst>
            </p:cNvPr>
            <p:cNvSpPr/>
            <p:nvPr/>
          </p:nvSpPr>
          <p:spPr>
            <a:xfrm>
              <a:off x="4175900" y="3787250"/>
              <a:ext cx="77350" cy="208250"/>
            </a:xfrm>
            <a:custGeom>
              <a:avLst/>
              <a:gdLst/>
              <a:ahLst/>
              <a:cxnLst/>
              <a:rect l="l" t="t" r="r" b="b"/>
              <a:pathLst>
                <a:path w="3094" h="8330" fill="none" extrusionOk="0">
                  <a:moveTo>
                    <a:pt x="3094" y="832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8329"/>
                  </a:lnTo>
                  <a:lnTo>
                    <a:pt x="3094" y="8329"/>
                  </a:lnTo>
                  <a:close/>
                </a:path>
              </a:pathLst>
            </a:custGeom>
            <a:noFill/>
            <a:ln w="121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xmlns="" id="{D4DD454F-4B70-C8C0-7A80-86349F4E87F7}"/>
              </a:ext>
            </a:extLst>
          </p:cNvPr>
          <p:cNvSpPr/>
          <p:nvPr/>
        </p:nvSpPr>
        <p:spPr>
          <a:xfrm>
            <a:off x="849231" y="763334"/>
            <a:ext cx="9286514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3300" b="1" dirty="0">
                <a:solidFill>
                  <a:srgbClr val="00B4B0"/>
                </a:solidFill>
                <a:latin typeface="Gill Sans MT" panose="020B0502020104020203" pitchFamily="34" charset="0"/>
              </a:rPr>
              <a:t>Cloud Based Service Management Platform</a:t>
            </a:r>
          </a:p>
        </p:txBody>
      </p:sp>
      <p:sp>
        <p:nvSpPr>
          <p:cNvPr id="32" name="Date Placeholder 3">
            <a:extLst>
              <a:ext uri="{FF2B5EF4-FFF2-40B4-BE49-F238E27FC236}">
                <a16:creationId xmlns:a16="http://schemas.microsoft.com/office/drawing/2014/main" xmlns="" id="{968BCAA7-A9F8-1C03-409B-DE84D3D7F0ED}"/>
              </a:ext>
            </a:extLst>
          </p:cNvPr>
          <p:cNvSpPr txBox="1">
            <a:spLocks/>
          </p:cNvSpPr>
          <p:nvPr/>
        </p:nvSpPr>
        <p:spPr>
          <a:xfrm>
            <a:off x="9383438" y="6304103"/>
            <a:ext cx="1807301" cy="25816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1E707DA-24D1-48D4-A4B4-C462D2AADF2B}" type="datetime3">
              <a:rPr lang="en-US" sz="1400" smtClean="0">
                <a:solidFill>
                  <a:schemeClr val="bg1">
                    <a:alpha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12 April 2023</a:t>
            </a:fld>
            <a:endParaRPr lang="en-US" sz="1400" dirty="0">
              <a:solidFill>
                <a:schemeClr val="bg1">
                  <a:alpha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25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99395" y="76200"/>
            <a:ext cx="6031805" cy="1143000"/>
          </a:xfrm>
        </p:spPr>
        <p:txBody>
          <a:bodyPr>
            <a:normAutofit/>
          </a:bodyPr>
          <a:lstStyle/>
          <a:p>
            <a:r>
              <a:rPr lang="en-US" sz="4400" dirty="0" err="1" smtClean="0">
                <a:latin typeface="Nikosh" pitchFamily="2" charset="0"/>
                <a:cs typeface="Nikosh" pitchFamily="2" charset="0"/>
              </a:rPr>
              <a:t>সার্ভিস</a:t>
            </a:r>
            <a:r>
              <a:rPr lang="en-US" sz="4400" dirty="0" smtClean="0">
                <a:latin typeface="Nikosh" pitchFamily="2" charset="0"/>
                <a:cs typeface="Nikosh" pitchFamily="2" charset="0"/>
              </a:rPr>
              <a:t> </a:t>
            </a:r>
            <a:r>
              <a:rPr lang="en-US" sz="4400" dirty="0" err="1" smtClean="0">
                <a:latin typeface="Nikosh" pitchFamily="2" charset="0"/>
                <a:cs typeface="Nikosh" pitchFamily="2" charset="0"/>
              </a:rPr>
              <a:t>ইন্ট্রিগ্রেশন</a:t>
            </a:r>
            <a:endParaRPr lang="en-US" sz="4400" dirty="0">
              <a:latin typeface="Nikosh" pitchFamily="2" charset="0"/>
              <a:cs typeface="Nikosh" pitchFamily="2" charset="0"/>
            </a:endParaRPr>
          </a:p>
        </p:txBody>
      </p:sp>
      <p:pic>
        <p:nvPicPr>
          <p:cNvPr id="24" name="Content Placeholder 2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899" y="1805108"/>
            <a:ext cx="1428101" cy="633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Picture 25" descr="C:\Users\reza-\Desktop\DigitalServiceLab\7. Planning\Document for DSDL\Icon\icon img\sms-gateway-4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93" y="4591820"/>
            <a:ext cx="1376308" cy="742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Picture 2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30154" y="5921642"/>
            <a:ext cx="889847" cy="66738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/>
        </p:nvSpPr>
        <p:spPr>
          <a:xfrm>
            <a:off x="3232637" y="6095902"/>
            <a:ext cx="1339363" cy="45729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iBAS</a:t>
            </a:r>
            <a:r>
              <a:rPr lang="en-US" sz="1600" b="1" dirty="0">
                <a:solidFill>
                  <a:schemeClr val="tx1"/>
                </a:solidFill>
              </a:rPr>
              <a:t>++</a:t>
            </a:r>
          </a:p>
        </p:txBody>
      </p:sp>
      <p:pic>
        <p:nvPicPr>
          <p:cNvPr id="32" name="Picture 31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17253" y="1371601"/>
            <a:ext cx="909515" cy="591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Picture 32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381" y="1447800"/>
            <a:ext cx="1480820" cy="542290"/>
          </a:xfrm>
          <a:prstGeom prst="rect">
            <a:avLst/>
          </a:prstGeom>
        </p:spPr>
      </p:pic>
      <p:pic>
        <p:nvPicPr>
          <p:cNvPr id="34" name="Picture 33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6594" y="5913756"/>
            <a:ext cx="1382607" cy="71564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</p:pic>
      <p:pic>
        <p:nvPicPr>
          <p:cNvPr id="35" name="Picture 34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97601" y="1371601"/>
            <a:ext cx="881380" cy="661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Picture 35"/>
          <p:cNvPicPr/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1144" y="1676400"/>
            <a:ext cx="1058857" cy="717020"/>
          </a:xfrm>
          <a:prstGeom prst="rect">
            <a:avLst/>
          </a:prstGeom>
          <a:noFill/>
          <a:ln w="9525">
            <a:solidFill>
              <a:srgbClr val="00B050"/>
            </a:solidFill>
            <a:prstDash val="sysDot"/>
          </a:ln>
        </p:spPr>
      </p:pic>
      <p:pic>
        <p:nvPicPr>
          <p:cNvPr id="37" name="Picture 36"/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30401" y="5324476"/>
            <a:ext cx="1131993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Picture 38"/>
          <p:cNvPicPr/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94555" y="2743201"/>
            <a:ext cx="1140645" cy="76972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AutoShape 21" descr="বাংলাদেশ পরিসংখ্যান ব্যুরো - বিবিএস - Home | Facebook"/>
          <p:cNvSpPr>
            <a:spLocks noChangeAspect="1" noChangeArrowheads="1"/>
          </p:cNvSpPr>
          <p:nvPr/>
        </p:nvSpPr>
        <p:spPr bwMode="auto">
          <a:xfrm>
            <a:off x="207433" y="-144463"/>
            <a:ext cx="4064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70" name="Picture 22" descr="C:\Users\HP\Downloads\download (1).jfif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3045" y="5410200"/>
            <a:ext cx="1078555" cy="808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1" name="Picture 23" descr="C:\Users\HP\Downloads\10703973_1541391826075692_888311288372126206_n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7361" y="2655909"/>
            <a:ext cx="1177988" cy="85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25" descr="DGFP SBCC Digital Archive"/>
          <p:cNvSpPr>
            <a:spLocks noChangeAspect="1" noChangeArrowheads="1"/>
          </p:cNvSpPr>
          <p:nvPr/>
        </p:nvSpPr>
        <p:spPr bwMode="auto">
          <a:xfrm>
            <a:off x="410633" y="7938"/>
            <a:ext cx="4064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74" name="Picture 26" descr="C:\Users\HP\Desktop\download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7360" y="4621717"/>
            <a:ext cx="1716261" cy="653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 descr="Local Health Bulletin-2015"/>
          <p:cNvPicPr/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656" y="3635040"/>
            <a:ext cx="1575744" cy="763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Picture 29" descr="https://www.iedcr.org/images/stories/logo_new.jpg"/>
          <p:cNvPicPr/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7021" y="5791200"/>
            <a:ext cx="953779" cy="834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Picture 39" descr="সুরক্ষা : কোভিড-১৯ ভ্যাকসিনের জন্য নিবন্ধন করুন"/>
          <p:cNvPicPr/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0401" y="3833811"/>
            <a:ext cx="1777335" cy="564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115" y="1143001"/>
            <a:ext cx="1431389" cy="91744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6640" y="2879787"/>
            <a:ext cx="2544064" cy="1908048"/>
          </a:xfrm>
          <a:prstGeom prst="rect">
            <a:avLst/>
          </a:prstGeom>
        </p:spPr>
      </p:pic>
      <p:sp>
        <p:nvSpPr>
          <p:cNvPr id="25" name="Google Shape;1014;p47"/>
          <p:cNvSpPr/>
          <p:nvPr/>
        </p:nvSpPr>
        <p:spPr>
          <a:xfrm>
            <a:off x="401333" y="312738"/>
            <a:ext cx="1732267" cy="934150"/>
          </a:xfrm>
          <a:custGeom>
            <a:avLst/>
            <a:gdLst/>
            <a:ahLst/>
            <a:cxnLst/>
            <a:rect l="l" t="t" r="r" b="b"/>
            <a:pathLst>
              <a:path w="19144" h="10814" fill="none" extrusionOk="0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 w="1217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6138672" y="2057401"/>
            <a:ext cx="0" cy="598508"/>
          </a:xfrm>
          <a:prstGeom prst="straightConnector1">
            <a:avLst/>
          </a:prstGeom>
          <a:ln w="38100">
            <a:solidFill>
              <a:srgbClr val="92D050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7078981" y="2032637"/>
            <a:ext cx="541020" cy="718159"/>
          </a:xfrm>
          <a:prstGeom prst="straightConnector1">
            <a:avLst/>
          </a:prstGeom>
          <a:ln w="38100">
            <a:solidFill>
              <a:srgbClr val="92D050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7377789" y="2451566"/>
            <a:ext cx="1397715" cy="598461"/>
          </a:xfrm>
          <a:prstGeom prst="straightConnector1">
            <a:avLst/>
          </a:prstGeom>
          <a:ln w="38100">
            <a:solidFill>
              <a:srgbClr val="92D050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7552173" y="3128064"/>
            <a:ext cx="1823475" cy="375633"/>
          </a:xfrm>
          <a:prstGeom prst="straightConnector1">
            <a:avLst/>
          </a:prstGeom>
          <a:ln w="38100">
            <a:solidFill>
              <a:srgbClr val="92D050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7691677" y="4016803"/>
            <a:ext cx="1683971" cy="0"/>
          </a:xfrm>
          <a:prstGeom prst="straightConnector1">
            <a:avLst/>
          </a:prstGeom>
          <a:ln w="38100">
            <a:solidFill>
              <a:srgbClr val="92D050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7691677" y="4292601"/>
            <a:ext cx="1683971" cy="495235"/>
          </a:xfrm>
          <a:prstGeom prst="straightConnector1">
            <a:avLst/>
          </a:prstGeom>
          <a:ln w="38100">
            <a:solidFill>
              <a:srgbClr val="92D050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>
            <a:off x="7505877" y="4563631"/>
            <a:ext cx="1434924" cy="711901"/>
          </a:xfrm>
          <a:prstGeom prst="straightConnector1">
            <a:avLst/>
          </a:prstGeom>
          <a:ln w="38100">
            <a:solidFill>
              <a:srgbClr val="92D050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7269559" y="4698299"/>
            <a:ext cx="953779" cy="1011938"/>
          </a:xfrm>
          <a:prstGeom prst="straightConnector1">
            <a:avLst/>
          </a:prstGeom>
          <a:ln w="38100">
            <a:solidFill>
              <a:srgbClr val="92D050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>
            <a:off x="6742308" y="4882334"/>
            <a:ext cx="336672" cy="932324"/>
          </a:xfrm>
          <a:prstGeom prst="straightConnector1">
            <a:avLst/>
          </a:prstGeom>
          <a:ln w="38100">
            <a:solidFill>
              <a:srgbClr val="92D050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>
            <a:off x="5791201" y="4906880"/>
            <a:ext cx="156239" cy="907778"/>
          </a:xfrm>
          <a:prstGeom prst="straightConnector1">
            <a:avLst/>
          </a:prstGeom>
          <a:ln w="38100">
            <a:solidFill>
              <a:srgbClr val="92D050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4165600" y="4787836"/>
            <a:ext cx="951653" cy="1003365"/>
          </a:xfrm>
          <a:prstGeom prst="straightConnector1">
            <a:avLst/>
          </a:prstGeom>
          <a:ln w="38100">
            <a:solidFill>
              <a:srgbClr val="92D050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H="1">
            <a:off x="3414608" y="4501478"/>
            <a:ext cx="1360593" cy="847018"/>
          </a:xfrm>
          <a:prstGeom prst="straightConnector1">
            <a:avLst/>
          </a:prstGeom>
          <a:ln w="38100">
            <a:solidFill>
              <a:srgbClr val="92D050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>
            <a:off x="2946401" y="4198209"/>
            <a:ext cx="1625601" cy="500091"/>
          </a:xfrm>
          <a:prstGeom prst="straightConnector1">
            <a:avLst/>
          </a:prstGeom>
          <a:ln w="38100">
            <a:solidFill>
              <a:srgbClr val="92D050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H="1">
            <a:off x="2683121" y="3957796"/>
            <a:ext cx="1796625" cy="0"/>
          </a:xfrm>
          <a:prstGeom prst="straightConnector1">
            <a:avLst/>
          </a:prstGeom>
          <a:ln w="38100">
            <a:solidFill>
              <a:srgbClr val="92D050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flipH="1" flipV="1">
            <a:off x="2496396" y="3259409"/>
            <a:ext cx="2075605" cy="253518"/>
          </a:xfrm>
          <a:prstGeom prst="straightConnector1">
            <a:avLst/>
          </a:prstGeom>
          <a:ln w="38100">
            <a:solidFill>
              <a:srgbClr val="92D050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 flipV="1">
            <a:off x="3094567" y="2523902"/>
            <a:ext cx="1579033" cy="676498"/>
          </a:xfrm>
          <a:prstGeom prst="straightConnector1">
            <a:avLst/>
          </a:prstGeom>
          <a:ln w="38100">
            <a:solidFill>
              <a:srgbClr val="92D050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/>
          <p:nvPr/>
        </p:nvCxnSpPr>
        <p:spPr>
          <a:xfrm flipH="1" flipV="1">
            <a:off x="4267200" y="2060447"/>
            <a:ext cx="850053" cy="690348"/>
          </a:xfrm>
          <a:prstGeom prst="straightConnector1">
            <a:avLst/>
          </a:prstGeom>
          <a:ln w="38100">
            <a:solidFill>
              <a:srgbClr val="92D050"/>
            </a:solidFill>
            <a:tailEnd type="arrow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A7220-0D44-419E-B62B-8AC06A053DA4}" type="datetime1">
              <a:rPr lang="en-US" smtClean="0"/>
              <a:t>12-Apr-23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963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9EE33FC2-011C-27E0-39C8-7D9210525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B9AAC-297A-4046-929D-8F089284F37C}" type="slidenum">
              <a:rPr lang="en-US" smtClean="0"/>
              <a:t>62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1F2E76AA-EE4D-1689-083E-23B6C5D74F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16"/>
          <a:stretch/>
        </p:blipFill>
        <p:spPr bwMode="auto">
          <a:xfrm>
            <a:off x="1" y="1648266"/>
            <a:ext cx="12192000" cy="51843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xmlns="" id="{9B870A2A-4A9E-8E9D-42CC-537925896B80}"/>
              </a:ext>
            </a:extLst>
          </p:cNvPr>
          <p:cNvSpPr txBox="1">
            <a:spLocks/>
          </p:cNvSpPr>
          <p:nvPr/>
        </p:nvSpPr>
        <p:spPr>
          <a:xfrm>
            <a:off x="3413563" y="521594"/>
            <a:ext cx="3896685" cy="767687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b="1" dirty="0">
                <a:solidFill>
                  <a:srgbClr val="7030A0"/>
                </a:solidFill>
                <a:latin typeface="Gill Sans MT" panose="020B0502020104020203" pitchFamily="34" charset="0"/>
              </a:rPr>
              <a:t>Services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BC8482BB-F988-D8D2-084E-9CE97F411F20}"/>
              </a:ext>
            </a:extLst>
          </p:cNvPr>
          <p:cNvSpPr txBox="1">
            <a:spLocks/>
          </p:cNvSpPr>
          <p:nvPr/>
        </p:nvSpPr>
        <p:spPr>
          <a:xfrm>
            <a:off x="9383438" y="6304103"/>
            <a:ext cx="1807301" cy="25816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1E707DA-24D1-48D4-A4B4-C462D2AADF2B}" type="datetime3">
              <a:rPr lang="en-US" sz="1400" smtClean="0">
                <a:solidFill>
                  <a:schemeClr val="bg1">
                    <a:alpha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12 April 2023</a:t>
            </a:fld>
            <a:endParaRPr lang="en-US" sz="1400" dirty="0">
              <a:solidFill>
                <a:schemeClr val="bg1">
                  <a:alpha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157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D3985225-8E95-48BD-72EE-FA41BC275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B9AAC-297A-4046-929D-8F089284F37C}" type="slidenum">
              <a:rPr lang="en-US" smtClean="0"/>
              <a:t>63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74889AEA-50DD-256C-A0D8-C35A7E204DE6}"/>
              </a:ext>
            </a:extLst>
          </p:cNvPr>
          <p:cNvSpPr txBox="1">
            <a:spLocks/>
          </p:cNvSpPr>
          <p:nvPr/>
        </p:nvSpPr>
        <p:spPr>
          <a:xfrm>
            <a:off x="3175716" y="499982"/>
            <a:ext cx="5840569" cy="596678"/>
          </a:xfrm>
          <a:prstGeom prst="rect">
            <a:avLst/>
          </a:prstGeom>
        </p:spPr>
        <p:txBody>
          <a:bodyPr anchor="ctr"/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>
                <a:solidFill>
                  <a:srgbClr val="F75A4A"/>
                </a:solidFill>
              </a:rPr>
              <a:t>CLINICAL SERVICES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BE948BED-0FE3-67D6-96F8-10917A989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35101"/>
            <a:ext cx="12192000" cy="5422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D5F46277-E365-1A41-E202-4D4DEA171937}"/>
              </a:ext>
            </a:extLst>
          </p:cNvPr>
          <p:cNvSpPr txBox="1">
            <a:spLocks/>
          </p:cNvSpPr>
          <p:nvPr/>
        </p:nvSpPr>
        <p:spPr>
          <a:xfrm>
            <a:off x="9383438" y="6304103"/>
            <a:ext cx="1807301" cy="25816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1E707DA-24D1-48D4-A4B4-C462D2AADF2B}" type="datetime3">
              <a:rPr lang="en-US" sz="1400" smtClean="0">
                <a:solidFill>
                  <a:schemeClr val="bg1">
                    <a:alpha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12 April 2023</a:t>
            </a:fld>
            <a:endParaRPr lang="en-US" sz="1400" dirty="0">
              <a:solidFill>
                <a:schemeClr val="bg1">
                  <a:alpha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018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404D759F-D70B-A41E-42AF-FE356AC4F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B9AAC-297A-4046-929D-8F089284F37C}" type="slidenum">
              <a:rPr lang="en-US" smtClean="0"/>
              <a:t>64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78BC8AF9-221B-7DD5-A14E-78CD342CD0BE}"/>
              </a:ext>
            </a:extLst>
          </p:cNvPr>
          <p:cNvSpPr txBox="1">
            <a:spLocks/>
          </p:cNvSpPr>
          <p:nvPr/>
        </p:nvSpPr>
        <p:spPr>
          <a:xfrm>
            <a:off x="3175716" y="279081"/>
            <a:ext cx="5840569" cy="622436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4200" b="0" i="0">
                <a:solidFill>
                  <a:srgbClr val="F75A4A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Managerial Services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C681EA50-78B3-760F-2D96-4AE47D6E2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03100"/>
            <a:ext cx="12192000" cy="565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92ED1BAB-143C-FF9F-BA05-3C343001CF6A}"/>
              </a:ext>
            </a:extLst>
          </p:cNvPr>
          <p:cNvSpPr txBox="1">
            <a:spLocks/>
          </p:cNvSpPr>
          <p:nvPr/>
        </p:nvSpPr>
        <p:spPr>
          <a:xfrm>
            <a:off x="9383438" y="6304103"/>
            <a:ext cx="1807301" cy="25816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1E707DA-24D1-48D4-A4B4-C462D2AADF2B}" type="datetime3">
              <a:rPr lang="en-US" sz="1400" smtClean="0">
                <a:solidFill>
                  <a:schemeClr val="bg1">
                    <a:alpha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12 April 2023</a:t>
            </a:fld>
            <a:endParaRPr lang="en-US" sz="1400" dirty="0">
              <a:solidFill>
                <a:schemeClr val="bg1">
                  <a:alpha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653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87FBBE1C-322B-BECD-648B-BB837C91B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B9AAC-297A-4046-929D-8F089284F37C}" type="slidenum">
              <a:rPr lang="en-US" smtClean="0"/>
              <a:t>65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07204E2F-E02C-4FD4-A273-BE6044844032}"/>
              </a:ext>
            </a:extLst>
          </p:cNvPr>
          <p:cNvSpPr txBox="1">
            <a:spLocks/>
          </p:cNvSpPr>
          <p:nvPr/>
        </p:nvSpPr>
        <p:spPr>
          <a:xfrm>
            <a:off x="3401096" y="394993"/>
            <a:ext cx="5389808" cy="74371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4200" b="0" i="0">
                <a:solidFill>
                  <a:srgbClr val="F75A4A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Supporting Services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B94420FB-B9FA-D071-365D-4FDD2DF1F8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26522"/>
            <a:ext cx="12192000" cy="5531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E8783901-D257-683A-3B7E-AD60AF663B26}"/>
              </a:ext>
            </a:extLst>
          </p:cNvPr>
          <p:cNvSpPr txBox="1">
            <a:spLocks/>
          </p:cNvSpPr>
          <p:nvPr/>
        </p:nvSpPr>
        <p:spPr>
          <a:xfrm>
            <a:off x="9383438" y="6304103"/>
            <a:ext cx="1807301" cy="25816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1E707DA-24D1-48D4-A4B4-C462D2AADF2B}" type="datetime3">
              <a:rPr lang="en-US" sz="1400" smtClean="0">
                <a:solidFill>
                  <a:schemeClr val="bg1">
                    <a:alpha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12 April 2023</a:t>
            </a:fld>
            <a:endParaRPr lang="en-US" sz="1400" dirty="0">
              <a:solidFill>
                <a:schemeClr val="bg1">
                  <a:alpha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088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48102E9B-F2E1-55FD-F596-550BC3B92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30"/>
            <a:ext cx="838199" cy="767687"/>
          </a:xfrm>
        </p:spPr>
        <p:txBody>
          <a:bodyPr/>
          <a:lstStyle/>
          <a:p>
            <a:fld id="{CC5B9AAC-297A-4046-929D-8F089284F37C}" type="slidenum">
              <a:rPr lang="en-US" smtClean="0"/>
              <a:t>66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F7774C18-7E45-FB0E-DD7A-36149B03DE3A}"/>
              </a:ext>
            </a:extLst>
          </p:cNvPr>
          <p:cNvSpPr txBox="1">
            <a:spLocks/>
          </p:cNvSpPr>
          <p:nvPr/>
        </p:nvSpPr>
        <p:spPr>
          <a:xfrm>
            <a:off x="821028" y="295730"/>
            <a:ext cx="9753710" cy="114300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4200" b="0" i="0">
                <a:solidFill>
                  <a:srgbClr val="F75A4A"/>
                </a:solidFill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Insurance and Claim Management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BBB9FB76-7EB3-FE27-17BC-A176BC94B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05413"/>
            <a:ext cx="12192000" cy="545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3C333519-4D64-BF00-CF31-0CAF7F28D3B9}"/>
              </a:ext>
            </a:extLst>
          </p:cNvPr>
          <p:cNvSpPr txBox="1">
            <a:spLocks/>
          </p:cNvSpPr>
          <p:nvPr/>
        </p:nvSpPr>
        <p:spPr>
          <a:xfrm>
            <a:off x="9383438" y="6304104"/>
            <a:ext cx="1807301" cy="25816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1E707DA-24D1-48D4-A4B4-C462D2AADF2B}" type="datetime3">
              <a:rPr lang="en-US" sz="1400" smtClean="0">
                <a:solidFill>
                  <a:schemeClr val="bg1">
                    <a:alpha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12 April 2023</a:t>
            </a:fld>
            <a:endParaRPr lang="en-US" sz="1400" dirty="0">
              <a:solidFill>
                <a:schemeClr val="bg1">
                  <a:alpha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2177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4125B4-6EB7-15AD-525F-3FF44F04E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B9AAC-297A-4046-929D-8F089284F37C}" type="slidenum">
              <a:rPr lang="en-US" smtClean="0"/>
              <a:t>67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7EE1D9F-6D24-8D8E-83D2-21D1DC22A174}"/>
              </a:ext>
            </a:extLst>
          </p:cNvPr>
          <p:cNvSpPr/>
          <p:nvPr/>
        </p:nvSpPr>
        <p:spPr>
          <a:xfrm>
            <a:off x="3153981" y="6017117"/>
            <a:ext cx="52578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solidFill>
                  <a:srgbClr val="23A6F0"/>
                </a:solidFill>
                <a:latin typeface="Gill Sans MT" panose="020B0502020104020203" pitchFamily="34" charset="0"/>
              </a:rPr>
              <a:t>Figure: Component Diagram of SSK-MS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BF1FF73-E971-ADBC-1E01-2BBC74B98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387" y="503707"/>
            <a:ext cx="7075226" cy="5160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D255A300-BBE8-0901-2AF0-C31AF5222BFD}"/>
              </a:ext>
            </a:extLst>
          </p:cNvPr>
          <p:cNvSpPr/>
          <p:nvPr/>
        </p:nvSpPr>
        <p:spPr>
          <a:xfrm>
            <a:off x="5074811" y="3390363"/>
            <a:ext cx="1416141" cy="3831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046A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SSK-MS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xmlns="" id="{6D8A4E79-FBF1-60A4-E35A-A3A1A3A954AF}"/>
              </a:ext>
            </a:extLst>
          </p:cNvPr>
          <p:cNvSpPr txBox="1">
            <a:spLocks/>
          </p:cNvSpPr>
          <p:nvPr/>
        </p:nvSpPr>
        <p:spPr>
          <a:xfrm>
            <a:off x="9383438" y="6304103"/>
            <a:ext cx="1807301" cy="25816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1E707DA-24D1-48D4-A4B4-C462D2AADF2B}" type="datetime3">
              <a:rPr lang="en-US" sz="1400" smtClean="0">
                <a:solidFill>
                  <a:schemeClr val="bg1">
                    <a:alpha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12 April 2023</a:t>
            </a:fld>
            <a:endParaRPr lang="en-US" sz="1400" dirty="0">
              <a:solidFill>
                <a:schemeClr val="bg1">
                  <a:alpha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726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A589B03C-17CE-17CD-FD6F-55F8E11BF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B9AAC-297A-4046-929D-8F089284F37C}" type="slidenum">
              <a:rPr lang="en-US" smtClean="0"/>
              <a:t>68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73B72A68-FB36-EF84-C66F-4C2AA3FBE7DB}"/>
              </a:ext>
            </a:extLst>
          </p:cNvPr>
          <p:cNvSpPr txBox="1">
            <a:spLocks/>
          </p:cNvSpPr>
          <p:nvPr/>
        </p:nvSpPr>
        <p:spPr>
          <a:xfrm>
            <a:off x="1981200" y="508848"/>
            <a:ext cx="8229600" cy="11430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4000" b="0" i="0">
                <a:solidFill>
                  <a:srgbClr val="002060"/>
                </a:solidFill>
                <a:latin typeface="Nikosh" pitchFamily="2" charset="0"/>
                <a:ea typeface="+mj-ea"/>
                <a:cs typeface="Nikosh" pitchFamily="2" charset="0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r>
              <a:rPr lang="bn-IN" dirty="0">
                <a:solidFill>
                  <a:srgbClr val="046AB3"/>
                </a:solidFill>
              </a:rPr>
              <a:t>স্বাস্থ্য সুরক্ষা কর্মসূচি</a:t>
            </a:r>
            <a:r>
              <a:rPr lang="en-US" dirty="0">
                <a:solidFill>
                  <a:srgbClr val="046AB3"/>
                </a:solidFill>
              </a:rPr>
              <a:t> (</a:t>
            </a:r>
            <a:r>
              <a:rPr lang="bn-IN" dirty="0">
                <a:solidFill>
                  <a:srgbClr val="046AB3"/>
                </a:solidFill>
              </a:rPr>
              <a:t>এসএসকে</a:t>
            </a:r>
            <a:r>
              <a:rPr lang="en-US" dirty="0">
                <a:solidFill>
                  <a:srgbClr val="046AB3"/>
                </a:solidFill>
              </a:rPr>
              <a:t>) </a:t>
            </a:r>
            <a:r>
              <a:rPr lang="bn-IN" dirty="0">
                <a:solidFill>
                  <a:srgbClr val="046AB3"/>
                </a:solidFill>
              </a:rPr>
              <a:t>বাস্তবায়নে মডিউল ভিত্তিক সফটওয়্যার তৈরী </a:t>
            </a:r>
            <a:endParaRPr lang="en-US" dirty="0">
              <a:solidFill>
                <a:srgbClr val="046AB3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F8C11E7E-6D78-10F3-1F17-E31DA22FDEBD}"/>
              </a:ext>
            </a:extLst>
          </p:cNvPr>
          <p:cNvSpPr txBox="1">
            <a:spLocks/>
          </p:cNvSpPr>
          <p:nvPr/>
        </p:nvSpPr>
        <p:spPr>
          <a:xfrm>
            <a:off x="1981200" y="1909232"/>
            <a:ext cx="8229600" cy="438912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just">
              <a:buClr>
                <a:srgbClr val="FFC000"/>
              </a:buClr>
              <a:buFont typeface="Wingdings" panose="05000000000000000000" pitchFamily="2" charset="2"/>
              <a:buChar char=""/>
            </a:pPr>
            <a:r>
              <a:rPr lang="bn-IN" sz="2500" dirty="0">
                <a:solidFill>
                  <a:srgbClr val="046AB3"/>
                </a:solidFill>
                <a:latin typeface="Nikosh" panose="02000000000000000000" pitchFamily="2" charset="0"/>
                <a:cs typeface="Nikosh" pitchFamily="2" charset="0"/>
              </a:rPr>
              <a:t>ক্লাউড প্লাটফর্ম</a:t>
            </a:r>
            <a:endParaRPr lang="en-US" sz="2500" dirty="0">
              <a:solidFill>
                <a:srgbClr val="046AB3"/>
              </a:solidFill>
              <a:latin typeface="Nikosh" panose="02000000000000000000" pitchFamily="2" charset="0"/>
              <a:cs typeface="Nikosh" pitchFamily="2" charset="0"/>
            </a:endParaRPr>
          </a:p>
          <a:p>
            <a:pPr algn="just">
              <a:buClr>
                <a:srgbClr val="FFC000"/>
              </a:buClr>
              <a:buFont typeface="Wingdings" panose="05000000000000000000" pitchFamily="2" charset="2"/>
              <a:buChar char=""/>
            </a:pPr>
            <a:r>
              <a:rPr lang="bn-IN" sz="2500" dirty="0">
                <a:solidFill>
                  <a:srgbClr val="046AB3"/>
                </a:solidFill>
                <a:latin typeface="Nikosh" panose="02000000000000000000" pitchFamily="2" charset="0"/>
                <a:cs typeface="Nikosh" pitchFamily="2" charset="0"/>
              </a:rPr>
              <a:t>সফটওয়্যারের বিভিন্ন ফিচার</a:t>
            </a:r>
            <a:r>
              <a:rPr lang="en-US" sz="2500" dirty="0">
                <a:solidFill>
                  <a:srgbClr val="046AB3"/>
                </a:solidFill>
                <a:latin typeface="Nikosh" panose="02000000000000000000" pitchFamily="2" charset="0"/>
                <a:cs typeface="Nikosh" pitchFamily="2" charset="0"/>
              </a:rPr>
              <a:t>:</a:t>
            </a:r>
          </a:p>
          <a:p>
            <a:pPr lvl="1" algn="just">
              <a:buClr>
                <a:srgbClr val="FFC000"/>
              </a:buClr>
              <a:buFont typeface="Wingdings" panose="05000000000000000000" pitchFamily="2" charset="2"/>
              <a:buChar char=""/>
            </a:pPr>
            <a:r>
              <a:rPr lang="en-US" sz="2500" dirty="0">
                <a:solidFill>
                  <a:srgbClr val="046A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</a:t>
            </a:r>
          </a:p>
          <a:p>
            <a:pPr lvl="1" algn="just">
              <a:buClr>
                <a:srgbClr val="FFC000"/>
              </a:buClr>
              <a:buFont typeface="Wingdings" panose="05000000000000000000" pitchFamily="2" charset="2"/>
              <a:buChar char=""/>
            </a:pPr>
            <a:r>
              <a:rPr lang="en-US" sz="2500" dirty="0">
                <a:solidFill>
                  <a:srgbClr val="046A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Robotic Process Automation (RPA)</a:t>
            </a:r>
          </a:p>
          <a:p>
            <a:pPr lvl="1" algn="just">
              <a:buClr>
                <a:srgbClr val="FFC000"/>
              </a:buClr>
              <a:buFont typeface="Wingdings" panose="05000000000000000000" pitchFamily="2" charset="2"/>
              <a:buChar char=""/>
            </a:pPr>
            <a:r>
              <a:rPr lang="en-US" sz="2500" dirty="0">
                <a:solidFill>
                  <a:srgbClr val="046A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 (BI)</a:t>
            </a:r>
          </a:p>
          <a:p>
            <a:pPr lvl="1" algn="just">
              <a:buClr>
                <a:srgbClr val="FFC000"/>
              </a:buClr>
              <a:buFont typeface="Wingdings" panose="05000000000000000000" pitchFamily="2" charset="2"/>
              <a:buChar char=""/>
            </a:pPr>
            <a:r>
              <a:rPr lang="bn-IN" sz="2500" dirty="0">
                <a:solidFill>
                  <a:srgbClr val="046AB3"/>
                </a:solidFill>
                <a:latin typeface="Nikosh" panose="02000000000000000000" pitchFamily="2" charset="0"/>
                <a:cs typeface="Nikosh" pitchFamily="2" charset="0"/>
              </a:rPr>
              <a:t>ডেটা ইন্ট্রিগ্রেশন ও সংরক্ষণ</a:t>
            </a:r>
            <a:endParaRPr lang="en-US" sz="2500" dirty="0">
              <a:solidFill>
                <a:srgbClr val="046AB3"/>
              </a:solidFill>
              <a:latin typeface="Nikosh" panose="02000000000000000000" pitchFamily="2" charset="0"/>
              <a:cs typeface="Nikosh" pitchFamily="2" charset="0"/>
            </a:endParaRPr>
          </a:p>
          <a:p>
            <a:pPr lvl="1" algn="just">
              <a:buClr>
                <a:srgbClr val="FFC000"/>
              </a:buClr>
              <a:buFont typeface="Wingdings" panose="05000000000000000000" pitchFamily="2" charset="2"/>
              <a:buChar char=""/>
            </a:pPr>
            <a:r>
              <a:rPr lang="bn-IN" sz="2500" dirty="0">
                <a:solidFill>
                  <a:srgbClr val="046AB3"/>
                </a:solidFill>
                <a:latin typeface="Nikosh" panose="02000000000000000000" pitchFamily="2" charset="0"/>
                <a:cs typeface="Nikosh" pitchFamily="2" charset="0"/>
              </a:rPr>
              <a:t>সার্ভার</a:t>
            </a:r>
            <a:endParaRPr lang="en-US" sz="2500" dirty="0">
              <a:solidFill>
                <a:srgbClr val="046AB3"/>
              </a:solidFill>
              <a:latin typeface="Nikosh" panose="02000000000000000000" pitchFamily="2" charset="0"/>
              <a:cs typeface="Nikosh" pitchFamily="2" charset="0"/>
            </a:endParaRPr>
          </a:p>
          <a:p>
            <a:pPr lvl="1" algn="just">
              <a:buClr>
                <a:srgbClr val="FFC000"/>
              </a:buClr>
              <a:buFont typeface="Wingdings" panose="05000000000000000000" pitchFamily="2" charset="2"/>
              <a:buChar char=""/>
            </a:pPr>
            <a:r>
              <a:rPr lang="bn-IN" sz="2500" dirty="0">
                <a:solidFill>
                  <a:srgbClr val="046AB3"/>
                </a:solidFill>
                <a:latin typeface="Nikosh" panose="02000000000000000000" pitchFamily="2" charset="0"/>
                <a:cs typeface="Nikosh" pitchFamily="2" charset="0"/>
              </a:rPr>
              <a:t>সিকিউরিটি</a:t>
            </a:r>
            <a:endParaRPr lang="en-US" sz="2500" dirty="0">
              <a:solidFill>
                <a:srgbClr val="046AB3"/>
              </a:solidFill>
              <a:latin typeface="Nikosh" panose="02000000000000000000" pitchFamily="2" charset="0"/>
              <a:cs typeface="Nikosh" pitchFamily="2" charset="0"/>
            </a:endParaRPr>
          </a:p>
          <a:p>
            <a:pPr lvl="1" algn="just">
              <a:buClr>
                <a:srgbClr val="FFC000"/>
              </a:buClr>
              <a:buFont typeface="Wingdings" panose="05000000000000000000" pitchFamily="2" charset="2"/>
              <a:buChar char=""/>
            </a:pPr>
            <a:r>
              <a:rPr lang="bn-IN" sz="2500" dirty="0">
                <a:solidFill>
                  <a:srgbClr val="046AB3"/>
                </a:solidFill>
                <a:latin typeface="Nikosh" panose="02000000000000000000" pitchFamily="2" charset="0"/>
                <a:cs typeface="Nikosh" pitchFamily="2" charset="0"/>
              </a:rPr>
              <a:t>সফটওয়্যারের রক্ষণাবেক্ষণ ইত্যাদি</a:t>
            </a:r>
            <a:endParaRPr lang="en-US" sz="2500" dirty="0">
              <a:solidFill>
                <a:srgbClr val="046AB3"/>
              </a:solidFill>
              <a:latin typeface="Nikosh" panose="02000000000000000000" pitchFamily="2" charset="0"/>
              <a:cs typeface="Nikosh" pitchFamily="2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7609AE14-7104-9010-7A6E-25F657D0560B}"/>
              </a:ext>
            </a:extLst>
          </p:cNvPr>
          <p:cNvSpPr txBox="1">
            <a:spLocks/>
          </p:cNvSpPr>
          <p:nvPr/>
        </p:nvSpPr>
        <p:spPr>
          <a:xfrm>
            <a:off x="9383438" y="6304103"/>
            <a:ext cx="1807301" cy="25816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1E707DA-24D1-48D4-A4B4-C462D2AADF2B}" type="datetime3">
              <a:rPr lang="en-US" sz="1400" smtClean="0">
                <a:solidFill>
                  <a:schemeClr val="bg1">
                    <a:alpha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12 April 2023</a:t>
            </a:fld>
            <a:endParaRPr lang="en-US" sz="1400" dirty="0">
              <a:solidFill>
                <a:schemeClr val="bg1">
                  <a:alpha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944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D2138F9-2C71-C4C7-BA6D-163E9DBDB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B9AAC-297A-4046-929D-8F089284F37C}" type="slidenum">
              <a:rPr lang="en-US" smtClean="0"/>
              <a:t>69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DF489624-5431-8996-F8A0-A1EAE170F1D6}"/>
              </a:ext>
            </a:extLst>
          </p:cNvPr>
          <p:cNvSpPr txBox="1">
            <a:spLocks/>
          </p:cNvSpPr>
          <p:nvPr/>
        </p:nvSpPr>
        <p:spPr>
          <a:xfrm>
            <a:off x="1675327" y="1029209"/>
            <a:ext cx="8841346" cy="648194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bn-IN" sz="4000" dirty="0">
                <a:solidFill>
                  <a:schemeClr val="accent2">
                    <a:lumMod val="50000"/>
                  </a:schemeClr>
                </a:solidFill>
                <a:latin typeface="Nikosh" pitchFamily="2" charset="0"/>
                <a:cs typeface="Nikosh" pitchFamily="2" charset="0"/>
              </a:rPr>
              <a:t>সফটওয়্যারের প্রশিক্ষণ ও রক্ষণাবেক্ষণ</a:t>
            </a:r>
            <a:endParaRPr lang="en-US" sz="4000" dirty="0">
              <a:solidFill>
                <a:schemeClr val="accent2">
                  <a:lumMod val="50000"/>
                </a:schemeClr>
              </a:solidFill>
              <a:latin typeface="Nikosh" pitchFamily="2" charset="0"/>
              <a:cs typeface="Nikosh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26CE17B7-EF34-6801-90FD-3D38AD50A5A2}"/>
              </a:ext>
            </a:extLst>
          </p:cNvPr>
          <p:cNvSpPr txBox="1">
            <a:spLocks/>
          </p:cNvSpPr>
          <p:nvPr/>
        </p:nvSpPr>
        <p:spPr>
          <a:xfrm>
            <a:off x="729231" y="2033177"/>
            <a:ext cx="10733539" cy="431077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just"/>
            <a:r>
              <a:rPr lang="bn-IN" sz="2800" dirty="0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itchFamily="2" charset="0"/>
              </a:rPr>
              <a:t>স্বাস্থ্য অর্থনীতি ইউনিট কর্তৃক বাস্তবায়নাধীন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itchFamily="2" charset="0"/>
              </a:rPr>
              <a:t> “</a:t>
            </a:r>
            <a:r>
              <a:rPr lang="bn-IN" sz="2800" dirty="0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itchFamily="2" charset="0"/>
              </a:rPr>
              <a:t>স্বাস্থ্য সুরক্ষা কর্মসূচি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itchFamily="2" charset="0"/>
              </a:rPr>
              <a:t> (</a:t>
            </a:r>
            <a:r>
              <a:rPr lang="bn-IN" sz="2800" dirty="0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itchFamily="2" charset="0"/>
              </a:rPr>
              <a:t>এসএসকে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itchFamily="2" charset="0"/>
              </a:rPr>
              <a:t>)” </a:t>
            </a:r>
            <a:r>
              <a:rPr lang="bn-IN" sz="2800" dirty="0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itchFamily="2" charset="0"/>
              </a:rPr>
              <a:t>শীর্ষক পাইলট কার্যক্রম বাস্তবায়নের একটি অন্যতম গুরুত্বপূর্ণ কার্যক্রম হচ্ছে এসএসকে ম্যানেজমেন্ট সিস্টেম সফটওয়্যার সম্পর্কে সংশ্লিষ্ট সকলের সচেতনতা ও দক্ষতা বৃদ্ধি করা সহ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itchFamily="2" charset="0"/>
              </a:rPr>
              <a:t>  </a:t>
            </a:r>
            <a:r>
              <a:rPr lang="bn-IN" sz="2800" dirty="0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itchFamily="2" charset="0"/>
              </a:rPr>
              <a:t>সফটওয়্যার সম্পর্কে সম্যক ধারণা প্রদানের নিমিত্ত এবং দীর্ঘমেয়াদি রক্ষণাবেক্ষণের জন্য প্রশিক্ষণের ব্যবস্থা গ্রহন </a:t>
            </a:r>
            <a:r>
              <a:rPr lang="bn-IN" sz="2800" dirty="0" smtClean="0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itchFamily="2" charset="0"/>
              </a:rPr>
              <a:t>কর</a:t>
            </a:r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itchFamily="2" charset="0"/>
              </a:rPr>
              <a:t>া </a:t>
            </a:r>
            <a:r>
              <a:rPr lang="en-US" sz="2800" dirty="0" err="1" smtClean="0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itchFamily="2" charset="0"/>
              </a:rPr>
              <a:t>হবে</a:t>
            </a:r>
            <a:r>
              <a:rPr lang="hi-IN" sz="2800" dirty="0" smtClean="0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itchFamily="2" charset="0"/>
              </a:rPr>
              <a:t>।</a:t>
            </a:r>
            <a:endParaRPr lang="en-US" sz="2800" dirty="0">
              <a:solidFill>
                <a:schemeClr val="accent2">
                  <a:lumMod val="50000"/>
                </a:schemeClr>
              </a:solidFill>
              <a:latin typeface="Nikosh" panose="02000000000000000000" pitchFamily="2" charset="0"/>
              <a:cs typeface="Nikosh" pitchFamily="2" charset="0"/>
            </a:endParaRPr>
          </a:p>
          <a:p>
            <a:pPr algn="just"/>
            <a:endParaRPr lang="en-US" sz="1200" dirty="0">
              <a:solidFill>
                <a:schemeClr val="accent2">
                  <a:lumMod val="50000"/>
                </a:schemeClr>
              </a:solidFill>
              <a:latin typeface="Nikosh" panose="02000000000000000000" pitchFamily="2" charset="0"/>
              <a:cs typeface="Nikosh" pitchFamily="2" charset="0"/>
            </a:endParaRPr>
          </a:p>
          <a:p>
            <a:pPr algn="just"/>
            <a:r>
              <a:rPr lang="bn-IN" sz="2800" dirty="0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itchFamily="2" charset="0"/>
              </a:rPr>
              <a:t>স্বাস্থ্য অর্থনীতি ইউনিট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itchFamily="2" charset="0"/>
              </a:rPr>
              <a:t> </a:t>
            </a:r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itchFamily="2" charset="0"/>
              </a:rPr>
              <a:t>এবং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itchFamily="2" charset="0"/>
              </a:rPr>
              <a:t> 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a2i – Aspire to Innovate</a:t>
            </a:r>
            <a:r>
              <a:rPr lang="bn-IN" sz="2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Nikosh" pitchFamily="2" charset="0"/>
              </a:rPr>
              <a:t> </a:t>
            </a:r>
            <a:r>
              <a:rPr lang="bn-IN" sz="2800" dirty="0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itchFamily="2" charset="0"/>
              </a:rPr>
              <a:t>যৌথভাবে প্রশিক্ষণ কার্যক্রম পরিচালনা করার পাশাপাশি তৈরীকৃত সফটওয়্যারের রক্ষণাবেক্ষণে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itchFamily="2" charset="0"/>
              </a:rPr>
              <a:t>র </a:t>
            </a:r>
            <a:r>
              <a:rPr lang="en-US" sz="2800" dirty="0" err="1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itchFamily="2" charset="0"/>
              </a:rPr>
              <a:t>জন্য</a:t>
            </a:r>
            <a:r>
              <a:rPr lang="bn-IN" sz="2800" dirty="0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itchFamily="2" charset="0"/>
              </a:rPr>
              <a:t> 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a2i – Aspire to Innovate</a:t>
            </a: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anose="02000000000000000000" pitchFamily="2" charset="0"/>
              </a:rPr>
              <a:t> </a:t>
            </a:r>
            <a:r>
              <a:rPr lang="bn-IN" sz="2800" dirty="0" smtClean="0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itchFamily="2" charset="0"/>
              </a:rPr>
              <a:t>সার্বিক </a:t>
            </a:r>
            <a:r>
              <a:rPr lang="bn-IN" sz="2800" dirty="0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itchFamily="2" charset="0"/>
              </a:rPr>
              <a:t>সহযোগিতা </a:t>
            </a:r>
            <a:r>
              <a:rPr lang="en-US" sz="2800" dirty="0" err="1" smtClean="0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itchFamily="2" charset="0"/>
              </a:rPr>
              <a:t>করবে</a:t>
            </a:r>
            <a:r>
              <a:rPr lang="en-US" sz="2800" dirty="0" smtClean="0">
                <a:solidFill>
                  <a:schemeClr val="accent2">
                    <a:lumMod val="50000"/>
                  </a:schemeClr>
                </a:solidFill>
                <a:latin typeface="Nikosh" panose="02000000000000000000" pitchFamily="2" charset="0"/>
                <a:cs typeface="Nikosh" pitchFamily="2" charset="0"/>
              </a:rPr>
              <a:t>।</a:t>
            </a:r>
            <a:endParaRPr lang="en-US" sz="2800" dirty="0">
              <a:solidFill>
                <a:schemeClr val="accent2">
                  <a:lumMod val="50000"/>
                </a:schemeClr>
              </a:solidFill>
              <a:latin typeface="Nikosh" panose="02000000000000000000" pitchFamily="2" charset="0"/>
              <a:cs typeface="Nikosh" pitchFamily="2" charset="0"/>
            </a:endParaRPr>
          </a:p>
          <a:p>
            <a:pPr algn="just"/>
            <a:endParaRPr lang="en-US" sz="2800" dirty="0">
              <a:solidFill>
                <a:schemeClr val="accent2">
                  <a:lumMod val="50000"/>
                </a:schemeClr>
              </a:solidFill>
              <a:latin typeface="Nikosh" panose="02000000000000000000" pitchFamily="2" charset="0"/>
              <a:cs typeface="Nikosh" pitchFamily="2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7F84B122-930F-A5DF-C90A-866113FD8918}"/>
              </a:ext>
            </a:extLst>
          </p:cNvPr>
          <p:cNvSpPr txBox="1">
            <a:spLocks/>
          </p:cNvSpPr>
          <p:nvPr/>
        </p:nvSpPr>
        <p:spPr>
          <a:xfrm>
            <a:off x="9383438" y="6304103"/>
            <a:ext cx="1807301" cy="25816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l" defTabSz="457200" rtl="0" eaLnBrk="1" latinLnBrk="0" hangingPunct="1">
              <a:defRPr sz="1100" b="0" i="0" kern="1200">
                <a:solidFill>
                  <a:schemeClr val="tx1">
                    <a:tint val="75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1E707DA-24D1-48D4-A4B4-C462D2AADF2B}" type="datetime3">
              <a:rPr lang="en-US" sz="1400" smtClean="0">
                <a:solidFill>
                  <a:schemeClr val="bg1">
                    <a:alpha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12 April 2023</a:t>
            </a:fld>
            <a:endParaRPr lang="en-US" sz="1400" dirty="0">
              <a:solidFill>
                <a:schemeClr val="bg1">
                  <a:alpha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559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14052B8D-FE21-AAB7-C196-1128E49B65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324" y="1600201"/>
            <a:ext cx="9029352" cy="4525963"/>
          </a:xfrm>
        </p:spPr>
      </p:pic>
    </p:spTree>
    <p:extLst>
      <p:ext uri="{BB962C8B-B14F-4D97-AF65-F5344CB8AC3E}">
        <p14:creationId xmlns:p14="http://schemas.microsoft.com/office/powerpoint/2010/main" val="4141747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Default Theme">
  <a:themeElements>
    <a:clrScheme name="Introduction - S1">
      <a:dk1>
        <a:srgbClr val="747A94"/>
      </a:dk1>
      <a:lt1>
        <a:srgbClr val="FFFFFF"/>
      </a:lt1>
      <a:dk2>
        <a:srgbClr val="111340"/>
      </a:dk2>
      <a:lt2>
        <a:srgbClr val="FFFFFF"/>
      </a:lt2>
      <a:accent1>
        <a:srgbClr val="E73846"/>
      </a:accent1>
      <a:accent2>
        <a:srgbClr val="A8DADC"/>
      </a:accent2>
      <a:accent3>
        <a:srgbClr val="457B9D"/>
      </a:accent3>
      <a:accent4>
        <a:srgbClr val="1D3557"/>
      </a:accent4>
      <a:accent5>
        <a:srgbClr val="EDBA2B"/>
      </a:accent5>
      <a:accent6>
        <a:srgbClr val="C4C8CE"/>
      </a:accent6>
      <a:hlink>
        <a:srgbClr val="32A79F"/>
      </a:hlink>
      <a:folHlink>
        <a:srgbClr val="89E1DE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3_Default Theme">
  <a:themeElements>
    <a:clrScheme name="AI - AIDA Model Infographics S1">
      <a:dk1>
        <a:srgbClr val="747994"/>
      </a:dk1>
      <a:lt1>
        <a:srgbClr val="FFFFFF"/>
      </a:lt1>
      <a:dk2>
        <a:srgbClr val="111340"/>
      </a:dk2>
      <a:lt2>
        <a:srgbClr val="FFFFFF"/>
      </a:lt2>
      <a:accent1>
        <a:srgbClr val="BCE783"/>
      </a:accent1>
      <a:accent2>
        <a:srgbClr val="5DD39E"/>
      </a:accent2>
      <a:accent3>
        <a:srgbClr val="49AFA3"/>
      </a:accent3>
      <a:accent4>
        <a:srgbClr val="338AA7"/>
      </a:accent4>
      <a:accent5>
        <a:srgbClr val="515174"/>
      </a:accent5>
      <a:accent6>
        <a:srgbClr val="C3C8CE"/>
      </a:accent6>
      <a:hlink>
        <a:srgbClr val="335FFE"/>
      </a:hlink>
      <a:folHlink>
        <a:srgbClr val="CA64D4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7_Default Theme">
  <a:themeElements>
    <a:clrScheme name="SW - Light V1">
      <a:dk1>
        <a:srgbClr val="272727"/>
      </a:dk1>
      <a:lt1>
        <a:srgbClr val="FFFFFF"/>
      </a:lt1>
      <a:dk2>
        <a:srgbClr val="000000"/>
      </a:dk2>
      <a:lt2>
        <a:srgbClr val="FFFFFF"/>
      </a:lt2>
      <a:accent1>
        <a:srgbClr val="0180B9"/>
      </a:accent1>
      <a:accent2>
        <a:srgbClr val="009F94"/>
      </a:accent2>
      <a:accent3>
        <a:srgbClr val="2FAA46"/>
      </a:accent3>
      <a:accent4>
        <a:srgbClr val="F6BB24"/>
      </a:accent4>
      <a:accent5>
        <a:srgbClr val="EA8632"/>
      </a:accent5>
      <a:accent6>
        <a:srgbClr val="DB3A3E"/>
      </a:accent6>
      <a:hlink>
        <a:srgbClr val="32A79F"/>
      </a:hlink>
      <a:folHlink>
        <a:srgbClr val="89E1DE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8_Default Theme">
  <a:themeElements>
    <a:clrScheme name="IGPIA - Theme 11 - Light">
      <a:dk1>
        <a:srgbClr val="737572"/>
      </a:dk1>
      <a:lt1>
        <a:srgbClr val="FFFFFF"/>
      </a:lt1>
      <a:dk2>
        <a:srgbClr val="171717"/>
      </a:dk2>
      <a:lt2>
        <a:srgbClr val="FFFFFF"/>
      </a:lt2>
      <a:accent1>
        <a:srgbClr val="53B09C"/>
      </a:accent1>
      <a:accent2>
        <a:srgbClr val="4B5050"/>
      </a:accent2>
      <a:accent3>
        <a:srgbClr val="53AF9C"/>
      </a:accent3>
      <a:accent4>
        <a:srgbClr val="4B5050"/>
      </a:accent4>
      <a:accent5>
        <a:srgbClr val="53AF9C"/>
      </a:accent5>
      <a:accent6>
        <a:srgbClr val="4B5050"/>
      </a:accent6>
      <a:hlink>
        <a:srgbClr val="216BA9"/>
      </a:hlink>
      <a:folHlink>
        <a:srgbClr val="1FB18A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9_Default Theme">
  <a:themeElements>
    <a:clrScheme name="AI - Brain">
      <a:dk1>
        <a:srgbClr val="747993"/>
      </a:dk1>
      <a:lt1>
        <a:srgbClr val="FFFFFF"/>
      </a:lt1>
      <a:dk2>
        <a:srgbClr val="111340"/>
      </a:dk2>
      <a:lt2>
        <a:srgbClr val="FFFFFF"/>
      </a:lt2>
      <a:accent1>
        <a:srgbClr val="FDC300"/>
      </a:accent1>
      <a:accent2>
        <a:srgbClr val="8BC904"/>
      </a:accent2>
      <a:accent3>
        <a:srgbClr val="00B29C"/>
      </a:accent3>
      <a:accent4>
        <a:srgbClr val="0180B0"/>
      </a:accent4>
      <a:accent5>
        <a:srgbClr val="4D54A6"/>
      </a:accent5>
      <a:accent6>
        <a:srgbClr val="783AB1"/>
      </a:accent6>
      <a:hlink>
        <a:srgbClr val="335FFE"/>
      </a:hlink>
      <a:folHlink>
        <a:srgbClr val="CA64D4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0_Default Theme">
  <a:themeElements>
    <a:clrScheme name="Table of Content S1">
      <a:dk1>
        <a:srgbClr val="747A94"/>
      </a:dk1>
      <a:lt1>
        <a:srgbClr val="FFFFFF"/>
      </a:lt1>
      <a:dk2>
        <a:srgbClr val="111340"/>
      </a:dk2>
      <a:lt2>
        <a:srgbClr val="FFFFFF"/>
      </a:lt2>
      <a:accent1>
        <a:srgbClr val="00D6BE"/>
      </a:accent1>
      <a:accent2>
        <a:srgbClr val="97CEE0"/>
      </a:accent2>
      <a:accent3>
        <a:srgbClr val="D4AAF1"/>
      </a:accent3>
      <a:accent4>
        <a:srgbClr val="FFCB8A"/>
      </a:accent4>
      <a:accent5>
        <a:srgbClr val="FFC000"/>
      </a:accent5>
      <a:accent6>
        <a:srgbClr val="FF734D"/>
      </a:accent6>
      <a:hlink>
        <a:srgbClr val="335FFE"/>
      </a:hlink>
      <a:folHlink>
        <a:srgbClr val="CA64D4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2831</TotalTime>
  <Words>2464</Words>
  <Application>Microsoft Office PowerPoint</Application>
  <PresentationFormat>Custom</PresentationFormat>
  <Paragraphs>353</Paragraphs>
  <Slides>70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7</vt:i4>
      </vt:variant>
      <vt:variant>
        <vt:lpstr>Slide Titles</vt:lpstr>
      </vt:variant>
      <vt:variant>
        <vt:i4>70</vt:i4>
      </vt:variant>
    </vt:vector>
  </HeadingPairs>
  <TitlesOfParts>
    <vt:vector size="77" baseType="lpstr">
      <vt:lpstr>3_Default Theme</vt:lpstr>
      <vt:lpstr>13_Default Theme</vt:lpstr>
      <vt:lpstr>17_Default Theme</vt:lpstr>
      <vt:lpstr>18_Default Theme</vt:lpstr>
      <vt:lpstr>19_Default Theme</vt:lpstr>
      <vt:lpstr>20_Default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নির্দিষ্ট  সূচক (শহর/ গ্রামীন) ব্যবহার করে  দারিদ্র্যসীমার  নীচে বসবাসকারী  জনগণের  তালিকা  তৈরি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ডাটা ক্লিনিং</vt:lpstr>
      <vt:lpstr>ফিল্ড মনিটরিং</vt:lpstr>
      <vt:lpstr>SSK NOC Room (ICT &amp; HEU)</vt:lpstr>
      <vt:lpstr>তালিকা তৈরির প্রক্রিয়া:</vt:lpstr>
      <vt:lpstr>ম্যানেজমেন্ট এজেন্সী বা SSK স্কিম অপারেটর</vt:lpstr>
      <vt:lpstr>এসএসকে-র বিদ্যমান সফটওয়্যার</vt:lpstr>
      <vt:lpstr>PowerPoint Presentation</vt:lpstr>
      <vt:lpstr>PowerPoint Presentation</vt:lpstr>
      <vt:lpstr>এসএসকে-র বিদ্যমান সফটওয়্যার এর Card Printing মডিউল এর ইন্টারফেস</vt:lpstr>
      <vt:lpstr>এসএসকে স্বাস্থ্য কার্ড</vt:lpstr>
      <vt:lpstr>এসএসকে -র বিদ্যমান  সফটওয়্যার  এর  বিভিন্ন  মডিউল  এর  Login Interface</vt:lpstr>
      <vt:lpstr>এসএসকে - র  বিদ্যমান  সফটওয়্যার  এর  Enrollment  &amp;  Transaction  Module  Interface</vt:lpstr>
      <vt:lpstr>এসএসকে - র  বিদ্যমান  সফটওয়্যার  এর  OPD/IPD  &amp;  Hospital  Automation  module  interface</vt:lpstr>
      <vt:lpstr>এসএসকে-র  বিদ্যমান  সফটওয়্যার  এর  Claim  &amp;  Admin মডিউল  এর  ইন্টারফেস</vt:lpstr>
      <vt:lpstr>এসএসকে-র  বিদ্যমান  সফটওয়্যার  এর  MIS  Module  Interface</vt:lpstr>
      <vt:lpstr>এসএসকে সেবা প্রদান পদ্ধতিঃ</vt:lpstr>
      <vt:lpstr>ধাপঃ ০১  এসএসকে কার্ডধারী  রোগী চিকিৎসার  জন্য স্বাস্থ্য কার্ড নিয়ে এসএসকে বুথে আগমন </vt:lpstr>
      <vt:lpstr>ধাপঃ ০২</vt:lpstr>
      <vt:lpstr>ধাপঃ ০৩</vt:lpstr>
      <vt:lpstr>ধাপঃ ০৪</vt:lpstr>
      <vt:lpstr>ধাপঃ ০৫</vt:lpstr>
      <vt:lpstr>ধাপঃ ০৬</vt:lpstr>
      <vt:lpstr>ধাপঃ ৭</vt:lpstr>
      <vt:lpstr>ধাপঃ ০৮ (Referred এর ক্ষেত্রে)</vt:lpstr>
      <vt:lpstr>ধাপঃ ০৯</vt:lpstr>
      <vt:lpstr>ধাপঃ ১০</vt:lpstr>
      <vt:lpstr>ধাপঃ ১১ (এসএসকে বুথের কাজ)</vt:lpstr>
      <vt:lpstr>ধাপঃ ১২ (আন্ত:বিভাগের সেবা প্রদান শুরু)</vt:lpstr>
      <vt:lpstr>ধাপঃ ১৩ (এসএসকে ফার্মেসী :)</vt:lpstr>
      <vt:lpstr>ধাপঃ ১৪</vt:lpstr>
      <vt:lpstr>ধাপঃ ১৫ (চলমন IPD রোগীর পরীক্ষা – নিরীক্ষা)</vt:lpstr>
      <vt:lpstr>ধাপঃ ১৬ (হাসপাতালে পরীক্ষা – নিরীক্ষা:)</vt:lpstr>
      <vt:lpstr>ধাপঃ ১৭ (আউট সোর্সিং ডায়গনিষ্টিক ল্যাবে পরীক্ষা – নিরীক্ষা:)</vt:lpstr>
      <vt:lpstr>ধাপঃ ১৮</vt:lpstr>
      <vt:lpstr>ধাপঃ ১৯ (রোগী ছুটি প্রদান:)</vt:lpstr>
      <vt:lpstr>ধাপঃ ২০ (রোগী ছুটি প্রদান এসএসকে বুথ:)</vt:lpstr>
      <vt:lpstr>হাসপাতাল ভিত্তিক এসএসকে কার্যক্রমের একাংশ</vt:lpstr>
      <vt:lpstr>PowerPoint Presentation</vt:lpstr>
      <vt:lpstr>PowerPoint Presentation</vt:lpstr>
      <vt:lpstr>সার্ভিস ইন্ট্রিগ্রেশন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Alamgir Hossen</dc:creator>
  <cp:lastModifiedBy>HP</cp:lastModifiedBy>
  <cp:revision>250</cp:revision>
  <cp:lastPrinted>2022-05-20T12:47:53Z</cp:lastPrinted>
  <dcterms:created xsi:type="dcterms:W3CDTF">2022-05-20T03:49:15Z</dcterms:created>
  <dcterms:modified xsi:type="dcterms:W3CDTF">2023-04-11T18:38:50Z</dcterms:modified>
</cp:coreProperties>
</file>