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138545"/>
            <a:ext cx="7772400" cy="914400"/>
          </a:xfrm>
        </p:spPr>
        <p:txBody>
          <a:bodyPr/>
          <a:lstStyle/>
          <a:p>
            <a:r>
              <a:rPr lang="en-US" dirty="0" smtClean="0"/>
              <a:t>Sadar Hospital </a:t>
            </a:r>
            <a:r>
              <a:rPr lang="en-US" dirty="0" err="1" smtClean="0"/>
              <a:t>Norail</a:t>
            </a:r>
            <a:endParaRPr lang="en-US" dirty="0"/>
          </a:p>
        </p:txBody>
      </p:sp>
      <p:pic>
        <p:nvPicPr>
          <p:cNvPr id="4" name="Content Placeholder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914400"/>
            <a:ext cx="73152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591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/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609600"/>
            <a:ext cx="4038600" cy="3028950"/>
          </a:xfrm>
        </p:spPr>
      </p:pic>
      <p:pic>
        <p:nvPicPr>
          <p:cNvPr id="16" name="Content Placeholder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801341"/>
            <a:ext cx="4038600" cy="3028950"/>
          </a:xfrm>
          <a:prstGeom prst="rect">
            <a:avLst/>
          </a:prstGeom>
        </p:spPr>
      </p:pic>
      <p:pic>
        <p:nvPicPr>
          <p:cNvPr id="17" name="Content Placeholder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609600"/>
            <a:ext cx="4038600" cy="3028950"/>
          </a:xfrm>
          <a:prstGeom prst="rect">
            <a:avLst/>
          </a:prstGeom>
        </p:spPr>
      </p:pic>
      <p:pic>
        <p:nvPicPr>
          <p:cNvPr id="20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0" y="3801341"/>
            <a:ext cx="4038600" cy="3028950"/>
          </a:xfrm>
        </p:spPr>
      </p:pic>
    </p:spTree>
    <p:extLst>
      <p:ext uri="{BB962C8B-B14F-4D97-AF65-F5344CB8AC3E}">
        <p14:creationId xmlns:p14="http://schemas.microsoft.com/office/powerpoint/2010/main" val="1342547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45" y="152400"/>
            <a:ext cx="4038600" cy="3028950"/>
          </a:xfrm>
        </p:spPr>
      </p:pic>
      <p:pic>
        <p:nvPicPr>
          <p:cNvPr id="7" name="Content Placeholder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581400"/>
            <a:ext cx="4038600" cy="3028950"/>
          </a:xfrm>
          <a:prstGeom prst="rect">
            <a:avLst/>
          </a:prstGeom>
        </p:spPr>
      </p:pic>
      <p:pic>
        <p:nvPicPr>
          <p:cNvPr id="8" name="Content Placeholder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228600"/>
            <a:ext cx="4038600" cy="3028950"/>
          </a:xfrm>
          <a:prstGeom prst="rect">
            <a:avLst/>
          </a:prstGeom>
        </p:spPr>
      </p:pic>
      <p:pic>
        <p:nvPicPr>
          <p:cNvPr id="10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3000" y="3616036"/>
            <a:ext cx="4038600" cy="3028950"/>
          </a:xfrm>
        </p:spPr>
      </p:pic>
    </p:spTree>
    <p:extLst>
      <p:ext uri="{BB962C8B-B14F-4D97-AF65-F5344CB8AC3E}">
        <p14:creationId xmlns:p14="http://schemas.microsoft.com/office/powerpoint/2010/main" val="986143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655" y="3609109"/>
            <a:ext cx="4038600" cy="3028950"/>
          </a:xfrm>
        </p:spPr>
      </p:pic>
      <p:pic>
        <p:nvPicPr>
          <p:cNvPr id="7" name="Content Placeholder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582" y="374073"/>
            <a:ext cx="4038600" cy="3028950"/>
          </a:xfrm>
          <a:prstGeom prst="rect">
            <a:avLst/>
          </a:prstGeom>
        </p:spPr>
      </p:pic>
      <p:pic>
        <p:nvPicPr>
          <p:cNvPr id="10" name="Content Placeholder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588327"/>
            <a:ext cx="4038600" cy="3028950"/>
          </a:xfrm>
          <a:prstGeom prst="rect">
            <a:avLst/>
          </a:prstGeom>
        </p:spPr>
      </p:pic>
      <p:pic>
        <p:nvPicPr>
          <p:cNvPr id="11" name="Content Placeholder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57621"/>
            <a:ext cx="4038600" cy="3027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156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34" y="228600"/>
            <a:ext cx="4038600" cy="3028950"/>
          </a:xfrm>
        </p:spPr>
      </p:pic>
      <p:pic>
        <p:nvPicPr>
          <p:cNvPr id="13" name="Content Placeholder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3429000"/>
            <a:ext cx="4037034" cy="3027776"/>
          </a:xfrm>
          <a:prstGeom prst="rect">
            <a:avLst/>
          </a:prstGeom>
        </p:spPr>
      </p:pic>
      <p:pic>
        <p:nvPicPr>
          <p:cNvPr id="15" name="Content Placeholder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7527" y="228600"/>
            <a:ext cx="4038600" cy="3028950"/>
          </a:xfrm>
          <a:prstGeom prst="rect">
            <a:avLst/>
          </a:prstGeom>
        </p:spPr>
      </p:pic>
      <p:pic>
        <p:nvPicPr>
          <p:cNvPr id="16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382" y="3442855"/>
            <a:ext cx="4038600" cy="3028950"/>
          </a:xfrm>
        </p:spPr>
      </p:pic>
    </p:spTree>
    <p:extLst>
      <p:ext uri="{BB962C8B-B14F-4D97-AF65-F5344CB8AC3E}">
        <p14:creationId xmlns:p14="http://schemas.microsoft.com/office/powerpoint/2010/main" val="1841862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</Words>
  <Application>Microsoft Office PowerPoint</Application>
  <PresentationFormat>On-screen Show (4:3)</PresentationFormat>
  <Paragraphs>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Sadar Hospital Norail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Sadar Hospital Norail</dc:title>
  <dc:creator>Emdad</dc:creator>
  <cp:lastModifiedBy>Emdad</cp:lastModifiedBy>
  <cp:revision>3</cp:revision>
  <dcterms:created xsi:type="dcterms:W3CDTF">2006-08-16T00:00:00Z</dcterms:created>
  <dcterms:modified xsi:type="dcterms:W3CDTF">2018-03-12T01:00:45Z</dcterms:modified>
</cp:coreProperties>
</file>