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909" r:id="rId1"/>
  </p:sldMasterIdLst>
  <p:notesMasterIdLst>
    <p:notesMasterId r:id="rId32"/>
  </p:notesMasterIdLst>
  <p:sldIdLst>
    <p:sldId id="331" r:id="rId2"/>
    <p:sldId id="435" r:id="rId3"/>
    <p:sldId id="467" r:id="rId4"/>
    <p:sldId id="468" r:id="rId5"/>
    <p:sldId id="475" r:id="rId6"/>
    <p:sldId id="476" r:id="rId7"/>
    <p:sldId id="341" r:id="rId8"/>
    <p:sldId id="441" r:id="rId9"/>
    <p:sldId id="465" r:id="rId10"/>
    <p:sldId id="469" r:id="rId11"/>
    <p:sldId id="343" r:id="rId12"/>
    <p:sldId id="444" r:id="rId13"/>
    <p:sldId id="256" r:id="rId14"/>
    <p:sldId id="472" r:id="rId15"/>
    <p:sldId id="477" r:id="rId16"/>
    <p:sldId id="471" r:id="rId17"/>
    <p:sldId id="478" r:id="rId18"/>
    <p:sldId id="479" r:id="rId19"/>
    <p:sldId id="480" r:id="rId20"/>
    <p:sldId id="452" r:id="rId21"/>
    <p:sldId id="453" r:id="rId22"/>
    <p:sldId id="454" r:id="rId23"/>
    <p:sldId id="291" r:id="rId24"/>
    <p:sldId id="450" r:id="rId25"/>
    <p:sldId id="323" r:id="rId26"/>
    <p:sldId id="481" r:id="rId27"/>
    <p:sldId id="470" r:id="rId28"/>
    <p:sldId id="461" r:id="rId29"/>
    <p:sldId id="419" r:id="rId30"/>
    <p:sldId id="413" r:id="rId3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99"/>
    <a:srgbClr val="33CC33"/>
    <a:srgbClr val="00FF99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91815" autoAdjust="0"/>
  </p:normalViewPr>
  <p:slideViewPr>
    <p:cSldViewPr>
      <p:cViewPr>
        <p:scale>
          <a:sx n="66" d="100"/>
          <a:sy n="66" d="100"/>
        </p:scale>
        <p:origin x="-1734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6/9/2019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2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919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8844"/>
            <a:ext cx="4670354" cy="3484536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176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1912577-2AF0-4D73-8CE0-8DD94AD34EF4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0AB4862-1AA5-4D10-B6BC-31AF972714E1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27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28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30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6/9/2019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6/9/2019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6/9/2019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6/9/2019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6/9/2019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6/9/2019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6/9/2019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6/9/2019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6/9/2019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6/9/2019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6/9/2019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2019/6/9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- 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Model: Challenges and Achievement 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19600" y="5215957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National Consultant 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029" y="1596571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8" y="1600200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5B21C29-90F7-462A-A9E9-C39ED42AFF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518726" y="4946876"/>
            <a:ext cx="1819434" cy="167693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051" y="2362200"/>
            <a:ext cx="383724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CHOWGACHA UPAZILA  </a:t>
            </a:r>
            <a:r>
              <a:rPr lang="en-US" sz="3200" b="1" dirty="0">
                <a:solidFill>
                  <a:schemeClr val="bg1"/>
                </a:solidFill>
              </a:rPr>
              <a:t>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1" y="2362200"/>
            <a:ext cx="4041940" cy="31242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358941" y="5638800"/>
            <a:ext cx="4365459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Previous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4987337" y="5638800"/>
            <a:ext cx="3828051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Present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624219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 smtClean="0"/>
              <a:t>A</a:t>
            </a:r>
            <a:r>
              <a:rPr lang="en-US" sz="3600" b="1" dirty="0" smtClean="0"/>
              <a:t>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47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21770" y="6144291"/>
            <a:ext cx="9122229" cy="6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23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23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9144000" cy="6026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580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:\D. S. Islam\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ubtitle 2"/>
          <p:cNvSpPr txBox="1">
            <a:spLocks/>
          </p:cNvSpPr>
          <p:nvPr/>
        </p:nvSpPr>
        <p:spPr bwMode="auto">
          <a:xfrm>
            <a:off x="32658" y="5950461"/>
            <a:ext cx="9111342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sz="2800" dirty="0">
                <a:latin typeface="Calibri" pitchFamily="34" charset="0"/>
              </a:rPr>
              <a:t>A seminar held on basic information system </a:t>
            </a:r>
            <a:r>
              <a:rPr lang="en-US" sz="2800" dirty="0" smtClean="0">
                <a:latin typeface="Calibri" pitchFamily="34" charset="0"/>
              </a:rPr>
              <a:t>at </a:t>
            </a:r>
            <a:r>
              <a:rPr lang="en-US" sz="2800" dirty="0">
                <a:latin typeface="Calibri" pitchFamily="34" charset="0"/>
              </a:rPr>
              <a:t>Chowgacha </a:t>
            </a:r>
            <a:r>
              <a:rPr lang="en-US" sz="2800" dirty="0" smtClean="0">
                <a:latin typeface="Calibri" pitchFamily="34" charset="0"/>
              </a:rPr>
              <a:t>Degree </a:t>
            </a:r>
            <a:r>
              <a:rPr lang="en-US" sz="2800" dirty="0">
                <a:latin typeface="Calibri" pitchFamily="34" charset="0"/>
              </a:rPr>
              <a:t>College </a:t>
            </a:r>
            <a:r>
              <a:rPr lang="en-US" sz="2800" dirty="0" smtClean="0">
                <a:latin typeface="Calibri" pitchFamily="34" charset="0"/>
              </a:rPr>
              <a:t>in </a:t>
            </a:r>
            <a:r>
              <a:rPr lang="en-US" sz="2800" dirty="0">
                <a:latin typeface="Calibri" pitchFamily="34" charset="0"/>
              </a:rPr>
              <a:t>June, 1997. DC </a:t>
            </a:r>
            <a:r>
              <a:rPr lang="en-US" sz="2800" dirty="0" err="1">
                <a:latin typeface="Calibri" pitchFamily="34" charset="0"/>
              </a:rPr>
              <a:t>Jessore</a:t>
            </a:r>
            <a:r>
              <a:rPr lang="en-US" sz="2800" dirty="0">
                <a:latin typeface="Calibri" pitchFamily="34" charset="0"/>
              </a:rPr>
              <a:t> was the chief </a:t>
            </a:r>
            <a:r>
              <a:rPr lang="en-US" sz="2800" dirty="0" smtClean="0">
                <a:latin typeface="Calibri" pitchFamily="34" charset="0"/>
              </a:rPr>
              <a:t>guest . </a:t>
            </a:r>
            <a:endParaRPr lang="en-GB" sz="2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82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-11915" y="63055"/>
            <a:ext cx="9098128" cy="6701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7425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3" y="182562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839" y="3462337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46839" y="609600"/>
            <a:ext cx="4039961" cy="137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dirty="0"/>
              <a:t>Community Supported </a:t>
            </a:r>
            <a:r>
              <a:rPr lang="en-US" dirty="0" smtClean="0"/>
              <a:t>Volunteer </a:t>
            </a:r>
            <a:r>
              <a:rPr lang="en-US" dirty="0"/>
              <a:t>Working as receptionist</a:t>
            </a:r>
            <a:r>
              <a:rPr lang="en-US" dirty="0" smtClean="0"/>
              <a:t>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43" y="4114800"/>
            <a:ext cx="4308475" cy="1143000"/>
          </a:xfrm>
        </p:spPr>
        <p:txBody>
          <a:bodyPr/>
          <a:lstStyle/>
          <a:p>
            <a:r>
              <a:rPr lang="en-GB" sz="3200" dirty="0" smtClean="0"/>
              <a:t>Community supported volunteer working in ANC corner</a:t>
            </a:r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(ANC First Visit)</a:t>
            </a:r>
          </a:p>
        </p:txBody>
      </p:sp>
      <p:graphicFrame>
        <p:nvGraphicFramePr>
          <p:cNvPr id="10245" name="Object 25"/>
          <p:cNvGraphicFramePr>
            <a:graphicFrameLocks noGrp="1" noChangeAspect="1"/>
          </p:cNvGraphicFramePr>
          <p:nvPr>
            <p:ph sz="half" idx="2"/>
          </p:nvPr>
        </p:nvGraphicFramePr>
        <p:xfrm>
          <a:off x="990600" y="2286000"/>
          <a:ext cx="7162800" cy="407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86000"/>
                        <a:ext cx="7162800" cy="407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50833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2400" y="76200"/>
            <a:ext cx="8686800" cy="1143000"/>
          </a:xfrm>
          <a:solidFill>
            <a:schemeClr val="tx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/>
          <a:lstStyle/>
          <a:p>
            <a:r>
              <a:rPr lang="en-GB" b="1" dirty="0" smtClean="0"/>
              <a:t>Community support in </a:t>
            </a:r>
            <a:r>
              <a:rPr lang="en-GB" b="1" dirty="0" err="1" smtClean="0"/>
              <a:t>Chowgacha</a:t>
            </a:r>
            <a:r>
              <a:rPr lang="en-GB" b="1" dirty="0" smtClean="0"/>
              <a:t> UHC</a:t>
            </a:r>
            <a:endParaRPr lang="en-GB" b="1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18117" name="Text Box 5"/>
          <p:cNvSpPr txBox="1">
            <a:spLocks noChangeArrowheads="1"/>
          </p:cNvSpPr>
          <p:nvPr/>
        </p:nvSpPr>
        <p:spPr bwMode="auto">
          <a:xfrm>
            <a:off x="609600" y="1460310"/>
            <a:ext cx="8016875" cy="5201424"/>
          </a:xfrm>
          <a:prstGeom prst="rect">
            <a:avLst/>
          </a:prstGeom>
          <a:solidFill>
            <a:srgbClr val="CCFF99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Protocol board donated </a:t>
            </a:r>
            <a:r>
              <a:rPr lang="en-US" dirty="0" smtClean="0">
                <a:latin typeface="Arial Black" pitchFamily="34" charset="0"/>
              </a:rPr>
              <a:t>by D.C </a:t>
            </a:r>
            <a:r>
              <a:rPr lang="en-US" dirty="0" err="1">
                <a:latin typeface="Arial Black" pitchFamily="34" charset="0"/>
              </a:rPr>
              <a:t>Jessore</a:t>
            </a:r>
            <a:r>
              <a:rPr lang="en-US" dirty="0">
                <a:latin typeface="Arial Black" pitchFamily="34" charset="0"/>
              </a:rPr>
              <a:t>. </a:t>
            </a:r>
          </a:p>
          <a:p>
            <a:pPr>
              <a:buFont typeface="Wingdings" pitchFamily="2" charset="2"/>
              <a:buNone/>
            </a:pPr>
            <a:endParaRPr lang="en-US" sz="1000" dirty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Blood Group reagents </a:t>
            </a:r>
            <a:r>
              <a:rPr lang="en-US" dirty="0" smtClean="0">
                <a:latin typeface="Arial Black" pitchFamily="34" charset="0"/>
              </a:rPr>
              <a:t> </a:t>
            </a:r>
            <a:r>
              <a:rPr lang="en-US" dirty="0">
                <a:latin typeface="Arial Black" pitchFamily="34" charset="0"/>
              </a:rPr>
              <a:t>by Chairman </a:t>
            </a:r>
            <a:r>
              <a:rPr lang="en-US" dirty="0" err="1" smtClean="0">
                <a:latin typeface="Arial Black" pitchFamily="34" charset="0"/>
              </a:rPr>
              <a:t>Chowgacha</a:t>
            </a:r>
            <a:r>
              <a:rPr lang="en-US" dirty="0" smtClean="0">
                <a:latin typeface="Arial Black" pitchFamily="34" charset="0"/>
              </a:rPr>
              <a:t> up  </a:t>
            </a:r>
            <a:r>
              <a:rPr lang="en-US" dirty="0">
                <a:latin typeface="Arial Black" pitchFamily="34" charset="0"/>
              </a:rPr>
              <a:t>at  first </a:t>
            </a:r>
            <a:r>
              <a:rPr lang="en-US" dirty="0" smtClean="0">
                <a:latin typeface="Arial Black" pitchFamily="34" charset="0"/>
              </a:rPr>
              <a:t>in 1996&amp;enlisted 732 donor.  </a:t>
            </a:r>
            <a:endParaRPr lang="en-US" dirty="0">
              <a:latin typeface="Arial Black" pitchFamily="34" charset="0"/>
            </a:endParaRPr>
          </a:p>
          <a:p>
            <a:pPr>
              <a:buFont typeface="Wingdings" pitchFamily="2" charset="2"/>
              <a:buNone/>
            </a:pPr>
            <a:endParaRPr lang="en-US" sz="1050" dirty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ANC&amp; growth monitoring card donated by Ad-Din hospital , </a:t>
            </a:r>
            <a:r>
              <a:rPr lang="en-US" dirty="0" smtClean="0">
                <a:latin typeface="Arial Black" pitchFamily="34" charset="0"/>
              </a:rPr>
              <a:t>JICA .  </a:t>
            </a:r>
            <a:r>
              <a:rPr lang="en-US" dirty="0">
                <a:latin typeface="Arial Black" pitchFamily="34" charset="0"/>
              </a:rPr>
              <a:t>One IPS &amp; 2 cleaners donated by Chairman Municipalities. </a:t>
            </a:r>
          </a:p>
          <a:p>
            <a:pPr>
              <a:buFont typeface="Wingdings" pitchFamily="2" charset="2"/>
              <a:buNone/>
            </a:pPr>
            <a:endParaRPr lang="en-US" sz="1050" dirty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</a:t>
            </a:r>
            <a:r>
              <a:rPr lang="en-US" dirty="0" err="1" smtClean="0">
                <a:latin typeface="Arial Black" pitchFamily="34" charset="0"/>
              </a:rPr>
              <a:t>Honourarium</a:t>
            </a:r>
            <a:r>
              <a:rPr lang="en-US" dirty="0" smtClean="0">
                <a:latin typeface="Arial Black" pitchFamily="34" charset="0"/>
              </a:rPr>
              <a:t> of 46 supportive workers(volunteer 26,cleaner&amp;guard16 others 4) donated by the community in 2011. </a:t>
            </a:r>
          </a:p>
          <a:p>
            <a:endParaRPr lang="en-US" sz="1100" dirty="0" smtClean="0">
              <a:latin typeface="Arial Black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Arial Black" pitchFamily="34" charset="0"/>
              </a:rPr>
              <a:t>A mobile phone, Dustbins , 7 manpower, made a reception </a:t>
            </a:r>
            <a:r>
              <a:rPr lang="en-US" dirty="0" err="1" smtClean="0">
                <a:latin typeface="Arial Black" pitchFamily="34" charset="0"/>
              </a:rPr>
              <a:t>centre</a:t>
            </a:r>
            <a:r>
              <a:rPr lang="en-US" dirty="0" smtClean="0">
                <a:latin typeface="Arial Black" pitchFamily="34" charset="0"/>
              </a:rPr>
              <a:t>, tiles around  the pillars of outdoor and beautification of road by  Devine group.</a:t>
            </a:r>
            <a:endParaRPr lang="en-US" dirty="0">
              <a:latin typeface="Arial Black" pitchFamily="34" charset="0"/>
            </a:endParaRPr>
          </a:p>
          <a:p>
            <a:pPr>
              <a:buFont typeface="Wingdings" pitchFamily="2" charset="2"/>
              <a:buNone/>
            </a:pPr>
            <a:endParaRPr lang="en-US" sz="1100" dirty="0">
              <a:latin typeface="Arial Black" pitchFamily="34" charset="0"/>
            </a:endParaRPr>
          </a:p>
          <a:p>
            <a:pPr marL="0" lvl="3" indent="0">
              <a:buFont typeface="Wingdings" pitchFamily="2" charset="2"/>
              <a:buChar char="v"/>
            </a:pPr>
            <a:r>
              <a:rPr lang="en-US" dirty="0">
                <a:latin typeface="Arial Black" pitchFamily="34" charset="0"/>
              </a:rPr>
              <a:t> Drugs for </a:t>
            </a:r>
            <a:r>
              <a:rPr lang="en-US" dirty="0" err="1" smtClean="0">
                <a:latin typeface="Arial Black" pitchFamily="34" charset="0"/>
              </a:rPr>
              <a:t>Arsenicosis</a:t>
            </a:r>
            <a:r>
              <a:rPr lang="en-US" dirty="0" smtClean="0">
                <a:latin typeface="Arial Black" pitchFamily="34" charset="0"/>
              </a:rPr>
              <a:t> , </a:t>
            </a:r>
            <a:r>
              <a:rPr lang="en-US" dirty="0" err="1">
                <a:latin typeface="Arial Black" pitchFamily="34" charset="0"/>
              </a:rPr>
              <a:t>Tyars</a:t>
            </a:r>
            <a:r>
              <a:rPr lang="en-US" dirty="0">
                <a:latin typeface="Arial Black" pitchFamily="34" charset="0"/>
              </a:rPr>
              <a:t> of </a:t>
            </a:r>
            <a:r>
              <a:rPr lang="en-US" dirty="0" smtClean="0">
                <a:latin typeface="Arial Black" pitchFamily="34" charset="0"/>
              </a:rPr>
              <a:t>Ambulance, ANC card donated by </a:t>
            </a:r>
            <a:r>
              <a:rPr lang="en-US" dirty="0" err="1" smtClean="0">
                <a:latin typeface="Arial Black" pitchFamily="34" charset="0"/>
              </a:rPr>
              <a:t>upazilla</a:t>
            </a:r>
            <a:r>
              <a:rPr lang="en-US" dirty="0" smtClean="0">
                <a:latin typeface="Arial Black" pitchFamily="34" charset="0"/>
              </a:rPr>
              <a:t> parisad. </a:t>
            </a:r>
            <a:endParaRPr lang="en-US" sz="900" dirty="0">
              <a:latin typeface="Arial Black" pitchFamily="34" charset="0"/>
            </a:endParaRPr>
          </a:p>
          <a:p>
            <a:pPr lvl="1">
              <a:buFont typeface="Wingdings" pitchFamily="2" charset="2"/>
              <a:buChar char="v"/>
            </a:pPr>
            <a:endParaRPr lang="en-US" dirty="0">
              <a:latin typeface="Arial Black" pitchFamily="34" charset="0"/>
            </a:endParaRP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1447800" y="2353469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2462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err="1" smtClean="0"/>
              <a:t>Upazilla</a:t>
            </a:r>
            <a:r>
              <a:rPr lang="en-US" sz="2400" b="1" dirty="0" smtClean="0"/>
              <a:t>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</a:t>
            </a:r>
            <a:r>
              <a:rPr lang="en-US" sz="2400" dirty="0" err="1" smtClean="0"/>
              <a:t>Chowgacha</a:t>
            </a:r>
            <a:r>
              <a:rPr lang="en-US" sz="2400" dirty="0" smtClean="0"/>
              <a:t> Health Complex declared as the model </a:t>
            </a:r>
            <a:r>
              <a:rPr lang="en-US" sz="2400" dirty="0" err="1" smtClean="0"/>
              <a:t>upazilla</a:t>
            </a:r>
            <a:r>
              <a:rPr lang="en-US" sz="2400" dirty="0" smtClean="0"/>
              <a:t>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err="1" smtClean="0"/>
              <a:t>Chowgacha</a:t>
            </a:r>
            <a:r>
              <a:rPr lang="en-US" sz="2400" dirty="0" smtClean="0"/>
              <a:t>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Achieve Health minister s Award for its best performances and also for EOC.in2017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The govt. taken the initiative to upgrade to 100 bedded in 20018.</a:t>
            </a:r>
          </a:p>
        </p:txBody>
      </p:sp>
    </p:spTree>
    <p:extLst>
      <p:ext uri="{BB962C8B-B14F-4D97-AF65-F5344CB8AC3E}">
        <p14:creationId xmlns:p14="http://schemas.microsoft.com/office/powerpoint/2010/main" val="222050451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152400" y="996043"/>
            <a:ext cx="8839200" cy="5867400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3600" dirty="0" smtClean="0"/>
              <a:t>14</a:t>
            </a:r>
            <a:r>
              <a:rPr lang="en-US" sz="3600" baseline="30000" dirty="0" smtClean="0"/>
              <a:t>th</a:t>
            </a:r>
            <a:r>
              <a:rPr lang="en-US" sz="3600" dirty="0" smtClean="0"/>
              <a:t> October 2005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 descr="SHAMIM PHOTO (3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74"/>
          <a:stretch>
            <a:fillRect/>
          </a:stretch>
        </p:blipFill>
        <p:spPr bwMode="auto">
          <a:xfrm>
            <a:off x="2209800" y="152400"/>
            <a:ext cx="6781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WordArt 4"/>
          <p:cNvSpPr>
            <a:spLocks noChangeArrowheads="1" noChangeShapeType="1" noTextEdit="1"/>
          </p:cNvSpPr>
          <p:nvPr/>
        </p:nvSpPr>
        <p:spPr bwMode="auto">
          <a:xfrm>
            <a:off x="3276600" y="4876800"/>
            <a:ext cx="5105400" cy="1600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 </a:t>
            </a:r>
          </a:p>
          <a:p>
            <a:pPr algn="ctr"/>
            <a:r>
              <a:rPr lang="en-GB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†</a:t>
            </a:r>
            <a:r>
              <a:rPr lang="en-GB" sz="3600" kern="10" dirty="0" err="1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PŠMvQv</a:t>
            </a:r>
            <a:r>
              <a:rPr lang="en-GB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 </a:t>
            </a:r>
            <a:r>
              <a:rPr lang="en-GB" sz="3600" kern="10" dirty="0" err="1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g‡Wj</a:t>
            </a:r>
            <a:r>
              <a:rPr lang="en-GB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 </a:t>
            </a:r>
            <a:r>
              <a:rPr lang="en-GB" sz="3600" kern="10" dirty="0" err="1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nvmcvZvj</a:t>
            </a:r>
            <a:r>
              <a:rPr lang="en-GB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 </a:t>
            </a:r>
            <a:r>
              <a:rPr lang="en-GB" sz="3600" kern="10" dirty="0" err="1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cwi`k©bKv‡j</a:t>
            </a:r>
            <a:endParaRPr lang="en-GB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SutonnyMJ"/>
              <a:cs typeface="SutonnyMJ"/>
            </a:endParaRPr>
          </a:p>
          <a:p>
            <a:pPr algn="ctr"/>
            <a:r>
              <a:rPr lang="en-GB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W. </a:t>
            </a:r>
            <a:r>
              <a:rPr lang="en-GB" sz="3600" kern="10" dirty="0" err="1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gvM©v‡iU</a:t>
            </a:r>
            <a:r>
              <a:rPr lang="en-GB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 </a:t>
            </a:r>
            <a:r>
              <a:rPr lang="en-GB" sz="3600" kern="10" dirty="0" err="1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P¨vb</a:t>
            </a:r>
            <a:r>
              <a:rPr lang="en-GB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 (</a:t>
            </a:r>
            <a:r>
              <a:rPr lang="en-GB" sz="3600" kern="10" dirty="0" err="1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gnvcwiPvjK</a:t>
            </a:r>
            <a:r>
              <a:rPr lang="en-GB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, </a:t>
            </a:r>
            <a:r>
              <a:rPr lang="en-GB" sz="3600" kern="10" dirty="0" err="1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wek</a:t>
            </a:r>
            <a:r>
              <a:rPr lang="en-GB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¦ ¯^v¯’¨ </a:t>
            </a:r>
            <a:r>
              <a:rPr lang="en-GB" sz="3600" kern="10" dirty="0" err="1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ms</a:t>
            </a:r>
            <a:r>
              <a:rPr lang="en-GB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SutonnyMJ"/>
                <a:cs typeface="SutonnyMJ"/>
              </a:rPr>
              <a:t>¯’v)</a:t>
            </a:r>
          </a:p>
        </p:txBody>
      </p:sp>
      <p:sp>
        <p:nvSpPr>
          <p:cNvPr id="6" name="WordArt 2"/>
          <p:cNvSpPr>
            <a:spLocks noChangeArrowheads="1" noChangeShapeType="1" noTextEdit="1"/>
          </p:cNvSpPr>
          <p:nvPr/>
        </p:nvSpPr>
        <p:spPr bwMode="auto">
          <a:xfrm>
            <a:off x="381000" y="685800"/>
            <a:ext cx="1676400" cy="2743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Òevsjv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‡`‡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ki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Rb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¨ 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ewnt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we‡k¦i</a:t>
            </a:r>
            <a:endParaRPr lang="en-GB" sz="3600" kern="10" dirty="0">
              <a:solidFill>
                <a:srgbClr val="000000"/>
              </a:solidFill>
              <a:latin typeface="SutonnyMJ"/>
              <a:cs typeface="SutonnyMJ"/>
            </a:endParaRPr>
          </a:p>
          <a:p>
            <a:pPr algn="ctr"/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†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Kvb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g‡W‡ji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cÖ‡qvRb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†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bB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|</a:t>
            </a:r>
          </a:p>
          <a:p>
            <a:pPr algn="ctr"/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†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PŠMvQv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g‡WjB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h‡_ó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, </a:t>
            </a:r>
          </a:p>
          <a:p>
            <a:pPr algn="ctr"/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†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PŠMvQv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¯^v¯’¨ †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mevq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`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w¶Y</a:t>
            </a:r>
            <a:endParaRPr lang="en-GB" sz="3600" kern="10" dirty="0">
              <a:solidFill>
                <a:srgbClr val="000000"/>
              </a:solidFill>
              <a:latin typeface="SutonnyMJ"/>
              <a:cs typeface="SutonnyMJ"/>
            </a:endParaRPr>
          </a:p>
          <a:p>
            <a:pPr algn="ctr"/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c~e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© 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Gwkqv‡Z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GKwU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`„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óvšÍ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¯’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vcb</a:t>
            </a:r>
            <a:r>
              <a:rPr lang="en-GB" sz="3600" kern="10" dirty="0">
                <a:solidFill>
                  <a:srgbClr val="000000"/>
                </a:solidFill>
                <a:latin typeface="SutonnyMJ"/>
                <a:cs typeface="SutonnyMJ"/>
              </a:rPr>
              <a:t> </a:t>
            </a:r>
            <a:r>
              <a:rPr lang="en-GB" sz="3600" kern="10" dirty="0" err="1">
                <a:solidFill>
                  <a:srgbClr val="000000"/>
                </a:solidFill>
                <a:latin typeface="SutonnyMJ"/>
                <a:cs typeface="SutonnyMJ"/>
              </a:rPr>
              <a:t>K‡i‡Q|Ó</a:t>
            </a:r>
            <a:endParaRPr lang="en-GB" sz="3600" kern="10" dirty="0">
              <a:solidFill>
                <a:srgbClr val="000000"/>
              </a:solidFill>
              <a:latin typeface="SutonnyMJ"/>
              <a:cs typeface="SutonnyMJ"/>
            </a:endParaRPr>
          </a:p>
        </p:txBody>
      </p:sp>
    </p:spTree>
    <p:extLst>
      <p:ext uri="{BB962C8B-B14F-4D97-AF65-F5344CB8AC3E}">
        <p14:creationId xmlns:p14="http://schemas.microsoft.com/office/powerpoint/2010/main" val="2949907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798512"/>
            <a:ext cx="7783512" cy="5692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33400" y="990600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22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86" y="720242"/>
            <a:ext cx="8101239" cy="5948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533400" y="990600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92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2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428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812800"/>
            <a:ext cx="8335947" cy="5511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47663" y="815975"/>
            <a:ext cx="292893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Starting of 5S KAIZEN-TQM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1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2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1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/>
          <a:stretch>
            <a:fillRect/>
          </a:stretch>
        </p:blipFill>
        <p:spPr>
          <a:xfrm>
            <a:off x="276959" y="815975"/>
            <a:ext cx="8486042" cy="5432426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15686" y="935946"/>
            <a:ext cx="20320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Neonatal Care Unit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07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2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4275" name="Content Placeholder 6" descr="G:\G\Dr Emdad\fromyumi\IMG_7464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685800"/>
            <a:ext cx="8255000" cy="5917925"/>
          </a:xfrm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64458" y="896031"/>
            <a:ext cx="19050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Big Cleaning Day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07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142" y="609599"/>
            <a:ext cx="9049657" cy="6033105"/>
          </a:xfrm>
          <a:noFill/>
        </p:spPr>
      </p:pic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228600" y="742949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Meting of community support group committee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0490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13" y="838200"/>
            <a:ext cx="9041404" cy="5962650"/>
          </a:xfrm>
        </p:spPr>
      </p:pic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53975" y="990600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530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waist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212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3" name="Rectangle 4"/>
          <p:cNvSpPr>
            <a:spLocks noChangeArrowheads="1"/>
          </p:cNvSpPr>
          <p:nvPr/>
        </p:nvSpPr>
        <p:spPr bwMode="auto">
          <a:xfrm>
            <a:off x="4800600" y="3979863"/>
            <a:ext cx="3673475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Girls guide for lining of patients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52234" name="Picture 10" descr="C:\Users\QUADER\Desktop\Big clining day 248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886200"/>
            <a:ext cx="41148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5" name="Rectangle 4"/>
          <p:cNvSpPr>
            <a:spLocks noChangeArrowheads="1"/>
          </p:cNvSpPr>
          <p:nvPr/>
        </p:nvSpPr>
        <p:spPr bwMode="auto">
          <a:xfrm>
            <a:off x="4589463" y="3979863"/>
            <a:ext cx="201930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Big cleaning day</a:t>
            </a:r>
            <a:endParaRPr lang="en-U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1120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-1"/>
            <a:ext cx="9140825" cy="550839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Changes in pediatric ward  and waste management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8" descr="DSC024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"/>
            <a:ext cx="8035636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libri"/>
                <a:ea typeface="+mj-ea"/>
                <a:cs typeface="+mj-cs"/>
              </a:rPr>
              <a:t>Local Govt. (</a:t>
            </a:r>
            <a:r>
              <a:rPr lang="en-US" sz="2800" b="1" dirty="0" err="1">
                <a:solidFill>
                  <a:schemeClr val="bg1"/>
                </a:solidFill>
                <a:latin typeface="Calibri"/>
                <a:ea typeface="+mj-ea"/>
                <a:cs typeface="+mj-cs"/>
              </a:rPr>
              <a:t>Paurashava</a:t>
            </a:r>
            <a:r>
              <a:rPr lang="en-US" sz="2800" b="1" dirty="0">
                <a:solidFill>
                  <a:schemeClr val="bg1"/>
                </a:solidFill>
                <a:latin typeface="Calibri"/>
                <a:ea typeface="+mj-ea"/>
                <a:cs typeface="+mj-cs"/>
              </a:rPr>
              <a:t>) Participation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0877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9194417" cy="5943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Rectangle 31"/>
          <p:cNvSpPr txBox="1">
            <a:spLocks noChangeArrowheads="1"/>
          </p:cNvSpPr>
          <p:nvPr/>
        </p:nvSpPr>
        <p:spPr bwMode="auto">
          <a:xfrm>
            <a:off x="0" y="609600"/>
            <a:ext cx="3200400" cy="83820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Recovered Valuable </a:t>
            </a:r>
            <a:r>
              <a:rPr lang="en-US" sz="2400" dirty="0">
                <a:solidFill>
                  <a:srgbClr val="1F497D">
                    <a:lumMod val="75000"/>
                  </a:srgbClr>
                </a:solidFill>
              </a:rPr>
              <a:t>land after </a:t>
            </a: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sixty years.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09600"/>
            <a:ext cx="9140825" cy="5746703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Rectangle 31"/>
          <p:cNvSpPr txBox="1">
            <a:spLocks noChangeArrowheads="1"/>
          </p:cNvSpPr>
          <p:nvPr/>
        </p:nvSpPr>
        <p:spPr bwMode="auto">
          <a:xfrm>
            <a:off x="-29030" y="609600"/>
            <a:ext cx="3686629" cy="762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000" dirty="0" smtClean="0">
                <a:solidFill>
                  <a:srgbClr val="1F497D">
                    <a:lumMod val="75000"/>
                  </a:srgbClr>
                </a:solidFill>
              </a:rPr>
              <a:t>Arranged get man to control crowed in ward by Community support</a:t>
            </a:r>
          </a:p>
        </p:txBody>
      </p:sp>
    </p:spTree>
    <p:extLst>
      <p:ext uri="{BB962C8B-B14F-4D97-AF65-F5344CB8AC3E}">
        <p14:creationId xmlns:p14="http://schemas.microsoft.com/office/powerpoint/2010/main" val="4013456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Human resource 56 (Cleaner 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)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12 , Mayor of Jhenaidah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4, </a:t>
            </a:r>
            <a:r>
              <a:rPr lang="en-US" sz="2400" dirty="0" smtClean="0"/>
              <a:t>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 support 17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 role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provide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an inter-com, mayor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25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11 district  and  5  </a:t>
            </a:r>
            <a:r>
              <a:rPr lang="en-US" sz="2000" b="1" dirty="0" err="1" smtClean="0"/>
              <a:t>upazilla</a:t>
            </a:r>
            <a:r>
              <a:rPr lang="en-US" sz="2000" b="1" dirty="0" smtClean="0"/>
              <a:t> 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78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9942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5718</TotalTime>
  <Words>709</Words>
  <Application>Microsoft Office PowerPoint</Application>
  <PresentationFormat>On-screen Show (4:3)</PresentationFormat>
  <Paragraphs>130</Paragraphs>
  <Slides>30</Slides>
  <Notes>13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Office Theme</vt:lpstr>
      <vt:lpstr>Chart</vt:lpstr>
      <vt:lpstr>PowerPoint Presentation</vt:lpstr>
      <vt:lpstr>PowerPoint Presentation</vt:lpstr>
      <vt:lpstr>A Hospital with a Vision …</vt:lpstr>
      <vt:lpstr>PowerPoint Presentation</vt:lpstr>
      <vt:lpstr>PowerPoint Presentation</vt:lpstr>
      <vt:lpstr>PowerPoint Presentation</vt:lpstr>
      <vt:lpstr>Community supported volunteer working in ANC corner</vt:lpstr>
      <vt:lpstr>Upazila Health  Complex CHOWGACHA , JESSORE.</vt:lpstr>
      <vt:lpstr>Community support in Chowgacha UHC</vt:lpstr>
      <vt:lpstr>Achievement of Chowgacha Health Complex</vt:lpstr>
      <vt:lpstr>14th October 2005</vt:lpstr>
      <vt:lpstr>PowerPoint Presentation</vt:lpstr>
      <vt:lpstr>100 kh¨v wewkó m`i nvmcvZvj, wSbvB`n</vt:lpstr>
      <vt:lpstr>Innovative activities of Jhenaidah Sadar Hospital Page: 1</vt:lpstr>
      <vt:lpstr>Innovative activities of Jhenaidah Sadar Hospital Page: 1</vt:lpstr>
      <vt:lpstr>Innovative activities of Jhenaidah Sadar Hospital Page: 2 </vt:lpstr>
      <vt:lpstr>Innovative activities of Jhenaidah Sadar Hospital Page: 2 </vt:lpstr>
      <vt:lpstr>Innovative activities of Jhenaidah Sadar Hospital Page: 2 </vt:lpstr>
      <vt:lpstr>Internal Monitoring System</vt:lpstr>
      <vt:lpstr>Internal Monitoring System</vt:lpstr>
      <vt:lpstr>Use of direction sign, labeling of rooms, clean latrine and waist segregation</vt:lpstr>
      <vt:lpstr>Use of color code, alignment of picture &amp; continuous big cleaning day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Hospital Environment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712</cp:revision>
  <cp:lastPrinted>2017-03-18T23:47:54Z</cp:lastPrinted>
  <dcterms:created xsi:type="dcterms:W3CDTF">2013-05-05T09:56:19Z</dcterms:created>
  <dcterms:modified xsi:type="dcterms:W3CDTF">2019-06-09T16:48:30Z</dcterms:modified>
</cp:coreProperties>
</file>