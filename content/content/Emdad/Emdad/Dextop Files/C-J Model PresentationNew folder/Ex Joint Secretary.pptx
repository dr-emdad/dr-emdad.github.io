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10" r:id="rId4"/>
    <p:sldId id="302" r:id="rId5"/>
    <p:sldId id="309" r:id="rId6"/>
    <p:sldId id="306" r:id="rId7"/>
    <p:sldId id="307" r:id="rId8"/>
    <p:sldId id="305" r:id="rId9"/>
    <p:sldId id="304" r:id="rId10"/>
    <p:sldId id="303" r:id="rId11"/>
    <p:sldId id="294" r:id="rId12"/>
    <p:sldId id="293" r:id="rId13"/>
    <p:sldId id="292" r:id="rId14"/>
  </p:sldIdLst>
  <p:sldSz cx="12192000" cy="6858000"/>
  <p:notesSz cx="6858000" cy="9144000"/>
  <p:defaultTextStyle>
    <a:defPPr>
      <a:defRPr lang="b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>
        <p:scale>
          <a:sx n="70" d="100"/>
          <a:sy n="70" d="100"/>
        </p:scale>
        <p:origin x="-660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613BA-5CBB-4EA3-8CBC-1E59003B36CD}" type="datetimeFigureOut">
              <a:rPr lang="bn-BD" smtClean="0"/>
              <a:t>8/5/1440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D25B2-9AED-45CA-9ACB-A989C90E76F8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3874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763624-96EC-4CA3-9F73-7F77CD6C0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70AD54B-5956-46FA-B928-F7E61C5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51B1E2-8C7E-467C-95DE-7FC4061D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D3525C-D33B-4D11-A00C-D5B911B2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F1A8AC-7E27-46D3-9C03-F17679D4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7647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5EFDDB-D392-4CAB-8418-A08F908E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C1A35F-89C4-4B6F-839E-38639847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F1349F-C9CB-4CDA-BC26-202EF8E5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F9C3B1-362A-4705-9228-A4186D64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772BFD-92F2-4D6D-B52C-488DB920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1456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B0F7A3-0C4B-499B-8266-C06ACBEE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A04C701-47B3-4072-A01A-41D8758CC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BABF66-A382-4073-8A72-640057A8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759CD-B629-4F14-B98D-025ED5EE4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D6AA933-A641-4A00-9D89-D692016A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50715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CC9F74-FFE8-4615-8F05-C2435D53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BC21B8-C8EB-47BC-8B7E-FCF4592D6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3C1013A-1491-4847-B86D-640017508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B45EF4-FDA4-4970-872D-0985DA6B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AE9907-94DF-4213-9B71-D95BBC83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91BE51-13AD-492F-AECD-D16A2E56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56667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84647F-42EE-4D96-B5A7-6BED5654C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FF7DE8F-741D-47FD-92A5-776E7DC2F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FE007A9-32CA-4E9C-82A2-228F89C0F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3D7CD6C-785F-4F3C-B790-832796EDA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F143D39-01A1-4879-AEDB-7D41DF824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6C89407-8925-4A6C-AD8F-49078B15E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B98623E-1A1C-47B5-BECD-CEC47D57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0379383-47C7-44F3-948B-03543C4B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97985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33C80B-59EF-4BF7-BB79-9AB81696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5DACF89-17F7-460B-9B2A-52505602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5C6BA99-AA4D-4ECF-B803-2BBCED65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7CC04D-32DA-434C-930C-59DC0699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02483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2585155-EED5-4A24-BFA9-6E2170AD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34E2BB3-8923-428B-8F3D-FCF24DC3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A738405-A4EA-4E7D-BF75-BE0DD513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55982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BE7CCF-EBC3-4573-8F37-FF0846FD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FB054B-87D4-417C-9155-8206CEEAF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69BFE00-8F02-475C-B113-22AA93422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F5EC49F-EF39-4FF0-BC79-EB152174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5B17776-6149-48C4-B55B-BDF3AFFA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99C5250-EDB4-4332-BA35-DE757DFA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04702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47C07A-9618-416B-8F04-877D79CA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AE7CCC8-8D86-49A0-83CC-9C21082D3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C858126-3A59-4894-961E-1DA8DEED0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FEC6B36-A409-487F-8418-6C6BBD49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E0B7D46-76AE-4575-A7E0-323A659B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2B57BD-9444-4BEB-AB1B-99E519B2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4624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459755-7741-4A38-BADD-C1492B4BE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A2EBD1B-D9FC-4425-A596-04D32802D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981D8A-53CB-4477-81B7-896B24C0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D91CB7-F7B2-4362-86A0-6B42B03D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DE326-CCAF-4CB9-8619-3AC3F075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41880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83142B2-9C9B-4318-B670-84F7201FB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BA70A24-AB36-4ABD-A442-6C8EE9C7B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7BC136-35A6-4D44-9E8F-7642E759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A0458A-A299-4E13-9D87-C77CD98F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12DAFD-46DA-4C3B-A45F-36FE556A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06313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E05C8A7-C0E1-4014-AE93-F6A02D6E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741CE5-A4F1-4683-86C9-B41C8674F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06D3B4-318E-4B23-9CE0-5FDC057E1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C77943-534B-48C5-BD01-849566678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B81332-5BBE-4A25-8C6D-0DA72D3D0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94219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CDA1A2E9-63FE-408D-A803-8E306ECAB4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2058" y="450221"/>
            <a:ext cx="11272742" cy="3918123"/>
          </a:xfrm>
          <a:prstGeom prst="rect">
            <a:avLst/>
          </a:prstGeom>
          <a:solidFill>
            <a:srgbClr val="404040">
              <a:alpha val="95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669" y="1111086"/>
            <a:ext cx="10011831" cy="26238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8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¯^v¯’¨ </a:t>
            </a:r>
            <a:r>
              <a:rPr lang="en-GB" sz="48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e¨e</a:t>
            </a:r>
            <a:r>
              <a:rPr lang="en-GB" sz="48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¯’v </a:t>
            </a:r>
            <a:r>
              <a:rPr lang="en-GB" sz="48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Dbœq‡b</a:t>
            </a:r>
            <a:r>
              <a:rPr lang="en-GB" sz="48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 ¯’</a:t>
            </a:r>
            <a:r>
              <a:rPr lang="en-GB" sz="48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vbxq</a:t>
            </a:r>
            <a:r>
              <a:rPr lang="en-GB" sz="48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GB" sz="48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GB" sz="48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GB" sz="48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cÖmvk‡bi</a:t>
            </a:r>
            <a:r>
              <a:rPr lang="en-GB" sz="48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GB" sz="48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f‚wgKv</a:t>
            </a:r>
            <a:r>
              <a:rPr lang="en-GB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/>
            </a:r>
            <a:br>
              <a:rPr lang="en-GB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</a:br>
            <a:r>
              <a:rPr lang="en-GB" sz="48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GB" sz="48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PŠMvQvi</a:t>
            </a:r>
            <a:r>
              <a:rPr lang="en-GB" sz="48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GB" sz="48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AwfÁZv</a:t>
            </a:r>
            <a:endParaRPr lang="en-US" sz="4800" dirty="0">
              <a:solidFill>
                <a:srgbClr val="FFFFFF"/>
              </a:solidFill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FBE9F90C-C163-435B-9A68-D15C92D1CF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57200" y="4521269"/>
            <a:ext cx="6699246" cy="1877811"/>
          </a:xfrm>
          <a:prstGeom prst="rect">
            <a:avLst/>
          </a:prstGeom>
          <a:solidFill>
            <a:srgbClr val="A5A5A5">
              <a:alpha val="8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616" y="4521270"/>
            <a:ext cx="6699246" cy="18778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rgbClr val="1B1B1B"/>
                </a:solidFill>
              </a:rPr>
              <a:t> </a:t>
            </a:r>
            <a:r>
              <a:rPr lang="en-GB" sz="3200" b="1" dirty="0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GB" sz="3200" b="1" dirty="0" err="1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gvnv</a:t>
            </a:r>
            <a:r>
              <a:rPr lang="en-GB" sz="3200" b="1" dirty="0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¤§` </a:t>
            </a:r>
            <a:r>
              <a:rPr lang="en-GB" sz="3200" b="1" dirty="0" err="1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ûgvqyb</a:t>
            </a:r>
            <a:r>
              <a:rPr lang="en-GB" sz="3200" b="1" dirty="0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GB" sz="3200" b="1" dirty="0" err="1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Kwei</a:t>
            </a:r>
            <a:endParaRPr lang="en-GB" sz="3200" b="1" dirty="0">
              <a:solidFill>
                <a:srgbClr val="1B1B1B"/>
              </a:solidFill>
              <a:latin typeface="SutonnyMJ" pitchFamily="2" charset="0"/>
              <a:cs typeface="SutonnyMJ" pitchFamily="2" charset="0"/>
            </a:endParaRPr>
          </a:p>
          <a:p>
            <a:r>
              <a:rPr lang="en-GB" sz="3200" b="1" dirty="0" err="1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hyMœ-mwPe</a:t>
            </a:r>
            <a:r>
              <a:rPr lang="en-GB" sz="3200" b="1" dirty="0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 (cÖv³b)</a:t>
            </a:r>
            <a:endParaRPr lang="en-US" b="1" dirty="0">
              <a:solidFill>
                <a:srgbClr val="1B1B1B"/>
              </a:solidFill>
            </a:endParaRPr>
          </a:p>
          <a:p>
            <a:r>
              <a:rPr lang="en-US" sz="3200" b="1" dirty="0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cÖv³b </a:t>
            </a:r>
            <a:r>
              <a:rPr lang="en-US" sz="3200" b="1" dirty="0" err="1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Dc‡Rjv</a:t>
            </a:r>
            <a:r>
              <a:rPr lang="en-US" sz="3200" b="1" dirty="0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b="1" dirty="0" err="1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wbe©vnx</a:t>
            </a:r>
            <a:r>
              <a:rPr lang="en-US" sz="3200" b="1" dirty="0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b="1" dirty="0" err="1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Awdmvi</a:t>
            </a:r>
            <a:r>
              <a:rPr lang="en-US" sz="3200" b="1" dirty="0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, †</a:t>
            </a:r>
            <a:r>
              <a:rPr lang="en-US" sz="3200" b="1" dirty="0" err="1" smtClean="0">
                <a:solidFill>
                  <a:srgbClr val="1B1B1B"/>
                </a:solidFill>
                <a:latin typeface="SutonnyMJ" pitchFamily="2" charset="0"/>
                <a:cs typeface="SutonnyMJ" pitchFamily="2" charset="0"/>
              </a:rPr>
              <a:t>PŠMvQv</a:t>
            </a:r>
            <a:endParaRPr lang="en-GB" sz="3200" b="1" dirty="0" smtClean="0">
              <a:solidFill>
                <a:srgbClr val="1B1B1B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7478179" y="4681182"/>
            <a:ext cx="1819434" cy="171789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1A882A9F-F4E9-4E23-8F0B-20B5DF42EA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19345" y="4521270"/>
            <a:ext cx="2115455" cy="1890204"/>
          </a:xfrm>
          <a:prstGeom prst="rect">
            <a:avLst/>
          </a:prstGeom>
          <a:solidFill>
            <a:srgbClr val="43815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014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ভূমিকা  </a:t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13" y="1521725"/>
            <a:ext cx="11675660" cy="4162568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†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PŠMvQv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Dc‡Rjvi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RbmsL¨v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wQj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cÖvq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220000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Ges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11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wU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BDwbqb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wb‡q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MwVZ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| 1996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mvj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n‡Z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1999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mvj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wZwb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Kg©iZ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wQ‡jb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| ¯^v¯’¨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e¨e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¯’v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Dbœq‡b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Zvi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f‚wgKv</a:t>
            </a:r>
            <a:r>
              <a:rPr lang="en-US" sz="43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300" dirty="0" err="1" smtClean="0">
                <a:latin typeface="SutonnyMJ" pitchFamily="2" charset="0"/>
                <a:cs typeface="SutonnyMJ" pitchFamily="2" charset="0"/>
              </a:rPr>
              <a:t>wb¤œiæct</a:t>
            </a:r>
            <a:endParaRPr lang="en-US" sz="4300" dirty="0" smtClean="0">
              <a:latin typeface="SutonnyMJ" pitchFamily="2" charset="0"/>
              <a:cs typeface="SutonnyMJ" pitchFamily="2" charset="0"/>
            </a:endParaRPr>
          </a:p>
          <a:p>
            <a:pPr marL="457200" indent="-457200">
              <a:buAutoNum type="arabicPeriod"/>
            </a:pP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2000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mvj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bvMv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`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mevi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Rb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¨ ¯^v¯’¨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ev¯Íevq‡b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AMÖYx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f‚wgKv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cvjb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457200" indent="-457200">
              <a:buAutoNum type="arabicPeriod"/>
            </a:pP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¯‹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yj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K‡jR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QvÎQvÎx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‡`i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g‡a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¨ ¯^v¯’¨ m¤§Z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j¨vwUªb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e¨env‡i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Kvh©Ki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f‚wgKv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457200" indent="-457200">
              <a:buAutoNum type="arabicPeriod"/>
            </a:pP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cÖv_wgK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we`¨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vjq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gva¨wgK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we`¨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vj‡qi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QvÎx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‡`i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weevn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RwbZ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Kvi‡Y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S‡i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hvIqv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iv‡a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Kvh©Ki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f‚wgKv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|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90131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 smtClean="0"/>
              <a:t>সিজে জনসম্পৃক্ত স্বাস্থ্য ব্যবস্থাপনা মডেল সম্প্রসারণ</a:t>
            </a:r>
            <a:endParaRPr lang="bn-B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307"/>
            <a:ext cx="10515600" cy="610055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>
                <a:latin typeface="SutonnyMJ" pitchFamily="2" charset="0"/>
                <a:cs typeface="SutonnyMJ" pitchFamily="2" charset="0"/>
              </a:rPr>
              <a:t> </a:t>
            </a:r>
          </a:p>
          <a:p>
            <a:pPr marL="0" indent="0">
              <a:buNone/>
            </a:pP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4.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Awdmvi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K¬v‡e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Rb¸iæZ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¡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wel‡q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ev¯Íevq‡bi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Aw½Kvi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0" indent="0">
              <a:buNone/>
            </a:pPr>
            <a:r>
              <a:rPr lang="en-US" sz="3600" dirty="0">
                <a:latin typeface="SutonnyMJ" pitchFamily="2" charset="0"/>
                <a:cs typeface="SutonnyMJ" pitchFamily="2" charset="0"/>
              </a:rPr>
              <a:t> K) ‡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PŠMvQvbDc‡Rjvq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wbivc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`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gvZ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…Z¡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Kvh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©µg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ev¯Íevqb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0" indent="0">
              <a:buNone/>
            </a:pPr>
            <a:r>
              <a:rPr lang="en-US" sz="3600" dirty="0">
                <a:latin typeface="SutonnyMJ" pitchFamily="2" charset="0"/>
                <a:cs typeface="SutonnyMJ" pitchFamily="2" charset="0"/>
              </a:rPr>
              <a:t> L)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cvewjK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cwiÿvq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bKj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eÜ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0" indent="0">
              <a:buNone/>
            </a:pPr>
            <a:r>
              <a:rPr lang="en-US" sz="3600" dirty="0">
                <a:latin typeface="SutonnyMJ" pitchFamily="2" charset="0"/>
                <a:cs typeface="SutonnyMJ" pitchFamily="2" charset="0"/>
              </a:rPr>
              <a:t> M) †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gavwe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‡`i †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gavjvj‡bi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wbwg‡Ë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PZz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_© I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mßg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kªYx‡Z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e„wËi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Rb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Awdmvi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K¬ve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e„wË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dvD‡Ûkb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0" indent="0">
              <a:buNone/>
            </a:pP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5.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mgMÖ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Dc‡Rjvq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mwVKfv‡e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Rb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¥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g„Z¨i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Z_¨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msMÖn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Ges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¯^v¯’¨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wbYv©qKmn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Ab¨vb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wbY©vqK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†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ei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0" indent="0">
              <a:buNone/>
            </a:pP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6. ¯^v¯’¨ I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cwievi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cwiKíbv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wefvMmnm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m¤§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wjZ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Kvh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©µg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cwiPvjbv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0" indent="0">
              <a:buNone/>
            </a:pP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7. ¯^v¯’¨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Kg‡cø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‡·i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wewfbœ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Kvh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©µ‡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gi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mv‡_ m¤ú„³Zv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eRvq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ivLv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0" indent="0">
              <a:buNone/>
            </a:pPr>
            <a:endParaRPr lang="en-US" sz="2400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262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9" name="Picture 8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19" y="218364"/>
            <a:ext cx="8748215" cy="5590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ubtitle 2"/>
          <p:cNvSpPr txBox="1">
            <a:spLocks/>
          </p:cNvSpPr>
          <p:nvPr/>
        </p:nvSpPr>
        <p:spPr bwMode="auto">
          <a:xfrm>
            <a:off x="9416956" y="2006458"/>
            <a:ext cx="2775044" cy="324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 seminar held on basic information system </a:t>
            </a:r>
            <a:r>
              <a:rPr lang="en-US" sz="2400" dirty="0" smtClean="0">
                <a:latin typeface="Calibri" pitchFamily="34" charset="0"/>
              </a:rPr>
              <a:t>at </a:t>
            </a:r>
            <a:r>
              <a:rPr lang="en-US" sz="2400" dirty="0" smtClean="0">
                <a:latin typeface="Calibri" pitchFamily="34" charset="0"/>
              </a:rPr>
              <a:t>Chowgacha Degree </a:t>
            </a:r>
            <a:r>
              <a:rPr lang="en-US" sz="2400" dirty="0">
                <a:latin typeface="Calibri" pitchFamily="34" charset="0"/>
              </a:rPr>
              <a:t>College </a:t>
            </a:r>
            <a:r>
              <a:rPr lang="en-US" sz="2400" dirty="0" smtClean="0">
                <a:latin typeface="Calibri" pitchFamily="34" charset="0"/>
              </a:rPr>
              <a:t>in </a:t>
            </a:r>
            <a:r>
              <a:rPr lang="en-US" sz="2400" dirty="0">
                <a:latin typeface="Calibri" pitchFamily="34" charset="0"/>
              </a:rPr>
              <a:t>June, 1997. DC </a:t>
            </a:r>
            <a:r>
              <a:rPr lang="en-US" sz="2400" dirty="0" err="1">
                <a:latin typeface="Calibri" pitchFamily="34" charset="0"/>
              </a:rPr>
              <a:t>Jessore</a:t>
            </a:r>
            <a:r>
              <a:rPr lang="en-US" sz="2400" dirty="0">
                <a:latin typeface="Calibri" pitchFamily="34" charset="0"/>
              </a:rPr>
              <a:t> was the chief </a:t>
            </a:r>
            <a:r>
              <a:rPr lang="en-US" sz="2400" dirty="0" smtClean="0">
                <a:latin typeface="Calibri" pitchFamily="34" charset="0"/>
              </a:rPr>
              <a:t>guest 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5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8707272" y="1173158"/>
            <a:ext cx="3484728" cy="1926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2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2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25" y="139527"/>
            <a:ext cx="8047630" cy="5920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421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42" y="634620"/>
            <a:ext cx="11607421" cy="48381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3600" dirty="0" smtClean="0">
              <a:latin typeface="SutonnyMJ" pitchFamily="2" charset="0"/>
              <a:cs typeface="SutonnyMJ" pitchFamily="2" charset="0"/>
            </a:endParaRPr>
          </a:p>
          <a:p>
            <a:pPr marL="0" indent="0">
              <a:buNone/>
            </a:pP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gZvgZ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t</a:t>
            </a:r>
          </a:p>
          <a:p>
            <a:pPr marL="457200" indent="-457200">
              <a:buAutoNum type="arabicPeriod"/>
            </a:pP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Dc‡Rjv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ch©v‡q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¯^v¯’¨ †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mevi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wel‡q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¸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iæZ¡cyY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©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AwfÁZv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hv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cieZx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©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cwiKíbYvq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Kv‡R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jv‡M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457200" indent="-457200">
              <a:buAutoNum type="arabicPeriod"/>
            </a:pP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AwR©Z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aviYv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Ab¨vb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Dc‡Rjvq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ev¯Íevq‡bi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mnvqK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wn‡m‡e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KvR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457200" indent="-457200">
              <a:buAutoNum type="arabicPeriod"/>
            </a:pP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‡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PŠMvQvi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Kv‡Ri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aiY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AMÖMwZi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Rb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M„nxZ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KŠkj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hv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RvZxq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ch©v‡q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ev¯Íevqb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sz="36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†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h‡Z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dirty="0" err="1" smtClean="0">
                <a:latin typeface="SutonnyMJ" pitchFamily="2" charset="0"/>
                <a:cs typeface="SutonnyMJ" pitchFamily="2" charset="0"/>
              </a:rPr>
              <a:t>cv‡i</a:t>
            </a:r>
            <a:r>
              <a:rPr lang="en-US" sz="3600" dirty="0" smtClean="0">
                <a:latin typeface="SutonnyMJ" pitchFamily="2" charset="0"/>
                <a:cs typeface="SutonnyMJ" pitchFamily="2" charset="0"/>
              </a:rPr>
              <a:t>|</a:t>
            </a:r>
          </a:p>
          <a:p>
            <a:pPr marL="0" indent="0">
              <a:buNone/>
            </a:pPr>
            <a:endParaRPr lang="en-US" sz="3600" dirty="0" smtClean="0">
              <a:latin typeface="SutonnyMJ" pitchFamily="2" charset="0"/>
              <a:cs typeface="SutonnyMJ" pitchFamily="2" charset="0"/>
            </a:endParaRPr>
          </a:p>
          <a:p>
            <a:endParaRPr lang="en-US" sz="2400" b="1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381784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366" y="627797"/>
            <a:ext cx="9553433" cy="4899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763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1521725"/>
            <a:ext cx="11607421" cy="416256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3251629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1521725"/>
            <a:ext cx="11607421" cy="416256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451225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1521725"/>
            <a:ext cx="11607421" cy="416256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6051" y="6010108"/>
            <a:ext cx="2743200" cy="365125"/>
          </a:xfrm>
        </p:spPr>
        <p:txBody>
          <a:bodyPr/>
          <a:lstStyle/>
          <a:p>
            <a:endParaRPr lang="bn-BD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09284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96"/>
            <a:ext cx="10515600" cy="795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n-IN" sz="4400" dirty="0">
                <a:solidFill>
                  <a:srgbClr val="002060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উপসংহার</a:t>
            </a:r>
            <a:endParaRPr lang="en-US" sz="4400" dirty="0">
              <a:solidFill>
                <a:srgbClr val="002060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971718"/>
            <a:ext cx="11607421" cy="471257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8FC890-4A79-4D14-A4C5-0C7AB238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50608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96"/>
            <a:ext cx="10515600" cy="795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n-IN" sz="4400" dirty="0">
                <a:solidFill>
                  <a:srgbClr val="002060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সুপারিশ সমূহ</a:t>
            </a:r>
            <a:endParaRPr lang="en-US" sz="4400" dirty="0">
              <a:solidFill>
                <a:srgbClr val="002060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971718"/>
            <a:ext cx="11607421" cy="471257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8FC890-4A79-4D14-A4C5-0C7AB238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412544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96"/>
            <a:ext cx="10515600" cy="795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n-IN" sz="4400" dirty="0">
                <a:solidFill>
                  <a:srgbClr val="002060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ধন্যবাদ</a:t>
            </a:r>
            <a:endParaRPr lang="en-US" sz="4400" dirty="0">
              <a:solidFill>
                <a:srgbClr val="002060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971718"/>
            <a:ext cx="11607421" cy="471257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8FC890-4A79-4D14-A4C5-0C7AB238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407852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395</Words>
  <Application>Microsoft Office PowerPoint</Application>
  <PresentationFormat>Custom</PresentationFormat>
  <Paragraphs>43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¯^v¯’¨ e¨e¯’v Dbœq‡b ¯’vbxq Rb cÖmvk‡bi f‚wgKv ‡PŠMvQvi AwfÁZv</vt:lpstr>
      <vt:lpstr>ভূমিকা   </vt:lpstr>
      <vt:lpstr>PowerPoint Presentation</vt:lpstr>
      <vt:lpstr>PowerPoint Presentation</vt:lpstr>
      <vt:lpstr>PowerPoint Presentation</vt:lpstr>
      <vt:lpstr> </vt:lpstr>
      <vt:lpstr> </vt:lpstr>
      <vt:lpstr> </vt:lpstr>
      <vt:lpstr> </vt:lpstr>
      <vt:lpstr> </vt:lpstr>
      <vt:lpstr>উপসংহার</vt:lpstr>
      <vt:lpstr>সুপারিশ সমূহ</vt:lpstr>
      <vt:lpstr>ধন্যবাদ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চৌগাছা-ঝিনাইদহ (সি-জে) জনসম্পৃক্ত স্বাস্থ্য ব্যবস্থাপনা মডেল সম্প্রসারণ খসড়া জাতীয় কর্মকৌশল ২০১৯-২০২২</dc:title>
  <dc:creator>Prof. Be-nazir Ahmed</dc:creator>
  <cp:lastModifiedBy>Emdad</cp:lastModifiedBy>
  <cp:revision>63</cp:revision>
  <dcterms:created xsi:type="dcterms:W3CDTF">2019-01-12T10:53:49Z</dcterms:created>
  <dcterms:modified xsi:type="dcterms:W3CDTF">2019-01-14T13:21:47Z</dcterms:modified>
</cp:coreProperties>
</file>