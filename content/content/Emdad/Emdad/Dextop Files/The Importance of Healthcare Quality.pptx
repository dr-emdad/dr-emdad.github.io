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4"/>
  </p:notesMasterIdLst>
  <p:sldIdLst>
    <p:sldId id="256" r:id="rId3"/>
    <p:sldId id="257" r:id="rId4"/>
    <p:sldId id="261" r:id="rId5"/>
    <p:sldId id="260" r:id="rId6"/>
    <p:sldId id="259" r:id="rId7"/>
    <p:sldId id="258" r:id="rId8"/>
    <p:sldId id="262" r:id="rId9"/>
    <p:sldId id="263" r:id="rId10"/>
    <p:sldId id="264" r:id="rId11"/>
    <p:sldId id="265" r:id="rId12"/>
    <p:sldId id="266" r:id="rId13"/>
    <p:sldId id="271" r:id="rId14"/>
    <p:sldId id="267" r:id="rId15"/>
    <p:sldId id="275" r:id="rId16"/>
    <p:sldId id="276" r:id="rId17"/>
    <p:sldId id="277" r:id="rId18"/>
    <p:sldId id="268" r:id="rId19"/>
    <p:sldId id="269" r:id="rId20"/>
    <p:sldId id="270" r:id="rId21"/>
    <p:sldId id="278" r:id="rId22"/>
    <p:sldId id="27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D72DB-2692-4CB4-8FC1-B0489524A2B6}" type="datetimeFigureOut">
              <a:rPr lang="en-GB" smtClean="0"/>
              <a:t>12/06/2019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BA1AE-787D-429A-87B5-5B123B5D0E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402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46757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1622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36487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1352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14</a:t>
            </a:fld>
            <a:endParaRPr lang="en-US" sz="130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00716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8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749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16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87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33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5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4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1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59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3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5664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6/12/2019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6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3.wmf"/><Relationship Id="rId10" Type="http://schemas.openxmlformats.org/officeDocument/2006/relationships/image" Target="../media/image15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The Importance of Healthcare</a:t>
            </a:r>
            <a:br>
              <a:rPr lang="en-US" sz="4800" dirty="0" smtClean="0"/>
            </a:br>
            <a:r>
              <a:rPr lang="en-US" sz="4800" dirty="0" smtClean="0"/>
              <a:t>Quality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Dr. Md. </a:t>
            </a:r>
            <a:r>
              <a:rPr lang="en-US" dirty="0" err="1" smtClean="0"/>
              <a:t>Emdadul</a:t>
            </a:r>
            <a:r>
              <a:rPr lang="en-US" dirty="0" smtClean="0"/>
              <a:t> </a:t>
            </a:r>
            <a:r>
              <a:rPr lang="en-US" dirty="0" err="1" smtClean="0"/>
              <a:t>Haque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 smtClean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Poor quality can do harm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Social and economic benefits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efficiency of the health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Oh dear!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Who should care!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Solve priority </a:t>
            </a:r>
            <a:br>
              <a:rPr lang="en-US" dirty="0" smtClean="0"/>
            </a:br>
            <a:r>
              <a:rPr lang="en-US" dirty="0" smtClean="0"/>
              <a:t>	   Quality problems 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31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3568" y="548680"/>
            <a:ext cx="2743200" cy="2592288"/>
          </a:xfrm>
        </p:spPr>
        <p:txBody>
          <a:bodyPr/>
          <a:lstStyle/>
          <a:p>
            <a:r>
              <a:rPr lang="en-US" sz="2400" dirty="0"/>
              <a:t>Quality </a:t>
            </a:r>
            <a:r>
              <a:rPr lang="en-US" sz="2400" dirty="0" smtClean="0"/>
              <a:t>Improvement</a:t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800" dirty="0" smtClean="0"/>
              <a:t>Although </a:t>
            </a:r>
            <a:r>
              <a:rPr lang="en-US" sz="2800" dirty="0"/>
              <a:t>all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improvement </a:t>
            </a:r>
            <a:r>
              <a:rPr lang="en-US" sz="2800" dirty="0"/>
              <a:t>involves change,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611560" y="4077072"/>
            <a:ext cx="2743200" cy="30354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4617B"/>
                </a:solidFill>
                <a:latin typeface="Calibri"/>
                <a:ea typeface="+mj-ea"/>
                <a:cs typeface="+mj-cs"/>
              </a:rPr>
              <a:t>not all changes are improvement.</a:t>
            </a:r>
            <a:endParaRPr lang="en-US" sz="1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620688"/>
            <a:ext cx="466660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645024"/>
            <a:ext cx="4860032" cy="294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00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1560" y="1916832"/>
            <a:ext cx="8305800" cy="2652904"/>
          </a:xfrm>
        </p:spPr>
        <p:txBody>
          <a:bodyPr>
            <a:normAutofit/>
          </a:bodyPr>
          <a:lstStyle/>
          <a:p>
            <a:r>
              <a:rPr lang="en-US" dirty="0"/>
              <a:t>Every SYSTEM achieves the RESULTS for which it was designed!</a:t>
            </a:r>
          </a:p>
        </p:txBody>
      </p:sp>
    </p:spTree>
    <p:extLst>
      <p:ext uri="{BB962C8B-B14F-4D97-AF65-F5344CB8AC3E}">
        <p14:creationId xmlns:p14="http://schemas.microsoft.com/office/powerpoint/2010/main" val="84796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70" y="908720"/>
            <a:ext cx="8975849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51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77" y="696386"/>
            <a:ext cx="7848872" cy="6161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23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51" y="1109662"/>
            <a:ext cx="8860774" cy="5343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221205" y="5381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Quality Management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75274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440" y="1905320"/>
            <a:ext cx="914544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1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381601" y="228985"/>
            <a:ext cx="518112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152640" y="1857795"/>
            <a:ext cx="883872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1828800" y="990824"/>
            <a:ext cx="7162560" cy="161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>
                <a:solidFill>
                  <a:srgbClr val="B000B0"/>
                </a:solidFill>
                <a:ea typeface="MS Gothic" pitchFamily="49" charset="-128"/>
              </a:rPr>
              <a:t>A frontline-based problem solving approach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19151299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441" y="1990289"/>
            <a:ext cx="914256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6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7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8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401761" y="264988"/>
            <a:ext cx="4932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28801" y="1309098"/>
            <a:ext cx="905904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6189121" y="341317"/>
            <a:ext cx="267120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1772640" y="5594988"/>
            <a:ext cx="7273440" cy="12009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12149651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01760" y="417644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1"/>
            <a:ext cx="914256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28800" y="776242"/>
            <a:ext cx="903888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228961" y="228985"/>
            <a:ext cx="87624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305280" y="1103156"/>
            <a:ext cx="434304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8647960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unless </a:t>
            </a:r>
            <a:r>
              <a:rPr lang="en-US" sz="2400" dirty="0"/>
              <a:t>people are empowered and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committed </a:t>
            </a:r>
            <a:r>
              <a:rPr lang="en-US" sz="2400" dirty="0"/>
              <a:t>to take responsibility for quality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-</a:t>
            </a:r>
            <a:r>
              <a:rPr lang="en-US" sz="2400" dirty="0"/>
              <a:t>as an ongoing process –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in </a:t>
            </a:r>
            <a:r>
              <a:rPr lang="en-US" sz="2400" dirty="0"/>
              <a:t>the end, quality becomes part of people's </a:t>
            </a:r>
            <a:r>
              <a:rPr lang="en-US" sz="2400" dirty="0" smtClean="0"/>
              <a:t>behavior  and  attitudes</a:t>
            </a:r>
            <a:r>
              <a:rPr lang="en-US" sz="2400" dirty="0"/>
              <a:t>” </a:t>
            </a:r>
            <a:endParaRPr lang="en-US" sz="2400" dirty="0" smtClean="0"/>
          </a:p>
          <a:p>
            <a:pPr marL="0" indent="0">
              <a:buNone/>
            </a:pPr>
            <a:r>
              <a:rPr lang="en-US" sz="3200" dirty="0" smtClean="0"/>
              <a:t>Dr</a:t>
            </a:r>
            <a:r>
              <a:rPr lang="en-US" sz="3200" dirty="0"/>
              <a:t>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548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The Paradigm Shift in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i="1" dirty="0" smtClean="0">
                <a:solidFill>
                  <a:srgbClr val="00B0F0"/>
                </a:solidFill>
              </a:rPr>
              <a:t>from </a:t>
            </a:r>
            <a:r>
              <a:rPr lang="en-US" sz="1800" i="1" dirty="0" smtClean="0">
                <a:solidFill>
                  <a:srgbClr val="00B0F0"/>
                </a:solidFill>
              </a:rPr>
              <a:t>we</a:t>
            </a:r>
            <a:r>
              <a:rPr lang="en-US" sz="2800" i="1" dirty="0" smtClean="0">
                <a:solidFill>
                  <a:srgbClr val="00B0F0"/>
                </a:solidFill>
              </a:rPr>
              <a:t> </a:t>
            </a:r>
            <a:r>
              <a:rPr lang="en-US" sz="2800" i="1" dirty="0">
                <a:solidFill>
                  <a:srgbClr val="00B0F0"/>
                </a:solidFill>
              </a:rPr>
              <a:t>know best what is good for you </a:t>
            </a:r>
            <a:endParaRPr lang="en-US" sz="2800" i="1" dirty="0" smtClean="0">
              <a:solidFill>
                <a:srgbClr val="00B0F0"/>
              </a:solidFill>
            </a:endParaRPr>
          </a:p>
          <a:p>
            <a:pPr marL="640080" lvl="2" indent="0">
              <a:buNone/>
            </a:pPr>
            <a:r>
              <a:rPr lang="en-US" sz="2400" dirty="0" smtClean="0">
                <a:solidFill>
                  <a:srgbClr val="00B0F0"/>
                </a:solidFill>
              </a:rPr>
              <a:t>			</a:t>
            </a:r>
            <a:r>
              <a:rPr lang="en-US" sz="2800" b="1" dirty="0" smtClean="0">
                <a:solidFill>
                  <a:srgbClr val="00B0F0"/>
                </a:solidFill>
              </a:rPr>
              <a:t>to </a:t>
            </a:r>
            <a:r>
              <a:rPr lang="en-US" sz="2800" b="1" dirty="0">
                <a:solidFill>
                  <a:srgbClr val="00B0F0"/>
                </a:solidFill>
              </a:rPr>
              <a:t>customer orientation </a:t>
            </a:r>
            <a:endParaRPr lang="en-US" sz="2800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2.  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from </a:t>
            </a:r>
            <a:r>
              <a:rPr lang="en-US" sz="2800" i="1" dirty="0">
                <a:solidFill>
                  <a:schemeClr val="accent4">
                    <a:lumMod val="75000"/>
                  </a:schemeClr>
                </a:solidFill>
              </a:rPr>
              <a:t>post-production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evaluation                  </a:t>
            </a:r>
            <a:r>
              <a:rPr lang="en-US" sz="2800" b="1" i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		                       to prevention and continuous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improvement </a:t>
            </a:r>
            <a:endParaRPr lang="en-US" sz="2800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. </a:t>
            </a:r>
            <a:r>
              <a:rPr lang="en-US" sz="2800" i="1" dirty="0">
                <a:solidFill>
                  <a:srgbClr val="FF0000"/>
                </a:solidFill>
              </a:rPr>
              <a:t>from external focus on control through </a:t>
            </a:r>
            <a:r>
              <a:rPr lang="en-US" sz="2800" i="1" dirty="0" smtClean="0">
                <a:solidFill>
                  <a:srgbClr val="FF0000"/>
                </a:solidFill>
              </a:rPr>
              <a:t>inspection </a:t>
            </a:r>
            <a:r>
              <a:rPr lang="en-US" sz="2800" dirty="0" smtClean="0">
                <a:solidFill>
                  <a:srgbClr val="FF0000"/>
                </a:solidFill>
              </a:rPr>
              <a:t>			</a:t>
            </a:r>
            <a:r>
              <a:rPr lang="en-US" sz="2800" b="1" dirty="0" smtClean="0">
                <a:solidFill>
                  <a:srgbClr val="FF0000"/>
                </a:solidFill>
              </a:rPr>
              <a:t>to </a:t>
            </a:r>
            <a:r>
              <a:rPr lang="en-US" sz="2800" b="1" dirty="0">
                <a:solidFill>
                  <a:srgbClr val="FF0000"/>
                </a:solidFill>
              </a:rPr>
              <a:t>design and self assessment</a:t>
            </a:r>
          </a:p>
        </p:txBody>
      </p:sp>
    </p:spTree>
    <p:extLst>
      <p:ext uri="{BB962C8B-B14F-4D97-AF65-F5344CB8AC3E}">
        <p14:creationId xmlns:p14="http://schemas.microsoft.com/office/powerpoint/2010/main" val="25065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0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solidFill>
                  <a:srgbClr val="00B0F0"/>
                </a:solidFill>
              </a:rPr>
              <a:t>Thank You</a:t>
            </a:r>
            <a:endParaRPr lang="en-US" sz="4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78</TotalTime>
  <Words>188</Words>
  <Application>Microsoft Office PowerPoint</Application>
  <PresentationFormat>On-screen Show (4:3)</PresentationFormat>
  <Paragraphs>58</Paragraphs>
  <Slides>21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Flow</vt:lpstr>
      <vt:lpstr>Office Theme</vt:lpstr>
      <vt:lpstr>ｸﾘｯﾌﾟ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Our usual solution:  We need more RESOURCES!!!!</vt:lpstr>
      <vt:lpstr>Quality Improvement  Although all  improvement involves change, </vt:lpstr>
      <vt:lpstr>Every SYSTEM achieves the RESULTS for which it was designed!</vt:lpstr>
      <vt:lpstr>Deming Cycle </vt:lpstr>
      <vt:lpstr>PowerPoint Presentation</vt:lpstr>
      <vt:lpstr>PowerPoint Presentation</vt:lpstr>
      <vt:lpstr>Quality Management  is Continuous Improvement</vt:lpstr>
      <vt:lpstr>PowerPoint Presentation</vt:lpstr>
      <vt:lpstr>PowerPoint Presentation</vt:lpstr>
      <vt:lpstr>PowerPoint Presentation</vt:lpstr>
      <vt:lpstr>PowerPoint Presentation</vt:lpstr>
      <vt:lpstr>People connect the links</vt:lpstr>
      <vt:lpstr>The Paradigm Shift in Quality</vt:lpstr>
      <vt:lpstr>Changes in Surgery &amp; Pediatric Word in Jhenaidah Sadar Hospital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Emdad</cp:lastModifiedBy>
  <cp:revision>20</cp:revision>
  <dcterms:created xsi:type="dcterms:W3CDTF">2016-09-12T00:18:27Z</dcterms:created>
  <dcterms:modified xsi:type="dcterms:W3CDTF">2019-06-12T01:15:30Z</dcterms:modified>
</cp:coreProperties>
</file>