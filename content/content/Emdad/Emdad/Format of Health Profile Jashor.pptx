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5EE53-8F41-4C8F-A064-E1010BEAC6BE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8117B-D46D-4AEE-A9B1-D91205B71E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241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BDF3791-8FA6-46EC-A53B-48C257C6B0CF}" type="slidenum">
              <a:rPr lang="en-US" sz="1200" smtClean="0"/>
              <a:pPr eaLnBrk="1" hangingPunct="1"/>
              <a:t>1</a:t>
            </a:fld>
            <a:endParaRPr lang="en-US" sz="120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723" y="4342797"/>
            <a:ext cx="5484556" cy="411600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B97D264-8238-4056-9B99-12698F12A9E8}" type="slidenum">
              <a:rPr lang="en-US" sz="1200" smtClean="0"/>
              <a:pPr eaLnBrk="1" hangingPunct="1"/>
              <a:t>2</a:t>
            </a:fld>
            <a:endParaRPr lang="en-US" sz="1200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723" y="4342797"/>
            <a:ext cx="5484556" cy="411600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298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25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216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712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4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71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96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073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424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0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50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8CE78-93D0-4008-8CF0-08A99FAB8A38}" type="datetimeFigureOut">
              <a:rPr lang="en-GB" smtClean="0"/>
              <a:t>15/10/2018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D39D6-6293-42A0-848A-7074A5886D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61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914400"/>
            <a:ext cx="8229600" cy="5549900"/>
          </a:xfrm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population		:    </a:t>
            </a:r>
            <a:r>
              <a:rPr lang="en-US" sz="1600" b="1" dirty="0" smtClean="0"/>
              <a:t>    </a:t>
            </a:r>
            <a:endParaRPr lang="en-US" sz="1600" b="1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Fertile Couples 		: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Pregnant		: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Delivery		</a:t>
            </a:r>
            <a:r>
              <a:rPr lang="en-US" sz="1600" b="1" dirty="0" smtClean="0"/>
              <a:t>	:	    </a:t>
            </a:r>
            <a:endParaRPr lang="en-US" sz="1600" b="1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Live birth		: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Total death 			:  </a:t>
            </a:r>
          </a:p>
          <a:p>
            <a:pPr marL="609600" indent="-609600" eaLnBrk="1" hangingPunct="1">
              <a:buFontTx/>
              <a:buAutoNum type="arabicPeriod"/>
            </a:pPr>
            <a:endParaRPr lang="en-US" sz="100" b="1" dirty="0" smtClean="0"/>
          </a:p>
          <a:p>
            <a:pPr marL="609600" indent="-609600" eaLnBrk="1" hangingPunct="1">
              <a:buFontTx/>
              <a:buAutoNum type="arabicPeriod"/>
            </a:pPr>
            <a:r>
              <a:rPr lang="en-US" sz="1600" b="1" dirty="0" smtClean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a. Doctor			: 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b. Nurse                  		: 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c. HA                   		: 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d. SBA                   		: 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          e. Volunteer, Security guard &amp; cleaner: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8.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a. Health Complex        	</a:t>
            </a:r>
            <a:r>
              <a:rPr lang="en-US" sz="1600" b="1" dirty="0" smtClean="0"/>
              <a:t>	:   </a:t>
            </a:r>
            <a:endParaRPr lang="en-US" sz="1600" b="1" dirty="0" smtClean="0"/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b. H &amp; FWC                   	</a:t>
            </a:r>
            <a:r>
              <a:rPr lang="en-US" sz="1600" b="1" dirty="0" smtClean="0"/>
              <a:t>	:   </a:t>
            </a:r>
            <a:endParaRPr lang="en-US" sz="1600" b="1" dirty="0" smtClean="0"/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c. Community clinic		:   </a:t>
            </a:r>
          </a:p>
          <a:p>
            <a:pPr marL="609600" indent="-609600" eaLnBrk="1" hangingPunct="1">
              <a:buFontTx/>
              <a:buNone/>
            </a:pPr>
            <a:r>
              <a:rPr lang="en-US" sz="1600" b="1" dirty="0" smtClean="0"/>
              <a:t>	d. Non- Govt. Clinic  		:   </a:t>
            </a:r>
          </a:p>
          <a:p>
            <a:pPr marL="609600" indent="-609600" eaLnBrk="1" hangingPunct="1">
              <a:buFontTx/>
              <a:buNone/>
            </a:pPr>
            <a:endParaRPr lang="en-US" sz="1600" b="1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229600" cy="508000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sz="2800" b="1" dirty="0" smtClean="0">
                <a:solidFill>
                  <a:schemeClr val="bg1"/>
                </a:solidFill>
              </a:rPr>
              <a:t>Health Profile of </a:t>
            </a:r>
            <a:r>
              <a:rPr lang="en-US" sz="2800" b="1" dirty="0" err="1" smtClean="0">
                <a:solidFill>
                  <a:schemeClr val="bg1"/>
                </a:solidFill>
              </a:rPr>
              <a:t>Chowgacha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Upazila</a:t>
            </a:r>
            <a:r>
              <a:rPr lang="en-US" sz="2800" b="1" dirty="0" smtClean="0">
                <a:solidFill>
                  <a:schemeClr val="bg1"/>
                </a:solidFill>
              </a:rPr>
              <a:t>- </a:t>
            </a:r>
            <a:r>
              <a:rPr lang="en-US" sz="2800" b="1" dirty="0" smtClean="0">
                <a:solidFill>
                  <a:schemeClr val="bg1"/>
                </a:solidFill>
              </a:rPr>
              <a:t>2017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6131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ChangeArrowheads="1"/>
          </p:cNvSpPr>
          <p:nvPr/>
        </p:nvSpPr>
        <p:spPr bwMode="auto">
          <a:xfrm>
            <a:off x="457200" y="457200"/>
            <a:ext cx="8229600" cy="505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/>
              <a:t>9. Mother Taken-ANC	1</a:t>
            </a:r>
            <a:r>
              <a:rPr lang="en-US" sz="2400" b="1" baseline="30000" dirty="0"/>
              <a:t>st</a:t>
            </a:r>
            <a:r>
              <a:rPr lang="en-US" sz="2400" b="1" dirty="0"/>
              <a:t> 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/>
              <a:t>10. </a:t>
            </a:r>
            <a:r>
              <a:rPr lang="en-US" sz="2400" b="1" dirty="0" err="1"/>
              <a:t>Chowgacha</a:t>
            </a:r>
            <a:r>
              <a:rPr lang="en-US" sz="2400" b="1" dirty="0"/>
              <a:t> Mother ANC 1</a:t>
            </a:r>
            <a:r>
              <a:rPr lang="en-US" sz="2400" b="1" baseline="30000" dirty="0"/>
              <a:t>st	</a:t>
            </a:r>
            <a:r>
              <a:rPr lang="en-US" sz="2400" b="1" dirty="0"/>
              <a:t>:   </a:t>
            </a:r>
            <a:r>
              <a:rPr lang="en-US" sz="2400" b="1" dirty="0" smtClean="0"/>
              <a:t> </a:t>
            </a:r>
            <a:endParaRPr lang="en-US" sz="2400" b="1" dirty="0"/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400" b="1" dirty="0"/>
              <a:t>11. Hospital Delivery Rate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400" b="1" dirty="0" smtClean="0"/>
              <a:t>12. </a:t>
            </a:r>
            <a:r>
              <a:rPr lang="en-US" sz="2400" b="1" dirty="0"/>
              <a:t>Total C. Section rate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400" b="1" dirty="0" smtClean="0"/>
              <a:t>13. </a:t>
            </a:r>
            <a:r>
              <a:rPr lang="en-US" sz="2400" b="1" dirty="0"/>
              <a:t>No. of Hospital bed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14. </a:t>
            </a:r>
            <a:r>
              <a:rPr lang="en-US" sz="2400" b="1" dirty="0"/>
              <a:t>Bed Occupancy Rate 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15. </a:t>
            </a:r>
            <a:r>
              <a:rPr lang="en-US" sz="2400" b="1" dirty="0"/>
              <a:t>CBR		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16. </a:t>
            </a:r>
            <a:r>
              <a:rPr lang="en-US" sz="2400" b="1" dirty="0"/>
              <a:t>CDR       	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17</a:t>
            </a:r>
            <a:r>
              <a:rPr lang="en-US" sz="2400" b="1" dirty="0" smtClean="0"/>
              <a:t>. </a:t>
            </a:r>
            <a:r>
              <a:rPr lang="en-US" sz="2400" b="1" dirty="0"/>
              <a:t>Population Growth Rate		:   </a:t>
            </a:r>
            <a:endParaRPr lang="en-US" sz="2400" b="1" dirty="0" smtClean="0"/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18</a:t>
            </a:r>
            <a:r>
              <a:rPr lang="en-US" sz="2400" b="1" dirty="0" smtClean="0"/>
              <a:t>. </a:t>
            </a:r>
            <a:r>
              <a:rPr lang="en-US" sz="2400" b="1" dirty="0"/>
              <a:t>Maternal Mortality Ratio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19</a:t>
            </a:r>
            <a:r>
              <a:rPr lang="en-US" sz="2400" b="1" dirty="0" smtClean="0"/>
              <a:t>. </a:t>
            </a:r>
            <a:r>
              <a:rPr lang="en-US" sz="2400" b="1" dirty="0"/>
              <a:t>Neonatal Mortality Rate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20. </a:t>
            </a:r>
            <a:r>
              <a:rPr lang="en-US" sz="2400" b="1" dirty="0"/>
              <a:t>Infant Mortality Rate   		:   </a:t>
            </a:r>
          </a:p>
          <a:p>
            <a:pPr marL="609600" indent="-6096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 smtClean="0"/>
              <a:t>21. </a:t>
            </a:r>
            <a:r>
              <a:rPr lang="en-US" sz="2400" b="1" dirty="0"/>
              <a:t>Under-5 Mortality Rate   		:   </a:t>
            </a:r>
          </a:p>
        </p:txBody>
      </p:sp>
    </p:spTree>
    <p:extLst>
      <p:ext uri="{BB962C8B-B14F-4D97-AF65-F5344CB8AC3E}">
        <p14:creationId xmlns:p14="http://schemas.microsoft.com/office/powerpoint/2010/main" val="24301120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</Words>
  <Application>Microsoft Office PowerPoint</Application>
  <PresentationFormat>On-screen Show (4:3)</PresentationFormat>
  <Paragraphs>34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Health Profile of Chowgacha Upazila- 2017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Profile of Chowgacha Upazila- 2011</dc:title>
  <dc:creator>Emdad</dc:creator>
  <cp:lastModifiedBy>Emdad</cp:lastModifiedBy>
  <cp:revision>3</cp:revision>
  <dcterms:created xsi:type="dcterms:W3CDTF">2018-10-15T04:07:42Z</dcterms:created>
  <dcterms:modified xsi:type="dcterms:W3CDTF">2018-10-15T04:38:55Z</dcterms:modified>
</cp:coreProperties>
</file>