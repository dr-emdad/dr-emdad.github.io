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xls" ContentType="application/vnd.ms-excel"/>
  <Default Extension="rels" ContentType="application/vnd.openxmlformats-package.relationships+xml"/>
  <Default Extension="xml" ContentType="application/xml"/>
  <Default Extension="fntdata" ContentType="application/x-fontdata"/>
  <Default Extension="wav" ContentType="audio/wav"/>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7" r:id="rId1"/>
    <p:sldMasterId id="2147483663" r:id="rId2"/>
  </p:sldMasterIdLst>
  <p:notesMasterIdLst>
    <p:notesMasterId r:id="rId40"/>
  </p:notesMasterIdLst>
  <p:sldIdLst>
    <p:sldId id="289" r:id="rId3"/>
    <p:sldId id="298" r:id="rId4"/>
    <p:sldId id="300" r:id="rId5"/>
    <p:sldId id="286" r:id="rId6"/>
    <p:sldId id="287" r:id="rId7"/>
    <p:sldId id="303" r:id="rId8"/>
    <p:sldId id="335" r:id="rId9"/>
    <p:sldId id="304" r:id="rId10"/>
    <p:sldId id="336" r:id="rId11"/>
    <p:sldId id="337" r:id="rId12"/>
    <p:sldId id="306" r:id="rId13"/>
    <p:sldId id="307" r:id="rId14"/>
    <p:sldId id="308" r:id="rId15"/>
    <p:sldId id="309" r:id="rId16"/>
    <p:sldId id="310" r:id="rId17"/>
    <p:sldId id="311" r:id="rId18"/>
    <p:sldId id="312" r:id="rId19"/>
    <p:sldId id="313" r:id="rId20"/>
    <p:sldId id="314" r:id="rId21"/>
    <p:sldId id="315" r:id="rId22"/>
    <p:sldId id="316" r:id="rId23"/>
    <p:sldId id="319" r:id="rId24"/>
    <p:sldId id="320" r:id="rId25"/>
    <p:sldId id="321" r:id="rId26"/>
    <p:sldId id="323" r:id="rId27"/>
    <p:sldId id="324" r:id="rId28"/>
    <p:sldId id="325" r:id="rId29"/>
    <p:sldId id="326" r:id="rId30"/>
    <p:sldId id="327" r:id="rId31"/>
    <p:sldId id="328" r:id="rId32"/>
    <p:sldId id="322" r:id="rId33"/>
    <p:sldId id="334" r:id="rId34"/>
    <p:sldId id="330" r:id="rId35"/>
    <p:sldId id="331" r:id="rId36"/>
    <p:sldId id="332" r:id="rId37"/>
    <p:sldId id="333" r:id="rId38"/>
    <p:sldId id="278" r:id="rId39"/>
  </p:sldIdLst>
  <p:sldSz cx="9144000" cy="5143500" type="screen16x9"/>
  <p:notesSz cx="6858000" cy="9144000"/>
  <p:embeddedFontLst>
    <p:embeddedFont>
      <p:font typeface="ＭＳ Ｐゴシック" pitchFamily="34" charset="-128"/>
      <p:regular r:id="rId41"/>
    </p:embeddedFont>
    <p:embeddedFont>
      <p:font typeface="Calibri" pitchFamily="34" charset="0"/>
      <p:regular r:id="rId42"/>
      <p:bold r:id="rId43"/>
      <p:italic r:id="rId44"/>
      <p:boldItalic r:id="rId45"/>
    </p:embeddedFont>
    <p:embeddedFont>
      <p:font typeface="Cousine" charset="0"/>
      <p:regular r:id="rId46"/>
      <p:bold r:id="rId47"/>
      <p:italic r:id="rId48"/>
      <p:boldItalic r:id="rId49"/>
    </p:embeddedFont>
    <p:embeddedFont>
      <p:font typeface="Book Antiqua" pitchFamily="18" charset="0"/>
      <p:regular r:id="rId50"/>
      <p:bold r:id="rId51"/>
      <p:italic r:id="rId52"/>
      <p:boldItalic r:id="rId5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31D9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0374C258-2722-4107-AB04-604EE65D6D3D}">
  <a:tblStyle styleId="{0374C258-2722-4107-AB04-604EE65D6D3D}"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92" d="100"/>
          <a:sy n="92" d="100"/>
        </p:scale>
        <p:origin x="-756" y="-90"/>
      </p:cViewPr>
      <p:guideLst>
        <p:guide orient="horz" pos="162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font" Target="fonts/font2.fntdata"/><Relationship Id="rId47" Type="http://schemas.openxmlformats.org/officeDocument/2006/relationships/font" Target="fonts/font7.fntdata"/><Relationship Id="rId50" Type="http://schemas.openxmlformats.org/officeDocument/2006/relationships/font" Target="fonts/font10.fntdata"/><Relationship Id="rId55"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font" Target="fonts/font6.fntdata"/><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font" Target="fonts/font1.fntdata"/><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notesMaster" Target="notesMasters/notesMaster1.xml"/><Relationship Id="rId45" Type="http://schemas.openxmlformats.org/officeDocument/2006/relationships/font" Target="fonts/font5.fntdata"/><Relationship Id="rId53" Type="http://schemas.openxmlformats.org/officeDocument/2006/relationships/font" Target="fonts/font13.fntdata"/><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font" Target="fonts/font9.fntdata"/><Relationship Id="rId57"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font" Target="fonts/font4.fntdata"/><Relationship Id="rId52" Type="http://schemas.openxmlformats.org/officeDocument/2006/relationships/font" Target="fonts/font12.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font" Target="fonts/font3.fntdata"/><Relationship Id="rId48" Type="http://schemas.openxmlformats.org/officeDocument/2006/relationships/font" Target="fonts/font8.fntdata"/><Relationship Id="rId56"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font" Target="fonts/font11.fntdata"/><Relationship Id="rId3" Type="http://schemas.openxmlformats.org/officeDocument/2006/relationships/slide" Target="slides/slide1.xml"/></Relationships>
</file>

<file path=ppt/charts/_rels/chart1.xml.rels><?xml version="1.0" encoding="UTF-8" standalone="yes"?>
<Relationships xmlns="http://schemas.openxmlformats.org/package/2006/relationships"><Relationship Id="rId2" Type="http://schemas.openxmlformats.org/officeDocument/2006/relationships/package" Target="../embeddings/Microsoft_Excel_Worksheet1.xlsx"/><Relationship Id="rId1" Type="http://schemas.openxmlformats.org/officeDocument/2006/relationships/image" Target="../media/image11.jpeg"/></Relationships>
</file>

<file path=ppt/charts/_rels/chart2.xml.rels><?xml version="1.0" encoding="UTF-8" standalone="yes"?>
<Relationships xmlns="http://schemas.openxmlformats.org/package/2006/relationships"><Relationship Id="rId2" Type="http://schemas.openxmlformats.org/officeDocument/2006/relationships/package" Target="../embeddings/Microsoft_Excel_Worksheet2.xlsx"/><Relationship Id="rId1" Type="http://schemas.openxmlformats.org/officeDocument/2006/relationships/image" Target="../media/image13.jpeg"/></Relationships>
</file>

<file path=ppt/charts/_rels/chart3.xml.rels><?xml version="1.0" encoding="UTF-8" standalone="yes"?>
<Relationships xmlns="http://schemas.openxmlformats.org/package/2006/relationships"><Relationship Id="rId2" Type="http://schemas.openxmlformats.org/officeDocument/2006/relationships/package" Target="../embeddings/Microsoft_Excel_Worksheet3.xlsx"/><Relationship Id="rId1" Type="http://schemas.openxmlformats.org/officeDocument/2006/relationships/image" Target="../media/image14.jpeg"/></Relationships>
</file>

<file path=ppt/charts/_rels/chart4.xml.rels><?xml version="1.0" encoding="UTF-8" standalone="yes"?>
<Relationships xmlns="http://schemas.openxmlformats.org/package/2006/relationships"><Relationship Id="rId2" Type="http://schemas.openxmlformats.org/officeDocument/2006/relationships/package" Target="../embeddings/Microsoft_Excel_Worksheet4.xlsx"/><Relationship Id="rId1" Type="http://schemas.openxmlformats.org/officeDocument/2006/relationships/image" Target="../media/image11.jpeg"/></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
<Relationships xmlns="http://schemas.openxmlformats.org/package/2006/relationships"><Relationship Id="rId2" Type="http://schemas.openxmlformats.org/officeDocument/2006/relationships/package" Target="../embeddings/Microsoft_Excel_Worksheet6.xlsx"/><Relationship Id="rId1" Type="http://schemas.openxmlformats.org/officeDocument/2006/relationships/image" Target="../media/image16.jpeg"/></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GB"/>
  <c:roundedCorners val="0"/>
  <mc:AlternateContent xmlns:mc="http://schemas.openxmlformats.org/markup-compatibility/2006">
    <mc:Choice xmlns:c14="http://schemas.microsoft.com/office/drawing/2007/8/2/chart" Requires="c14">
      <c14:style val="131"/>
    </mc:Choice>
    <mc:Fallback>
      <c:style val="31"/>
    </mc:Fallback>
  </mc:AlternateContent>
  <c:chart>
    <c:autoTitleDeleted val="1"/>
    <c:plotArea>
      <c:layout/>
      <c:barChart>
        <c:barDir val="col"/>
        <c:grouping val="clustered"/>
        <c:varyColors val="0"/>
        <c:ser>
          <c:idx val="0"/>
          <c:order val="0"/>
          <c:tx>
            <c:strRef>
              <c:f>Sheet1!$B$1</c:f>
              <c:strCache>
                <c:ptCount val="1"/>
                <c:pt idx="0">
                  <c:v>Bed Occupacy Rate</c:v>
                </c:pt>
              </c:strCache>
            </c:strRef>
          </c:tx>
          <c:spPr>
            <a:gradFill rotWithShape="1">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invertIfNegative val="0"/>
          <c:dLbls>
            <c:showLegendKey val="0"/>
            <c:showVal val="1"/>
            <c:showCatName val="0"/>
            <c:showSerName val="0"/>
            <c:showPercent val="0"/>
            <c:showBubbleSize val="0"/>
            <c:showLeaderLines val="0"/>
          </c:dLbls>
          <c:cat>
            <c:numRef>
              <c:f>Sheet1!$A$2:$A$9</c:f>
              <c:numCache>
                <c:formatCode>General</c:formatCode>
                <c:ptCount val="8"/>
                <c:pt idx="0">
                  <c:v>1998</c:v>
                </c:pt>
                <c:pt idx="1">
                  <c:v>2011</c:v>
                </c:pt>
                <c:pt idx="2">
                  <c:v>2013</c:v>
                </c:pt>
                <c:pt idx="3">
                  <c:v>2015</c:v>
                </c:pt>
                <c:pt idx="4">
                  <c:v>2016</c:v>
                </c:pt>
                <c:pt idx="5">
                  <c:v>2017</c:v>
                </c:pt>
                <c:pt idx="6">
                  <c:v>2018</c:v>
                </c:pt>
                <c:pt idx="7">
                  <c:v>2019</c:v>
                </c:pt>
              </c:numCache>
            </c:numRef>
          </c:cat>
          <c:val>
            <c:numRef>
              <c:f>Sheet1!$B$2:$B$9</c:f>
              <c:numCache>
                <c:formatCode>0%</c:formatCode>
                <c:ptCount val="8"/>
                <c:pt idx="0">
                  <c:v>1.26</c:v>
                </c:pt>
                <c:pt idx="1">
                  <c:v>1.46</c:v>
                </c:pt>
                <c:pt idx="2">
                  <c:v>1.6500000000000001</c:v>
                </c:pt>
                <c:pt idx="3">
                  <c:v>1.9300000000000035</c:v>
                </c:pt>
                <c:pt idx="4">
                  <c:v>2.14</c:v>
                </c:pt>
                <c:pt idx="5">
                  <c:v>2.42</c:v>
                </c:pt>
                <c:pt idx="6">
                  <c:v>2.5099999999999998</c:v>
                </c:pt>
                <c:pt idx="7">
                  <c:v>2.88</c:v>
                </c:pt>
              </c:numCache>
            </c:numRef>
          </c:val>
        </c:ser>
        <c:dLbls>
          <c:showLegendKey val="0"/>
          <c:showVal val="0"/>
          <c:showCatName val="0"/>
          <c:showSerName val="0"/>
          <c:showPercent val="0"/>
          <c:showBubbleSize val="0"/>
        </c:dLbls>
        <c:gapWidth val="150"/>
        <c:axId val="125750656"/>
        <c:axId val="125871232"/>
      </c:barChart>
      <c:catAx>
        <c:axId val="125750656"/>
        <c:scaling>
          <c:orientation val="minMax"/>
        </c:scaling>
        <c:delete val="0"/>
        <c:axPos val="b"/>
        <c:numFmt formatCode="General" sourceLinked="1"/>
        <c:majorTickMark val="out"/>
        <c:minorTickMark val="none"/>
        <c:tickLblPos val="nextTo"/>
        <c:txPr>
          <a:bodyPr/>
          <a:lstStyle/>
          <a:p>
            <a:pPr>
              <a:defRPr sz="2000" baseline="0"/>
            </a:pPr>
            <a:endParaRPr lang="en-US"/>
          </a:p>
        </c:txPr>
        <c:crossAx val="125871232"/>
        <c:crosses val="autoZero"/>
        <c:auto val="1"/>
        <c:lblAlgn val="ctr"/>
        <c:lblOffset val="100"/>
        <c:noMultiLvlLbl val="0"/>
      </c:catAx>
      <c:valAx>
        <c:axId val="125871232"/>
        <c:scaling>
          <c:orientation val="minMax"/>
        </c:scaling>
        <c:delete val="0"/>
        <c:axPos val="l"/>
        <c:majorGridlines/>
        <c:numFmt formatCode="0%" sourceLinked="1"/>
        <c:majorTickMark val="out"/>
        <c:minorTickMark val="none"/>
        <c:tickLblPos val="nextTo"/>
        <c:crossAx val="125750656"/>
        <c:crosses val="autoZero"/>
        <c:crossBetween val="between"/>
      </c:valAx>
      <c:spPr>
        <a:blipFill>
          <a:blip xmlns:r="http://schemas.openxmlformats.org/officeDocument/2006/relationships" r:embed="rId1"/>
          <a:tile tx="0" ty="0" sx="100000" sy="100000" flip="none" algn="tl"/>
        </a:blipFill>
      </c:spPr>
    </c:plotArea>
    <c:plotVisOnly val="1"/>
    <c:dispBlanksAs val="gap"/>
    <c:showDLblsOverMax val="0"/>
  </c:chart>
  <c:txPr>
    <a:bodyPr/>
    <a:lstStyle/>
    <a:p>
      <a:pPr>
        <a:defRPr sz="1800" b="1"/>
      </a:pPr>
      <a:endParaRPr lang="en-US"/>
    </a:p>
  </c:txPr>
  <c:externalData r:id="rId2">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GB"/>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1"/>
    <c:plotArea>
      <c:layout>
        <c:manualLayout>
          <c:layoutTarget val="inner"/>
          <c:xMode val="edge"/>
          <c:yMode val="edge"/>
          <c:x val="0.12141903990973091"/>
          <c:y val="2.5792207312114252E-2"/>
          <c:w val="0.87858091957255369"/>
          <c:h val="0.86933495989057763"/>
        </c:manualLayout>
      </c:layout>
      <c:barChart>
        <c:barDir val="col"/>
        <c:grouping val="clustered"/>
        <c:varyColors val="0"/>
        <c:ser>
          <c:idx val="0"/>
          <c:order val="0"/>
          <c:tx>
            <c:strRef>
              <c:f>Sheet1!$B$1</c:f>
              <c:strCache>
                <c:ptCount val="1"/>
                <c:pt idx="0">
                  <c:v>Emergency &amp; Outdoors</c:v>
                </c:pt>
              </c:strCache>
            </c:strRef>
          </c:tx>
          <c:invertIfNegative val="0"/>
          <c:dLbls>
            <c:txPr>
              <a:bodyPr/>
              <a:lstStyle/>
              <a:p>
                <a:pPr>
                  <a:defRPr sz="1600" baseline="0"/>
                </a:pPr>
                <a:endParaRPr lang="en-US"/>
              </a:p>
            </c:txPr>
            <c:showLegendKey val="0"/>
            <c:showVal val="1"/>
            <c:showCatName val="0"/>
            <c:showSerName val="0"/>
            <c:showPercent val="0"/>
            <c:showBubbleSize val="0"/>
            <c:showLeaderLines val="0"/>
          </c:dLbls>
          <c:cat>
            <c:numRef>
              <c:f>Sheet1!$A$2:$A$10</c:f>
              <c:numCache>
                <c:formatCode>General</c:formatCode>
                <c:ptCount val="9"/>
                <c:pt idx="0">
                  <c:v>1998</c:v>
                </c:pt>
                <c:pt idx="1">
                  <c:v>2011</c:v>
                </c:pt>
                <c:pt idx="2">
                  <c:v>2013</c:v>
                </c:pt>
                <c:pt idx="3">
                  <c:v>2014</c:v>
                </c:pt>
                <c:pt idx="4">
                  <c:v>2015</c:v>
                </c:pt>
                <c:pt idx="5">
                  <c:v>2016</c:v>
                </c:pt>
                <c:pt idx="6">
                  <c:v>2017</c:v>
                </c:pt>
                <c:pt idx="7">
                  <c:v>2018</c:v>
                </c:pt>
                <c:pt idx="8">
                  <c:v>2019</c:v>
                </c:pt>
              </c:numCache>
            </c:numRef>
          </c:cat>
          <c:val>
            <c:numRef>
              <c:f>Sheet1!$B$2:$B$10</c:f>
              <c:numCache>
                <c:formatCode>General</c:formatCode>
                <c:ptCount val="9"/>
                <c:pt idx="0">
                  <c:v>81796</c:v>
                </c:pt>
                <c:pt idx="1">
                  <c:v>170854</c:v>
                </c:pt>
                <c:pt idx="2">
                  <c:v>192791</c:v>
                </c:pt>
                <c:pt idx="3">
                  <c:v>233868</c:v>
                </c:pt>
                <c:pt idx="4">
                  <c:v>277301</c:v>
                </c:pt>
                <c:pt idx="5">
                  <c:v>296235</c:v>
                </c:pt>
                <c:pt idx="6">
                  <c:v>340932</c:v>
                </c:pt>
                <c:pt idx="7">
                  <c:v>384928</c:v>
                </c:pt>
                <c:pt idx="8">
                  <c:v>407474</c:v>
                </c:pt>
              </c:numCache>
            </c:numRef>
          </c:val>
        </c:ser>
        <c:ser>
          <c:idx val="1"/>
          <c:order val="1"/>
          <c:tx>
            <c:strRef>
              <c:f>Sheet1!$C$1</c:f>
              <c:strCache>
                <c:ptCount val="1"/>
                <c:pt idx="0">
                  <c:v>Indoor</c:v>
                </c:pt>
              </c:strCache>
            </c:strRef>
          </c:tx>
          <c:invertIfNegative val="0"/>
          <c:dLbls>
            <c:dLbl>
              <c:idx val="4"/>
              <c:layout>
                <c:manualLayout>
                  <c:x val="6.2305295950156776E-3"/>
                  <c:y val="-1.1111111111111221E-2"/>
                </c:manualLayout>
              </c:layout>
              <c:showLegendKey val="0"/>
              <c:showVal val="1"/>
              <c:showCatName val="0"/>
              <c:showSerName val="0"/>
              <c:showPercent val="0"/>
              <c:showBubbleSize val="0"/>
            </c:dLbl>
            <c:dLbl>
              <c:idx val="5"/>
              <c:layout>
                <c:manualLayout>
                  <c:x val="6.2305295950156776E-3"/>
                  <c:y val="8.3333333333333367E-3"/>
                </c:manualLayout>
              </c:layout>
              <c:showLegendKey val="0"/>
              <c:showVal val="1"/>
              <c:showCatName val="0"/>
              <c:showSerName val="0"/>
              <c:showPercent val="0"/>
              <c:showBubbleSize val="0"/>
            </c:dLbl>
            <c:dLbl>
              <c:idx val="6"/>
              <c:layout>
                <c:manualLayout>
                  <c:x val="-1.0708427071616101E-3"/>
                  <c:y val="-1.3856422244094491E-2"/>
                </c:manualLayout>
              </c:layout>
              <c:showLegendKey val="0"/>
              <c:showVal val="1"/>
              <c:showCatName val="0"/>
              <c:showSerName val="0"/>
              <c:showPercent val="0"/>
              <c:showBubbleSize val="0"/>
            </c:dLbl>
            <c:dLbl>
              <c:idx val="7"/>
              <c:layout>
                <c:manualLayout>
                  <c:x val="-6.5370734908137688E-4"/>
                  <c:y val="-1.2579355314960641E-2"/>
                </c:manualLayout>
              </c:layout>
              <c:showLegendKey val="0"/>
              <c:showVal val="1"/>
              <c:showCatName val="0"/>
              <c:showSerName val="0"/>
              <c:showPercent val="0"/>
              <c:showBubbleSize val="0"/>
            </c:dLbl>
            <c:txPr>
              <a:bodyPr rot="-5400000" vert="horz"/>
              <a:lstStyle/>
              <a:p>
                <a:pPr>
                  <a:defRPr sz="1600" baseline="0"/>
                </a:pPr>
                <a:endParaRPr lang="en-US"/>
              </a:p>
            </c:txPr>
            <c:showLegendKey val="0"/>
            <c:showVal val="1"/>
            <c:showCatName val="0"/>
            <c:showSerName val="0"/>
            <c:showPercent val="0"/>
            <c:showBubbleSize val="0"/>
            <c:showLeaderLines val="0"/>
          </c:dLbls>
          <c:cat>
            <c:numRef>
              <c:f>Sheet1!$A$2:$A$10</c:f>
              <c:numCache>
                <c:formatCode>General</c:formatCode>
                <c:ptCount val="9"/>
                <c:pt idx="0">
                  <c:v>1998</c:v>
                </c:pt>
                <c:pt idx="1">
                  <c:v>2011</c:v>
                </c:pt>
                <c:pt idx="2">
                  <c:v>2013</c:v>
                </c:pt>
                <c:pt idx="3">
                  <c:v>2014</c:v>
                </c:pt>
                <c:pt idx="4">
                  <c:v>2015</c:v>
                </c:pt>
                <c:pt idx="5">
                  <c:v>2016</c:v>
                </c:pt>
                <c:pt idx="6">
                  <c:v>2017</c:v>
                </c:pt>
                <c:pt idx="7">
                  <c:v>2018</c:v>
                </c:pt>
                <c:pt idx="8">
                  <c:v>2019</c:v>
                </c:pt>
              </c:numCache>
            </c:numRef>
          </c:cat>
          <c:val>
            <c:numRef>
              <c:f>Sheet1!$C$2:$C$10</c:f>
              <c:numCache>
                <c:formatCode>General</c:formatCode>
                <c:ptCount val="9"/>
                <c:pt idx="0">
                  <c:v>12973</c:v>
                </c:pt>
                <c:pt idx="1">
                  <c:v>22435</c:v>
                </c:pt>
                <c:pt idx="2">
                  <c:v>24643</c:v>
                </c:pt>
                <c:pt idx="3">
                  <c:v>27905</c:v>
                </c:pt>
                <c:pt idx="4">
                  <c:v>29562</c:v>
                </c:pt>
                <c:pt idx="5">
                  <c:v>32300</c:v>
                </c:pt>
                <c:pt idx="6">
                  <c:v>35569</c:v>
                </c:pt>
                <c:pt idx="7">
                  <c:v>37096</c:v>
                </c:pt>
                <c:pt idx="8">
                  <c:v>42551</c:v>
                </c:pt>
              </c:numCache>
            </c:numRef>
          </c:val>
        </c:ser>
        <c:dLbls>
          <c:showLegendKey val="0"/>
          <c:showVal val="0"/>
          <c:showCatName val="0"/>
          <c:showSerName val="0"/>
          <c:showPercent val="0"/>
          <c:showBubbleSize val="0"/>
        </c:dLbls>
        <c:gapWidth val="150"/>
        <c:axId val="145518976"/>
        <c:axId val="145520512"/>
      </c:barChart>
      <c:catAx>
        <c:axId val="145518976"/>
        <c:scaling>
          <c:orientation val="minMax"/>
        </c:scaling>
        <c:delete val="0"/>
        <c:axPos val="b"/>
        <c:numFmt formatCode="General" sourceLinked="1"/>
        <c:majorTickMark val="out"/>
        <c:minorTickMark val="none"/>
        <c:tickLblPos val="nextTo"/>
        <c:crossAx val="145520512"/>
        <c:crosses val="autoZero"/>
        <c:auto val="1"/>
        <c:lblAlgn val="ctr"/>
        <c:lblOffset val="100"/>
        <c:noMultiLvlLbl val="0"/>
      </c:catAx>
      <c:valAx>
        <c:axId val="145520512"/>
        <c:scaling>
          <c:orientation val="minMax"/>
        </c:scaling>
        <c:delete val="0"/>
        <c:axPos val="l"/>
        <c:numFmt formatCode="General" sourceLinked="1"/>
        <c:majorTickMark val="out"/>
        <c:minorTickMark val="none"/>
        <c:tickLblPos val="nextTo"/>
        <c:crossAx val="145518976"/>
        <c:crosses val="autoZero"/>
        <c:crossBetween val="between"/>
      </c:valAx>
      <c:spPr>
        <a:blipFill>
          <a:blip xmlns:r="http://schemas.openxmlformats.org/officeDocument/2006/relationships" r:embed="rId1"/>
          <a:tile tx="0" ty="0" sx="100000" sy="100000" flip="none" algn="tl"/>
        </a:blipFill>
        <a:ln w="25400">
          <a:noFill/>
        </a:ln>
      </c:spPr>
    </c:plotArea>
    <c:plotVisOnly val="1"/>
    <c:dispBlanksAs val="gap"/>
    <c:showDLblsOverMax val="0"/>
  </c:chart>
  <c:txPr>
    <a:bodyPr/>
    <a:lstStyle/>
    <a:p>
      <a:pPr>
        <a:defRPr sz="1800" b="1"/>
      </a:pPr>
      <a:endParaRPr lang="en-US"/>
    </a:p>
  </c:txPr>
  <c:externalData r:id="rId2">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GB"/>
  <c:roundedCorners val="0"/>
  <mc:AlternateContent xmlns:mc="http://schemas.openxmlformats.org/markup-compatibility/2006">
    <mc:Choice xmlns:c14="http://schemas.microsoft.com/office/drawing/2007/8/2/chart" Requires="c14">
      <c14:style val="127"/>
    </mc:Choice>
    <mc:Fallback>
      <c:style val="27"/>
    </mc:Fallback>
  </mc:AlternateContent>
  <c:chart>
    <c:autoTitleDeleted val="1"/>
    <c:view3D>
      <c:rotX val="0"/>
      <c:rotY val="0"/>
      <c:depthPercent val="150"/>
      <c:rAngAx val="0"/>
      <c:perspective val="0"/>
    </c:view3D>
    <c:floor>
      <c:thickness val="0"/>
    </c:floor>
    <c:sideWall>
      <c:thickness val="0"/>
      <c:spPr>
        <a:blipFill>
          <a:blip xmlns:r="http://schemas.openxmlformats.org/officeDocument/2006/relationships" r:embed="rId1"/>
          <a:tile tx="0" ty="0" sx="100000" sy="100000" flip="none" algn="tl"/>
        </a:blipFill>
      </c:spPr>
    </c:sideWall>
    <c:backWall>
      <c:thickness val="0"/>
      <c:spPr>
        <a:blipFill>
          <a:blip xmlns:r="http://schemas.openxmlformats.org/officeDocument/2006/relationships" r:embed="rId1"/>
          <a:tile tx="0" ty="0" sx="100000" sy="100000" flip="none" algn="tl"/>
        </a:blipFill>
      </c:spPr>
    </c:backWall>
    <c:plotArea>
      <c:layout>
        <c:manualLayout>
          <c:layoutTarget val="inner"/>
          <c:xMode val="edge"/>
          <c:yMode val="edge"/>
          <c:x val="0.10934240566213922"/>
          <c:y val="5.0614472425047033E-2"/>
          <c:w val="0.87051107128595528"/>
          <c:h val="0.83049790530628376"/>
        </c:manualLayout>
      </c:layout>
      <c:bar3DChart>
        <c:barDir val="col"/>
        <c:grouping val="clustered"/>
        <c:varyColors val="0"/>
        <c:ser>
          <c:idx val="0"/>
          <c:order val="0"/>
          <c:tx>
            <c:strRef>
              <c:f>Sheet1!$B$1</c:f>
              <c:strCache>
                <c:ptCount val="1"/>
                <c:pt idx="0">
                  <c:v>Major</c:v>
                </c:pt>
              </c:strCache>
            </c:strRef>
          </c:tx>
          <c:spPr>
            <a:gradFill rotWithShape="1">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invertIfNegative val="0"/>
          <c:dPt>
            <c:idx val="1"/>
            <c:invertIfNegative val="0"/>
            <c:bubble3D val="0"/>
            <c:spPr>
              <a:gradFill rotWithShape="1">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dPt>
          <c:dLbls>
            <c:dLbl>
              <c:idx val="0"/>
              <c:layout>
                <c:manualLayout>
                  <c:x val="4.4941168575518865E-3"/>
                  <c:y val="-5.5772496453609939E-2"/>
                </c:manualLayout>
              </c:layout>
              <c:showLegendKey val="0"/>
              <c:showVal val="1"/>
              <c:showCatName val="0"/>
              <c:showSerName val="0"/>
              <c:showPercent val="0"/>
              <c:showBubbleSize val="0"/>
            </c:dLbl>
            <c:dLbl>
              <c:idx val="1"/>
              <c:layout>
                <c:manualLayout>
                  <c:x val="1.9565363278453841E-3"/>
                  <c:y val="-4.4398347073456572E-2"/>
                </c:manualLayout>
              </c:layout>
              <c:showLegendKey val="0"/>
              <c:showVal val="1"/>
              <c:showCatName val="0"/>
              <c:showSerName val="0"/>
              <c:showPercent val="0"/>
              <c:showBubbleSize val="0"/>
            </c:dLbl>
            <c:dLbl>
              <c:idx val="2"/>
              <c:layout>
                <c:manualLayout>
                  <c:x val="-1.3819792412312101E-3"/>
                  <c:y val="-4.2678193293723396E-2"/>
                </c:manualLayout>
              </c:layout>
              <c:showLegendKey val="0"/>
              <c:showVal val="1"/>
              <c:showCatName val="0"/>
              <c:showSerName val="0"/>
              <c:showPercent val="0"/>
              <c:showBubbleSize val="0"/>
            </c:dLbl>
            <c:dLbl>
              <c:idx val="3"/>
              <c:layout>
                <c:manualLayout>
                  <c:x val="-4.5897458840372524E-3"/>
                  <c:y val="-5.2200407063999497E-2"/>
                </c:manualLayout>
              </c:layout>
              <c:showLegendKey val="0"/>
              <c:showVal val="1"/>
              <c:showCatName val="0"/>
              <c:showSerName val="0"/>
              <c:showPercent val="0"/>
              <c:showBubbleSize val="0"/>
            </c:dLbl>
            <c:dLbl>
              <c:idx val="4"/>
              <c:layout>
                <c:manualLayout>
                  <c:x val="2.7922557265569292E-3"/>
                  <c:y val="-3.4406776176476812E-2"/>
                </c:manualLayout>
              </c:layout>
              <c:showLegendKey val="0"/>
              <c:showVal val="1"/>
              <c:showCatName val="0"/>
              <c:showSerName val="0"/>
              <c:showPercent val="0"/>
              <c:showBubbleSize val="0"/>
            </c:dLbl>
            <c:txPr>
              <a:bodyPr/>
              <a:lstStyle/>
              <a:p>
                <a:pPr>
                  <a:defRPr b="1"/>
                </a:pPr>
                <a:endParaRPr lang="en-US"/>
              </a:p>
            </c:txPr>
            <c:showLegendKey val="0"/>
            <c:showVal val="1"/>
            <c:showCatName val="0"/>
            <c:showSerName val="0"/>
            <c:showPercent val="0"/>
            <c:showBubbleSize val="0"/>
            <c:showLeaderLines val="0"/>
          </c:dLbls>
          <c:cat>
            <c:numRef>
              <c:f>Sheet1!$A$2:$A$10</c:f>
              <c:numCache>
                <c:formatCode>General</c:formatCode>
                <c:ptCount val="9"/>
                <c:pt idx="0">
                  <c:v>2011</c:v>
                </c:pt>
                <c:pt idx="1">
                  <c:v>2012</c:v>
                </c:pt>
                <c:pt idx="2">
                  <c:v>2013</c:v>
                </c:pt>
                <c:pt idx="3">
                  <c:v>2014</c:v>
                </c:pt>
                <c:pt idx="4">
                  <c:v>2015</c:v>
                </c:pt>
                <c:pt idx="5">
                  <c:v>2016</c:v>
                </c:pt>
                <c:pt idx="6">
                  <c:v>2017</c:v>
                </c:pt>
                <c:pt idx="7">
                  <c:v>2018</c:v>
                </c:pt>
                <c:pt idx="8">
                  <c:v>2019</c:v>
                </c:pt>
              </c:numCache>
            </c:numRef>
          </c:cat>
          <c:val>
            <c:numRef>
              <c:f>Sheet1!$B$2:$B$10</c:f>
              <c:numCache>
                <c:formatCode>General</c:formatCode>
                <c:ptCount val="9"/>
                <c:pt idx="0">
                  <c:v>780</c:v>
                </c:pt>
                <c:pt idx="1">
                  <c:v>977</c:v>
                </c:pt>
                <c:pt idx="2">
                  <c:v>1294</c:v>
                </c:pt>
                <c:pt idx="3">
                  <c:v>1339</c:v>
                </c:pt>
                <c:pt idx="4">
                  <c:v>1582</c:v>
                </c:pt>
                <c:pt idx="5">
                  <c:v>1383</c:v>
                </c:pt>
                <c:pt idx="6">
                  <c:v>1578</c:v>
                </c:pt>
                <c:pt idx="7">
                  <c:v>1385</c:v>
                </c:pt>
                <c:pt idx="8">
                  <c:v>1496</c:v>
                </c:pt>
              </c:numCache>
            </c:numRef>
          </c:val>
        </c:ser>
        <c:dLbls>
          <c:showLegendKey val="0"/>
          <c:showVal val="0"/>
          <c:showCatName val="0"/>
          <c:showSerName val="0"/>
          <c:showPercent val="0"/>
          <c:showBubbleSize val="0"/>
        </c:dLbls>
        <c:gapWidth val="150"/>
        <c:shape val="cylinder"/>
        <c:axId val="41731584"/>
        <c:axId val="41733120"/>
        <c:axId val="0"/>
      </c:bar3DChart>
      <c:catAx>
        <c:axId val="41731584"/>
        <c:scaling>
          <c:orientation val="minMax"/>
        </c:scaling>
        <c:delete val="0"/>
        <c:axPos val="b"/>
        <c:numFmt formatCode="General" sourceLinked="1"/>
        <c:majorTickMark val="out"/>
        <c:minorTickMark val="none"/>
        <c:tickLblPos val="nextTo"/>
        <c:txPr>
          <a:bodyPr/>
          <a:lstStyle/>
          <a:p>
            <a:pPr>
              <a:defRPr b="1"/>
            </a:pPr>
            <a:endParaRPr lang="en-US"/>
          </a:p>
        </c:txPr>
        <c:crossAx val="41733120"/>
        <c:crosses val="autoZero"/>
        <c:auto val="1"/>
        <c:lblAlgn val="ctr"/>
        <c:lblOffset val="100"/>
        <c:noMultiLvlLbl val="0"/>
      </c:catAx>
      <c:valAx>
        <c:axId val="41733120"/>
        <c:scaling>
          <c:orientation val="minMax"/>
        </c:scaling>
        <c:delete val="0"/>
        <c:axPos val="l"/>
        <c:numFmt formatCode="General" sourceLinked="1"/>
        <c:majorTickMark val="out"/>
        <c:minorTickMark val="none"/>
        <c:tickLblPos val="nextTo"/>
        <c:txPr>
          <a:bodyPr/>
          <a:lstStyle/>
          <a:p>
            <a:pPr>
              <a:defRPr b="1"/>
            </a:pPr>
            <a:endParaRPr lang="en-US"/>
          </a:p>
        </c:txPr>
        <c:crossAx val="41731584"/>
        <c:crosses val="autoZero"/>
        <c:crossBetween val="between"/>
      </c:valAx>
    </c:plotArea>
    <c:plotVisOnly val="1"/>
    <c:dispBlanksAs val="gap"/>
    <c:showDLblsOverMax val="0"/>
  </c:chart>
  <c:txPr>
    <a:bodyPr/>
    <a:lstStyle/>
    <a:p>
      <a:pPr>
        <a:defRPr sz="1800"/>
      </a:pPr>
      <a:endParaRPr lang="en-US"/>
    </a:p>
  </c:txPr>
  <c:externalData r:id="rId2">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en-GB"/>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0"/>
    <c:plotArea>
      <c:layout/>
      <c:barChart>
        <c:barDir val="col"/>
        <c:grouping val="clustered"/>
        <c:varyColors val="0"/>
        <c:ser>
          <c:idx val="0"/>
          <c:order val="0"/>
          <c:tx>
            <c:strRef>
              <c:f>Sheet1!$B$1</c:f>
              <c:strCache>
                <c:ptCount val="1"/>
                <c:pt idx="0">
                  <c:v>0-28 days</c:v>
                </c:pt>
              </c:strCache>
            </c:strRef>
          </c:tx>
          <c:spPr>
            <a:solidFill>
              <a:srgbClr val="00B0F0"/>
            </a:solidFill>
          </c:spPr>
          <c:invertIfNegative val="0"/>
          <c:dLbls>
            <c:dLbl>
              <c:idx val="4"/>
              <c:layout>
                <c:manualLayout>
                  <c:x val="-8.6206896551724223E-3"/>
                  <c:y val="1.0848145607739638E-2"/>
                </c:manualLayout>
              </c:layout>
              <c:showLegendKey val="0"/>
              <c:showVal val="1"/>
              <c:showCatName val="0"/>
              <c:showSerName val="0"/>
              <c:showPercent val="0"/>
              <c:showBubbleSize val="0"/>
            </c:dLbl>
            <c:txPr>
              <a:bodyPr rot="-5400000" vert="horz"/>
              <a:lstStyle/>
              <a:p>
                <a:pPr>
                  <a:defRPr sz="1600" b="1" baseline="0"/>
                </a:pPr>
                <a:endParaRPr lang="en-US"/>
              </a:p>
            </c:txPr>
            <c:showLegendKey val="0"/>
            <c:showVal val="1"/>
            <c:showCatName val="0"/>
            <c:showSerName val="0"/>
            <c:showPercent val="0"/>
            <c:showBubbleSize val="0"/>
            <c:showLeaderLines val="0"/>
          </c:dLbls>
          <c:cat>
            <c:numRef>
              <c:f>Sheet1!$A$2:$A$7</c:f>
              <c:numCache>
                <c:formatCode>General</c:formatCode>
                <c:ptCount val="6"/>
                <c:pt idx="0">
                  <c:v>2014</c:v>
                </c:pt>
                <c:pt idx="1">
                  <c:v>2015</c:v>
                </c:pt>
                <c:pt idx="2">
                  <c:v>2016</c:v>
                </c:pt>
                <c:pt idx="3">
                  <c:v>2017</c:v>
                </c:pt>
                <c:pt idx="4">
                  <c:v>2018</c:v>
                </c:pt>
                <c:pt idx="5">
                  <c:v>2019</c:v>
                </c:pt>
              </c:numCache>
            </c:numRef>
          </c:cat>
          <c:val>
            <c:numRef>
              <c:f>Sheet1!$B$2:$B$7</c:f>
              <c:numCache>
                <c:formatCode>General</c:formatCode>
                <c:ptCount val="6"/>
                <c:pt idx="0">
                  <c:v>709</c:v>
                </c:pt>
                <c:pt idx="1">
                  <c:v>766</c:v>
                </c:pt>
                <c:pt idx="2">
                  <c:v>835</c:v>
                </c:pt>
                <c:pt idx="3">
                  <c:v>876</c:v>
                </c:pt>
                <c:pt idx="4">
                  <c:v>1028</c:v>
                </c:pt>
                <c:pt idx="5">
                  <c:v>1000</c:v>
                </c:pt>
              </c:numCache>
            </c:numRef>
          </c:val>
        </c:ser>
        <c:ser>
          <c:idx val="1"/>
          <c:order val="1"/>
          <c:tx>
            <c:strRef>
              <c:f>Sheet1!$C$1</c:f>
              <c:strCache>
                <c:ptCount val="1"/>
                <c:pt idx="0">
                  <c:v>29 days-1 year</c:v>
                </c:pt>
              </c:strCache>
            </c:strRef>
          </c:tx>
          <c:invertIfNegative val="0"/>
          <c:dLbls>
            <c:txPr>
              <a:bodyPr rot="-5400000" vert="horz"/>
              <a:lstStyle/>
              <a:p>
                <a:pPr>
                  <a:defRPr sz="1600" b="1" baseline="0"/>
                </a:pPr>
                <a:endParaRPr lang="en-US"/>
              </a:p>
            </c:txPr>
            <c:showLegendKey val="0"/>
            <c:showVal val="1"/>
            <c:showCatName val="0"/>
            <c:showSerName val="0"/>
            <c:showPercent val="0"/>
            <c:showBubbleSize val="0"/>
            <c:showLeaderLines val="0"/>
          </c:dLbls>
          <c:cat>
            <c:numRef>
              <c:f>Sheet1!$A$2:$A$7</c:f>
              <c:numCache>
                <c:formatCode>General</c:formatCode>
                <c:ptCount val="6"/>
                <c:pt idx="0">
                  <c:v>2014</c:v>
                </c:pt>
                <c:pt idx="1">
                  <c:v>2015</c:v>
                </c:pt>
                <c:pt idx="2">
                  <c:v>2016</c:v>
                </c:pt>
                <c:pt idx="3">
                  <c:v>2017</c:v>
                </c:pt>
                <c:pt idx="4">
                  <c:v>2018</c:v>
                </c:pt>
                <c:pt idx="5">
                  <c:v>2019</c:v>
                </c:pt>
              </c:numCache>
            </c:numRef>
          </c:cat>
          <c:val>
            <c:numRef>
              <c:f>Sheet1!$C$2:$C$7</c:f>
              <c:numCache>
                <c:formatCode>General</c:formatCode>
                <c:ptCount val="6"/>
                <c:pt idx="0">
                  <c:v>1127</c:v>
                </c:pt>
                <c:pt idx="1">
                  <c:v>923</c:v>
                </c:pt>
                <c:pt idx="2">
                  <c:v>1595</c:v>
                </c:pt>
                <c:pt idx="3">
                  <c:v>1493</c:v>
                </c:pt>
                <c:pt idx="4">
                  <c:v>1535</c:v>
                </c:pt>
                <c:pt idx="5">
                  <c:v>2014</c:v>
                </c:pt>
              </c:numCache>
            </c:numRef>
          </c:val>
        </c:ser>
        <c:ser>
          <c:idx val="2"/>
          <c:order val="2"/>
          <c:tx>
            <c:strRef>
              <c:f>Sheet1!$D$1</c:f>
              <c:strCache>
                <c:ptCount val="1"/>
                <c:pt idx="0">
                  <c:v>1 – 5 years</c:v>
                </c:pt>
              </c:strCache>
            </c:strRef>
          </c:tx>
          <c:invertIfNegative val="0"/>
          <c:dLbls>
            <c:txPr>
              <a:bodyPr rot="-5400000" vert="horz"/>
              <a:lstStyle/>
              <a:p>
                <a:pPr>
                  <a:defRPr sz="1600" b="1" baseline="0"/>
                </a:pPr>
                <a:endParaRPr lang="en-US"/>
              </a:p>
            </c:txPr>
            <c:showLegendKey val="0"/>
            <c:showVal val="1"/>
            <c:showCatName val="0"/>
            <c:showSerName val="0"/>
            <c:showPercent val="0"/>
            <c:showBubbleSize val="0"/>
            <c:showLeaderLines val="0"/>
          </c:dLbls>
          <c:cat>
            <c:numRef>
              <c:f>Sheet1!$A$2:$A$7</c:f>
              <c:numCache>
                <c:formatCode>General</c:formatCode>
                <c:ptCount val="6"/>
                <c:pt idx="0">
                  <c:v>2014</c:v>
                </c:pt>
                <c:pt idx="1">
                  <c:v>2015</c:v>
                </c:pt>
                <c:pt idx="2">
                  <c:v>2016</c:v>
                </c:pt>
                <c:pt idx="3">
                  <c:v>2017</c:v>
                </c:pt>
                <c:pt idx="4">
                  <c:v>2018</c:v>
                </c:pt>
                <c:pt idx="5">
                  <c:v>2019</c:v>
                </c:pt>
              </c:numCache>
            </c:numRef>
          </c:cat>
          <c:val>
            <c:numRef>
              <c:f>Sheet1!$D$2:$D$7</c:f>
              <c:numCache>
                <c:formatCode>General</c:formatCode>
                <c:ptCount val="6"/>
                <c:pt idx="0">
                  <c:v>848</c:v>
                </c:pt>
                <c:pt idx="1">
                  <c:v>806</c:v>
                </c:pt>
                <c:pt idx="2">
                  <c:v>1123</c:v>
                </c:pt>
                <c:pt idx="3">
                  <c:v>1297</c:v>
                </c:pt>
                <c:pt idx="4">
                  <c:v>1029</c:v>
                </c:pt>
                <c:pt idx="5">
                  <c:v>1648</c:v>
                </c:pt>
              </c:numCache>
            </c:numRef>
          </c:val>
        </c:ser>
        <c:ser>
          <c:idx val="3"/>
          <c:order val="3"/>
          <c:tx>
            <c:strRef>
              <c:f>Sheet1!$E$1</c:f>
              <c:strCache>
                <c:ptCount val="1"/>
                <c:pt idx="0">
                  <c:v>Total Admission</c:v>
                </c:pt>
              </c:strCache>
            </c:strRef>
          </c:tx>
          <c:invertIfNegative val="0"/>
          <c:dLbls>
            <c:txPr>
              <a:bodyPr/>
              <a:lstStyle/>
              <a:p>
                <a:pPr>
                  <a:defRPr b="1"/>
                </a:pPr>
                <a:endParaRPr lang="en-US"/>
              </a:p>
            </c:txPr>
            <c:showLegendKey val="0"/>
            <c:showVal val="1"/>
            <c:showCatName val="0"/>
            <c:showSerName val="0"/>
            <c:showPercent val="0"/>
            <c:showBubbleSize val="0"/>
            <c:showLeaderLines val="0"/>
          </c:dLbls>
          <c:cat>
            <c:numRef>
              <c:f>Sheet1!$A$2:$A$7</c:f>
              <c:numCache>
                <c:formatCode>General</c:formatCode>
                <c:ptCount val="6"/>
                <c:pt idx="0">
                  <c:v>2014</c:v>
                </c:pt>
                <c:pt idx="1">
                  <c:v>2015</c:v>
                </c:pt>
                <c:pt idx="2">
                  <c:v>2016</c:v>
                </c:pt>
                <c:pt idx="3">
                  <c:v>2017</c:v>
                </c:pt>
                <c:pt idx="4">
                  <c:v>2018</c:v>
                </c:pt>
                <c:pt idx="5">
                  <c:v>2019</c:v>
                </c:pt>
              </c:numCache>
            </c:numRef>
          </c:cat>
          <c:val>
            <c:numRef>
              <c:f>Sheet1!$E$2:$E$7</c:f>
              <c:numCache>
                <c:formatCode>General</c:formatCode>
                <c:ptCount val="6"/>
                <c:pt idx="0">
                  <c:v>2684</c:v>
                </c:pt>
                <c:pt idx="1">
                  <c:v>2495</c:v>
                </c:pt>
                <c:pt idx="2">
                  <c:v>3553</c:v>
                </c:pt>
                <c:pt idx="3">
                  <c:v>3666</c:v>
                </c:pt>
                <c:pt idx="4">
                  <c:v>3592</c:v>
                </c:pt>
                <c:pt idx="5">
                  <c:v>4662</c:v>
                </c:pt>
              </c:numCache>
            </c:numRef>
          </c:val>
        </c:ser>
        <c:dLbls>
          <c:showLegendKey val="0"/>
          <c:showVal val="0"/>
          <c:showCatName val="0"/>
          <c:showSerName val="0"/>
          <c:showPercent val="0"/>
          <c:showBubbleSize val="0"/>
        </c:dLbls>
        <c:gapWidth val="150"/>
        <c:axId val="191703680"/>
        <c:axId val="191828736"/>
      </c:barChart>
      <c:catAx>
        <c:axId val="191703680"/>
        <c:scaling>
          <c:orientation val="minMax"/>
        </c:scaling>
        <c:delete val="0"/>
        <c:axPos val="b"/>
        <c:numFmt formatCode="General" sourceLinked="1"/>
        <c:majorTickMark val="out"/>
        <c:minorTickMark val="none"/>
        <c:tickLblPos val="nextTo"/>
        <c:txPr>
          <a:bodyPr/>
          <a:lstStyle/>
          <a:p>
            <a:pPr>
              <a:defRPr b="1"/>
            </a:pPr>
            <a:endParaRPr lang="en-US"/>
          </a:p>
        </c:txPr>
        <c:crossAx val="191828736"/>
        <c:crosses val="autoZero"/>
        <c:auto val="1"/>
        <c:lblAlgn val="ctr"/>
        <c:lblOffset val="100"/>
        <c:noMultiLvlLbl val="0"/>
      </c:catAx>
      <c:valAx>
        <c:axId val="191828736"/>
        <c:scaling>
          <c:orientation val="minMax"/>
        </c:scaling>
        <c:delete val="0"/>
        <c:axPos val="l"/>
        <c:numFmt formatCode="General" sourceLinked="1"/>
        <c:majorTickMark val="out"/>
        <c:minorTickMark val="none"/>
        <c:tickLblPos val="nextTo"/>
        <c:txPr>
          <a:bodyPr/>
          <a:lstStyle/>
          <a:p>
            <a:pPr>
              <a:defRPr b="1"/>
            </a:pPr>
            <a:endParaRPr lang="en-US"/>
          </a:p>
        </c:txPr>
        <c:crossAx val="191703680"/>
        <c:crosses val="autoZero"/>
        <c:crossBetween val="between"/>
      </c:valAx>
    </c:plotArea>
    <c:legend>
      <c:legendPos val="r"/>
      <c:legendEntry>
        <c:idx val="1"/>
        <c:txPr>
          <a:bodyPr/>
          <a:lstStyle/>
          <a:p>
            <a:pPr>
              <a:defRPr sz="1400" b="1" baseline="0"/>
            </a:pPr>
            <a:endParaRPr lang="en-US"/>
          </a:p>
        </c:txPr>
      </c:legendEntry>
      <c:legendEntry>
        <c:idx val="3"/>
        <c:txPr>
          <a:bodyPr/>
          <a:lstStyle/>
          <a:p>
            <a:pPr>
              <a:defRPr sz="1400" b="1" baseline="0"/>
            </a:pPr>
            <a:endParaRPr lang="en-US"/>
          </a:p>
        </c:txPr>
      </c:legendEntry>
      <c:layout>
        <c:manualLayout>
          <c:xMode val="edge"/>
          <c:yMode val="edge"/>
          <c:x val="0.83649142456331171"/>
          <c:y val="0.11661286726738625"/>
          <c:w val="0.16350857543669114"/>
          <c:h val="0.40693306595746015"/>
        </c:manualLayout>
      </c:layout>
      <c:overlay val="0"/>
      <c:txPr>
        <a:bodyPr/>
        <a:lstStyle/>
        <a:p>
          <a:pPr>
            <a:defRPr sz="1600" b="1" baseline="0"/>
          </a:pPr>
          <a:endParaRPr lang="en-US"/>
        </a:p>
      </c:txPr>
    </c:legend>
    <c:plotVisOnly val="1"/>
    <c:dispBlanksAs val="gap"/>
    <c:showDLblsOverMax val="0"/>
  </c:chart>
  <c:spPr>
    <a:blipFill>
      <a:blip xmlns:r="http://schemas.openxmlformats.org/officeDocument/2006/relationships" r:embed="rId1"/>
      <a:tile tx="0" ty="0" sx="100000" sy="100000" flip="none" algn="tl"/>
    </a:blipFill>
  </c:spPr>
  <c:txPr>
    <a:bodyPr/>
    <a:lstStyle/>
    <a:p>
      <a:pPr>
        <a:defRPr sz="1800"/>
      </a:pPr>
      <a:endParaRPr lang="en-US"/>
    </a:p>
  </c:txPr>
  <c:externalData r:id="rId2">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0621293866044521"/>
          <c:y val="4.4861391929187339E-2"/>
          <c:w val="0.69983231262758905"/>
          <c:h val="0.8572034283090697"/>
        </c:manualLayout>
      </c:layout>
      <c:barChart>
        <c:barDir val="col"/>
        <c:grouping val="clustered"/>
        <c:varyColors val="0"/>
        <c:ser>
          <c:idx val="0"/>
          <c:order val="0"/>
          <c:tx>
            <c:strRef>
              <c:f>Sheet1!$B$1</c:f>
              <c:strCache>
                <c:ptCount val="1"/>
                <c:pt idx="0">
                  <c:v>Total ANC</c:v>
                </c:pt>
              </c:strCache>
            </c:strRef>
          </c:tx>
          <c:invertIfNegative val="0"/>
          <c:dLbls>
            <c:dLbl>
              <c:idx val="0"/>
              <c:layout>
                <c:manualLayout>
                  <c:x val="-1.0802590648391189E-2"/>
                  <c:y val="-1.6836195965366844E-2"/>
                </c:manualLayout>
              </c:layout>
              <c:showLegendKey val="0"/>
              <c:showVal val="1"/>
              <c:showCatName val="0"/>
              <c:showSerName val="0"/>
              <c:showPercent val="0"/>
              <c:showBubbleSize val="0"/>
            </c:dLbl>
            <c:txPr>
              <a:bodyPr/>
              <a:lstStyle/>
              <a:p>
                <a:pPr>
                  <a:defRPr sz="1400"/>
                </a:pPr>
                <a:endParaRPr lang="en-US"/>
              </a:p>
            </c:txPr>
            <c:showLegendKey val="0"/>
            <c:showVal val="1"/>
            <c:showCatName val="0"/>
            <c:showSerName val="0"/>
            <c:showPercent val="0"/>
            <c:showBubbleSize val="0"/>
            <c:showLeaderLines val="0"/>
          </c:dLbls>
          <c:cat>
            <c:numRef>
              <c:f>Sheet1!$A$2:$A$8</c:f>
              <c:numCache>
                <c:formatCode>General</c:formatCode>
                <c:ptCount val="7"/>
                <c:pt idx="0">
                  <c:v>2011</c:v>
                </c:pt>
                <c:pt idx="1">
                  <c:v>2012</c:v>
                </c:pt>
                <c:pt idx="2">
                  <c:v>2013</c:v>
                </c:pt>
                <c:pt idx="3">
                  <c:v>2015</c:v>
                </c:pt>
                <c:pt idx="4">
                  <c:v>2017</c:v>
                </c:pt>
                <c:pt idx="5">
                  <c:v>2018</c:v>
                </c:pt>
                <c:pt idx="6">
                  <c:v>2019</c:v>
                </c:pt>
              </c:numCache>
            </c:numRef>
          </c:cat>
          <c:val>
            <c:numRef>
              <c:f>Sheet1!$B$2:$B$8</c:f>
              <c:numCache>
                <c:formatCode>General</c:formatCode>
                <c:ptCount val="7"/>
                <c:pt idx="0">
                  <c:v>1354</c:v>
                </c:pt>
                <c:pt idx="1">
                  <c:v>2268</c:v>
                </c:pt>
                <c:pt idx="2">
                  <c:v>7096</c:v>
                </c:pt>
                <c:pt idx="3">
                  <c:v>13251</c:v>
                </c:pt>
                <c:pt idx="4">
                  <c:v>15309</c:v>
                </c:pt>
                <c:pt idx="5">
                  <c:v>14191</c:v>
                </c:pt>
                <c:pt idx="6">
                  <c:v>14712</c:v>
                </c:pt>
              </c:numCache>
            </c:numRef>
          </c:val>
        </c:ser>
        <c:ser>
          <c:idx val="1"/>
          <c:order val="1"/>
          <c:tx>
            <c:strRef>
              <c:f>Sheet1!$C$1</c:f>
              <c:strCache>
                <c:ptCount val="1"/>
                <c:pt idx="0">
                  <c:v>Total Delivery</c:v>
                </c:pt>
              </c:strCache>
            </c:strRef>
          </c:tx>
          <c:invertIfNegative val="0"/>
          <c:dLbls>
            <c:dLbl>
              <c:idx val="0"/>
              <c:layout>
                <c:manualLayout>
                  <c:x val="-1.5432098765432117E-3"/>
                  <c:y val="-2.806032660894488E-3"/>
                </c:manualLayout>
              </c:layout>
              <c:showLegendKey val="0"/>
              <c:showVal val="1"/>
              <c:showCatName val="0"/>
              <c:showSerName val="0"/>
              <c:showPercent val="0"/>
              <c:showBubbleSize val="0"/>
            </c:dLbl>
            <c:dLbl>
              <c:idx val="1"/>
              <c:layout>
                <c:manualLayout>
                  <c:x val="2.1604938271604982E-2"/>
                  <c:y val="-5.612065321788976E-3"/>
                </c:manualLayout>
              </c:layout>
              <c:showLegendKey val="0"/>
              <c:showVal val="1"/>
              <c:showCatName val="0"/>
              <c:showSerName val="0"/>
              <c:showPercent val="0"/>
              <c:showBubbleSize val="0"/>
            </c:dLbl>
            <c:dLbl>
              <c:idx val="2"/>
              <c:layout>
                <c:manualLayout>
                  <c:x val="1.6975308641975329E-2"/>
                  <c:y val="0"/>
                </c:manualLayout>
              </c:layout>
              <c:showLegendKey val="0"/>
              <c:showVal val="1"/>
              <c:showCatName val="0"/>
              <c:showSerName val="0"/>
              <c:showPercent val="0"/>
              <c:showBubbleSize val="0"/>
            </c:dLbl>
            <c:dLbl>
              <c:idx val="3"/>
              <c:layout>
                <c:manualLayout>
                  <c:x val="1.8518518518518583E-2"/>
                  <c:y val="1.403016330447244E-2"/>
                </c:manualLayout>
              </c:layout>
              <c:showLegendKey val="0"/>
              <c:showVal val="1"/>
              <c:showCatName val="0"/>
              <c:showSerName val="0"/>
              <c:showPercent val="0"/>
              <c:showBubbleSize val="0"/>
            </c:dLbl>
            <c:dLbl>
              <c:idx val="4"/>
              <c:layout>
                <c:manualLayout>
                  <c:x val="2.0061728395061731E-2"/>
                  <c:y val="1.1224130643577976E-2"/>
                </c:manualLayout>
              </c:layout>
              <c:showLegendKey val="0"/>
              <c:showVal val="1"/>
              <c:showCatName val="0"/>
              <c:showSerName val="0"/>
              <c:showPercent val="0"/>
              <c:showBubbleSize val="0"/>
            </c:dLbl>
            <c:dLbl>
              <c:idx val="5"/>
              <c:layout>
                <c:manualLayout>
                  <c:x val="1.6975308641975329E-2"/>
                  <c:y val="-2.806032660894488E-3"/>
                </c:manualLayout>
              </c:layout>
              <c:showLegendKey val="0"/>
              <c:showVal val="1"/>
              <c:showCatName val="0"/>
              <c:showSerName val="0"/>
              <c:showPercent val="0"/>
              <c:showBubbleSize val="0"/>
            </c:dLbl>
            <c:dLbl>
              <c:idx val="6"/>
              <c:layout>
                <c:manualLayout>
                  <c:x val="1.6975308641975329E-2"/>
                  <c:y val="0"/>
                </c:manualLayout>
              </c:layout>
              <c:showLegendKey val="0"/>
              <c:showVal val="1"/>
              <c:showCatName val="0"/>
              <c:showSerName val="0"/>
              <c:showPercent val="0"/>
              <c:showBubbleSize val="0"/>
            </c:dLbl>
            <c:txPr>
              <a:bodyPr/>
              <a:lstStyle/>
              <a:p>
                <a:pPr>
                  <a:defRPr sz="1400"/>
                </a:pPr>
                <a:endParaRPr lang="en-US"/>
              </a:p>
            </c:txPr>
            <c:showLegendKey val="0"/>
            <c:showVal val="1"/>
            <c:showCatName val="0"/>
            <c:showSerName val="0"/>
            <c:showPercent val="0"/>
            <c:showBubbleSize val="0"/>
            <c:showLeaderLines val="0"/>
          </c:dLbls>
          <c:cat>
            <c:numRef>
              <c:f>Sheet1!$A$2:$A$8</c:f>
              <c:numCache>
                <c:formatCode>General</c:formatCode>
                <c:ptCount val="7"/>
                <c:pt idx="0">
                  <c:v>2011</c:v>
                </c:pt>
                <c:pt idx="1">
                  <c:v>2012</c:v>
                </c:pt>
                <c:pt idx="2">
                  <c:v>2013</c:v>
                </c:pt>
                <c:pt idx="3">
                  <c:v>2015</c:v>
                </c:pt>
                <c:pt idx="4">
                  <c:v>2017</c:v>
                </c:pt>
                <c:pt idx="5">
                  <c:v>2018</c:v>
                </c:pt>
                <c:pt idx="6">
                  <c:v>2019</c:v>
                </c:pt>
              </c:numCache>
            </c:numRef>
          </c:cat>
          <c:val>
            <c:numRef>
              <c:f>Sheet1!$C$2:$C$8</c:f>
              <c:numCache>
                <c:formatCode>General</c:formatCode>
                <c:ptCount val="7"/>
                <c:pt idx="0">
                  <c:v>2375</c:v>
                </c:pt>
                <c:pt idx="1">
                  <c:v>2379</c:v>
                </c:pt>
                <c:pt idx="2">
                  <c:v>2796</c:v>
                </c:pt>
                <c:pt idx="3">
                  <c:v>3034</c:v>
                </c:pt>
                <c:pt idx="4">
                  <c:v>2981</c:v>
                </c:pt>
                <c:pt idx="5">
                  <c:v>2737</c:v>
                </c:pt>
                <c:pt idx="6">
                  <c:v>2753</c:v>
                </c:pt>
              </c:numCache>
            </c:numRef>
          </c:val>
        </c:ser>
        <c:dLbls>
          <c:showLegendKey val="0"/>
          <c:showVal val="0"/>
          <c:showCatName val="0"/>
          <c:showSerName val="0"/>
          <c:showPercent val="0"/>
          <c:showBubbleSize val="0"/>
        </c:dLbls>
        <c:gapWidth val="150"/>
        <c:axId val="196383104"/>
        <c:axId val="196384640"/>
      </c:barChart>
      <c:catAx>
        <c:axId val="196383104"/>
        <c:scaling>
          <c:orientation val="minMax"/>
        </c:scaling>
        <c:delete val="0"/>
        <c:axPos val="b"/>
        <c:numFmt formatCode="General" sourceLinked="1"/>
        <c:majorTickMark val="out"/>
        <c:minorTickMark val="none"/>
        <c:tickLblPos val="nextTo"/>
        <c:crossAx val="196384640"/>
        <c:crosses val="autoZero"/>
        <c:auto val="1"/>
        <c:lblAlgn val="ctr"/>
        <c:lblOffset val="100"/>
        <c:noMultiLvlLbl val="0"/>
      </c:catAx>
      <c:valAx>
        <c:axId val="196384640"/>
        <c:scaling>
          <c:orientation val="minMax"/>
        </c:scaling>
        <c:delete val="0"/>
        <c:axPos val="l"/>
        <c:majorGridlines/>
        <c:numFmt formatCode="General" sourceLinked="1"/>
        <c:majorTickMark val="out"/>
        <c:minorTickMark val="none"/>
        <c:tickLblPos val="nextTo"/>
        <c:crossAx val="196383104"/>
        <c:crosses val="autoZero"/>
        <c:crossBetween val="between"/>
      </c:valAx>
    </c:plotArea>
    <c:legend>
      <c:legendPos val="r"/>
      <c:overlay val="0"/>
    </c:legend>
    <c:plotVisOnly val="1"/>
    <c:dispBlanksAs val="gap"/>
    <c:showDLblsOverMax val="0"/>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0"/>
      <c:rotY val="0"/>
      <c:depthPercent val="110"/>
      <c:rAngAx val="1"/>
    </c:view3D>
    <c:floor>
      <c:thickness val="0"/>
    </c:floor>
    <c:sideWall>
      <c:thickness val="0"/>
      <c:spPr>
        <a:blipFill>
          <a:blip xmlns:r="http://schemas.openxmlformats.org/officeDocument/2006/relationships" r:embed="rId1"/>
          <a:tile tx="0" ty="0" sx="100000" sy="100000" flip="none" algn="tl"/>
        </a:blipFill>
      </c:spPr>
    </c:sideWall>
    <c:backWall>
      <c:thickness val="0"/>
      <c:spPr>
        <a:blipFill>
          <a:blip xmlns:r="http://schemas.openxmlformats.org/officeDocument/2006/relationships" r:embed="rId1"/>
          <a:tile tx="0" ty="0" sx="100000" sy="100000" flip="none" algn="tl"/>
        </a:blipFill>
      </c:spPr>
    </c:backWall>
    <c:plotArea>
      <c:layout>
        <c:manualLayout>
          <c:layoutTarget val="inner"/>
          <c:xMode val="edge"/>
          <c:yMode val="edge"/>
          <c:x val="4.237288135593309E-2"/>
          <c:y val="3.2163742690058485E-2"/>
          <c:w val="0.94209039548022599"/>
          <c:h val="0.82278998019984362"/>
        </c:manualLayout>
      </c:layout>
      <c:bar3DChart>
        <c:barDir val="col"/>
        <c:grouping val="standard"/>
        <c:varyColors val="0"/>
        <c:ser>
          <c:idx val="0"/>
          <c:order val="0"/>
          <c:tx>
            <c:strRef>
              <c:f>Sheet1!$B$1</c:f>
              <c:strCache>
                <c:ptCount val="1"/>
                <c:pt idx="0">
                  <c:v>Series 1</c:v>
                </c:pt>
              </c:strCache>
            </c:strRef>
          </c:tx>
          <c:invertIfNegative val="0"/>
          <c:dLbls>
            <c:dLbl>
              <c:idx val="4"/>
              <c:layout>
                <c:manualLayout>
                  <c:x val="4.1666666666666683E-3"/>
                  <c:y val="0"/>
                </c:manualLayout>
              </c:layout>
              <c:showLegendKey val="0"/>
              <c:showVal val="1"/>
              <c:showCatName val="0"/>
              <c:showSerName val="0"/>
              <c:showPercent val="0"/>
              <c:showBubbleSize val="0"/>
            </c:dLbl>
            <c:txPr>
              <a:bodyPr/>
              <a:lstStyle/>
              <a:p>
                <a:pPr>
                  <a:defRPr b="1">
                    <a:solidFill>
                      <a:schemeClr val="accent1">
                        <a:lumMod val="75000"/>
                      </a:schemeClr>
                    </a:solidFill>
                  </a:defRPr>
                </a:pPr>
                <a:endParaRPr lang="en-US"/>
              </a:p>
            </c:txPr>
            <c:showLegendKey val="0"/>
            <c:showVal val="1"/>
            <c:showCatName val="0"/>
            <c:showSerName val="0"/>
            <c:showPercent val="0"/>
            <c:showBubbleSize val="0"/>
            <c:showLeaderLines val="0"/>
          </c:dLbls>
          <c:cat>
            <c:numRef>
              <c:f>Sheet1!$A$2:$A$6</c:f>
              <c:numCache>
                <c:formatCode>General</c:formatCode>
                <c:ptCount val="5"/>
                <c:pt idx="0">
                  <c:v>2015</c:v>
                </c:pt>
                <c:pt idx="1">
                  <c:v>2016</c:v>
                </c:pt>
                <c:pt idx="2">
                  <c:v>2017</c:v>
                </c:pt>
                <c:pt idx="3">
                  <c:v>2018</c:v>
                </c:pt>
                <c:pt idx="4">
                  <c:v>2019</c:v>
                </c:pt>
              </c:numCache>
            </c:numRef>
          </c:cat>
          <c:val>
            <c:numRef>
              <c:f>Sheet1!$B$2:$B$6</c:f>
              <c:numCache>
                <c:formatCode>#,##0</c:formatCode>
                <c:ptCount val="5"/>
                <c:pt idx="0">
                  <c:v>6044975</c:v>
                </c:pt>
                <c:pt idx="1">
                  <c:v>6330758</c:v>
                </c:pt>
                <c:pt idx="2">
                  <c:v>7059560</c:v>
                </c:pt>
                <c:pt idx="3">
                  <c:v>7265145</c:v>
                </c:pt>
                <c:pt idx="4" formatCode="General">
                  <c:v>8903675</c:v>
                </c:pt>
              </c:numCache>
            </c:numRef>
          </c:val>
        </c:ser>
        <c:dLbls>
          <c:showLegendKey val="0"/>
          <c:showVal val="0"/>
          <c:showCatName val="0"/>
          <c:showSerName val="0"/>
          <c:showPercent val="0"/>
          <c:showBubbleSize val="0"/>
        </c:dLbls>
        <c:gapWidth val="335"/>
        <c:gapDepth val="228"/>
        <c:shape val="cone"/>
        <c:axId val="192086784"/>
        <c:axId val="192088320"/>
        <c:axId val="192473728"/>
      </c:bar3DChart>
      <c:catAx>
        <c:axId val="192086784"/>
        <c:scaling>
          <c:orientation val="minMax"/>
        </c:scaling>
        <c:delete val="0"/>
        <c:axPos val="b"/>
        <c:numFmt formatCode="General" sourceLinked="1"/>
        <c:majorTickMark val="out"/>
        <c:minorTickMark val="none"/>
        <c:tickLblPos val="nextTo"/>
        <c:txPr>
          <a:bodyPr/>
          <a:lstStyle/>
          <a:p>
            <a:pPr>
              <a:defRPr sz="1900" b="1" baseline="0"/>
            </a:pPr>
            <a:endParaRPr lang="en-US"/>
          </a:p>
        </c:txPr>
        <c:crossAx val="192088320"/>
        <c:crosses val="autoZero"/>
        <c:auto val="1"/>
        <c:lblAlgn val="ctr"/>
        <c:lblOffset val="100"/>
        <c:noMultiLvlLbl val="0"/>
      </c:catAx>
      <c:valAx>
        <c:axId val="192088320"/>
        <c:scaling>
          <c:orientation val="minMax"/>
        </c:scaling>
        <c:delete val="1"/>
        <c:axPos val="l"/>
        <c:numFmt formatCode="#,##0" sourceLinked="1"/>
        <c:majorTickMark val="out"/>
        <c:minorTickMark val="none"/>
        <c:tickLblPos val="none"/>
        <c:crossAx val="192086784"/>
        <c:crosses val="autoZero"/>
        <c:crossBetween val="between"/>
      </c:valAx>
      <c:serAx>
        <c:axId val="192473728"/>
        <c:scaling>
          <c:orientation val="minMax"/>
        </c:scaling>
        <c:delete val="1"/>
        <c:axPos val="b"/>
        <c:majorTickMark val="out"/>
        <c:minorTickMark val="none"/>
        <c:tickLblPos val="none"/>
        <c:crossAx val="192088320"/>
        <c:crosses val="autoZero"/>
      </c:serAx>
      <c:spPr>
        <a:noFill/>
        <a:ln w="25386">
          <a:noFill/>
        </a:ln>
      </c:spPr>
    </c:plotArea>
    <c:plotVisOnly val="1"/>
    <c:dispBlanksAs val="gap"/>
    <c:showDLblsOverMax val="0"/>
  </c:chart>
  <c:spPr>
    <a:blipFill>
      <a:blip xmlns:r="http://schemas.openxmlformats.org/officeDocument/2006/relationships" r:embed="rId1"/>
      <a:tile tx="0" ty="0" sx="100000" sy="100000" flip="none" algn="tl"/>
    </a:blipFill>
  </c:spPr>
  <c:txPr>
    <a:bodyPr/>
    <a:lstStyle/>
    <a:p>
      <a:pPr>
        <a:defRPr sz="1797"/>
      </a:pPr>
      <a:endParaRPr lang="en-US"/>
    </a:p>
  </c:txPr>
  <c:externalData r:id="rId2">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col"/>
        <c:grouping val="clustered"/>
        <c:varyColors val="0"/>
        <c:ser>
          <c:idx val="0"/>
          <c:order val="0"/>
          <c:tx>
            <c:strRef>
              <c:f>Sheet1!$B$1</c:f>
              <c:strCache>
                <c:ptCount val="1"/>
                <c:pt idx="0">
                  <c:v>Total ANC</c:v>
                </c:pt>
              </c:strCache>
            </c:strRef>
          </c:tx>
          <c:invertIfNegative val="0"/>
          <c:dLbls>
            <c:showLegendKey val="0"/>
            <c:showVal val="1"/>
            <c:showCatName val="0"/>
            <c:showSerName val="0"/>
            <c:showPercent val="0"/>
            <c:showBubbleSize val="0"/>
            <c:showLeaderLines val="0"/>
          </c:dLbls>
          <c:cat>
            <c:strRef>
              <c:f>Sheet1!$A$2:$A$5</c:f>
              <c:strCache>
                <c:ptCount val="4"/>
                <c:pt idx="0">
                  <c:v>Khulna Medical Collage Hospital</c:v>
                </c:pt>
                <c:pt idx="1">
                  <c:v>Jashore Medical Collage Hospital</c:v>
                </c:pt>
                <c:pt idx="2">
                  <c:v>Kushtia Medical Collage Hospital</c:v>
                </c:pt>
                <c:pt idx="3">
                  <c:v>Jhenidah Sadar Hospital 100 beded</c:v>
                </c:pt>
              </c:strCache>
            </c:strRef>
          </c:cat>
          <c:val>
            <c:numRef>
              <c:f>Sheet1!$B$2:$B$5</c:f>
              <c:numCache>
                <c:formatCode>General</c:formatCode>
                <c:ptCount val="4"/>
                <c:pt idx="0">
                  <c:v>8582</c:v>
                </c:pt>
                <c:pt idx="1">
                  <c:v>16981</c:v>
                </c:pt>
                <c:pt idx="2">
                  <c:v>8145</c:v>
                </c:pt>
                <c:pt idx="3">
                  <c:v>14812</c:v>
                </c:pt>
              </c:numCache>
            </c:numRef>
          </c:val>
        </c:ser>
        <c:ser>
          <c:idx val="1"/>
          <c:order val="1"/>
          <c:tx>
            <c:strRef>
              <c:f>Sheet1!$C$1</c:f>
              <c:strCache>
                <c:ptCount val="1"/>
                <c:pt idx="0">
                  <c:v>Total Delivery</c:v>
                </c:pt>
              </c:strCache>
            </c:strRef>
          </c:tx>
          <c:invertIfNegative val="0"/>
          <c:dLbls>
            <c:dLbl>
              <c:idx val="0"/>
              <c:layout>
                <c:manualLayout>
                  <c:x val="9.2592592592592778E-3"/>
                  <c:y val="0"/>
                </c:manualLayout>
              </c:layout>
              <c:showLegendKey val="0"/>
              <c:showVal val="1"/>
              <c:showCatName val="0"/>
              <c:showSerName val="0"/>
              <c:showPercent val="0"/>
              <c:showBubbleSize val="0"/>
            </c:dLbl>
            <c:dLbl>
              <c:idx val="1"/>
              <c:layout>
                <c:manualLayout>
                  <c:x val="2.1604938271604982E-2"/>
                  <c:y val="-5.612065321788976E-3"/>
                </c:manualLayout>
              </c:layout>
              <c:showLegendKey val="0"/>
              <c:showVal val="1"/>
              <c:showCatName val="0"/>
              <c:showSerName val="0"/>
              <c:showPercent val="0"/>
              <c:showBubbleSize val="0"/>
            </c:dLbl>
            <c:dLbl>
              <c:idx val="2"/>
              <c:layout>
                <c:manualLayout>
                  <c:x val="1.3888888888888907E-2"/>
                  <c:y val="0"/>
                </c:manualLayout>
              </c:layout>
              <c:showLegendKey val="0"/>
              <c:showVal val="1"/>
              <c:showCatName val="0"/>
              <c:showSerName val="0"/>
              <c:showPercent val="0"/>
              <c:showBubbleSize val="0"/>
            </c:dLbl>
            <c:dLbl>
              <c:idx val="3"/>
              <c:layout>
                <c:manualLayout>
                  <c:x val="1.5432098765432112E-2"/>
                  <c:y val="0"/>
                </c:manualLayout>
              </c:layout>
              <c:showLegendKey val="0"/>
              <c:showVal val="1"/>
              <c:showCatName val="0"/>
              <c:showSerName val="0"/>
              <c:showPercent val="0"/>
              <c:showBubbleSize val="0"/>
            </c:dLbl>
            <c:showLegendKey val="0"/>
            <c:showVal val="1"/>
            <c:showCatName val="0"/>
            <c:showSerName val="0"/>
            <c:showPercent val="0"/>
            <c:showBubbleSize val="0"/>
            <c:showLeaderLines val="0"/>
          </c:dLbls>
          <c:cat>
            <c:strRef>
              <c:f>Sheet1!$A$2:$A$5</c:f>
              <c:strCache>
                <c:ptCount val="4"/>
                <c:pt idx="0">
                  <c:v>Khulna Medical Collage Hospital</c:v>
                </c:pt>
                <c:pt idx="1">
                  <c:v>Jashore Medical Collage Hospital</c:v>
                </c:pt>
                <c:pt idx="2">
                  <c:v>Kushtia Medical Collage Hospital</c:v>
                </c:pt>
                <c:pt idx="3">
                  <c:v>Jhenidah Sadar Hospital 100 beded</c:v>
                </c:pt>
              </c:strCache>
            </c:strRef>
          </c:cat>
          <c:val>
            <c:numRef>
              <c:f>Sheet1!$C$2:$C$5</c:f>
              <c:numCache>
                <c:formatCode>General</c:formatCode>
                <c:ptCount val="4"/>
                <c:pt idx="0">
                  <c:v>4174</c:v>
                </c:pt>
                <c:pt idx="1">
                  <c:v>3058</c:v>
                </c:pt>
                <c:pt idx="2">
                  <c:v>3658</c:v>
                </c:pt>
                <c:pt idx="3">
                  <c:v>2737</c:v>
                </c:pt>
              </c:numCache>
            </c:numRef>
          </c:val>
        </c:ser>
        <c:ser>
          <c:idx val="2"/>
          <c:order val="2"/>
          <c:tx>
            <c:strRef>
              <c:f>Sheet1!$D$1</c:f>
              <c:strCache>
                <c:ptCount val="1"/>
                <c:pt idx="0">
                  <c:v>Total C Section</c:v>
                </c:pt>
              </c:strCache>
            </c:strRef>
          </c:tx>
          <c:invertIfNegative val="0"/>
          <c:dLbls>
            <c:dLbl>
              <c:idx val="0"/>
              <c:layout>
                <c:manualLayout>
                  <c:x val="2.0061728395061748E-2"/>
                  <c:y val="0"/>
                </c:manualLayout>
              </c:layout>
              <c:showLegendKey val="0"/>
              <c:showVal val="1"/>
              <c:showCatName val="0"/>
              <c:showSerName val="0"/>
              <c:showPercent val="0"/>
              <c:showBubbleSize val="0"/>
            </c:dLbl>
            <c:dLbl>
              <c:idx val="1"/>
              <c:layout>
                <c:manualLayout>
                  <c:x val="1.3888888888888907E-2"/>
                  <c:y val="2.806032660894488E-3"/>
                </c:manualLayout>
              </c:layout>
              <c:showLegendKey val="0"/>
              <c:showVal val="1"/>
              <c:showCatName val="0"/>
              <c:showSerName val="0"/>
              <c:showPercent val="0"/>
              <c:showBubbleSize val="0"/>
            </c:dLbl>
            <c:dLbl>
              <c:idx val="2"/>
              <c:layout>
                <c:manualLayout>
                  <c:x val="1.3888888888888907E-2"/>
                  <c:y val="-8.4180979826834704E-3"/>
                </c:manualLayout>
              </c:layout>
              <c:showLegendKey val="0"/>
              <c:showVal val="1"/>
              <c:showCatName val="0"/>
              <c:showSerName val="0"/>
              <c:showPercent val="0"/>
              <c:showBubbleSize val="0"/>
            </c:dLbl>
            <c:dLbl>
              <c:idx val="3"/>
              <c:layout>
                <c:manualLayout>
                  <c:x val="1.5432098765432112E-2"/>
                  <c:y val="0"/>
                </c:manualLayout>
              </c:layout>
              <c:showLegendKey val="0"/>
              <c:showVal val="1"/>
              <c:showCatName val="0"/>
              <c:showSerName val="0"/>
              <c:showPercent val="0"/>
              <c:showBubbleSize val="0"/>
            </c:dLbl>
            <c:showLegendKey val="0"/>
            <c:showVal val="1"/>
            <c:showCatName val="0"/>
            <c:showSerName val="0"/>
            <c:showPercent val="0"/>
            <c:showBubbleSize val="0"/>
            <c:showLeaderLines val="0"/>
          </c:dLbls>
          <c:cat>
            <c:strRef>
              <c:f>Sheet1!$A$2:$A$5</c:f>
              <c:strCache>
                <c:ptCount val="4"/>
                <c:pt idx="0">
                  <c:v>Khulna Medical Collage Hospital</c:v>
                </c:pt>
                <c:pt idx="1">
                  <c:v>Jashore Medical Collage Hospital</c:v>
                </c:pt>
                <c:pt idx="2">
                  <c:v>Kushtia Medical Collage Hospital</c:v>
                </c:pt>
                <c:pt idx="3">
                  <c:v>Jhenidah Sadar Hospital 100 beded</c:v>
                </c:pt>
              </c:strCache>
            </c:strRef>
          </c:cat>
          <c:val>
            <c:numRef>
              <c:f>Sheet1!$D$2:$D$5</c:f>
              <c:numCache>
                <c:formatCode>General</c:formatCode>
                <c:ptCount val="4"/>
                <c:pt idx="0">
                  <c:v>1828</c:v>
                </c:pt>
                <c:pt idx="1">
                  <c:v>1503</c:v>
                </c:pt>
                <c:pt idx="2">
                  <c:v>1616</c:v>
                </c:pt>
                <c:pt idx="3">
                  <c:v>1019</c:v>
                </c:pt>
              </c:numCache>
            </c:numRef>
          </c:val>
        </c:ser>
        <c:dLbls>
          <c:showLegendKey val="0"/>
          <c:showVal val="0"/>
          <c:showCatName val="0"/>
          <c:showSerName val="0"/>
          <c:showPercent val="0"/>
          <c:showBubbleSize val="0"/>
        </c:dLbls>
        <c:gapWidth val="150"/>
        <c:axId val="192215680"/>
        <c:axId val="192450944"/>
      </c:barChart>
      <c:catAx>
        <c:axId val="192215680"/>
        <c:scaling>
          <c:orientation val="minMax"/>
        </c:scaling>
        <c:delete val="0"/>
        <c:axPos val="b"/>
        <c:majorTickMark val="out"/>
        <c:minorTickMark val="none"/>
        <c:tickLblPos val="nextTo"/>
        <c:crossAx val="192450944"/>
        <c:crosses val="autoZero"/>
        <c:auto val="1"/>
        <c:lblAlgn val="ctr"/>
        <c:lblOffset val="100"/>
        <c:noMultiLvlLbl val="0"/>
      </c:catAx>
      <c:valAx>
        <c:axId val="192450944"/>
        <c:scaling>
          <c:orientation val="minMax"/>
        </c:scaling>
        <c:delete val="0"/>
        <c:axPos val="l"/>
        <c:majorGridlines/>
        <c:numFmt formatCode="General" sourceLinked="1"/>
        <c:majorTickMark val="out"/>
        <c:minorTickMark val="none"/>
        <c:tickLblPos val="nextTo"/>
        <c:crossAx val="192215680"/>
        <c:crosses val="autoZero"/>
        <c:crossBetween val="between"/>
      </c:valAx>
    </c:plotArea>
    <c:legend>
      <c:legendPos val="r"/>
      <c:overlay val="0"/>
    </c:legend>
    <c:plotVisOnly val="1"/>
    <c:dispBlanksAs val="gap"/>
    <c:showDLblsOverMax val="0"/>
  </c:chart>
  <c:txPr>
    <a:bodyPr/>
    <a:lstStyle/>
    <a:p>
      <a:pPr>
        <a:defRPr sz="1800"/>
      </a:pPr>
      <a:endParaRPr lang="en-US"/>
    </a:p>
  </c:txPr>
  <c:externalData r:id="rId1">
    <c:autoUpdate val="0"/>
  </c:externalData>
</c:chartSpace>
</file>

<file path=ppt/drawings/_rels/vmlDrawing1.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9.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extLst>
      <p:ext uri="{BB962C8B-B14F-4D97-AF65-F5344CB8AC3E}">
        <p14:creationId xmlns:p14="http://schemas.microsoft.com/office/powerpoint/2010/main" val="2061454164"/>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indent="0" algn="l" defTabSz="1219170" rtl="0" eaLnBrk="1" fontAlgn="auto" latinLnBrk="0" hangingPunct="1">
              <a:lnSpc>
                <a:spcPct val="100000"/>
              </a:lnSpc>
              <a:spcBef>
                <a:spcPts val="0"/>
              </a:spcBef>
              <a:spcAft>
                <a:spcPts val="0"/>
              </a:spcAft>
              <a:buClrTx/>
              <a:buSzTx/>
              <a:buFontTx/>
              <a:buNone/>
              <a:tabLst/>
              <a:defRPr/>
            </a:pPr>
            <a:r>
              <a:rPr lang="en-US"/>
              <a:t>© Copyright </a:t>
            </a:r>
            <a:r>
              <a:rPr lang="en-US" b="1"/>
              <a:t>PresentationGo.com</a:t>
            </a:r>
            <a:r>
              <a:rPr lang="en-US"/>
              <a:t> – The free PowerPoint library</a:t>
            </a:r>
          </a:p>
        </p:txBody>
      </p:sp>
    </p:spTree>
    <p:extLst>
      <p:ext uri="{BB962C8B-B14F-4D97-AF65-F5344CB8AC3E}">
        <p14:creationId xmlns:p14="http://schemas.microsoft.com/office/powerpoint/2010/main" val="14390891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24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dirty="0" smtClean="0"/>
          </a:p>
        </p:txBody>
      </p:sp>
      <p:sp>
        <p:nvSpPr>
          <p:cNvPr id="62468" name="Slide Number Placeholder 3"/>
          <p:cNvSpPr>
            <a:spLocks noGrp="1"/>
          </p:cNvSpPr>
          <p:nvPr>
            <p:ph type="sldNum" sz="quarter" idx="5"/>
          </p:nvPr>
        </p:nvSpPr>
        <p:spPr bwMode="auto">
          <a:xfrm>
            <a:off x="3884027" y="8684926"/>
            <a:ext cx="2972421" cy="4575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730" tIns="44865" rIns="89730" bIns="44865"/>
          <a:lstStyle>
            <a:lvl1pPr>
              <a:defRPr>
                <a:solidFill>
                  <a:schemeClr val="tx1"/>
                </a:solidFill>
                <a:latin typeface="Arial" pitchFamily="34" charset="0"/>
                <a:cs typeface="Arial" pitchFamily="34" charset="0"/>
              </a:defRPr>
            </a:lvl1pPr>
            <a:lvl2pPr marL="729057" indent="-280406">
              <a:defRPr>
                <a:solidFill>
                  <a:schemeClr val="tx1"/>
                </a:solidFill>
                <a:latin typeface="Arial" pitchFamily="34" charset="0"/>
                <a:cs typeface="Arial" pitchFamily="34" charset="0"/>
              </a:defRPr>
            </a:lvl2pPr>
            <a:lvl3pPr marL="1121626" indent="-224325">
              <a:defRPr>
                <a:solidFill>
                  <a:schemeClr val="tx1"/>
                </a:solidFill>
                <a:latin typeface="Arial" pitchFamily="34" charset="0"/>
                <a:cs typeface="Arial" pitchFamily="34" charset="0"/>
              </a:defRPr>
            </a:lvl3pPr>
            <a:lvl4pPr marL="1570276" indent="-224325">
              <a:defRPr>
                <a:solidFill>
                  <a:schemeClr val="tx1"/>
                </a:solidFill>
                <a:latin typeface="Arial" pitchFamily="34" charset="0"/>
                <a:cs typeface="Arial" pitchFamily="34" charset="0"/>
              </a:defRPr>
            </a:lvl4pPr>
            <a:lvl5pPr marL="2018927" indent="-224325">
              <a:defRPr>
                <a:solidFill>
                  <a:schemeClr val="tx1"/>
                </a:solidFill>
                <a:latin typeface="Arial" pitchFamily="34" charset="0"/>
                <a:cs typeface="Arial" pitchFamily="34" charset="0"/>
              </a:defRPr>
            </a:lvl5pPr>
            <a:lvl6pPr marL="2467577" indent="-224325" eaLnBrk="0" fontAlgn="base" hangingPunct="0">
              <a:spcBef>
                <a:spcPct val="0"/>
              </a:spcBef>
              <a:spcAft>
                <a:spcPct val="0"/>
              </a:spcAft>
              <a:defRPr>
                <a:solidFill>
                  <a:schemeClr val="tx1"/>
                </a:solidFill>
                <a:latin typeface="Arial" pitchFamily="34" charset="0"/>
                <a:cs typeface="Arial" pitchFamily="34" charset="0"/>
              </a:defRPr>
            </a:lvl6pPr>
            <a:lvl7pPr marL="2916227" indent="-224325" eaLnBrk="0" fontAlgn="base" hangingPunct="0">
              <a:spcBef>
                <a:spcPct val="0"/>
              </a:spcBef>
              <a:spcAft>
                <a:spcPct val="0"/>
              </a:spcAft>
              <a:defRPr>
                <a:solidFill>
                  <a:schemeClr val="tx1"/>
                </a:solidFill>
                <a:latin typeface="Arial" pitchFamily="34" charset="0"/>
                <a:cs typeface="Arial" pitchFamily="34" charset="0"/>
              </a:defRPr>
            </a:lvl7pPr>
            <a:lvl8pPr marL="3364878" indent="-224325" eaLnBrk="0" fontAlgn="base" hangingPunct="0">
              <a:spcBef>
                <a:spcPct val="0"/>
              </a:spcBef>
              <a:spcAft>
                <a:spcPct val="0"/>
              </a:spcAft>
              <a:defRPr>
                <a:solidFill>
                  <a:schemeClr val="tx1"/>
                </a:solidFill>
                <a:latin typeface="Arial" pitchFamily="34" charset="0"/>
                <a:cs typeface="Arial" pitchFamily="34" charset="0"/>
              </a:defRPr>
            </a:lvl8pPr>
            <a:lvl9pPr marL="3813528" indent="-224325" eaLnBrk="0" fontAlgn="base" hangingPunct="0">
              <a:spcBef>
                <a:spcPct val="0"/>
              </a:spcBef>
              <a:spcAft>
                <a:spcPct val="0"/>
              </a:spcAft>
              <a:defRPr>
                <a:solidFill>
                  <a:schemeClr val="tx1"/>
                </a:solidFill>
                <a:latin typeface="Arial" pitchFamily="34" charset="0"/>
                <a:cs typeface="Arial" pitchFamily="34" charset="0"/>
              </a:defRPr>
            </a:lvl9pPr>
          </a:lstStyle>
          <a:p>
            <a:fld id="{66DE5D76-C7F9-4E73-8FF9-746B2A4AD456}" type="slidenum">
              <a:rPr lang="en-US" smtClean="0"/>
              <a:pPr/>
              <a:t>7</a:t>
            </a:fld>
            <a:endParaRPr lang="en-US" dirty="0"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Image Placeholder 1"/>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065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smtClean="0">
              <a:latin typeface="Arial" pitchFamily="34" charset="0"/>
              <a:cs typeface="Arial" pitchFamily="34" charset="0"/>
            </a:endParaRPr>
          </a:p>
        </p:txBody>
      </p:sp>
      <p:sp>
        <p:nvSpPr>
          <p:cNvPr id="70660" name="Slide Number Placeholder 3"/>
          <p:cNvSpPr>
            <a:spLocks noGrp="1"/>
          </p:cNvSpPr>
          <p:nvPr>
            <p:ph type="sldNum" sz="quarter" idx="5"/>
          </p:nvPr>
        </p:nvSpPr>
        <p:spPr bwMode="auto">
          <a:xfrm>
            <a:off x="3884027" y="8684926"/>
            <a:ext cx="2972421" cy="4575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730" tIns="44865" rIns="89730" bIns="44865"/>
          <a:lstStyle>
            <a:lvl1pPr>
              <a:defRPr>
                <a:solidFill>
                  <a:schemeClr val="tx1"/>
                </a:solidFill>
                <a:latin typeface="Arial" pitchFamily="34" charset="0"/>
                <a:cs typeface="Arial" pitchFamily="34" charset="0"/>
              </a:defRPr>
            </a:lvl1pPr>
            <a:lvl2pPr marL="729057" indent="-280406">
              <a:defRPr>
                <a:solidFill>
                  <a:schemeClr val="tx1"/>
                </a:solidFill>
                <a:latin typeface="Arial" pitchFamily="34" charset="0"/>
                <a:cs typeface="Arial" pitchFamily="34" charset="0"/>
              </a:defRPr>
            </a:lvl2pPr>
            <a:lvl3pPr marL="1121626" indent="-224325">
              <a:defRPr>
                <a:solidFill>
                  <a:schemeClr val="tx1"/>
                </a:solidFill>
                <a:latin typeface="Arial" pitchFamily="34" charset="0"/>
                <a:cs typeface="Arial" pitchFamily="34" charset="0"/>
              </a:defRPr>
            </a:lvl3pPr>
            <a:lvl4pPr marL="1570276" indent="-224325">
              <a:defRPr>
                <a:solidFill>
                  <a:schemeClr val="tx1"/>
                </a:solidFill>
                <a:latin typeface="Arial" pitchFamily="34" charset="0"/>
                <a:cs typeface="Arial" pitchFamily="34" charset="0"/>
              </a:defRPr>
            </a:lvl4pPr>
            <a:lvl5pPr marL="2018927" indent="-224325">
              <a:defRPr>
                <a:solidFill>
                  <a:schemeClr val="tx1"/>
                </a:solidFill>
                <a:latin typeface="Arial" pitchFamily="34" charset="0"/>
                <a:cs typeface="Arial" pitchFamily="34" charset="0"/>
              </a:defRPr>
            </a:lvl5pPr>
            <a:lvl6pPr marL="2467577" indent="-224325" eaLnBrk="0" fontAlgn="base" hangingPunct="0">
              <a:spcBef>
                <a:spcPct val="0"/>
              </a:spcBef>
              <a:spcAft>
                <a:spcPct val="0"/>
              </a:spcAft>
              <a:defRPr>
                <a:solidFill>
                  <a:schemeClr val="tx1"/>
                </a:solidFill>
                <a:latin typeface="Arial" pitchFamily="34" charset="0"/>
                <a:cs typeface="Arial" pitchFamily="34" charset="0"/>
              </a:defRPr>
            </a:lvl6pPr>
            <a:lvl7pPr marL="2916227" indent="-224325" eaLnBrk="0" fontAlgn="base" hangingPunct="0">
              <a:spcBef>
                <a:spcPct val="0"/>
              </a:spcBef>
              <a:spcAft>
                <a:spcPct val="0"/>
              </a:spcAft>
              <a:defRPr>
                <a:solidFill>
                  <a:schemeClr val="tx1"/>
                </a:solidFill>
                <a:latin typeface="Arial" pitchFamily="34" charset="0"/>
                <a:cs typeface="Arial" pitchFamily="34" charset="0"/>
              </a:defRPr>
            </a:lvl7pPr>
            <a:lvl8pPr marL="3364878" indent="-224325" eaLnBrk="0" fontAlgn="base" hangingPunct="0">
              <a:spcBef>
                <a:spcPct val="0"/>
              </a:spcBef>
              <a:spcAft>
                <a:spcPct val="0"/>
              </a:spcAft>
              <a:defRPr>
                <a:solidFill>
                  <a:schemeClr val="tx1"/>
                </a:solidFill>
                <a:latin typeface="Arial" pitchFamily="34" charset="0"/>
                <a:cs typeface="Arial" pitchFamily="34" charset="0"/>
              </a:defRPr>
            </a:lvl8pPr>
            <a:lvl9pPr marL="3813528" indent="-224325" eaLnBrk="0" fontAlgn="base" hangingPunct="0">
              <a:spcBef>
                <a:spcPct val="0"/>
              </a:spcBef>
              <a:spcAft>
                <a:spcPct val="0"/>
              </a:spcAft>
              <a:defRPr>
                <a:solidFill>
                  <a:schemeClr val="tx1"/>
                </a:solidFill>
                <a:latin typeface="Arial" pitchFamily="34" charset="0"/>
                <a:cs typeface="Arial" pitchFamily="34" charset="0"/>
              </a:defRPr>
            </a:lvl9pPr>
          </a:lstStyle>
          <a:p>
            <a:fld id="{90005B86-5533-402D-BA49-C1AC2C357B9B}" type="slidenum">
              <a:rPr lang="en-US" smtClean="0">
                <a:solidFill>
                  <a:srgbClr val="000000"/>
                </a:solidFill>
              </a:rPr>
              <a:pPr/>
              <a:t>9</a:t>
            </a:fld>
            <a:endParaRPr lang="en-US" smtClean="0">
              <a:solidFill>
                <a:srgbClr val="000000"/>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Rot="1" noChangeAspect="1" noChangeArrowheads="1" noTextEdit="1"/>
          </p:cNvSpPr>
          <p:nvPr>
            <p:ph type="sldImg"/>
          </p:nvPr>
        </p:nvSpPr>
        <p:spPr bwMode="auto">
          <a:xfrm>
            <a:off x="384175" y="688975"/>
            <a:ext cx="6089650" cy="342582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5539" name="Rectangle 3"/>
          <p:cNvSpPr>
            <a:spLocks noGrp="1" noChangeArrowheads="1"/>
          </p:cNvSpPr>
          <p:nvPr>
            <p:ph type="body" idx="1"/>
          </p:nvPr>
        </p:nvSpPr>
        <p:spPr bwMode="auto">
          <a:xfrm>
            <a:off x="687975" y="4344025"/>
            <a:ext cx="5482052" cy="411292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dirty="0"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Rot="1" noChangeAspect="1" noChangeArrowheads="1" noTextEdit="1"/>
          </p:cNvSpPr>
          <p:nvPr>
            <p:ph type="sldImg"/>
          </p:nvPr>
        </p:nvSpPr>
        <p:spPr>
          <a:xfrm>
            <a:off x="382588" y="687388"/>
            <a:ext cx="6092825" cy="3427412"/>
          </a:xfrm>
          <a:ln/>
        </p:spPr>
      </p:sp>
      <p:sp>
        <p:nvSpPr>
          <p:cNvPr id="53251" name="Rectangle 3"/>
          <p:cNvSpPr>
            <a:spLocks noGrp="1" noChangeArrowheads="1"/>
          </p:cNvSpPr>
          <p:nvPr>
            <p:ph type="body" idx="1"/>
          </p:nvPr>
        </p:nvSpPr>
        <p:spPr>
          <a:xfrm>
            <a:off x="686723" y="4342797"/>
            <a:ext cx="5484556" cy="411439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xfrm>
            <a:off x="3884027" y="8684926"/>
            <a:ext cx="2972421" cy="45751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730" tIns="44865" rIns="89730" bIns="44865"/>
          <a:lstStyle>
            <a:lvl1pPr eaLnBrk="0" hangingPunct="0">
              <a:defRPr>
                <a:solidFill>
                  <a:schemeClr val="tx1"/>
                </a:solidFill>
                <a:latin typeface="Arial" pitchFamily="34" charset="0"/>
                <a:cs typeface="Arial" pitchFamily="34" charset="0"/>
              </a:defRPr>
            </a:lvl1pPr>
            <a:lvl2pPr marL="742909" indent="-285734" eaLnBrk="0" hangingPunct="0">
              <a:defRPr>
                <a:solidFill>
                  <a:schemeClr val="tx1"/>
                </a:solidFill>
                <a:latin typeface="Arial" pitchFamily="34" charset="0"/>
                <a:cs typeface="Arial" pitchFamily="34" charset="0"/>
              </a:defRPr>
            </a:lvl2pPr>
            <a:lvl3pPr marL="1142937" indent="-228587" eaLnBrk="0" hangingPunct="0">
              <a:defRPr>
                <a:solidFill>
                  <a:schemeClr val="tx1"/>
                </a:solidFill>
                <a:latin typeface="Arial" pitchFamily="34" charset="0"/>
                <a:cs typeface="Arial" pitchFamily="34" charset="0"/>
              </a:defRPr>
            </a:lvl3pPr>
            <a:lvl4pPr marL="1600112" indent="-228587" eaLnBrk="0" hangingPunct="0">
              <a:defRPr>
                <a:solidFill>
                  <a:schemeClr val="tx1"/>
                </a:solidFill>
                <a:latin typeface="Arial" pitchFamily="34" charset="0"/>
                <a:cs typeface="Arial" pitchFamily="34" charset="0"/>
              </a:defRPr>
            </a:lvl4pPr>
            <a:lvl5pPr marL="2057287" indent="-228587" eaLnBrk="0" hangingPunct="0">
              <a:defRPr>
                <a:solidFill>
                  <a:schemeClr val="tx1"/>
                </a:solidFill>
                <a:latin typeface="Arial" pitchFamily="34" charset="0"/>
                <a:cs typeface="Arial" pitchFamily="34" charset="0"/>
              </a:defRPr>
            </a:lvl5pPr>
            <a:lvl6pPr marL="2514461" indent="-228587" eaLnBrk="0" fontAlgn="base" hangingPunct="0">
              <a:spcBef>
                <a:spcPct val="0"/>
              </a:spcBef>
              <a:spcAft>
                <a:spcPct val="0"/>
              </a:spcAft>
              <a:defRPr>
                <a:solidFill>
                  <a:schemeClr val="tx1"/>
                </a:solidFill>
                <a:latin typeface="Arial" pitchFamily="34" charset="0"/>
                <a:cs typeface="Arial" pitchFamily="34" charset="0"/>
              </a:defRPr>
            </a:lvl6pPr>
            <a:lvl7pPr marL="2971635" indent="-228587" eaLnBrk="0" fontAlgn="base" hangingPunct="0">
              <a:spcBef>
                <a:spcPct val="0"/>
              </a:spcBef>
              <a:spcAft>
                <a:spcPct val="0"/>
              </a:spcAft>
              <a:defRPr>
                <a:solidFill>
                  <a:schemeClr val="tx1"/>
                </a:solidFill>
                <a:latin typeface="Arial" pitchFamily="34" charset="0"/>
                <a:cs typeface="Arial" pitchFamily="34" charset="0"/>
              </a:defRPr>
            </a:lvl7pPr>
            <a:lvl8pPr marL="3428810" indent="-228587" eaLnBrk="0" fontAlgn="base" hangingPunct="0">
              <a:spcBef>
                <a:spcPct val="0"/>
              </a:spcBef>
              <a:spcAft>
                <a:spcPct val="0"/>
              </a:spcAft>
              <a:defRPr>
                <a:solidFill>
                  <a:schemeClr val="tx1"/>
                </a:solidFill>
                <a:latin typeface="Arial" pitchFamily="34" charset="0"/>
                <a:cs typeface="Arial" pitchFamily="34" charset="0"/>
              </a:defRPr>
            </a:lvl8pPr>
            <a:lvl9pPr marL="3885985" indent="-228587"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fld id="{D4DEE82C-D1DE-4D1D-8583-EB02E6F591B4}" type="slidenum">
              <a:rPr lang="en-US" smtClean="0"/>
              <a:pPr eaLnBrk="1" hangingPunct="1"/>
              <a:t>13</a:t>
            </a:fld>
            <a:endParaRPr lang="en-US" smtClean="0"/>
          </a:p>
        </p:txBody>
      </p:sp>
      <p:sp>
        <p:nvSpPr>
          <p:cNvPr id="36867" name="Rectangle 2"/>
          <p:cNvSpPr>
            <a:spLocks noGrp="1" noRot="1" noChangeAspect="1" noChangeArrowheads="1" noTextEdit="1"/>
          </p:cNvSpPr>
          <p:nvPr>
            <p:ph type="sldImg"/>
          </p:nvPr>
        </p:nvSpPr>
        <p:spPr>
          <a:xfrm>
            <a:off x="382588" y="685800"/>
            <a:ext cx="6092825" cy="3427413"/>
          </a:xfrm>
          <a:ln/>
        </p:spPr>
      </p:sp>
      <p:sp>
        <p:nvSpPr>
          <p:cNvPr id="36868" name="Rectangle 3"/>
          <p:cNvSpPr>
            <a:spLocks noGrp="1" noChangeArrowheads="1"/>
          </p:cNvSpPr>
          <p:nvPr>
            <p:ph type="body" idx="1"/>
          </p:nvPr>
        </p:nvSpPr>
        <p:spPr>
          <a:xfrm>
            <a:off x="687388" y="4343400"/>
            <a:ext cx="5483225"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latin typeface="Arial" pitchFamily="34" charset="0"/>
              <a:cs typeface="Arial"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Rot="1" noChangeAspect="1" noChangeArrowheads="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1683"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smtClean="0">
              <a:latin typeface="Arial" pitchFamily="34" charset="0"/>
              <a:cs typeface="Arial"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xfrm>
            <a:off x="3884027" y="8684926"/>
            <a:ext cx="2972421" cy="45751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730" tIns="44865" rIns="89730" bIns="44865"/>
          <a:lstStyle>
            <a:lvl1pPr eaLnBrk="0" hangingPunct="0">
              <a:defRPr>
                <a:solidFill>
                  <a:schemeClr val="tx1"/>
                </a:solidFill>
                <a:latin typeface="Arial" pitchFamily="34" charset="0"/>
                <a:cs typeface="Arial" pitchFamily="34" charset="0"/>
              </a:defRPr>
            </a:lvl1pPr>
            <a:lvl2pPr marL="742909" indent="-285734" eaLnBrk="0" hangingPunct="0">
              <a:defRPr>
                <a:solidFill>
                  <a:schemeClr val="tx1"/>
                </a:solidFill>
                <a:latin typeface="Arial" pitchFamily="34" charset="0"/>
                <a:cs typeface="Arial" pitchFamily="34" charset="0"/>
              </a:defRPr>
            </a:lvl2pPr>
            <a:lvl3pPr marL="1142937" indent="-228587" eaLnBrk="0" hangingPunct="0">
              <a:defRPr>
                <a:solidFill>
                  <a:schemeClr val="tx1"/>
                </a:solidFill>
                <a:latin typeface="Arial" pitchFamily="34" charset="0"/>
                <a:cs typeface="Arial" pitchFamily="34" charset="0"/>
              </a:defRPr>
            </a:lvl3pPr>
            <a:lvl4pPr marL="1600112" indent="-228587" eaLnBrk="0" hangingPunct="0">
              <a:defRPr>
                <a:solidFill>
                  <a:schemeClr val="tx1"/>
                </a:solidFill>
                <a:latin typeface="Arial" pitchFamily="34" charset="0"/>
                <a:cs typeface="Arial" pitchFamily="34" charset="0"/>
              </a:defRPr>
            </a:lvl4pPr>
            <a:lvl5pPr marL="2057287" indent="-228587" eaLnBrk="0" hangingPunct="0">
              <a:defRPr>
                <a:solidFill>
                  <a:schemeClr val="tx1"/>
                </a:solidFill>
                <a:latin typeface="Arial" pitchFamily="34" charset="0"/>
                <a:cs typeface="Arial" pitchFamily="34" charset="0"/>
              </a:defRPr>
            </a:lvl5pPr>
            <a:lvl6pPr marL="2514461" indent="-228587" eaLnBrk="0" fontAlgn="base" hangingPunct="0">
              <a:spcBef>
                <a:spcPct val="0"/>
              </a:spcBef>
              <a:spcAft>
                <a:spcPct val="0"/>
              </a:spcAft>
              <a:defRPr>
                <a:solidFill>
                  <a:schemeClr val="tx1"/>
                </a:solidFill>
                <a:latin typeface="Arial" pitchFamily="34" charset="0"/>
                <a:cs typeface="Arial" pitchFamily="34" charset="0"/>
              </a:defRPr>
            </a:lvl6pPr>
            <a:lvl7pPr marL="2971635" indent="-228587" eaLnBrk="0" fontAlgn="base" hangingPunct="0">
              <a:spcBef>
                <a:spcPct val="0"/>
              </a:spcBef>
              <a:spcAft>
                <a:spcPct val="0"/>
              </a:spcAft>
              <a:defRPr>
                <a:solidFill>
                  <a:schemeClr val="tx1"/>
                </a:solidFill>
                <a:latin typeface="Arial" pitchFamily="34" charset="0"/>
                <a:cs typeface="Arial" pitchFamily="34" charset="0"/>
              </a:defRPr>
            </a:lvl7pPr>
            <a:lvl8pPr marL="3428810" indent="-228587" eaLnBrk="0" fontAlgn="base" hangingPunct="0">
              <a:spcBef>
                <a:spcPct val="0"/>
              </a:spcBef>
              <a:spcAft>
                <a:spcPct val="0"/>
              </a:spcAft>
              <a:defRPr>
                <a:solidFill>
                  <a:schemeClr val="tx1"/>
                </a:solidFill>
                <a:latin typeface="Arial" pitchFamily="34" charset="0"/>
                <a:cs typeface="Arial" pitchFamily="34" charset="0"/>
              </a:defRPr>
            </a:lvl8pPr>
            <a:lvl9pPr marL="3885985" indent="-228587"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fld id="{86761E05-EE1F-4A5F-966C-4E23ADB021F5}" type="slidenum">
              <a:rPr lang="en-US" smtClean="0">
                <a:solidFill>
                  <a:srgbClr val="000000"/>
                </a:solidFill>
              </a:rPr>
              <a:pPr eaLnBrk="1" hangingPunct="1"/>
              <a:t>21</a:t>
            </a:fld>
            <a:endParaRPr lang="en-US" smtClean="0">
              <a:solidFill>
                <a:srgbClr val="000000"/>
              </a:solidFill>
            </a:endParaRPr>
          </a:p>
        </p:txBody>
      </p:sp>
      <p:sp>
        <p:nvSpPr>
          <p:cNvPr id="60419" name="Rectangle 2"/>
          <p:cNvSpPr>
            <a:spLocks noGrp="1" noRot="1" noChangeAspect="1" noChangeArrowheads="1" noTextEdit="1"/>
          </p:cNvSpPr>
          <p:nvPr>
            <p:ph type="sldImg"/>
          </p:nvPr>
        </p:nvSpPr>
        <p:spPr>
          <a:xfrm>
            <a:off x="382588" y="685800"/>
            <a:ext cx="6092825" cy="3427413"/>
          </a:xfrm>
          <a:ln/>
        </p:spPr>
      </p:sp>
      <p:sp>
        <p:nvSpPr>
          <p:cNvPr id="60420" name="Rectangle 3"/>
          <p:cNvSpPr>
            <a:spLocks noGrp="1" noChangeArrowheads="1"/>
          </p:cNvSpPr>
          <p:nvPr>
            <p:ph type="body" idx="1"/>
          </p:nvPr>
        </p:nvSpPr>
        <p:spPr>
          <a:xfrm>
            <a:off x="687388" y="4343400"/>
            <a:ext cx="5483225"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latin typeface="Arial" pitchFamily="34" charset="0"/>
              <a:cs typeface="Arial"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a:xfrm>
            <a:off x="3884027" y="8684926"/>
            <a:ext cx="2972421" cy="457513"/>
          </a:xfrm>
          <a:prstGeom prst="rect">
            <a:avLst/>
          </a:prstGeom>
        </p:spPr>
        <p:txBody>
          <a:bodyPr lIns="89730" tIns="44865" rIns="89730" bIns="44865"/>
          <a:lstStyle/>
          <a:p>
            <a:pPr>
              <a:defRPr/>
            </a:pPr>
            <a:fld id="{65B36F5E-8ADC-4553-AFDF-0075743DECD4}" type="slidenum">
              <a:rPr lang="en-US" smtClean="0"/>
              <a:pPr>
                <a:defRPr/>
              </a:pPr>
              <a:t>26</a:t>
            </a:fld>
            <a:endParaRPr lang="en-US" dirty="0"/>
          </a:p>
        </p:txBody>
      </p:sp>
    </p:spTree>
    <p:extLst>
      <p:ext uri="{BB962C8B-B14F-4D97-AF65-F5344CB8AC3E}">
        <p14:creationId xmlns:p14="http://schemas.microsoft.com/office/powerpoint/2010/main" val="22074204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Image Placeholder 1"/>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270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smtClean="0">
              <a:latin typeface="Arial" pitchFamily="34" charset="0"/>
              <a:cs typeface="Arial" pitchFamily="34" charset="0"/>
            </a:endParaRPr>
          </a:p>
        </p:txBody>
      </p:sp>
      <p:sp>
        <p:nvSpPr>
          <p:cNvPr id="72708" name="Slide Number Placeholder 3"/>
          <p:cNvSpPr>
            <a:spLocks noGrp="1"/>
          </p:cNvSpPr>
          <p:nvPr>
            <p:ph type="sldNum" sz="quarter" idx="5"/>
          </p:nvPr>
        </p:nvSpPr>
        <p:spPr bwMode="auto">
          <a:xfrm>
            <a:off x="3884027" y="8684926"/>
            <a:ext cx="2972421" cy="4575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730" tIns="44865" rIns="89730" bIns="44865"/>
          <a:lstStyle>
            <a:lvl1pPr>
              <a:defRPr>
                <a:solidFill>
                  <a:schemeClr val="tx1"/>
                </a:solidFill>
                <a:latin typeface="Arial" pitchFamily="34" charset="0"/>
                <a:cs typeface="Arial" pitchFamily="34" charset="0"/>
              </a:defRPr>
            </a:lvl1pPr>
            <a:lvl2pPr marL="729057" indent="-280406">
              <a:defRPr>
                <a:solidFill>
                  <a:schemeClr val="tx1"/>
                </a:solidFill>
                <a:latin typeface="Arial" pitchFamily="34" charset="0"/>
                <a:cs typeface="Arial" pitchFamily="34" charset="0"/>
              </a:defRPr>
            </a:lvl2pPr>
            <a:lvl3pPr marL="1121626" indent="-224325">
              <a:defRPr>
                <a:solidFill>
                  <a:schemeClr val="tx1"/>
                </a:solidFill>
                <a:latin typeface="Arial" pitchFamily="34" charset="0"/>
                <a:cs typeface="Arial" pitchFamily="34" charset="0"/>
              </a:defRPr>
            </a:lvl3pPr>
            <a:lvl4pPr marL="1570276" indent="-224325">
              <a:defRPr>
                <a:solidFill>
                  <a:schemeClr val="tx1"/>
                </a:solidFill>
                <a:latin typeface="Arial" pitchFamily="34" charset="0"/>
                <a:cs typeface="Arial" pitchFamily="34" charset="0"/>
              </a:defRPr>
            </a:lvl4pPr>
            <a:lvl5pPr marL="2018927" indent="-224325">
              <a:defRPr>
                <a:solidFill>
                  <a:schemeClr val="tx1"/>
                </a:solidFill>
                <a:latin typeface="Arial" pitchFamily="34" charset="0"/>
                <a:cs typeface="Arial" pitchFamily="34" charset="0"/>
              </a:defRPr>
            </a:lvl5pPr>
            <a:lvl6pPr marL="2467577" indent="-224325" eaLnBrk="0" fontAlgn="base" hangingPunct="0">
              <a:spcBef>
                <a:spcPct val="0"/>
              </a:spcBef>
              <a:spcAft>
                <a:spcPct val="0"/>
              </a:spcAft>
              <a:defRPr>
                <a:solidFill>
                  <a:schemeClr val="tx1"/>
                </a:solidFill>
                <a:latin typeface="Arial" pitchFamily="34" charset="0"/>
                <a:cs typeface="Arial" pitchFamily="34" charset="0"/>
              </a:defRPr>
            </a:lvl6pPr>
            <a:lvl7pPr marL="2916227" indent="-224325" eaLnBrk="0" fontAlgn="base" hangingPunct="0">
              <a:spcBef>
                <a:spcPct val="0"/>
              </a:spcBef>
              <a:spcAft>
                <a:spcPct val="0"/>
              </a:spcAft>
              <a:defRPr>
                <a:solidFill>
                  <a:schemeClr val="tx1"/>
                </a:solidFill>
                <a:latin typeface="Arial" pitchFamily="34" charset="0"/>
                <a:cs typeface="Arial" pitchFamily="34" charset="0"/>
              </a:defRPr>
            </a:lvl7pPr>
            <a:lvl8pPr marL="3364878" indent="-224325" eaLnBrk="0" fontAlgn="base" hangingPunct="0">
              <a:spcBef>
                <a:spcPct val="0"/>
              </a:spcBef>
              <a:spcAft>
                <a:spcPct val="0"/>
              </a:spcAft>
              <a:defRPr>
                <a:solidFill>
                  <a:schemeClr val="tx1"/>
                </a:solidFill>
                <a:latin typeface="Arial" pitchFamily="34" charset="0"/>
                <a:cs typeface="Arial" pitchFamily="34" charset="0"/>
              </a:defRPr>
            </a:lvl8pPr>
            <a:lvl9pPr marL="3813528" indent="-224325" eaLnBrk="0" fontAlgn="base" hangingPunct="0">
              <a:spcBef>
                <a:spcPct val="0"/>
              </a:spcBef>
              <a:spcAft>
                <a:spcPct val="0"/>
              </a:spcAft>
              <a:defRPr>
                <a:solidFill>
                  <a:schemeClr val="tx1"/>
                </a:solidFill>
                <a:latin typeface="Arial" pitchFamily="34" charset="0"/>
                <a:cs typeface="Arial" pitchFamily="34" charset="0"/>
              </a:defRPr>
            </a:lvl9pPr>
          </a:lstStyle>
          <a:p>
            <a:fld id="{5F89CEDC-CC36-4240-A8E3-18CC66A39448}" type="slidenum">
              <a:rPr lang="en-US" smtClean="0"/>
              <a:pPr/>
              <a:t>32</a:t>
            </a:fld>
            <a:endParaRPr lang="en-US"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g35ed75ccf_0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3" name="Google Shape;323;g35ed75ccf_0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wav"/></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wav"/></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 2 columns" type="twoColTx">
  <p:cSld name="TITLE_AND_TWO_COLUMNS">
    <p:spTree>
      <p:nvGrpSpPr>
        <p:cNvPr id="1" name="Shape 42"/>
        <p:cNvGrpSpPr/>
        <p:nvPr/>
      </p:nvGrpSpPr>
      <p:grpSpPr>
        <a:xfrm>
          <a:off x="0" y="0"/>
          <a:ext cx="0" cy="0"/>
          <a:chOff x="0" y="0"/>
          <a:chExt cx="0" cy="0"/>
        </a:xfrm>
      </p:grpSpPr>
      <p:sp>
        <p:nvSpPr>
          <p:cNvPr id="43" name="Google Shape;43;p6"/>
          <p:cNvSpPr txBox="1">
            <a:spLocks noGrp="1"/>
          </p:cNvSpPr>
          <p:nvPr>
            <p:ph type="title"/>
          </p:nvPr>
        </p:nvSpPr>
        <p:spPr>
          <a:xfrm>
            <a:off x="404330" y="493832"/>
            <a:ext cx="8229600" cy="4134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44" name="Google Shape;44;p6"/>
          <p:cNvSpPr txBox="1">
            <a:spLocks noGrp="1"/>
          </p:cNvSpPr>
          <p:nvPr>
            <p:ph type="body" idx="1"/>
          </p:nvPr>
        </p:nvSpPr>
        <p:spPr>
          <a:xfrm>
            <a:off x="420778" y="1239803"/>
            <a:ext cx="3994500" cy="3725700"/>
          </a:xfrm>
          <a:prstGeom prst="rect">
            <a:avLst/>
          </a:prstGeom>
        </p:spPr>
        <p:txBody>
          <a:bodyPr spcFirstLastPara="1" wrap="square" lIns="91425" tIns="91425" rIns="91425" bIns="91425" anchor="t" anchorCtr="0">
            <a:noAutofit/>
          </a:bodyPr>
          <a:lstStyle>
            <a:lvl1pPr marL="457200" lvl="0" indent="-342900">
              <a:spcBef>
                <a:spcPts val="600"/>
              </a:spcBef>
              <a:spcAft>
                <a:spcPts val="0"/>
              </a:spcAft>
              <a:buSzPts val="1800"/>
              <a:buChar char="▪"/>
              <a:defRPr sz="1800"/>
            </a:lvl1pPr>
            <a:lvl2pPr marL="914400" lvl="1" indent="-342900">
              <a:spcBef>
                <a:spcPts val="0"/>
              </a:spcBef>
              <a:spcAft>
                <a:spcPts val="0"/>
              </a:spcAft>
              <a:buSzPts val="1800"/>
              <a:buChar char="▫"/>
              <a:defRPr sz="1800"/>
            </a:lvl2pPr>
            <a:lvl3pPr marL="1371600" lvl="2" indent="-342900">
              <a:spcBef>
                <a:spcPts val="0"/>
              </a:spcBef>
              <a:spcAft>
                <a:spcPts val="0"/>
              </a:spcAft>
              <a:buSzPts val="1800"/>
              <a:buChar char="■"/>
              <a:defRPr sz="1800"/>
            </a:lvl3pPr>
            <a:lvl4pPr marL="1828800" lvl="3" indent="-342900">
              <a:spcBef>
                <a:spcPts val="0"/>
              </a:spcBef>
              <a:spcAft>
                <a:spcPts val="0"/>
              </a:spcAft>
              <a:buSzPts val="1800"/>
              <a:buChar char="●"/>
              <a:defRPr sz="1800"/>
            </a:lvl4pPr>
            <a:lvl5pPr marL="2286000" lvl="4" indent="-342900">
              <a:spcBef>
                <a:spcPts val="0"/>
              </a:spcBef>
              <a:spcAft>
                <a:spcPts val="0"/>
              </a:spcAft>
              <a:buSzPts val="1800"/>
              <a:buChar char="○"/>
              <a:defRPr sz="1800"/>
            </a:lvl5pPr>
            <a:lvl6pPr marL="2743200" lvl="5" indent="-342900">
              <a:spcBef>
                <a:spcPts val="0"/>
              </a:spcBef>
              <a:spcAft>
                <a:spcPts val="0"/>
              </a:spcAft>
              <a:buSzPts val="1800"/>
              <a:buChar char="■"/>
              <a:defRPr sz="1800"/>
            </a:lvl6pPr>
            <a:lvl7pPr marL="3200400" lvl="6" indent="-342900">
              <a:spcBef>
                <a:spcPts val="0"/>
              </a:spcBef>
              <a:spcAft>
                <a:spcPts val="0"/>
              </a:spcAft>
              <a:buSzPts val="1800"/>
              <a:buChar char="●"/>
              <a:defRPr sz="1800"/>
            </a:lvl7pPr>
            <a:lvl8pPr marL="3657600" lvl="7" indent="-342900">
              <a:spcBef>
                <a:spcPts val="0"/>
              </a:spcBef>
              <a:spcAft>
                <a:spcPts val="0"/>
              </a:spcAft>
              <a:buSzPts val="1800"/>
              <a:buChar char="○"/>
              <a:defRPr sz="1800"/>
            </a:lvl8pPr>
            <a:lvl9pPr marL="4114800" lvl="8" indent="-342900">
              <a:spcBef>
                <a:spcPts val="0"/>
              </a:spcBef>
              <a:spcAft>
                <a:spcPts val="0"/>
              </a:spcAft>
              <a:buSzPts val="1800"/>
              <a:buChar char="■"/>
              <a:defRPr sz="1800"/>
            </a:lvl9pPr>
          </a:lstStyle>
          <a:p>
            <a:endParaRPr/>
          </a:p>
        </p:txBody>
      </p:sp>
      <p:sp>
        <p:nvSpPr>
          <p:cNvPr id="45" name="Google Shape;45;p6"/>
          <p:cNvSpPr txBox="1">
            <a:spLocks noGrp="1"/>
          </p:cNvSpPr>
          <p:nvPr>
            <p:ph type="body" idx="2"/>
          </p:nvPr>
        </p:nvSpPr>
        <p:spPr>
          <a:xfrm>
            <a:off x="4731381" y="1239803"/>
            <a:ext cx="3994500" cy="3725700"/>
          </a:xfrm>
          <a:prstGeom prst="rect">
            <a:avLst/>
          </a:prstGeom>
        </p:spPr>
        <p:txBody>
          <a:bodyPr spcFirstLastPara="1" wrap="square" lIns="91425" tIns="91425" rIns="91425" bIns="91425" anchor="t" anchorCtr="0">
            <a:noAutofit/>
          </a:bodyPr>
          <a:lstStyle>
            <a:lvl1pPr marL="457200" lvl="0" indent="-342900">
              <a:spcBef>
                <a:spcPts val="600"/>
              </a:spcBef>
              <a:spcAft>
                <a:spcPts val="0"/>
              </a:spcAft>
              <a:buSzPts val="1800"/>
              <a:buChar char="▪"/>
              <a:defRPr sz="1800"/>
            </a:lvl1pPr>
            <a:lvl2pPr marL="914400" lvl="1" indent="-342900">
              <a:spcBef>
                <a:spcPts val="0"/>
              </a:spcBef>
              <a:spcAft>
                <a:spcPts val="0"/>
              </a:spcAft>
              <a:buSzPts val="1800"/>
              <a:buChar char="▫"/>
              <a:defRPr sz="1800"/>
            </a:lvl2pPr>
            <a:lvl3pPr marL="1371600" lvl="2" indent="-342900">
              <a:spcBef>
                <a:spcPts val="0"/>
              </a:spcBef>
              <a:spcAft>
                <a:spcPts val="0"/>
              </a:spcAft>
              <a:buSzPts val="1800"/>
              <a:buChar char="■"/>
              <a:defRPr sz="1800"/>
            </a:lvl3pPr>
            <a:lvl4pPr marL="1828800" lvl="3" indent="-342900">
              <a:spcBef>
                <a:spcPts val="0"/>
              </a:spcBef>
              <a:spcAft>
                <a:spcPts val="0"/>
              </a:spcAft>
              <a:buSzPts val="1800"/>
              <a:buChar char="●"/>
              <a:defRPr sz="1800"/>
            </a:lvl4pPr>
            <a:lvl5pPr marL="2286000" lvl="4" indent="-342900">
              <a:spcBef>
                <a:spcPts val="0"/>
              </a:spcBef>
              <a:spcAft>
                <a:spcPts val="0"/>
              </a:spcAft>
              <a:buSzPts val="1800"/>
              <a:buChar char="○"/>
              <a:defRPr sz="1800"/>
            </a:lvl5pPr>
            <a:lvl6pPr marL="2743200" lvl="5" indent="-342900">
              <a:spcBef>
                <a:spcPts val="0"/>
              </a:spcBef>
              <a:spcAft>
                <a:spcPts val="0"/>
              </a:spcAft>
              <a:buSzPts val="1800"/>
              <a:buChar char="■"/>
              <a:defRPr sz="1800"/>
            </a:lvl6pPr>
            <a:lvl7pPr marL="3200400" lvl="6" indent="-342900">
              <a:spcBef>
                <a:spcPts val="0"/>
              </a:spcBef>
              <a:spcAft>
                <a:spcPts val="0"/>
              </a:spcAft>
              <a:buSzPts val="1800"/>
              <a:buChar char="●"/>
              <a:defRPr sz="1800"/>
            </a:lvl7pPr>
            <a:lvl8pPr marL="3657600" lvl="7" indent="-342900">
              <a:spcBef>
                <a:spcPts val="0"/>
              </a:spcBef>
              <a:spcAft>
                <a:spcPts val="0"/>
              </a:spcAft>
              <a:buSzPts val="1800"/>
              <a:buChar char="○"/>
              <a:defRPr sz="1800"/>
            </a:lvl8pPr>
            <a:lvl9pPr marL="4114800" lvl="8" indent="-342900">
              <a:spcBef>
                <a:spcPts val="0"/>
              </a:spcBef>
              <a:spcAft>
                <a:spcPts val="0"/>
              </a:spcAft>
              <a:buSzPts val="1800"/>
              <a:buChar char="■"/>
              <a:defRPr sz="1800"/>
            </a:lvl9pPr>
          </a:lstStyle>
          <a:p>
            <a:endParaRPr/>
          </a:p>
        </p:txBody>
      </p:sp>
      <p:sp>
        <p:nvSpPr>
          <p:cNvPr id="46" name="Google Shape;46;p6"/>
          <p:cNvSpPr txBox="1">
            <a:spLocks noGrp="1"/>
          </p:cNvSpPr>
          <p:nvPr>
            <p:ph type="sldNum" idx="12"/>
          </p:nvPr>
        </p:nvSpPr>
        <p:spPr>
          <a:xfrm>
            <a:off x="8523157" y="4641567"/>
            <a:ext cx="461100" cy="2919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9"/>
        <p:cNvGrpSpPr/>
        <p:nvPr/>
      </p:nvGrpSpPr>
      <p:grpSpPr>
        <a:xfrm>
          <a:off x="0" y="0"/>
          <a:ext cx="0" cy="0"/>
          <a:chOff x="0" y="0"/>
          <a:chExt cx="0" cy="0"/>
        </a:xfrm>
      </p:grpSpPr>
      <p:sp>
        <p:nvSpPr>
          <p:cNvPr id="60" name="Google Shape;60;p10"/>
          <p:cNvSpPr txBox="1">
            <a:spLocks noGrp="1"/>
          </p:cNvSpPr>
          <p:nvPr>
            <p:ph type="sldNum" idx="12"/>
          </p:nvPr>
        </p:nvSpPr>
        <p:spPr>
          <a:xfrm>
            <a:off x="8523157" y="4641567"/>
            <a:ext cx="461100" cy="2919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182113" y="92884"/>
            <a:ext cx="5710428" cy="823880"/>
          </a:xfrm>
        </p:spPr>
        <p:txBody>
          <a:bodyPr/>
          <a:lstStyle>
            <a:lvl1pPr algn="r">
              <a:defRPr sz="3600" b="1">
                <a:solidFill>
                  <a:schemeClr val="tx1">
                    <a:lumMod val="85000"/>
                    <a:lumOff val="15000"/>
                  </a:schemeClr>
                </a:solidFill>
                <a:latin typeface="+mn-lt"/>
              </a:defRPr>
            </a:lvl1pPr>
          </a:lstStyle>
          <a:p>
            <a:r>
              <a:rPr lang="en-US"/>
              <a:t>Click to edit Master title style</a:t>
            </a:r>
          </a:p>
        </p:txBody>
      </p:sp>
      <p:sp>
        <p:nvSpPr>
          <p:cNvPr id="3" name="Content Placeholder 2"/>
          <p:cNvSpPr>
            <a:spLocks noGrp="1"/>
          </p:cNvSpPr>
          <p:nvPr userDrawn="1">
            <p:ph idx="1"/>
          </p:nvPr>
        </p:nvSpPr>
        <p:spPr>
          <a:xfrm>
            <a:off x="3182113" y="1028634"/>
            <a:ext cx="5710428" cy="3636236"/>
          </a:xfrm>
        </p:spPr>
        <p:txBody>
          <a:bodyPr/>
          <a:lstStyle>
            <a:lvl1pPr>
              <a:defRPr>
                <a:solidFill>
                  <a:schemeClr val="tx1">
                    <a:lumMod val="85000"/>
                    <a:lumOff val="15000"/>
                  </a:schemeClr>
                </a:solidFill>
              </a:defRPr>
            </a:lvl1pPr>
            <a:lvl2pPr>
              <a:defRPr>
                <a:solidFill>
                  <a:schemeClr val="tx1">
                    <a:lumMod val="85000"/>
                    <a:lumOff val="15000"/>
                  </a:schemeClr>
                </a:solidFill>
              </a:defRPr>
            </a:lvl2pPr>
            <a:lvl3pPr>
              <a:defRPr>
                <a:solidFill>
                  <a:schemeClr val="tx1">
                    <a:lumMod val="85000"/>
                    <a:lumOff val="15000"/>
                  </a:schemeClr>
                </a:solidFill>
              </a:defRPr>
            </a:lvl3pPr>
            <a:lvl4pPr>
              <a:defRPr>
                <a:solidFill>
                  <a:schemeClr val="tx1">
                    <a:lumMod val="85000"/>
                    <a:lumOff val="15000"/>
                  </a:schemeClr>
                </a:solidFill>
              </a:defRPr>
            </a:lvl4pPr>
            <a:lvl5pPr>
              <a:defRPr>
                <a:solidFill>
                  <a:schemeClr val="tx1">
                    <a:lumMod val="85000"/>
                    <a:lumOff val="1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 name="Group 3"/>
          <p:cNvGrpSpPr/>
          <p:nvPr userDrawn="1"/>
        </p:nvGrpSpPr>
        <p:grpSpPr>
          <a:xfrm>
            <a:off x="-1" y="0"/>
            <a:ext cx="3186685" cy="5143500"/>
            <a:chOff x="3022600" y="2667000"/>
            <a:chExt cx="1106488" cy="1785938"/>
          </a:xfrm>
        </p:grpSpPr>
        <p:sp>
          <p:nvSpPr>
            <p:cNvPr id="47" name="Freeform 382"/>
            <p:cNvSpPr>
              <a:spLocks/>
            </p:cNvSpPr>
            <p:nvPr userDrawn="1"/>
          </p:nvSpPr>
          <p:spPr bwMode="auto">
            <a:xfrm>
              <a:off x="3022600" y="4006850"/>
              <a:ext cx="550863" cy="446088"/>
            </a:xfrm>
            <a:custGeom>
              <a:avLst/>
              <a:gdLst>
                <a:gd name="T0" fmla="*/ 344 w 693"/>
                <a:gd name="T1" fmla="*/ 0 h 561"/>
                <a:gd name="T2" fmla="*/ 519 w 693"/>
                <a:gd name="T3" fmla="*/ 280 h 561"/>
                <a:gd name="T4" fmla="*/ 693 w 693"/>
                <a:gd name="T5" fmla="*/ 561 h 561"/>
                <a:gd name="T6" fmla="*/ 0 w 693"/>
                <a:gd name="T7" fmla="*/ 561 h 561"/>
                <a:gd name="T8" fmla="*/ 0 w 693"/>
                <a:gd name="T9" fmla="*/ 551 h 561"/>
                <a:gd name="T10" fmla="*/ 167 w 693"/>
                <a:gd name="T11" fmla="*/ 280 h 561"/>
                <a:gd name="T12" fmla="*/ 344 w 693"/>
                <a:gd name="T13" fmla="*/ 0 h 561"/>
              </a:gdLst>
              <a:ahLst/>
              <a:cxnLst>
                <a:cxn ang="0">
                  <a:pos x="T0" y="T1"/>
                </a:cxn>
                <a:cxn ang="0">
                  <a:pos x="T2" y="T3"/>
                </a:cxn>
                <a:cxn ang="0">
                  <a:pos x="T4" y="T5"/>
                </a:cxn>
                <a:cxn ang="0">
                  <a:pos x="T6" y="T7"/>
                </a:cxn>
                <a:cxn ang="0">
                  <a:pos x="T8" y="T9"/>
                </a:cxn>
                <a:cxn ang="0">
                  <a:pos x="T10" y="T11"/>
                </a:cxn>
                <a:cxn ang="0">
                  <a:pos x="T12" y="T13"/>
                </a:cxn>
              </a:cxnLst>
              <a:rect l="0" t="0" r="r" b="b"/>
              <a:pathLst>
                <a:path w="693" h="561">
                  <a:moveTo>
                    <a:pt x="344" y="0"/>
                  </a:moveTo>
                  <a:lnTo>
                    <a:pt x="519" y="280"/>
                  </a:lnTo>
                  <a:lnTo>
                    <a:pt x="693" y="561"/>
                  </a:lnTo>
                  <a:lnTo>
                    <a:pt x="0" y="561"/>
                  </a:lnTo>
                  <a:lnTo>
                    <a:pt x="0" y="551"/>
                  </a:lnTo>
                  <a:lnTo>
                    <a:pt x="167" y="280"/>
                  </a:lnTo>
                  <a:lnTo>
                    <a:pt x="344" y="0"/>
                  </a:lnTo>
                  <a:close/>
                </a:path>
              </a:pathLst>
            </a:custGeom>
            <a:solidFill>
              <a:srgbClr val="E890FF"/>
            </a:solidFill>
            <a:ln w="0">
              <a:solidFill>
                <a:srgbClr val="E890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8" name="Freeform 383"/>
            <p:cNvSpPr>
              <a:spLocks/>
            </p:cNvSpPr>
            <p:nvPr userDrawn="1"/>
          </p:nvSpPr>
          <p:spPr bwMode="auto">
            <a:xfrm>
              <a:off x="3573463" y="4006850"/>
              <a:ext cx="555625" cy="446088"/>
            </a:xfrm>
            <a:custGeom>
              <a:avLst/>
              <a:gdLst>
                <a:gd name="T0" fmla="*/ 350 w 701"/>
                <a:gd name="T1" fmla="*/ 0 h 561"/>
                <a:gd name="T2" fmla="*/ 701 w 701"/>
                <a:gd name="T3" fmla="*/ 561 h 561"/>
                <a:gd name="T4" fmla="*/ 0 w 701"/>
                <a:gd name="T5" fmla="*/ 561 h 561"/>
                <a:gd name="T6" fmla="*/ 175 w 701"/>
                <a:gd name="T7" fmla="*/ 280 h 561"/>
                <a:gd name="T8" fmla="*/ 350 w 701"/>
                <a:gd name="T9" fmla="*/ 0 h 561"/>
              </a:gdLst>
              <a:ahLst/>
              <a:cxnLst>
                <a:cxn ang="0">
                  <a:pos x="T0" y="T1"/>
                </a:cxn>
                <a:cxn ang="0">
                  <a:pos x="T2" y="T3"/>
                </a:cxn>
                <a:cxn ang="0">
                  <a:pos x="T4" y="T5"/>
                </a:cxn>
                <a:cxn ang="0">
                  <a:pos x="T6" y="T7"/>
                </a:cxn>
                <a:cxn ang="0">
                  <a:pos x="T8" y="T9"/>
                </a:cxn>
              </a:cxnLst>
              <a:rect l="0" t="0" r="r" b="b"/>
              <a:pathLst>
                <a:path w="701" h="561">
                  <a:moveTo>
                    <a:pt x="350" y="0"/>
                  </a:moveTo>
                  <a:lnTo>
                    <a:pt x="701" y="561"/>
                  </a:lnTo>
                  <a:lnTo>
                    <a:pt x="0" y="561"/>
                  </a:lnTo>
                  <a:lnTo>
                    <a:pt x="175" y="280"/>
                  </a:lnTo>
                  <a:lnTo>
                    <a:pt x="350" y="0"/>
                  </a:lnTo>
                  <a:close/>
                </a:path>
              </a:pathLst>
            </a:custGeom>
            <a:solidFill>
              <a:srgbClr val="FABDA7"/>
            </a:solidFill>
            <a:ln w="0">
              <a:solidFill>
                <a:srgbClr val="FABDA7"/>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9" name="Freeform 384"/>
            <p:cNvSpPr>
              <a:spLocks/>
            </p:cNvSpPr>
            <p:nvPr userDrawn="1"/>
          </p:nvSpPr>
          <p:spPr bwMode="auto">
            <a:xfrm>
              <a:off x="3022600" y="4006850"/>
              <a:ext cx="273050" cy="438150"/>
            </a:xfrm>
            <a:custGeom>
              <a:avLst/>
              <a:gdLst>
                <a:gd name="T0" fmla="*/ 0 w 344"/>
                <a:gd name="T1" fmla="*/ 0 h 551"/>
                <a:gd name="T2" fmla="*/ 344 w 344"/>
                <a:gd name="T3" fmla="*/ 0 h 551"/>
                <a:gd name="T4" fmla="*/ 167 w 344"/>
                <a:gd name="T5" fmla="*/ 280 h 551"/>
                <a:gd name="T6" fmla="*/ 0 w 344"/>
                <a:gd name="T7" fmla="*/ 551 h 551"/>
                <a:gd name="T8" fmla="*/ 0 w 344"/>
                <a:gd name="T9" fmla="*/ 0 h 551"/>
              </a:gdLst>
              <a:ahLst/>
              <a:cxnLst>
                <a:cxn ang="0">
                  <a:pos x="T0" y="T1"/>
                </a:cxn>
                <a:cxn ang="0">
                  <a:pos x="T2" y="T3"/>
                </a:cxn>
                <a:cxn ang="0">
                  <a:pos x="T4" y="T5"/>
                </a:cxn>
                <a:cxn ang="0">
                  <a:pos x="T6" y="T7"/>
                </a:cxn>
                <a:cxn ang="0">
                  <a:pos x="T8" y="T9"/>
                </a:cxn>
              </a:cxnLst>
              <a:rect l="0" t="0" r="r" b="b"/>
              <a:pathLst>
                <a:path w="344" h="551">
                  <a:moveTo>
                    <a:pt x="0" y="0"/>
                  </a:moveTo>
                  <a:lnTo>
                    <a:pt x="344" y="0"/>
                  </a:lnTo>
                  <a:lnTo>
                    <a:pt x="167" y="280"/>
                  </a:lnTo>
                  <a:lnTo>
                    <a:pt x="0" y="551"/>
                  </a:lnTo>
                  <a:lnTo>
                    <a:pt x="0" y="0"/>
                  </a:lnTo>
                  <a:close/>
                </a:path>
              </a:pathLst>
            </a:custGeom>
            <a:solidFill>
              <a:srgbClr val="DA68FF"/>
            </a:solidFill>
            <a:ln w="0">
              <a:solidFill>
                <a:srgbClr val="DA68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0" name="Freeform 385"/>
            <p:cNvSpPr>
              <a:spLocks/>
            </p:cNvSpPr>
            <p:nvPr userDrawn="1"/>
          </p:nvSpPr>
          <p:spPr bwMode="auto">
            <a:xfrm>
              <a:off x="3295650" y="4006850"/>
              <a:ext cx="554038" cy="446088"/>
            </a:xfrm>
            <a:custGeom>
              <a:avLst/>
              <a:gdLst>
                <a:gd name="T0" fmla="*/ 0 w 699"/>
                <a:gd name="T1" fmla="*/ 0 h 561"/>
                <a:gd name="T2" fmla="*/ 699 w 699"/>
                <a:gd name="T3" fmla="*/ 0 h 561"/>
                <a:gd name="T4" fmla="*/ 524 w 699"/>
                <a:gd name="T5" fmla="*/ 280 h 561"/>
                <a:gd name="T6" fmla="*/ 349 w 699"/>
                <a:gd name="T7" fmla="*/ 561 h 561"/>
                <a:gd name="T8" fmla="*/ 349 w 699"/>
                <a:gd name="T9" fmla="*/ 561 h 561"/>
                <a:gd name="T10" fmla="*/ 175 w 699"/>
                <a:gd name="T11" fmla="*/ 280 h 561"/>
                <a:gd name="T12" fmla="*/ 0 w 699"/>
                <a:gd name="T13" fmla="*/ 0 h 561"/>
              </a:gdLst>
              <a:ahLst/>
              <a:cxnLst>
                <a:cxn ang="0">
                  <a:pos x="T0" y="T1"/>
                </a:cxn>
                <a:cxn ang="0">
                  <a:pos x="T2" y="T3"/>
                </a:cxn>
                <a:cxn ang="0">
                  <a:pos x="T4" y="T5"/>
                </a:cxn>
                <a:cxn ang="0">
                  <a:pos x="T6" y="T7"/>
                </a:cxn>
                <a:cxn ang="0">
                  <a:pos x="T8" y="T9"/>
                </a:cxn>
                <a:cxn ang="0">
                  <a:pos x="T10" y="T11"/>
                </a:cxn>
                <a:cxn ang="0">
                  <a:pos x="T12" y="T13"/>
                </a:cxn>
              </a:cxnLst>
              <a:rect l="0" t="0" r="r" b="b"/>
              <a:pathLst>
                <a:path w="699" h="561">
                  <a:moveTo>
                    <a:pt x="0" y="0"/>
                  </a:moveTo>
                  <a:lnTo>
                    <a:pt x="699" y="0"/>
                  </a:lnTo>
                  <a:lnTo>
                    <a:pt x="524" y="280"/>
                  </a:lnTo>
                  <a:lnTo>
                    <a:pt x="349" y="561"/>
                  </a:lnTo>
                  <a:lnTo>
                    <a:pt x="349" y="561"/>
                  </a:lnTo>
                  <a:lnTo>
                    <a:pt x="175" y="280"/>
                  </a:lnTo>
                  <a:lnTo>
                    <a:pt x="0" y="0"/>
                  </a:lnTo>
                  <a:close/>
                </a:path>
              </a:pathLst>
            </a:custGeom>
            <a:solidFill>
              <a:srgbClr val="FC967A"/>
            </a:solidFill>
            <a:ln w="0">
              <a:solidFill>
                <a:srgbClr val="FC967A"/>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1" name="Freeform 386"/>
            <p:cNvSpPr>
              <a:spLocks/>
            </p:cNvSpPr>
            <p:nvPr userDrawn="1"/>
          </p:nvSpPr>
          <p:spPr bwMode="auto">
            <a:xfrm>
              <a:off x="3022600" y="3559175"/>
              <a:ext cx="550863" cy="447675"/>
            </a:xfrm>
            <a:custGeom>
              <a:avLst/>
              <a:gdLst>
                <a:gd name="T0" fmla="*/ 0 w 693"/>
                <a:gd name="T1" fmla="*/ 0 h 564"/>
                <a:gd name="T2" fmla="*/ 693 w 693"/>
                <a:gd name="T3" fmla="*/ 0 h 564"/>
                <a:gd name="T4" fmla="*/ 519 w 693"/>
                <a:gd name="T5" fmla="*/ 283 h 564"/>
                <a:gd name="T6" fmla="*/ 344 w 693"/>
                <a:gd name="T7" fmla="*/ 564 h 564"/>
                <a:gd name="T8" fmla="*/ 167 w 693"/>
                <a:gd name="T9" fmla="*/ 283 h 564"/>
                <a:gd name="T10" fmla="*/ 0 w 693"/>
                <a:gd name="T11" fmla="*/ 12 h 564"/>
                <a:gd name="T12" fmla="*/ 0 w 693"/>
                <a:gd name="T13" fmla="*/ 0 h 564"/>
              </a:gdLst>
              <a:ahLst/>
              <a:cxnLst>
                <a:cxn ang="0">
                  <a:pos x="T0" y="T1"/>
                </a:cxn>
                <a:cxn ang="0">
                  <a:pos x="T2" y="T3"/>
                </a:cxn>
                <a:cxn ang="0">
                  <a:pos x="T4" y="T5"/>
                </a:cxn>
                <a:cxn ang="0">
                  <a:pos x="T6" y="T7"/>
                </a:cxn>
                <a:cxn ang="0">
                  <a:pos x="T8" y="T9"/>
                </a:cxn>
                <a:cxn ang="0">
                  <a:pos x="T10" y="T11"/>
                </a:cxn>
                <a:cxn ang="0">
                  <a:pos x="T12" y="T13"/>
                </a:cxn>
              </a:cxnLst>
              <a:rect l="0" t="0" r="r" b="b"/>
              <a:pathLst>
                <a:path w="693" h="564">
                  <a:moveTo>
                    <a:pt x="0" y="0"/>
                  </a:moveTo>
                  <a:lnTo>
                    <a:pt x="693" y="0"/>
                  </a:lnTo>
                  <a:lnTo>
                    <a:pt x="519" y="283"/>
                  </a:lnTo>
                  <a:lnTo>
                    <a:pt x="344" y="564"/>
                  </a:lnTo>
                  <a:lnTo>
                    <a:pt x="167" y="283"/>
                  </a:lnTo>
                  <a:lnTo>
                    <a:pt x="0" y="12"/>
                  </a:lnTo>
                  <a:lnTo>
                    <a:pt x="0" y="0"/>
                  </a:lnTo>
                  <a:close/>
                </a:path>
              </a:pathLst>
            </a:custGeom>
            <a:solidFill>
              <a:srgbClr val="FDA687"/>
            </a:solidFill>
            <a:ln w="0">
              <a:solidFill>
                <a:srgbClr val="FDA687"/>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0" name="Freeform 387"/>
            <p:cNvSpPr>
              <a:spLocks/>
            </p:cNvSpPr>
            <p:nvPr userDrawn="1"/>
          </p:nvSpPr>
          <p:spPr bwMode="auto">
            <a:xfrm>
              <a:off x="3022600" y="3568700"/>
              <a:ext cx="273050" cy="438150"/>
            </a:xfrm>
            <a:custGeom>
              <a:avLst/>
              <a:gdLst>
                <a:gd name="T0" fmla="*/ 0 w 344"/>
                <a:gd name="T1" fmla="*/ 0 h 552"/>
                <a:gd name="T2" fmla="*/ 167 w 344"/>
                <a:gd name="T3" fmla="*/ 271 h 552"/>
                <a:gd name="T4" fmla="*/ 344 w 344"/>
                <a:gd name="T5" fmla="*/ 552 h 552"/>
                <a:gd name="T6" fmla="*/ 0 w 344"/>
                <a:gd name="T7" fmla="*/ 552 h 552"/>
                <a:gd name="T8" fmla="*/ 0 w 344"/>
                <a:gd name="T9" fmla="*/ 0 h 552"/>
              </a:gdLst>
              <a:ahLst/>
              <a:cxnLst>
                <a:cxn ang="0">
                  <a:pos x="T0" y="T1"/>
                </a:cxn>
                <a:cxn ang="0">
                  <a:pos x="T2" y="T3"/>
                </a:cxn>
                <a:cxn ang="0">
                  <a:pos x="T4" y="T5"/>
                </a:cxn>
                <a:cxn ang="0">
                  <a:pos x="T6" y="T7"/>
                </a:cxn>
                <a:cxn ang="0">
                  <a:pos x="T8" y="T9"/>
                </a:cxn>
              </a:cxnLst>
              <a:rect l="0" t="0" r="r" b="b"/>
              <a:pathLst>
                <a:path w="344" h="552">
                  <a:moveTo>
                    <a:pt x="0" y="0"/>
                  </a:moveTo>
                  <a:lnTo>
                    <a:pt x="167" y="271"/>
                  </a:lnTo>
                  <a:lnTo>
                    <a:pt x="344" y="552"/>
                  </a:lnTo>
                  <a:lnTo>
                    <a:pt x="0" y="552"/>
                  </a:lnTo>
                  <a:lnTo>
                    <a:pt x="0" y="0"/>
                  </a:lnTo>
                  <a:close/>
                </a:path>
              </a:pathLst>
            </a:custGeom>
            <a:solidFill>
              <a:srgbClr val="BF45F5"/>
            </a:solidFill>
            <a:ln w="0">
              <a:solidFill>
                <a:srgbClr val="BF45F5"/>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3" name="Freeform 388"/>
            <p:cNvSpPr>
              <a:spLocks/>
            </p:cNvSpPr>
            <p:nvPr userDrawn="1"/>
          </p:nvSpPr>
          <p:spPr bwMode="auto">
            <a:xfrm>
              <a:off x="3295650" y="3559175"/>
              <a:ext cx="554038" cy="447675"/>
            </a:xfrm>
            <a:custGeom>
              <a:avLst/>
              <a:gdLst>
                <a:gd name="T0" fmla="*/ 349 w 699"/>
                <a:gd name="T1" fmla="*/ 0 h 564"/>
                <a:gd name="T2" fmla="*/ 524 w 699"/>
                <a:gd name="T3" fmla="*/ 283 h 564"/>
                <a:gd name="T4" fmla="*/ 699 w 699"/>
                <a:gd name="T5" fmla="*/ 564 h 564"/>
                <a:gd name="T6" fmla="*/ 0 w 699"/>
                <a:gd name="T7" fmla="*/ 564 h 564"/>
                <a:gd name="T8" fmla="*/ 349 w 699"/>
                <a:gd name="T9" fmla="*/ 0 h 564"/>
              </a:gdLst>
              <a:ahLst/>
              <a:cxnLst>
                <a:cxn ang="0">
                  <a:pos x="T0" y="T1"/>
                </a:cxn>
                <a:cxn ang="0">
                  <a:pos x="T2" y="T3"/>
                </a:cxn>
                <a:cxn ang="0">
                  <a:pos x="T4" y="T5"/>
                </a:cxn>
                <a:cxn ang="0">
                  <a:pos x="T6" y="T7"/>
                </a:cxn>
                <a:cxn ang="0">
                  <a:pos x="T8" y="T9"/>
                </a:cxn>
              </a:cxnLst>
              <a:rect l="0" t="0" r="r" b="b"/>
              <a:pathLst>
                <a:path w="699" h="564">
                  <a:moveTo>
                    <a:pt x="349" y="0"/>
                  </a:moveTo>
                  <a:lnTo>
                    <a:pt x="524" y="283"/>
                  </a:lnTo>
                  <a:lnTo>
                    <a:pt x="699" y="564"/>
                  </a:lnTo>
                  <a:lnTo>
                    <a:pt x="0" y="564"/>
                  </a:lnTo>
                  <a:lnTo>
                    <a:pt x="349" y="0"/>
                  </a:lnTo>
                  <a:close/>
                </a:path>
              </a:pathLst>
            </a:custGeom>
            <a:solidFill>
              <a:srgbClr val="FABDA7"/>
            </a:solidFill>
            <a:ln w="0">
              <a:solidFill>
                <a:srgbClr val="FABDA7"/>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5" name="Freeform 389"/>
            <p:cNvSpPr>
              <a:spLocks/>
            </p:cNvSpPr>
            <p:nvPr userDrawn="1"/>
          </p:nvSpPr>
          <p:spPr bwMode="auto">
            <a:xfrm>
              <a:off x="3022600" y="3113088"/>
              <a:ext cx="550863" cy="446088"/>
            </a:xfrm>
            <a:custGeom>
              <a:avLst/>
              <a:gdLst>
                <a:gd name="T0" fmla="*/ 344 w 693"/>
                <a:gd name="T1" fmla="*/ 0 h 564"/>
                <a:gd name="T2" fmla="*/ 519 w 693"/>
                <a:gd name="T3" fmla="*/ 283 h 564"/>
                <a:gd name="T4" fmla="*/ 693 w 693"/>
                <a:gd name="T5" fmla="*/ 564 h 564"/>
                <a:gd name="T6" fmla="*/ 0 w 693"/>
                <a:gd name="T7" fmla="*/ 564 h 564"/>
                <a:gd name="T8" fmla="*/ 0 w 693"/>
                <a:gd name="T9" fmla="*/ 554 h 564"/>
                <a:gd name="T10" fmla="*/ 167 w 693"/>
                <a:gd name="T11" fmla="*/ 283 h 564"/>
                <a:gd name="T12" fmla="*/ 344 w 693"/>
                <a:gd name="T13" fmla="*/ 0 h 564"/>
              </a:gdLst>
              <a:ahLst/>
              <a:cxnLst>
                <a:cxn ang="0">
                  <a:pos x="T0" y="T1"/>
                </a:cxn>
                <a:cxn ang="0">
                  <a:pos x="T2" y="T3"/>
                </a:cxn>
                <a:cxn ang="0">
                  <a:pos x="T4" y="T5"/>
                </a:cxn>
                <a:cxn ang="0">
                  <a:pos x="T6" y="T7"/>
                </a:cxn>
                <a:cxn ang="0">
                  <a:pos x="T8" y="T9"/>
                </a:cxn>
                <a:cxn ang="0">
                  <a:pos x="T10" y="T11"/>
                </a:cxn>
                <a:cxn ang="0">
                  <a:pos x="T12" y="T13"/>
                </a:cxn>
              </a:cxnLst>
              <a:rect l="0" t="0" r="r" b="b"/>
              <a:pathLst>
                <a:path w="693" h="564">
                  <a:moveTo>
                    <a:pt x="344" y="0"/>
                  </a:moveTo>
                  <a:lnTo>
                    <a:pt x="519" y="283"/>
                  </a:lnTo>
                  <a:lnTo>
                    <a:pt x="693" y="564"/>
                  </a:lnTo>
                  <a:lnTo>
                    <a:pt x="0" y="564"/>
                  </a:lnTo>
                  <a:lnTo>
                    <a:pt x="0" y="554"/>
                  </a:lnTo>
                  <a:lnTo>
                    <a:pt x="167" y="283"/>
                  </a:lnTo>
                  <a:lnTo>
                    <a:pt x="344" y="0"/>
                  </a:lnTo>
                  <a:close/>
                </a:path>
              </a:pathLst>
            </a:custGeom>
            <a:solidFill>
              <a:srgbClr val="FC967A"/>
            </a:solidFill>
            <a:ln w="0">
              <a:solidFill>
                <a:srgbClr val="FC967A"/>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7" name="Freeform 390"/>
            <p:cNvSpPr>
              <a:spLocks/>
            </p:cNvSpPr>
            <p:nvPr userDrawn="1"/>
          </p:nvSpPr>
          <p:spPr bwMode="auto">
            <a:xfrm>
              <a:off x="3022600" y="3113088"/>
              <a:ext cx="273050" cy="439738"/>
            </a:xfrm>
            <a:custGeom>
              <a:avLst/>
              <a:gdLst>
                <a:gd name="T0" fmla="*/ 0 w 344"/>
                <a:gd name="T1" fmla="*/ 0 h 554"/>
                <a:gd name="T2" fmla="*/ 344 w 344"/>
                <a:gd name="T3" fmla="*/ 0 h 554"/>
                <a:gd name="T4" fmla="*/ 167 w 344"/>
                <a:gd name="T5" fmla="*/ 283 h 554"/>
                <a:gd name="T6" fmla="*/ 0 w 344"/>
                <a:gd name="T7" fmla="*/ 554 h 554"/>
                <a:gd name="T8" fmla="*/ 0 w 344"/>
                <a:gd name="T9" fmla="*/ 0 h 554"/>
              </a:gdLst>
              <a:ahLst/>
              <a:cxnLst>
                <a:cxn ang="0">
                  <a:pos x="T0" y="T1"/>
                </a:cxn>
                <a:cxn ang="0">
                  <a:pos x="T2" y="T3"/>
                </a:cxn>
                <a:cxn ang="0">
                  <a:pos x="T4" y="T5"/>
                </a:cxn>
                <a:cxn ang="0">
                  <a:pos x="T6" y="T7"/>
                </a:cxn>
                <a:cxn ang="0">
                  <a:pos x="T8" y="T9"/>
                </a:cxn>
              </a:cxnLst>
              <a:rect l="0" t="0" r="r" b="b"/>
              <a:pathLst>
                <a:path w="344" h="554">
                  <a:moveTo>
                    <a:pt x="0" y="0"/>
                  </a:moveTo>
                  <a:lnTo>
                    <a:pt x="344" y="0"/>
                  </a:lnTo>
                  <a:lnTo>
                    <a:pt x="167" y="283"/>
                  </a:lnTo>
                  <a:lnTo>
                    <a:pt x="0" y="554"/>
                  </a:lnTo>
                  <a:lnTo>
                    <a:pt x="0" y="0"/>
                  </a:lnTo>
                  <a:close/>
                </a:path>
              </a:pathLst>
            </a:custGeom>
            <a:solidFill>
              <a:srgbClr val="CF6AEA"/>
            </a:solidFill>
            <a:ln w="0">
              <a:solidFill>
                <a:srgbClr val="CF6AEA"/>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9" name="Freeform 391"/>
            <p:cNvSpPr>
              <a:spLocks/>
            </p:cNvSpPr>
            <p:nvPr userDrawn="1"/>
          </p:nvSpPr>
          <p:spPr bwMode="auto">
            <a:xfrm>
              <a:off x="3295650" y="3113088"/>
              <a:ext cx="554038" cy="446088"/>
            </a:xfrm>
            <a:custGeom>
              <a:avLst/>
              <a:gdLst>
                <a:gd name="T0" fmla="*/ 0 w 699"/>
                <a:gd name="T1" fmla="*/ 0 h 564"/>
                <a:gd name="T2" fmla="*/ 699 w 699"/>
                <a:gd name="T3" fmla="*/ 0 h 564"/>
                <a:gd name="T4" fmla="*/ 524 w 699"/>
                <a:gd name="T5" fmla="*/ 283 h 564"/>
                <a:gd name="T6" fmla="*/ 349 w 699"/>
                <a:gd name="T7" fmla="*/ 564 h 564"/>
                <a:gd name="T8" fmla="*/ 175 w 699"/>
                <a:gd name="T9" fmla="*/ 283 h 564"/>
                <a:gd name="T10" fmla="*/ 0 w 699"/>
                <a:gd name="T11" fmla="*/ 0 h 564"/>
              </a:gdLst>
              <a:ahLst/>
              <a:cxnLst>
                <a:cxn ang="0">
                  <a:pos x="T0" y="T1"/>
                </a:cxn>
                <a:cxn ang="0">
                  <a:pos x="T2" y="T3"/>
                </a:cxn>
                <a:cxn ang="0">
                  <a:pos x="T4" y="T5"/>
                </a:cxn>
                <a:cxn ang="0">
                  <a:pos x="T6" y="T7"/>
                </a:cxn>
                <a:cxn ang="0">
                  <a:pos x="T8" y="T9"/>
                </a:cxn>
                <a:cxn ang="0">
                  <a:pos x="T10" y="T11"/>
                </a:cxn>
              </a:cxnLst>
              <a:rect l="0" t="0" r="r" b="b"/>
              <a:pathLst>
                <a:path w="699" h="564">
                  <a:moveTo>
                    <a:pt x="0" y="0"/>
                  </a:moveTo>
                  <a:lnTo>
                    <a:pt x="699" y="0"/>
                  </a:lnTo>
                  <a:lnTo>
                    <a:pt x="524" y="283"/>
                  </a:lnTo>
                  <a:lnTo>
                    <a:pt x="349" y="564"/>
                  </a:lnTo>
                  <a:lnTo>
                    <a:pt x="175" y="283"/>
                  </a:lnTo>
                  <a:lnTo>
                    <a:pt x="0" y="0"/>
                  </a:lnTo>
                  <a:close/>
                </a:path>
              </a:pathLst>
            </a:custGeom>
            <a:solidFill>
              <a:srgbClr val="F7ECE3"/>
            </a:solidFill>
            <a:ln w="0">
              <a:solidFill>
                <a:srgbClr val="F7ECE3"/>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1" name="Freeform 392"/>
            <p:cNvSpPr>
              <a:spLocks/>
            </p:cNvSpPr>
            <p:nvPr userDrawn="1"/>
          </p:nvSpPr>
          <p:spPr bwMode="auto">
            <a:xfrm>
              <a:off x="3022600" y="2667000"/>
              <a:ext cx="550863" cy="446088"/>
            </a:xfrm>
            <a:custGeom>
              <a:avLst/>
              <a:gdLst>
                <a:gd name="T0" fmla="*/ 0 w 693"/>
                <a:gd name="T1" fmla="*/ 0 h 561"/>
                <a:gd name="T2" fmla="*/ 693 w 693"/>
                <a:gd name="T3" fmla="*/ 0 h 561"/>
                <a:gd name="T4" fmla="*/ 519 w 693"/>
                <a:gd name="T5" fmla="*/ 281 h 561"/>
                <a:gd name="T6" fmla="*/ 344 w 693"/>
                <a:gd name="T7" fmla="*/ 561 h 561"/>
                <a:gd name="T8" fmla="*/ 167 w 693"/>
                <a:gd name="T9" fmla="*/ 281 h 561"/>
                <a:gd name="T10" fmla="*/ 0 w 693"/>
                <a:gd name="T11" fmla="*/ 10 h 561"/>
                <a:gd name="T12" fmla="*/ 0 w 693"/>
                <a:gd name="T13" fmla="*/ 0 h 561"/>
              </a:gdLst>
              <a:ahLst/>
              <a:cxnLst>
                <a:cxn ang="0">
                  <a:pos x="T0" y="T1"/>
                </a:cxn>
                <a:cxn ang="0">
                  <a:pos x="T2" y="T3"/>
                </a:cxn>
                <a:cxn ang="0">
                  <a:pos x="T4" y="T5"/>
                </a:cxn>
                <a:cxn ang="0">
                  <a:pos x="T6" y="T7"/>
                </a:cxn>
                <a:cxn ang="0">
                  <a:pos x="T8" y="T9"/>
                </a:cxn>
                <a:cxn ang="0">
                  <a:pos x="T10" y="T11"/>
                </a:cxn>
                <a:cxn ang="0">
                  <a:pos x="T12" y="T13"/>
                </a:cxn>
              </a:cxnLst>
              <a:rect l="0" t="0" r="r" b="b"/>
              <a:pathLst>
                <a:path w="693" h="561">
                  <a:moveTo>
                    <a:pt x="0" y="0"/>
                  </a:moveTo>
                  <a:lnTo>
                    <a:pt x="693" y="0"/>
                  </a:lnTo>
                  <a:lnTo>
                    <a:pt x="519" y="281"/>
                  </a:lnTo>
                  <a:lnTo>
                    <a:pt x="344" y="561"/>
                  </a:lnTo>
                  <a:lnTo>
                    <a:pt x="167" y="281"/>
                  </a:lnTo>
                  <a:lnTo>
                    <a:pt x="0" y="10"/>
                  </a:lnTo>
                  <a:lnTo>
                    <a:pt x="0" y="0"/>
                  </a:lnTo>
                  <a:close/>
                </a:path>
              </a:pathLst>
            </a:custGeom>
            <a:solidFill>
              <a:srgbClr val="FAC8F6"/>
            </a:solidFill>
            <a:ln w="0">
              <a:solidFill>
                <a:srgbClr val="FAC8F6"/>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3" name="Freeform 393"/>
            <p:cNvSpPr>
              <a:spLocks/>
            </p:cNvSpPr>
            <p:nvPr userDrawn="1"/>
          </p:nvSpPr>
          <p:spPr bwMode="auto">
            <a:xfrm>
              <a:off x="3573463" y="2667000"/>
              <a:ext cx="555625" cy="446088"/>
            </a:xfrm>
            <a:custGeom>
              <a:avLst/>
              <a:gdLst>
                <a:gd name="T0" fmla="*/ 0 w 701"/>
                <a:gd name="T1" fmla="*/ 0 h 561"/>
                <a:gd name="T2" fmla="*/ 701 w 701"/>
                <a:gd name="T3" fmla="*/ 0 h 561"/>
                <a:gd name="T4" fmla="*/ 350 w 701"/>
                <a:gd name="T5" fmla="*/ 561 h 561"/>
                <a:gd name="T6" fmla="*/ 175 w 701"/>
                <a:gd name="T7" fmla="*/ 281 h 561"/>
                <a:gd name="T8" fmla="*/ 0 w 701"/>
                <a:gd name="T9" fmla="*/ 0 h 561"/>
              </a:gdLst>
              <a:ahLst/>
              <a:cxnLst>
                <a:cxn ang="0">
                  <a:pos x="T0" y="T1"/>
                </a:cxn>
                <a:cxn ang="0">
                  <a:pos x="T2" y="T3"/>
                </a:cxn>
                <a:cxn ang="0">
                  <a:pos x="T4" y="T5"/>
                </a:cxn>
                <a:cxn ang="0">
                  <a:pos x="T6" y="T7"/>
                </a:cxn>
                <a:cxn ang="0">
                  <a:pos x="T8" y="T9"/>
                </a:cxn>
              </a:cxnLst>
              <a:rect l="0" t="0" r="r" b="b"/>
              <a:pathLst>
                <a:path w="701" h="561">
                  <a:moveTo>
                    <a:pt x="0" y="0"/>
                  </a:moveTo>
                  <a:lnTo>
                    <a:pt x="701" y="0"/>
                  </a:lnTo>
                  <a:lnTo>
                    <a:pt x="350" y="561"/>
                  </a:lnTo>
                  <a:lnTo>
                    <a:pt x="175" y="281"/>
                  </a:lnTo>
                  <a:lnTo>
                    <a:pt x="0" y="0"/>
                  </a:lnTo>
                  <a:close/>
                </a:path>
              </a:pathLst>
            </a:custGeom>
            <a:solidFill>
              <a:srgbClr val="F7ECE3"/>
            </a:solidFill>
            <a:ln w="0">
              <a:solidFill>
                <a:srgbClr val="F7ECE3"/>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5" name="Freeform 394"/>
            <p:cNvSpPr>
              <a:spLocks/>
            </p:cNvSpPr>
            <p:nvPr userDrawn="1"/>
          </p:nvSpPr>
          <p:spPr bwMode="auto">
            <a:xfrm>
              <a:off x="3022600" y="2674938"/>
              <a:ext cx="273050" cy="438150"/>
            </a:xfrm>
            <a:custGeom>
              <a:avLst/>
              <a:gdLst>
                <a:gd name="T0" fmla="*/ 0 w 344"/>
                <a:gd name="T1" fmla="*/ 0 h 551"/>
                <a:gd name="T2" fmla="*/ 167 w 344"/>
                <a:gd name="T3" fmla="*/ 271 h 551"/>
                <a:gd name="T4" fmla="*/ 344 w 344"/>
                <a:gd name="T5" fmla="*/ 551 h 551"/>
                <a:gd name="T6" fmla="*/ 0 w 344"/>
                <a:gd name="T7" fmla="*/ 551 h 551"/>
                <a:gd name="T8" fmla="*/ 0 w 344"/>
                <a:gd name="T9" fmla="*/ 0 h 551"/>
              </a:gdLst>
              <a:ahLst/>
              <a:cxnLst>
                <a:cxn ang="0">
                  <a:pos x="T0" y="T1"/>
                </a:cxn>
                <a:cxn ang="0">
                  <a:pos x="T2" y="T3"/>
                </a:cxn>
                <a:cxn ang="0">
                  <a:pos x="T4" y="T5"/>
                </a:cxn>
                <a:cxn ang="0">
                  <a:pos x="T6" y="T7"/>
                </a:cxn>
                <a:cxn ang="0">
                  <a:pos x="T8" y="T9"/>
                </a:cxn>
              </a:cxnLst>
              <a:rect l="0" t="0" r="r" b="b"/>
              <a:pathLst>
                <a:path w="344" h="551">
                  <a:moveTo>
                    <a:pt x="0" y="0"/>
                  </a:moveTo>
                  <a:lnTo>
                    <a:pt x="167" y="271"/>
                  </a:lnTo>
                  <a:lnTo>
                    <a:pt x="344" y="551"/>
                  </a:lnTo>
                  <a:lnTo>
                    <a:pt x="0" y="551"/>
                  </a:lnTo>
                  <a:lnTo>
                    <a:pt x="0" y="0"/>
                  </a:lnTo>
                  <a:close/>
                </a:path>
              </a:pathLst>
            </a:custGeom>
            <a:solidFill>
              <a:srgbClr val="D782FB"/>
            </a:solidFill>
            <a:ln w="0">
              <a:solidFill>
                <a:srgbClr val="D782FB"/>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7" name="Freeform 395"/>
            <p:cNvSpPr>
              <a:spLocks/>
            </p:cNvSpPr>
            <p:nvPr userDrawn="1"/>
          </p:nvSpPr>
          <p:spPr bwMode="auto">
            <a:xfrm>
              <a:off x="3295650" y="2667000"/>
              <a:ext cx="554038" cy="446088"/>
            </a:xfrm>
            <a:custGeom>
              <a:avLst/>
              <a:gdLst>
                <a:gd name="T0" fmla="*/ 349 w 699"/>
                <a:gd name="T1" fmla="*/ 0 h 561"/>
                <a:gd name="T2" fmla="*/ 349 w 699"/>
                <a:gd name="T3" fmla="*/ 0 h 561"/>
                <a:gd name="T4" fmla="*/ 524 w 699"/>
                <a:gd name="T5" fmla="*/ 281 h 561"/>
                <a:gd name="T6" fmla="*/ 699 w 699"/>
                <a:gd name="T7" fmla="*/ 561 h 561"/>
                <a:gd name="T8" fmla="*/ 0 w 699"/>
                <a:gd name="T9" fmla="*/ 561 h 561"/>
                <a:gd name="T10" fmla="*/ 175 w 699"/>
                <a:gd name="T11" fmla="*/ 281 h 561"/>
                <a:gd name="T12" fmla="*/ 349 w 699"/>
                <a:gd name="T13" fmla="*/ 0 h 561"/>
              </a:gdLst>
              <a:ahLst/>
              <a:cxnLst>
                <a:cxn ang="0">
                  <a:pos x="T0" y="T1"/>
                </a:cxn>
                <a:cxn ang="0">
                  <a:pos x="T2" y="T3"/>
                </a:cxn>
                <a:cxn ang="0">
                  <a:pos x="T4" y="T5"/>
                </a:cxn>
                <a:cxn ang="0">
                  <a:pos x="T6" y="T7"/>
                </a:cxn>
                <a:cxn ang="0">
                  <a:pos x="T8" y="T9"/>
                </a:cxn>
                <a:cxn ang="0">
                  <a:pos x="T10" y="T11"/>
                </a:cxn>
                <a:cxn ang="0">
                  <a:pos x="T12" y="T13"/>
                </a:cxn>
              </a:cxnLst>
              <a:rect l="0" t="0" r="r" b="b"/>
              <a:pathLst>
                <a:path w="699" h="561">
                  <a:moveTo>
                    <a:pt x="349" y="0"/>
                  </a:moveTo>
                  <a:lnTo>
                    <a:pt x="349" y="0"/>
                  </a:lnTo>
                  <a:lnTo>
                    <a:pt x="524" y="281"/>
                  </a:lnTo>
                  <a:lnTo>
                    <a:pt x="699" y="561"/>
                  </a:lnTo>
                  <a:lnTo>
                    <a:pt x="0" y="561"/>
                  </a:lnTo>
                  <a:lnTo>
                    <a:pt x="175" y="281"/>
                  </a:lnTo>
                  <a:lnTo>
                    <a:pt x="349" y="0"/>
                  </a:lnTo>
                  <a:close/>
                </a:path>
              </a:pathLst>
            </a:custGeom>
            <a:solidFill>
              <a:srgbClr val="FBA6A4"/>
            </a:solidFill>
            <a:ln w="0">
              <a:solidFill>
                <a:srgbClr val="FBA6A4"/>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78" name="Footer Placeholder 4"/>
          <p:cNvSpPr>
            <a:spLocks noGrp="1"/>
          </p:cNvSpPr>
          <p:nvPr>
            <p:ph type="ftr" sz="quarter" idx="11"/>
          </p:nvPr>
        </p:nvSpPr>
        <p:spPr>
          <a:xfrm>
            <a:off x="3182112" y="4768056"/>
            <a:ext cx="3697754" cy="273844"/>
          </a:xfrm>
          <a:prstGeom prst="rect">
            <a:avLst/>
          </a:prstGeom>
        </p:spPr>
        <p:txBody>
          <a:bodyPr/>
          <a:lstStyle>
            <a:lvl1pPr algn="ctr">
              <a:defRPr>
                <a:solidFill>
                  <a:schemeClr val="bg1">
                    <a:lumMod val="65000"/>
                  </a:schemeClr>
                </a:solidFill>
              </a:defRPr>
            </a:lvl1pPr>
          </a:lstStyle>
          <a:p>
            <a:r>
              <a:rPr lang="en-US">
                <a:solidFill>
                  <a:prstClr val="white">
                    <a:lumMod val="65000"/>
                  </a:prstClr>
                </a:solidFill>
              </a:rPr>
              <a:t>Your Footer Here</a:t>
            </a:r>
          </a:p>
        </p:txBody>
      </p:sp>
      <p:sp>
        <p:nvSpPr>
          <p:cNvPr id="90" name="Date Placeholder 3"/>
          <p:cNvSpPr txBox="1">
            <a:spLocks/>
          </p:cNvSpPr>
          <p:nvPr userDrawn="1"/>
        </p:nvSpPr>
        <p:spPr>
          <a:xfrm>
            <a:off x="315468" y="4767263"/>
            <a:ext cx="2057400" cy="274637"/>
          </a:xfrm>
          <a:prstGeom prst="rect">
            <a:avLst/>
          </a:prstGeom>
        </p:spPr>
        <p:txBody>
          <a:bodyPr vert="horz" lIns="91440" tIns="45720" rIns="91440" bIns="45720" rtlCol="0" anchor="ctr"/>
          <a:lstStyle>
            <a:defPPr marR="0" algn="l" rtl="0">
              <a:lnSpc>
                <a:spcPct val="100000"/>
              </a:lnSpc>
              <a:spcBef>
                <a:spcPts val="0"/>
              </a:spcBef>
              <a:spcAft>
                <a:spcPts val="0"/>
              </a:spcAft>
            </a:defPPr>
            <a:lvl1pPr marR="0" algn="l" rtl="0">
              <a:lnSpc>
                <a:spcPct val="100000"/>
              </a:lnSpc>
              <a:spcBef>
                <a:spcPts val="0"/>
              </a:spcBef>
              <a:spcAft>
                <a:spcPts val="0"/>
              </a:spcAft>
              <a:buNone/>
              <a:defRPr sz="1200" b="0" i="0" u="none" strike="noStrike" cap="none" baseline="0">
                <a:solidFill>
                  <a:schemeClr val="tx1">
                    <a:tint val="75000"/>
                  </a:schemeClr>
                </a:solidFill>
                <a:latin typeface="Arial"/>
                <a:ea typeface="Arial"/>
                <a:cs typeface="Arial"/>
                <a:sym typeface="Arial"/>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9pPr>
          </a:lstStyle>
          <a:p>
            <a:r>
              <a:rPr lang="en-US">
                <a:solidFill>
                  <a:schemeClr val="tx1">
                    <a:lumMod val="85000"/>
                    <a:lumOff val="15000"/>
                  </a:schemeClr>
                </a:solidFill>
              </a:rPr>
              <a:t>Your Date</a:t>
            </a:r>
          </a:p>
        </p:txBody>
      </p:sp>
      <p:sp>
        <p:nvSpPr>
          <p:cNvPr id="92" name="Slide Number Placeholder 5"/>
          <p:cNvSpPr>
            <a:spLocks noGrp="1"/>
          </p:cNvSpPr>
          <p:nvPr>
            <p:ph type="sldNum" sz="quarter" idx="12"/>
          </p:nvPr>
        </p:nvSpPr>
        <p:spPr>
          <a:xfrm>
            <a:off x="7010399" y="4767263"/>
            <a:ext cx="1882142" cy="274637"/>
          </a:xfrm>
        </p:spPr>
        <p:txBody>
          <a:bodyPr/>
          <a:lstStyle/>
          <a:p>
            <a:fld id="{1C0DB9A4-7C00-41BB-B303-4E91C20728DD}" type="slidenum">
              <a:rPr lang="en-US" smtClean="0"/>
              <a:pPr/>
              <a:t>‹#›</a:t>
            </a:fld>
            <a:endParaRPr lang="en-US"/>
          </a:p>
        </p:txBody>
      </p:sp>
    </p:spTree>
    <p:extLst>
      <p:ext uri="{BB962C8B-B14F-4D97-AF65-F5344CB8AC3E}">
        <p14:creationId xmlns:p14="http://schemas.microsoft.com/office/powerpoint/2010/main" val="41653085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200151"/>
            <a:ext cx="4038600" cy="33944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200151"/>
            <a:ext cx="4038600" cy="33944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9"/>
          <p:cNvSpPr>
            <a:spLocks noGrp="1"/>
          </p:cNvSpPr>
          <p:nvPr>
            <p:ph type="dt" sz="half" idx="10"/>
          </p:nvPr>
        </p:nvSpPr>
        <p:spPr>
          <a:xfrm>
            <a:off x="457200" y="4767263"/>
            <a:ext cx="2133600" cy="273844"/>
          </a:xfrm>
          <a:prstGeom prst="rect">
            <a:avLst/>
          </a:prstGeom>
        </p:spPr>
        <p:txBody>
          <a:bodyPr/>
          <a:lstStyle>
            <a:lvl1pPr>
              <a:defRPr/>
            </a:lvl1pPr>
          </a:lstStyle>
          <a:p>
            <a:pPr>
              <a:defRPr/>
            </a:pPr>
            <a:endParaRPr lang="en-US" dirty="0"/>
          </a:p>
        </p:txBody>
      </p:sp>
      <p:sp>
        <p:nvSpPr>
          <p:cNvPr id="6" name="Footer Placeholder 21"/>
          <p:cNvSpPr>
            <a:spLocks noGrp="1"/>
          </p:cNvSpPr>
          <p:nvPr>
            <p:ph type="ftr" sz="quarter" idx="11"/>
          </p:nvPr>
        </p:nvSpPr>
        <p:spPr>
          <a:xfrm>
            <a:off x="3124200" y="4767263"/>
            <a:ext cx="2895600" cy="273844"/>
          </a:xfrm>
          <a:prstGeom prst="rect">
            <a:avLst/>
          </a:prstGeom>
        </p:spPr>
        <p:txBody>
          <a:bodyPr/>
          <a:lstStyle>
            <a:lvl1pPr>
              <a:defRPr/>
            </a:lvl1pPr>
          </a:lstStyle>
          <a:p>
            <a:pPr>
              <a:defRPr/>
            </a:pPr>
            <a:endParaRPr lang="en-US" dirty="0"/>
          </a:p>
        </p:txBody>
      </p:sp>
      <p:sp>
        <p:nvSpPr>
          <p:cNvPr id="7" name="Slide Number Placeholder 17"/>
          <p:cNvSpPr>
            <a:spLocks noGrp="1"/>
          </p:cNvSpPr>
          <p:nvPr>
            <p:ph type="sldNum" sz="quarter" idx="12"/>
          </p:nvPr>
        </p:nvSpPr>
        <p:spPr/>
        <p:txBody>
          <a:bodyPr/>
          <a:lstStyle>
            <a:lvl1pPr>
              <a:defRPr/>
            </a:lvl1pPr>
          </a:lstStyle>
          <a:p>
            <a:pPr>
              <a:defRPr/>
            </a:pPr>
            <a:fld id="{5612BA31-4ADC-4EA2-9C08-0E0505B50D32}" type="slidenum">
              <a:rPr lang="en-US"/>
              <a:pPr>
                <a:defRPr/>
              </a:pPr>
              <a:t>‹#›</a:t>
            </a:fld>
            <a:endParaRPr lang="en-US" dirty="0"/>
          </a:p>
        </p:txBody>
      </p:sp>
    </p:spTree>
    <p:extLst>
      <p:ext uri="{BB962C8B-B14F-4D97-AF65-F5344CB8AC3E}">
        <p14:creationId xmlns:p14="http://schemas.microsoft.com/office/powerpoint/2010/main" val="39053137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457200" y="4767263"/>
            <a:ext cx="2133600" cy="273844"/>
          </a:xfrm>
          <a:prstGeom prst="rect">
            <a:avLst/>
          </a:prstGeom>
        </p:spPr>
        <p:txBody>
          <a:bodyPr/>
          <a:lstStyle>
            <a:lvl1pPr>
              <a:defRPr/>
            </a:lvl1pPr>
          </a:lstStyle>
          <a:p>
            <a:pPr>
              <a:defRPr/>
            </a:pPr>
            <a:fld id="{3ACFF109-4CB5-4AAD-95FA-C87EB3E04025}" type="datetimeFigureOut">
              <a:rPr lang="en-US" altLang="en-US"/>
              <a:pPr>
                <a:defRPr/>
              </a:pPr>
              <a:t>11/5/2020</a:t>
            </a:fld>
            <a:endParaRPr lang="en-US" altLang="en-US" dirty="0"/>
          </a:p>
        </p:txBody>
      </p:sp>
      <p:sp>
        <p:nvSpPr>
          <p:cNvPr id="6" name="Footer Placeholder 5"/>
          <p:cNvSpPr>
            <a:spLocks noGrp="1"/>
          </p:cNvSpPr>
          <p:nvPr>
            <p:ph type="ftr" sz="quarter" idx="11"/>
          </p:nvPr>
        </p:nvSpPr>
        <p:spPr>
          <a:xfrm>
            <a:off x="3124200" y="4767263"/>
            <a:ext cx="2895600" cy="273844"/>
          </a:xfrm>
          <a:prstGeom prst="rect">
            <a:avLst/>
          </a:prstGeom>
        </p:spPr>
        <p:txBody>
          <a:bodyPr/>
          <a:lstStyle>
            <a:lvl1pPr>
              <a:defRPr/>
            </a:lvl1pPr>
          </a:lstStyle>
          <a:p>
            <a:pPr>
              <a:defRPr/>
            </a:pPr>
            <a:endParaRPr lang="en-US" altLang="en-US" dirty="0"/>
          </a:p>
        </p:txBody>
      </p:sp>
      <p:sp>
        <p:nvSpPr>
          <p:cNvPr id="7" name="Slide Number Placeholder 6"/>
          <p:cNvSpPr>
            <a:spLocks noGrp="1"/>
          </p:cNvSpPr>
          <p:nvPr>
            <p:ph type="sldNum" sz="quarter" idx="12"/>
          </p:nvPr>
        </p:nvSpPr>
        <p:spPr/>
        <p:txBody>
          <a:bodyPr/>
          <a:lstStyle>
            <a:lvl1pPr>
              <a:defRPr/>
            </a:lvl1pPr>
          </a:lstStyle>
          <a:p>
            <a:pPr>
              <a:defRPr/>
            </a:pPr>
            <a:fld id="{A713CE82-7117-4891-B558-D1CF2158FB35}" type="slidenum">
              <a:rPr lang="en-US" altLang="en-US"/>
              <a:pPr>
                <a:defRPr/>
              </a:pPr>
              <a:t>‹#›</a:t>
            </a:fld>
            <a:endParaRPr lang="en-US" altLang="en-US" dirty="0"/>
          </a:p>
        </p:txBody>
      </p:sp>
    </p:spTree>
    <p:extLst>
      <p:ext uri="{BB962C8B-B14F-4D97-AF65-F5344CB8AC3E}">
        <p14:creationId xmlns:p14="http://schemas.microsoft.com/office/powerpoint/2010/main" val="533524804"/>
      </p:ext>
    </p:extLst>
  </p:cSld>
  <p:clrMapOvr>
    <a:masterClrMapping/>
  </p:clrMapOvr>
  <p:transition spd="slow">
    <p:zoom dir="in"/>
    <p:sndAc>
      <p:stSnd>
        <p:snd r:embed="rId1" name="chimes.wav"/>
      </p:stSnd>
    </p:sndAc>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fourObj">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457200" y="205978"/>
            <a:ext cx="8229600" cy="857250"/>
          </a:xfrm>
        </p:spPr>
        <p:txBody>
          <a:bodyPr/>
          <a:lstStyle/>
          <a:p>
            <a:r>
              <a:rPr lang="en-US" smtClean="0"/>
              <a:t>Click to edit Master title style</a:t>
            </a:r>
            <a:endParaRPr lang="en-US"/>
          </a:p>
        </p:txBody>
      </p:sp>
      <p:sp>
        <p:nvSpPr>
          <p:cNvPr id="3" name="Content Placeholder 2"/>
          <p:cNvSpPr>
            <a:spLocks noGrp="1"/>
          </p:cNvSpPr>
          <p:nvPr>
            <p:ph sz="quarter" idx="1"/>
          </p:nvPr>
        </p:nvSpPr>
        <p:spPr>
          <a:xfrm>
            <a:off x="457200" y="1200150"/>
            <a:ext cx="4038600" cy="1639491"/>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648200" y="1200150"/>
            <a:ext cx="4038600" cy="1639491"/>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457200" y="2953942"/>
            <a:ext cx="4038600" cy="1640681"/>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Content Placeholder 5"/>
          <p:cNvSpPr>
            <a:spLocks noGrp="1"/>
          </p:cNvSpPr>
          <p:nvPr>
            <p:ph sz="quarter" idx="4"/>
          </p:nvPr>
        </p:nvSpPr>
        <p:spPr>
          <a:xfrm>
            <a:off x="4648200" y="2953942"/>
            <a:ext cx="4038600" cy="1640681"/>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xfrm>
            <a:off x="457200" y="4767263"/>
            <a:ext cx="2133600" cy="273844"/>
          </a:xfrm>
          <a:prstGeom prst="rect">
            <a:avLst/>
          </a:prstGeom>
        </p:spPr>
        <p:txBody>
          <a:bodyPr/>
          <a:lstStyle>
            <a:lvl1pPr>
              <a:defRPr/>
            </a:lvl1pPr>
          </a:lstStyle>
          <a:p>
            <a:pPr>
              <a:defRPr/>
            </a:pPr>
            <a:endParaRPr lang="en-US" dirty="0"/>
          </a:p>
        </p:txBody>
      </p:sp>
      <p:sp>
        <p:nvSpPr>
          <p:cNvPr id="8" name="Rectangle 5"/>
          <p:cNvSpPr>
            <a:spLocks noGrp="1" noChangeArrowheads="1"/>
          </p:cNvSpPr>
          <p:nvPr>
            <p:ph type="ftr" sz="quarter" idx="11"/>
          </p:nvPr>
        </p:nvSpPr>
        <p:spPr>
          <a:xfrm>
            <a:off x="3124200" y="4767263"/>
            <a:ext cx="2895600" cy="273844"/>
          </a:xfrm>
          <a:prstGeom prst="rect">
            <a:avLst/>
          </a:prstGeom>
        </p:spPr>
        <p:txBody>
          <a:bodyPr/>
          <a:lstStyle>
            <a:lvl1pPr>
              <a:defRPr/>
            </a:lvl1pPr>
          </a:lstStyle>
          <a:p>
            <a:pPr>
              <a:defRPr/>
            </a:pPr>
            <a:endParaRPr lang="en-US" dirty="0"/>
          </a:p>
        </p:txBody>
      </p:sp>
      <p:sp>
        <p:nvSpPr>
          <p:cNvPr id="9" name="Rectangle 6"/>
          <p:cNvSpPr>
            <a:spLocks noGrp="1" noChangeArrowheads="1"/>
          </p:cNvSpPr>
          <p:nvPr>
            <p:ph type="sldNum" sz="quarter" idx="12"/>
          </p:nvPr>
        </p:nvSpPr>
        <p:spPr/>
        <p:txBody>
          <a:bodyPr/>
          <a:lstStyle>
            <a:lvl1pPr>
              <a:defRPr/>
            </a:lvl1pPr>
          </a:lstStyle>
          <a:p>
            <a:pPr>
              <a:defRPr/>
            </a:pPr>
            <a:fld id="{41EB2CD5-9D40-4DFB-8E5D-C6BF1A5B2BF1}" type="slidenum">
              <a:rPr lang="en-US"/>
              <a:pPr>
                <a:defRPr/>
              </a:pPr>
              <a:t>‹#›</a:t>
            </a:fld>
            <a:endParaRPr lang="en-US" dirty="0"/>
          </a:p>
        </p:txBody>
      </p:sp>
    </p:spTree>
    <p:extLst>
      <p:ext uri="{BB962C8B-B14F-4D97-AF65-F5344CB8AC3E}">
        <p14:creationId xmlns:p14="http://schemas.microsoft.com/office/powerpoint/2010/main" val="3183569369"/>
      </p:ext>
    </p:extLst>
  </p:cSld>
  <p:clrMapOvr>
    <a:masterClrMapping/>
  </p:clrMapOvr>
  <p:transition spd="slow">
    <p:zoom dir="in"/>
    <p:sndAc>
      <p:stSnd>
        <p:snd r:embed="rId1" name="chimes.wav"/>
      </p:stSnd>
    </p:sndAc>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a:xfrm>
            <a:off x="457200" y="4767263"/>
            <a:ext cx="2133600" cy="273844"/>
          </a:xfrm>
          <a:prstGeom prst="rect">
            <a:avLst/>
          </a:prstGeom>
        </p:spPr>
        <p:txBody>
          <a:bodyPr/>
          <a:lstStyle>
            <a:lvl1pPr>
              <a:defRPr/>
            </a:lvl1pPr>
          </a:lstStyle>
          <a:p>
            <a:pPr>
              <a:defRPr/>
            </a:pPr>
            <a:fld id="{F1C528EF-78D8-49A5-809B-2599B7DD834B}" type="datetimeFigureOut">
              <a:rPr lang="en-US" altLang="en-US"/>
              <a:pPr>
                <a:defRPr/>
              </a:pPr>
              <a:t>11/5/2020</a:t>
            </a:fld>
            <a:endParaRPr lang="en-US" altLang="en-US" dirty="0"/>
          </a:p>
        </p:txBody>
      </p:sp>
      <p:sp>
        <p:nvSpPr>
          <p:cNvPr id="5" name="Footer Placeholder 4"/>
          <p:cNvSpPr>
            <a:spLocks noGrp="1"/>
          </p:cNvSpPr>
          <p:nvPr>
            <p:ph type="ftr" sz="quarter" idx="11"/>
          </p:nvPr>
        </p:nvSpPr>
        <p:spPr>
          <a:xfrm>
            <a:off x="3124200" y="4767263"/>
            <a:ext cx="2895600" cy="273844"/>
          </a:xfrm>
          <a:prstGeom prst="rect">
            <a:avLst/>
          </a:prstGeom>
        </p:spPr>
        <p:txBody>
          <a:bodyPr/>
          <a:lstStyle>
            <a:lvl1pPr>
              <a:defRPr/>
            </a:lvl1pPr>
          </a:lstStyle>
          <a:p>
            <a:pPr>
              <a:defRPr/>
            </a:pPr>
            <a:endParaRPr lang="en-US" altLang="en-US" dirty="0"/>
          </a:p>
        </p:txBody>
      </p:sp>
      <p:sp>
        <p:nvSpPr>
          <p:cNvPr id="6" name="Slide Number Placeholder 5"/>
          <p:cNvSpPr>
            <a:spLocks noGrp="1"/>
          </p:cNvSpPr>
          <p:nvPr>
            <p:ph type="sldNum" sz="quarter" idx="12"/>
          </p:nvPr>
        </p:nvSpPr>
        <p:spPr/>
        <p:txBody>
          <a:bodyPr/>
          <a:lstStyle>
            <a:lvl1pPr>
              <a:defRPr/>
            </a:lvl1pPr>
          </a:lstStyle>
          <a:p>
            <a:pPr>
              <a:defRPr/>
            </a:pPr>
            <a:fld id="{5EEFA2A5-5979-48A6-9408-4607D4934BEB}" type="slidenum">
              <a:rPr lang="en-US" altLang="en-US"/>
              <a:pPr>
                <a:defRPr/>
              </a:pPr>
              <a:t>‹#›</a:t>
            </a:fld>
            <a:endParaRPr lang="en-US" altLang="en-US" dirty="0"/>
          </a:p>
        </p:txBody>
      </p:sp>
    </p:spTree>
    <p:extLst>
      <p:ext uri="{BB962C8B-B14F-4D97-AF65-F5344CB8AC3E}">
        <p14:creationId xmlns:p14="http://schemas.microsoft.com/office/powerpoint/2010/main" val="4260225600"/>
      </p:ext>
    </p:extLst>
  </p:cSld>
  <p:clrMapOvr>
    <a:masterClrMapping/>
  </p:clrMapOvr>
  <p:transition spd="slow">
    <p:zoom dir="in"/>
    <p:sndAc>
      <p:stSnd>
        <p:snd r:embed="rId1" name="chimes.wav"/>
      </p:stSnd>
    </p:sndAc>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21"/>
            <a:ext cx="7772400" cy="1102519"/>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pPr>
              <a:defRPr/>
            </a:pPr>
            <a:fld id="{F1C528EF-78D8-49A5-809B-2599B7DD834B}" type="datetimeFigureOut">
              <a:rPr lang="en-US" altLang="en-US" smtClean="0"/>
              <a:pPr>
                <a:defRPr/>
              </a:pPr>
              <a:t>11/5/2020</a:t>
            </a:fld>
            <a:endParaRPr lang="en-US" altLang="en-US" dirty="0"/>
          </a:p>
        </p:txBody>
      </p:sp>
      <p:sp>
        <p:nvSpPr>
          <p:cNvPr id="5" name="Footer Placeholder 4"/>
          <p:cNvSpPr>
            <a:spLocks noGrp="1"/>
          </p:cNvSpPr>
          <p:nvPr>
            <p:ph type="ftr" sz="quarter" idx="11"/>
          </p:nvPr>
        </p:nvSpPr>
        <p:spPr/>
        <p:txBody>
          <a:bodyPr/>
          <a:lstStyle/>
          <a:p>
            <a:pPr>
              <a:defRPr/>
            </a:pPr>
            <a:endParaRPr lang="en-US" altLang="en-US" dirty="0"/>
          </a:p>
        </p:txBody>
      </p:sp>
      <p:sp>
        <p:nvSpPr>
          <p:cNvPr id="6" name="Slide Number Placeholder 5"/>
          <p:cNvSpPr>
            <a:spLocks noGrp="1"/>
          </p:cNvSpPr>
          <p:nvPr>
            <p:ph type="sldNum" sz="quarter" idx="12"/>
          </p:nvPr>
        </p:nvSpPr>
        <p:spPr/>
        <p:txBody>
          <a:bodyPr/>
          <a:lstStyle/>
          <a:p>
            <a:pPr>
              <a:defRPr/>
            </a:pPr>
            <a:fld id="{5EEFA2A5-5979-48A6-9408-4607D4934BEB}" type="slidenum">
              <a:rPr lang="en-US" altLang="en-US" smtClean="0"/>
              <a:pPr>
                <a:defRPr/>
              </a:pPr>
              <a:t>‹#›</a:t>
            </a:fld>
            <a:endParaRPr lang="en-US" altLang="en-US" dirty="0"/>
          </a:p>
        </p:txBody>
      </p:sp>
    </p:spTree>
  </p:cSld>
  <p:clrMapOvr>
    <a:masterClrMapping/>
  </p:clrMapOvr>
  <p:transition spd="slow">
    <p:zoom dir="in"/>
    <p:sndAc>
      <p:stSnd>
        <p:snd r:embed="rId1" name="chimes.wav"/>
      </p:stSnd>
    </p:sndAc>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066F904-6908-47EE-B819-29E203796890}" type="datetimeFigureOut">
              <a:rPr lang="en-US" smtClean="0"/>
              <a:pPr/>
              <a:t>11/5/2020</a:t>
            </a:fld>
            <a:endParaRPr lang="en-US"/>
          </a:p>
        </p:txBody>
      </p:sp>
      <p:sp>
        <p:nvSpPr>
          <p:cNvPr id="5" name="Footer Placeholder 4"/>
          <p:cNvSpPr>
            <a:spLocks noGrp="1"/>
          </p:cNvSpPr>
          <p:nvPr>
            <p:ph type="ftr" sz="quarter" idx="11"/>
          </p:nvPr>
        </p:nvSpPr>
        <p:spPr/>
        <p:txBody>
          <a:bodyPr/>
          <a:lstStyle/>
          <a:p>
            <a:r>
              <a:rPr lang="en-US" smtClean="0">
                <a:solidFill>
                  <a:prstClr val="white">
                    <a:lumMod val="65000"/>
                  </a:prstClr>
                </a:solidFill>
              </a:rPr>
              <a:t>Your Footer Here</a:t>
            </a:r>
            <a:endParaRPr lang="en-US">
              <a:solidFill>
                <a:prstClr val="white">
                  <a:lumMod val="65000"/>
                </a:prstClr>
              </a:solidFill>
            </a:endParaRPr>
          </a:p>
        </p:txBody>
      </p:sp>
      <p:sp>
        <p:nvSpPr>
          <p:cNvPr id="6" name="Slide Number Placeholder 5"/>
          <p:cNvSpPr>
            <a:spLocks noGrp="1"/>
          </p:cNvSpPr>
          <p:nvPr>
            <p:ph type="sldNum" sz="quarter" idx="12"/>
          </p:nvPr>
        </p:nvSpPr>
        <p:spPr/>
        <p:txBody>
          <a:bodyPr/>
          <a:lstStyle/>
          <a:p>
            <a:fld id="{1C0DB9A4-7C00-41BB-B303-4E91C20728DD}" type="slidenum">
              <a:rPr lang="en-US" smtClean="0"/>
              <a:pPr/>
              <a:t>‹#›</a:t>
            </a:fld>
            <a:endParaRPr lang="en-US"/>
          </a:p>
        </p:txBody>
      </p:sp>
      <p:sp>
        <p:nvSpPr>
          <p:cNvPr id="7" name="Content Placeholder 2"/>
          <p:cNvSpPr>
            <a:spLocks noGrp="1"/>
          </p:cNvSpPr>
          <p:nvPr>
            <p:ph idx="1"/>
          </p:nvPr>
        </p:nvSpPr>
        <p:spPr>
          <a:xfrm>
            <a:off x="3182113" y="1028634"/>
            <a:ext cx="5710428" cy="3636236"/>
          </a:xfrm>
        </p:spPr>
        <p:txBody>
          <a:bodyPr/>
          <a:lstStyle>
            <a:lvl1pPr>
              <a:defRPr>
                <a:solidFill>
                  <a:schemeClr val="tx1">
                    <a:lumMod val="85000"/>
                    <a:lumOff val="15000"/>
                  </a:schemeClr>
                </a:solidFill>
              </a:defRPr>
            </a:lvl1pPr>
            <a:lvl2pPr>
              <a:defRPr>
                <a:solidFill>
                  <a:schemeClr val="tx1">
                    <a:lumMod val="85000"/>
                    <a:lumOff val="15000"/>
                  </a:schemeClr>
                </a:solidFill>
              </a:defRPr>
            </a:lvl2pPr>
            <a:lvl3pPr>
              <a:defRPr>
                <a:solidFill>
                  <a:schemeClr val="tx1">
                    <a:lumMod val="85000"/>
                    <a:lumOff val="15000"/>
                  </a:schemeClr>
                </a:solidFill>
              </a:defRPr>
            </a:lvl3pPr>
            <a:lvl4pPr>
              <a:defRPr>
                <a:solidFill>
                  <a:schemeClr val="tx1">
                    <a:lumMod val="85000"/>
                    <a:lumOff val="15000"/>
                  </a:schemeClr>
                </a:solidFill>
              </a:defRPr>
            </a:lvl4pPr>
            <a:lvl5pPr>
              <a:defRPr>
                <a:solidFill>
                  <a:schemeClr val="tx1">
                    <a:lumMod val="85000"/>
                    <a:lumOff val="1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8" name="Group 7"/>
          <p:cNvGrpSpPr/>
          <p:nvPr userDrawn="1"/>
        </p:nvGrpSpPr>
        <p:grpSpPr>
          <a:xfrm>
            <a:off x="-1" y="0"/>
            <a:ext cx="3186685" cy="5143500"/>
            <a:chOff x="3022600" y="2667000"/>
            <a:chExt cx="1106488" cy="1785938"/>
          </a:xfrm>
        </p:grpSpPr>
        <p:sp>
          <p:nvSpPr>
            <p:cNvPr id="9" name="Freeform 382"/>
            <p:cNvSpPr>
              <a:spLocks/>
            </p:cNvSpPr>
            <p:nvPr userDrawn="1"/>
          </p:nvSpPr>
          <p:spPr bwMode="auto">
            <a:xfrm>
              <a:off x="3022600" y="4006850"/>
              <a:ext cx="550863" cy="446088"/>
            </a:xfrm>
            <a:custGeom>
              <a:avLst/>
              <a:gdLst>
                <a:gd name="T0" fmla="*/ 344 w 693"/>
                <a:gd name="T1" fmla="*/ 0 h 561"/>
                <a:gd name="T2" fmla="*/ 519 w 693"/>
                <a:gd name="T3" fmla="*/ 280 h 561"/>
                <a:gd name="T4" fmla="*/ 693 w 693"/>
                <a:gd name="T5" fmla="*/ 561 h 561"/>
                <a:gd name="T6" fmla="*/ 0 w 693"/>
                <a:gd name="T7" fmla="*/ 561 h 561"/>
                <a:gd name="T8" fmla="*/ 0 w 693"/>
                <a:gd name="T9" fmla="*/ 551 h 561"/>
                <a:gd name="T10" fmla="*/ 167 w 693"/>
                <a:gd name="T11" fmla="*/ 280 h 561"/>
                <a:gd name="T12" fmla="*/ 344 w 693"/>
                <a:gd name="T13" fmla="*/ 0 h 561"/>
              </a:gdLst>
              <a:ahLst/>
              <a:cxnLst>
                <a:cxn ang="0">
                  <a:pos x="T0" y="T1"/>
                </a:cxn>
                <a:cxn ang="0">
                  <a:pos x="T2" y="T3"/>
                </a:cxn>
                <a:cxn ang="0">
                  <a:pos x="T4" y="T5"/>
                </a:cxn>
                <a:cxn ang="0">
                  <a:pos x="T6" y="T7"/>
                </a:cxn>
                <a:cxn ang="0">
                  <a:pos x="T8" y="T9"/>
                </a:cxn>
                <a:cxn ang="0">
                  <a:pos x="T10" y="T11"/>
                </a:cxn>
                <a:cxn ang="0">
                  <a:pos x="T12" y="T13"/>
                </a:cxn>
              </a:cxnLst>
              <a:rect l="0" t="0" r="r" b="b"/>
              <a:pathLst>
                <a:path w="693" h="561">
                  <a:moveTo>
                    <a:pt x="344" y="0"/>
                  </a:moveTo>
                  <a:lnTo>
                    <a:pt x="519" y="280"/>
                  </a:lnTo>
                  <a:lnTo>
                    <a:pt x="693" y="561"/>
                  </a:lnTo>
                  <a:lnTo>
                    <a:pt x="0" y="561"/>
                  </a:lnTo>
                  <a:lnTo>
                    <a:pt x="0" y="551"/>
                  </a:lnTo>
                  <a:lnTo>
                    <a:pt x="167" y="280"/>
                  </a:lnTo>
                  <a:lnTo>
                    <a:pt x="344" y="0"/>
                  </a:lnTo>
                  <a:close/>
                </a:path>
              </a:pathLst>
            </a:custGeom>
            <a:solidFill>
              <a:srgbClr val="E890FF"/>
            </a:solidFill>
            <a:ln w="0">
              <a:solidFill>
                <a:srgbClr val="E890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383"/>
            <p:cNvSpPr>
              <a:spLocks/>
            </p:cNvSpPr>
            <p:nvPr userDrawn="1"/>
          </p:nvSpPr>
          <p:spPr bwMode="auto">
            <a:xfrm>
              <a:off x="3573463" y="4006850"/>
              <a:ext cx="555625" cy="446088"/>
            </a:xfrm>
            <a:custGeom>
              <a:avLst/>
              <a:gdLst>
                <a:gd name="T0" fmla="*/ 350 w 701"/>
                <a:gd name="T1" fmla="*/ 0 h 561"/>
                <a:gd name="T2" fmla="*/ 701 w 701"/>
                <a:gd name="T3" fmla="*/ 561 h 561"/>
                <a:gd name="T4" fmla="*/ 0 w 701"/>
                <a:gd name="T5" fmla="*/ 561 h 561"/>
                <a:gd name="T6" fmla="*/ 175 w 701"/>
                <a:gd name="T7" fmla="*/ 280 h 561"/>
                <a:gd name="T8" fmla="*/ 350 w 701"/>
                <a:gd name="T9" fmla="*/ 0 h 561"/>
              </a:gdLst>
              <a:ahLst/>
              <a:cxnLst>
                <a:cxn ang="0">
                  <a:pos x="T0" y="T1"/>
                </a:cxn>
                <a:cxn ang="0">
                  <a:pos x="T2" y="T3"/>
                </a:cxn>
                <a:cxn ang="0">
                  <a:pos x="T4" y="T5"/>
                </a:cxn>
                <a:cxn ang="0">
                  <a:pos x="T6" y="T7"/>
                </a:cxn>
                <a:cxn ang="0">
                  <a:pos x="T8" y="T9"/>
                </a:cxn>
              </a:cxnLst>
              <a:rect l="0" t="0" r="r" b="b"/>
              <a:pathLst>
                <a:path w="701" h="561">
                  <a:moveTo>
                    <a:pt x="350" y="0"/>
                  </a:moveTo>
                  <a:lnTo>
                    <a:pt x="701" y="561"/>
                  </a:lnTo>
                  <a:lnTo>
                    <a:pt x="0" y="561"/>
                  </a:lnTo>
                  <a:lnTo>
                    <a:pt x="175" y="280"/>
                  </a:lnTo>
                  <a:lnTo>
                    <a:pt x="350" y="0"/>
                  </a:lnTo>
                  <a:close/>
                </a:path>
              </a:pathLst>
            </a:custGeom>
            <a:solidFill>
              <a:srgbClr val="FABDA7"/>
            </a:solidFill>
            <a:ln w="0">
              <a:solidFill>
                <a:srgbClr val="FABDA7"/>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384"/>
            <p:cNvSpPr>
              <a:spLocks/>
            </p:cNvSpPr>
            <p:nvPr userDrawn="1"/>
          </p:nvSpPr>
          <p:spPr bwMode="auto">
            <a:xfrm>
              <a:off x="3022600" y="4006850"/>
              <a:ext cx="273050" cy="438150"/>
            </a:xfrm>
            <a:custGeom>
              <a:avLst/>
              <a:gdLst>
                <a:gd name="T0" fmla="*/ 0 w 344"/>
                <a:gd name="T1" fmla="*/ 0 h 551"/>
                <a:gd name="T2" fmla="*/ 344 w 344"/>
                <a:gd name="T3" fmla="*/ 0 h 551"/>
                <a:gd name="T4" fmla="*/ 167 w 344"/>
                <a:gd name="T5" fmla="*/ 280 h 551"/>
                <a:gd name="T6" fmla="*/ 0 w 344"/>
                <a:gd name="T7" fmla="*/ 551 h 551"/>
                <a:gd name="T8" fmla="*/ 0 w 344"/>
                <a:gd name="T9" fmla="*/ 0 h 551"/>
              </a:gdLst>
              <a:ahLst/>
              <a:cxnLst>
                <a:cxn ang="0">
                  <a:pos x="T0" y="T1"/>
                </a:cxn>
                <a:cxn ang="0">
                  <a:pos x="T2" y="T3"/>
                </a:cxn>
                <a:cxn ang="0">
                  <a:pos x="T4" y="T5"/>
                </a:cxn>
                <a:cxn ang="0">
                  <a:pos x="T6" y="T7"/>
                </a:cxn>
                <a:cxn ang="0">
                  <a:pos x="T8" y="T9"/>
                </a:cxn>
              </a:cxnLst>
              <a:rect l="0" t="0" r="r" b="b"/>
              <a:pathLst>
                <a:path w="344" h="551">
                  <a:moveTo>
                    <a:pt x="0" y="0"/>
                  </a:moveTo>
                  <a:lnTo>
                    <a:pt x="344" y="0"/>
                  </a:lnTo>
                  <a:lnTo>
                    <a:pt x="167" y="280"/>
                  </a:lnTo>
                  <a:lnTo>
                    <a:pt x="0" y="551"/>
                  </a:lnTo>
                  <a:lnTo>
                    <a:pt x="0" y="0"/>
                  </a:lnTo>
                  <a:close/>
                </a:path>
              </a:pathLst>
            </a:custGeom>
            <a:solidFill>
              <a:srgbClr val="DA68FF"/>
            </a:solidFill>
            <a:ln w="0">
              <a:solidFill>
                <a:srgbClr val="DA68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385"/>
            <p:cNvSpPr>
              <a:spLocks/>
            </p:cNvSpPr>
            <p:nvPr userDrawn="1"/>
          </p:nvSpPr>
          <p:spPr bwMode="auto">
            <a:xfrm>
              <a:off x="3295650" y="4006850"/>
              <a:ext cx="554038" cy="446088"/>
            </a:xfrm>
            <a:custGeom>
              <a:avLst/>
              <a:gdLst>
                <a:gd name="T0" fmla="*/ 0 w 699"/>
                <a:gd name="T1" fmla="*/ 0 h 561"/>
                <a:gd name="T2" fmla="*/ 699 w 699"/>
                <a:gd name="T3" fmla="*/ 0 h 561"/>
                <a:gd name="T4" fmla="*/ 524 w 699"/>
                <a:gd name="T5" fmla="*/ 280 h 561"/>
                <a:gd name="T6" fmla="*/ 349 w 699"/>
                <a:gd name="T7" fmla="*/ 561 h 561"/>
                <a:gd name="T8" fmla="*/ 349 w 699"/>
                <a:gd name="T9" fmla="*/ 561 h 561"/>
                <a:gd name="T10" fmla="*/ 175 w 699"/>
                <a:gd name="T11" fmla="*/ 280 h 561"/>
                <a:gd name="T12" fmla="*/ 0 w 699"/>
                <a:gd name="T13" fmla="*/ 0 h 561"/>
              </a:gdLst>
              <a:ahLst/>
              <a:cxnLst>
                <a:cxn ang="0">
                  <a:pos x="T0" y="T1"/>
                </a:cxn>
                <a:cxn ang="0">
                  <a:pos x="T2" y="T3"/>
                </a:cxn>
                <a:cxn ang="0">
                  <a:pos x="T4" y="T5"/>
                </a:cxn>
                <a:cxn ang="0">
                  <a:pos x="T6" y="T7"/>
                </a:cxn>
                <a:cxn ang="0">
                  <a:pos x="T8" y="T9"/>
                </a:cxn>
                <a:cxn ang="0">
                  <a:pos x="T10" y="T11"/>
                </a:cxn>
                <a:cxn ang="0">
                  <a:pos x="T12" y="T13"/>
                </a:cxn>
              </a:cxnLst>
              <a:rect l="0" t="0" r="r" b="b"/>
              <a:pathLst>
                <a:path w="699" h="561">
                  <a:moveTo>
                    <a:pt x="0" y="0"/>
                  </a:moveTo>
                  <a:lnTo>
                    <a:pt x="699" y="0"/>
                  </a:lnTo>
                  <a:lnTo>
                    <a:pt x="524" y="280"/>
                  </a:lnTo>
                  <a:lnTo>
                    <a:pt x="349" y="561"/>
                  </a:lnTo>
                  <a:lnTo>
                    <a:pt x="349" y="561"/>
                  </a:lnTo>
                  <a:lnTo>
                    <a:pt x="175" y="280"/>
                  </a:lnTo>
                  <a:lnTo>
                    <a:pt x="0" y="0"/>
                  </a:lnTo>
                  <a:close/>
                </a:path>
              </a:pathLst>
            </a:custGeom>
            <a:solidFill>
              <a:srgbClr val="FC967A"/>
            </a:solidFill>
            <a:ln w="0">
              <a:solidFill>
                <a:srgbClr val="FC967A"/>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386"/>
            <p:cNvSpPr>
              <a:spLocks/>
            </p:cNvSpPr>
            <p:nvPr userDrawn="1"/>
          </p:nvSpPr>
          <p:spPr bwMode="auto">
            <a:xfrm>
              <a:off x="3022600" y="3559175"/>
              <a:ext cx="550863" cy="447675"/>
            </a:xfrm>
            <a:custGeom>
              <a:avLst/>
              <a:gdLst>
                <a:gd name="T0" fmla="*/ 0 w 693"/>
                <a:gd name="T1" fmla="*/ 0 h 564"/>
                <a:gd name="T2" fmla="*/ 693 w 693"/>
                <a:gd name="T3" fmla="*/ 0 h 564"/>
                <a:gd name="T4" fmla="*/ 519 w 693"/>
                <a:gd name="T5" fmla="*/ 283 h 564"/>
                <a:gd name="T6" fmla="*/ 344 w 693"/>
                <a:gd name="T7" fmla="*/ 564 h 564"/>
                <a:gd name="T8" fmla="*/ 167 w 693"/>
                <a:gd name="T9" fmla="*/ 283 h 564"/>
                <a:gd name="T10" fmla="*/ 0 w 693"/>
                <a:gd name="T11" fmla="*/ 12 h 564"/>
                <a:gd name="T12" fmla="*/ 0 w 693"/>
                <a:gd name="T13" fmla="*/ 0 h 564"/>
              </a:gdLst>
              <a:ahLst/>
              <a:cxnLst>
                <a:cxn ang="0">
                  <a:pos x="T0" y="T1"/>
                </a:cxn>
                <a:cxn ang="0">
                  <a:pos x="T2" y="T3"/>
                </a:cxn>
                <a:cxn ang="0">
                  <a:pos x="T4" y="T5"/>
                </a:cxn>
                <a:cxn ang="0">
                  <a:pos x="T6" y="T7"/>
                </a:cxn>
                <a:cxn ang="0">
                  <a:pos x="T8" y="T9"/>
                </a:cxn>
                <a:cxn ang="0">
                  <a:pos x="T10" y="T11"/>
                </a:cxn>
                <a:cxn ang="0">
                  <a:pos x="T12" y="T13"/>
                </a:cxn>
              </a:cxnLst>
              <a:rect l="0" t="0" r="r" b="b"/>
              <a:pathLst>
                <a:path w="693" h="564">
                  <a:moveTo>
                    <a:pt x="0" y="0"/>
                  </a:moveTo>
                  <a:lnTo>
                    <a:pt x="693" y="0"/>
                  </a:lnTo>
                  <a:lnTo>
                    <a:pt x="519" y="283"/>
                  </a:lnTo>
                  <a:lnTo>
                    <a:pt x="344" y="564"/>
                  </a:lnTo>
                  <a:lnTo>
                    <a:pt x="167" y="283"/>
                  </a:lnTo>
                  <a:lnTo>
                    <a:pt x="0" y="12"/>
                  </a:lnTo>
                  <a:lnTo>
                    <a:pt x="0" y="0"/>
                  </a:lnTo>
                  <a:close/>
                </a:path>
              </a:pathLst>
            </a:custGeom>
            <a:solidFill>
              <a:srgbClr val="FDA687"/>
            </a:solidFill>
            <a:ln w="0">
              <a:solidFill>
                <a:srgbClr val="FDA687"/>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387"/>
            <p:cNvSpPr>
              <a:spLocks/>
            </p:cNvSpPr>
            <p:nvPr userDrawn="1"/>
          </p:nvSpPr>
          <p:spPr bwMode="auto">
            <a:xfrm>
              <a:off x="3022600" y="3568700"/>
              <a:ext cx="273050" cy="438150"/>
            </a:xfrm>
            <a:custGeom>
              <a:avLst/>
              <a:gdLst>
                <a:gd name="T0" fmla="*/ 0 w 344"/>
                <a:gd name="T1" fmla="*/ 0 h 552"/>
                <a:gd name="T2" fmla="*/ 167 w 344"/>
                <a:gd name="T3" fmla="*/ 271 h 552"/>
                <a:gd name="T4" fmla="*/ 344 w 344"/>
                <a:gd name="T5" fmla="*/ 552 h 552"/>
                <a:gd name="T6" fmla="*/ 0 w 344"/>
                <a:gd name="T7" fmla="*/ 552 h 552"/>
                <a:gd name="T8" fmla="*/ 0 w 344"/>
                <a:gd name="T9" fmla="*/ 0 h 552"/>
              </a:gdLst>
              <a:ahLst/>
              <a:cxnLst>
                <a:cxn ang="0">
                  <a:pos x="T0" y="T1"/>
                </a:cxn>
                <a:cxn ang="0">
                  <a:pos x="T2" y="T3"/>
                </a:cxn>
                <a:cxn ang="0">
                  <a:pos x="T4" y="T5"/>
                </a:cxn>
                <a:cxn ang="0">
                  <a:pos x="T6" y="T7"/>
                </a:cxn>
                <a:cxn ang="0">
                  <a:pos x="T8" y="T9"/>
                </a:cxn>
              </a:cxnLst>
              <a:rect l="0" t="0" r="r" b="b"/>
              <a:pathLst>
                <a:path w="344" h="552">
                  <a:moveTo>
                    <a:pt x="0" y="0"/>
                  </a:moveTo>
                  <a:lnTo>
                    <a:pt x="167" y="271"/>
                  </a:lnTo>
                  <a:lnTo>
                    <a:pt x="344" y="552"/>
                  </a:lnTo>
                  <a:lnTo>
                    <a:pt x="0" y="552"/>
                  </a:lnTo>
                  <a:lnTo>
                    <a:pt x="0" y="0"/>
                  </a:lnTo>
                  <a:close/>
                </a:path>
              </a:pathLst>
            </a:custGeom>
            <a:solidFill>
              <a:srgbClr val="BF45F5"/>
            </a:solidFill>
            <a:ln w="0">
              <a:solidFill>
                <a:srgbClr val="BF45F5"/>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5" name="Freeform 388"/>
            <p:cNvSpPr>
              <a:spLocks/>
            </p:cNvSpPr>
            <p:nvPr userDrawn="1"/>
          </p:nvSpPr>
          <p:spPr bwMode="auto">
            <a:xfrm>
              <a:off x="3295650" y="3559175"/>
              <a:ext cx="554038" cy="447675"/>
            </a:xfrm>
            <a:custGeom>
              <a:avLst/>
              <a:gdLst>
                <a:gd name="T0" fmla="*/ 349 w 699"/>
                <a:gd name="T1" fmla="*/ 0 h 564"/>
                <a:gd name="T2" fmla="*/ 524 w 699"/>
                <a:gd name="T3" fmla="*/ 283 h 564"/>
                <a:gd name="T4" fmla="*/ 699 w 699"/>
                <a:gd name="T5" fmla="*/ 564 h 564"/>
                <a:gd name="T6" fmla="*/ 0 w 699"/>
                <a:gd name="T7" fmla="*/ 564 h 564"/>
                <a:gd name="T8" fmla="*/ 349 w 699"/>
                <a:gd name="T9" fmla="*/ 0 h 564"/>
              </a:gdLst>
              <a:ahLst/>
              <a:cxnLst>
                <a:cxn ang="0">
                  <a:pos x="T0" y="T1"/>
                </a:cxn>
                <a:cxn ang="0">
                  <a:pos x="T2" y="T3"/>
                </a:cxn>
                <a:cxn ang="0">
                  <a:pos x="T4" y="T5"/>
                </a:cxn>
                <a:cxn ang="0">
                  <a:pos x="T6" y="T7"/>
                </a:cxn>
                <a:cxn ang="0">
                  <a:pos x="T8" y="T9"/>
                </a:cxn>
              </a:cxnLst>
              <a:rect l="0" t="0" r="r" b="b"/>
              <a:pathLst>
                <a:path w="699" h="564">
                  <a:moveTo>
                    <a:pt x="349" y="0"/>
                  </a:moveTo>
                  <a:lnTo>
                    <a:pt x="524" y="283"/>
                  </a:lnTo>
                  <a:lnTo>
                    <a:pt x="699" y="564"/>
                  </a:lnTo>
                  <a:lnTo>
                    <a:pt x="0" y="564"/>
                  </a:lnTo>
                  <a:lnTo>
                    <a:pt x="349" y="0"/>
                  </a:lnTo>
                  <a:close/>
                </a:path>
              </a:pathLst>
            </a:custGeom>
            <a:solidFill>
              <a:srgbClr val="FABDA7"/>
            </a:solidFill>
            <a:ln w="0">
              <a:solidFill>
                <a:srgbClr val="FABDA7"/>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 name="Freeform 389"/>
            <p:cNvSpPr>
              <a:spLocks/>
            </p:cNvSpPr>
            <p:nvPr userDrawn="1"/>
          </p:nvSpPr>
          <p:spPr bwMode="auto">
            <a:xfrm>
              <a:off x="3022600" y="3113088"/>
              <a:ext cx="550863" cy="446088"/>
            </a:xfrm>
            <a:custGeom>
              <a:avLst/>
              <a:gdLst>
                <a:gd name="T0" fmla="*/ 344 w 693"/>
                <a:gd name="T1" fmla="*/ 0 h 564"/>
                <a:gd name="T2" fmla="*/ 519 w 693"/>
                <a:gd name="T3" fmla="*/ 283 h 564"/>
                <a:gd name="T4" fmla="*/ 693 w 693"/>
                <a:gd name="T5" fmla="*/ 564 h 564"/>
                <a:gd name="T6" fmla="*/ 0 w 693"/>
                <a:gd name="T7" fmla="*/ 564 h 564"/>
                <a:gd name="T8" fmla="*/ 0 w 693"/>
                <a:gd name="T9" fmla="*/ 554 h 564"/>
                <a:gd name="T10" fmla="*/ 167 w 693"/>
                <a:gd name="T11" fmla="*/ 283 h 564"/>
                <a:gd name="T12" fmla="*/ 344 w 693"/>
                <a:gd name="T13" fmla="*/ 0 h 564"/>
              </a:gdLst>
              <a:ahLst/>
              <a:cxnLst>
                <a:cxn ang="0">
                  <a:pos x="T0" y="T1"/>
                </a:cxn>
                <a:cxn ang="0">
                  <a:pos x="T2" y="T3"/>
                </a:cxn>
                <a:cxn ang="0">
                  <a:pos x="T4" y="T5"/>
                </a:cxn>
                <a:cxn ang="0">
                  <a:pos x="T6" y="T7"/>
                </a:cxn>
                <a:cxn ang="0">
                  <a:pos x="T8" y="T9"/>
                </a:cxn>
                <a:cxn ang="0">
                  <a:pos x="T10" y="T11"/>
                </a:cxn>
                <a:cxn ang="0">
                  <a:pos x="T12" y="T13"/>
                </a:cxn>
              </a:cxnLst>
              <a:rect l="0" t="0" r="r" b="b"/>
              <a:pathLst>
                <a:path w="693" h="564">
                  <a:moveTo>
                    <a:pt x="344" y="0"/>
                  </a:moveTo>
                  <a:lnTo>
                    <a:pt x="519" y="283"/>
                  </a:lnTo>
                  <a:lnTo>
                    <a:pt x="693" y="564"/>
                  </a:lnTo>
                  <a:lnTo>
                    <a:pt x="0" y="564"/>
                  </a:lnTo>
                  <a:lnTo>
                    <a:pt x="0" y="554"/>
                  </a:lnTo>
                  <a:lnTo>
                    <a:pt x="167" y="283"/>
                  </a:lnTo>
                  <a:lnTo>
                    <a:pt x="344" y="0"/>
                  </a:lnTo>
                  <a:close/>
                </a:path>
              </a:pathLst>
            </a:custGeom>
            <a:solidFill>
              <a:srgbClr val="FC967A"/>
            </a:solidFill>
            <a:ln w="0">
              <a:solidFill>
                <a:srgbClr val="FC967A"/>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390"/>
            <p:cNvSpPr>
              <a:spLocks/>
            </p:cNvSpPr>
            <p:nvPr userDrawn="1"/>
          </p:nvSpPr>
          <p:spPr bwMode="auto">
            <a:xfrm>
              <a:off x="3022600" y="3113088"/>
              <a:ext cx="273050" cy="439738"/>
            </a:xfrm>
            <a:custGeom>
              <a:avLst/>
              <a:gdLst>
                <a:gd name="T0" fmla="*/ 0 w 344"/>
                <a:gd name="T1" fmla="*/ 0 h 554"/>
                <a:gd name="T2" fmla="*/ 344 w 344"/>
                <a:gd name="T3" fmla="*/ 0 h 554"/>
                <a:gd name="T4" fmla="*/ 167 w 344"/>
                <a:gd name="T5" fmla="*/ 283 h 554"/>
                <a:gd name="T6" fmla="*/ 0 w 344"/>
                <a:gd name="T7" fmla="*/ 554 h 554"/>
                <a:gd name="T8" fmla="*/ 0 w 344"/>
                <a:gd name="T9" fmla="*/ 0 h 554"/>
              </a:gdLst>
              <a:ahLst/>
              <a:cxnLst>
                <a:cxn ang="0">
                  <a:pos x="T0" y="T1"/>
                </a:cxn>
                <a:cxn ang="0">
                  <a:pos x="T2" y="T3"/>
                </a:cxn>
                <a:cxn ang="0">
                  <a:pos x="T4" y="T5"/>
                </a:cxn>
                <a:cxn ang="0">
                  <a:pos x="T6" y="T7"/>
                </a:cxn>
                <a:cxn ang="0">
                  <a:pos x="T8" y="T9"/>
                </a:cxn>
              </a:cxnLst>
              <a:rect l="0" t="0" r="r" b="b"/>
              <a:pathLst>
                <a:path w="344" h="554">
                  <a:moveTo>
                    <a:pt x="0" y="0"/>
                  </a:moveTo>
                  <a:lnTo>
                    <a:pt x="344" y="0"/>
                  </a:lnTo>
                  <a:lnTo>
                    <a:pt x="167" y="283"/>
                  </a:lnTo>
                  <a:lnTo>
                    <a:pt x="0" y="554"/>
                  </a:lnTo>
                  <a:lnTo>
                    <a:pt x="0" y="0"/>
                  </a:lnTo>
                  <a:close/>
                </a:path>
              </a:pathLst>
            </a:custGeom>
            <a:solidFill>
              <a:srgbClr val="CF6AEA"/>
            </a:solidFill>
            <a:ln w="0">
              <a:solidFill>
                <a:srgbClr val="CF6AEA"/>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391"/>
            <p:cNvSpPr>
              <a:spLocks/>
            </p:cNvSpPr>
            <p:nvPr userDrawn="1"/>
          </p:nvSpPr>
          <p:spPr bwMode="auto">
            <a:xfrm>
              <a:off x="3295650" y="3113088"/>
              <a:ext cx="554038" cy="446088"/>
            </a:xfrm>
            <a:custGeom>
              <a:avLst/>
              <a:gdLst>
                <a:gd name="T0" fmla="*/ 0 w 699"/>
                <a:gd name="T1" fmla="*/ 0 h 564"/>
                <a:gd name="T2" fmla="*/ 699 w 699"/>
                <a:gd name="T3" fmla="*/ 0 h 564"/>
                <a:gd name="T4" fmla="*/ 524 w 699"/>
                <a:gd name="T5" fmla="*/ 283 h 564"/>
                <a:gd name="T6" fmla="*/ 349 w 699"/>
                <a:gd name="T7" fmla="*/ 564 h 564"/>
                <a:gd name="T8" fmla="*/ 175 w 699"/>
                <a:gd name="T9" fmla="*/ 283 h 564"/>
                <a:gd name="T10" fmla="*/ 0 w 699"/>
                <a:gd name="T11" fmla="*/ 0 h 564"/>
              </a:gdLst>
              <a:ahLst/>
              <a:cxnLst>
                <a:cxn ang="0">
                  <a:pos x="T0" y="T1"/>
                </a:cxn>
                <a:cxn ang="0">
                  <a:pos x="T2" y="T3"/>
                </a:cxn>
                <a:cxn ang="0">
                  <a:pos x="T4" y="T5"/>
                </a:cxn>
                <a:cxn ang="0">
                  <a:pos x="T6" y="T7"/>
                </a:cxn>
                <a:cxn ang="0">
                  <a:pos x="T8" y="T9"/>
                </a:cxn>
                <a:cxn ang="0">
                  <a:pos x="T10" y="T11"/>
                </a:cxn>
              </a:cxnLst>
              <a:rect l="0" t="0" r="r" b="b"/>
              <a:pathLst>
                <a:path w="699" h="564">
                  <a:moveTo>
                    <a:pt x="0" y="0"/>
                  </a:moveTo>
                  <a:lnTo>
                    <a:pt x="699" y="0"/>
                  </a:lnTo>
                  <a:lnTo>
                    <a:pt x="524" y="283"/>
                  </a:lnTo>
                  <a:lnTo>
                    <a:pt x="349" y="564"/>
                  </a:lnTo>
                  <a:lnTo>
                    <a:pt x="175" y="283"/>
                  </a:lnTo>
                  <a:lnTo>
                    <a:pt x="0" y="0"/>
                  </a:lnTo>
                  <a:close/>
                </a:path>
              </a:pathLst>
            </a:custGeom>
            <a:solidFill>
              <a:srgbClr val="F7ECE3"/>
            </a:solidFill>
            <a:ln w="0">
              <a:solidFill>
                <a:srgbClr val="F7ECE3"/>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392"/>
            <p:cNvSpPr>
              <a:spLocks/>
            </p:cNvSpPr>
            <p:nvPr userDrawn="1"/>
          </p:nvSpPr>
          <p:spPr bwMode="auto">
            <a:xfrm>
              <a:off x="3022600" y="2667000"/>
              <a:ext cx="550863" cy="446088"/>
            </a:xfrm>
            <a:custGeom>
              <a:avLst/>
              <a:gdLst>
                <a:gd name="T0" fmla="*/ 0 w 693"/>
                <a:gd name="T1" fmla="*/ 0 h 561"/>
                <a:gd name="T2" fmla="*/ 693 w 693"/>
                <a:gd name="T3" fmla="*/ 0 h 561"/>
                <a:gd name="T4" fmla="*/ 519 w 693"/>
                <a:gd name="T5" fmla="*/ 281 h 561"/>
                <a:gd name="T6" fmla="*/ 344 w 693"/>
                <a:gd name="T7" fmla="*/ 561 h 561"/>
                <a:gd name="T8" fmla="*/ 167 w 693"/>
                <a:gd name="T9" fmla="*/ 281 h 561"/>
                <a:gd name="T10" fmla="*/ 0 w 693"/>
                <a:gd name="T11" fmla="*/ 10 h 561"/>
                <a:gd name="T12" fmla="*/ 0 w 693"/>
                <a:gd name="T13" fmla="*/ 0 h 561"/>
              </a:gdLst>
              <a:ahLst/>
              <a:cxnLst>
                <a:cxn ang="0">
                  <a:pos x="T0" y="T1"/>
                </a:cxn>
                <a:cxn ang="0">
                  <a:pos x="T2" y="T3"/>
                </a:cxn>
                <a:cxn ang="0">
                  <a:pos x="T4" y="T5"/>
                </a:cxn>
                <a:cxn ang="0">
                  <a:pos x="T6" y="T7"/>
                </a:cxn>
                <a:cxn ang="0">
                  <a:pos x="T8" y="T9"/>
                </a:cxn>
                <a:cxn ang="0">
                  <a:pos x="T10" y="T11"/>
                </a:cxn>
                <a:cxn ang="0">
                  <a:pos x="T12" y="T13"/>
                </a:cxn>
              </a:cxnLst>
              <a:rect l="0" t="0" r="r" b="b"/>
              <a:pathLst>
                <a:path w="693" h="561">
                  <a:moveTo>
                    <a:pt x="0" y="0"/>
                  </a:moveTo>
                  <a:lnTo>
                    <a:pt x="693" y="0"/>
                  </a:lnTo>
                  <a:lnTo>
                    <a:pt x="519" y="281"/>
                  </a:lnTo>
                  <a:lnTo>
                    <a:pt x="344" y="561"/>
                  </a:lnTo>
                  <a:lnTo>
                    <a:pt x="167" y="281"/>
                  </a:lnTo>
                  <a:lnTo>
                    <a:pt x="0" y="10"/>
                  </a:lnTo>
                  <a:lnTo>
                    <a:pt x="0" y="0"/>
                  </a:lnTo>
                  <a:close/>
                </a:path>
              </a:pathLst>
            </a:custGeom>
            <a:solidFill>
              <a:srgbClr val="FAC8F6"/>
            </a:solidFill>
            <a:ln w="0">
              <a:solidFill>
                <a:srgbClr val="FAC8F6"/>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 name="Freeform 393"/>
            <p:cNvSpPr>
              <a:spLocks/>
            </p:cNvSpPr>
            <p:nvPr userDrawn="1"/>
          </p:nvSpPr>
          <p:spPr bwMode="auto">
            <a:xfrm>
              <a:off x="3573463" y="2667000"/>
              <a:ext cx="555625" cy="446088"/>
            </a:xfrm>
            <a:custGeom>
              <a:avLst/>
              <a:gdLst>
                <a:gd name="T0" fmla="*/ 0 w 701"/>
                <a:gd name="T1" fmla="*/ 0 h 561"/>
                <a:gd name="T2" fmla="*/ 701 w 701"/>
                <a:gd name="T3" fmla="*/ 0 h 561"/>
                <a:gd name="T4" fmla="*/ 350 w 701"/>
                <a:gd name="T5" fmla="*/ 561 h 561"/>
                <a:gd name="T6" fmla="*/ 175 w 701"/>
                <a:gd name="T7" fmla="*/ 281 h 561"/>
                <a:gd name="T8" fmla="*/ 0 w 701"/>
                <a:gd name="T9" fmla="*/ 0 h 561"/>
              </a:gdLst>
              <a:ahLst/>
              <a:cxnLst>
                <a:cxn ang="0">
                  <a:pos x="T0" y="T1"/>
                </a:cxn>
                <a:cxn ang="0">
                  <a:pos x="T2" y="T3"/>
                </a:cxn>
                <a:cxn ang="0">
                  <a:pos x="T4" y="T5"/>
                </a:cxn>
                <a:cxn ang="0">
                  <a:pos x="T6" y="T7"/>
                </a:cxn>
                <a:cxn ang="0">
                  <a:pos x="T8" y="T9"/>
                </a:cxn>
              </a:cxnLst>
              <a:rect l="0" t="0" r="r" b="b"/>
              <a:pathLst>
                <a:path w="701" h="561">
                  <a:moveTo>
                    <a:pt x="0" y="0"/>
                  </a:moveTo>
                  <a:lnTo>
                    <a:pt x="701" y="0"/>
                  </a:lnTo>
                  <a:lnTo>
                    <a:pt x="350" y="561"/>
                  </a:lnTo>
                  <a:lnTo>
                    <a:pt x="175" y="281"/>
                  </a:lnTo>
                  <a:lnTo>
                    <a:pt x="0" y="0"/>
                  </a:lnTo>
                  <a:close/>
                </a:path>
              </a:pathLst>
            </a:custGeom>
            <a:solidFill>
              <a:srgbClr val="F7ECE3"/>
            </a:solidFill>
            <a:ln w="0">
              <a:solidFill>
                <a:srgbClr val="F7ECE3"/>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1" name="Freeform 394"/>
            <p:cNvSpPr>
              <a:spLocks/>
            </p:cNvSpPr>
            <p:nvPr userDrawn="1"/>
          </p:nvSpPr>
          <p:spPr bwMode="auto">
            <a:xfrm>
              <a:off x="3022600" y="2674938"/>
              <a:ext cx="273050" cy="438150"/>
            </a:xfrm>
            <a:custGeom>
              <a:avLst/>
              <a:gdLst>
                <a:gd name="T0" fmla="*/ 0 w 344"/>
                <a:gd name="T1" fmla="*/ 0 h 551"/>
                <a:gd name="T2" fmla="*/ 167 w 344"/>
                <a:gd name="T3" fmla="*/ 271 h 551"/>
                <a:gd name="T4" fmla="*/ 344 w 344"/>
                <a:gd name="T5" fmla="*/ 551 h 551"/>
                <a:gd name="T6" fmla="*/ 0 w 344"/>
                <a:gd name="T7" fmla="*/ 551 h 551"/>
                <a:gd name="T8" fmla="*/ 0 w 344"/>
                <a:gd name="T9" fmla="*/ 0 h 551"/>
              </a:gdLst>
              <a:ahLst/>
              <a:cxnLst>
                <a:cxn ang="0">
                  <a:pos x="T0" y="T1"/>
                </a:cxn>
                <a:cxn ang="0">
                  <a:pos x="T2" y="T3"/>
                </a:cxn>
                <a:cxn ang="0">
                  <a:pos x="T4" y="T5"/>
                </a:cxn>
                <a:cxn ang="0">
                  <a:pos x="T6" y="T7"/>
                </a:cxn>
                <a:cxn ang="0">
                  <a:pos x="T8" y="T9"/>
                </a:cxn>
              </a:cxnLst>
              <a:rect l="0" t="0" r="r" b="b"/>
              <a:pathLst>
                <a:path w="344" h="551">
                  <a:moveTo>
                    <a:pt x="0" y="0"/>
                  </a:moveTo>
                  <a:lnTo>
                    <a:pt x="167" y="271"/>
                  </a:lnTo>
                  <a:lnTo>
                    <a:pt x="344" y="551"/>
                  </a:lnTo>
                  <a:lnTo>
                    <a:pt x="0" y="551"/>
                  </a:lnTo>
                  <a:lnTo>
                    <a:pt x="0" y="0"/>
                  </a:lnTo>
                  <a:close/>
                </a:path>
              </a:pathLst>
            </a:custGeom>
            <a:solidFill>
              <a:srgbClr val="D782FB"/>
            </a:solidFill>
            <a:ln w="0">
              <a:solidFill>
                <a:srgbClr val="D782FB"/>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 name="Freeform 395"/>
            <p:cNvSpPr>
              <a:spLocks/>
            </p:cNvSpPr>
            <p:nvPr userDrawn="1"/>
          </p:nvSpPr>
          <p:spPr bwMode="auto">
            <a:xfrm>
              <a:off x="3295650" y="2667000"/>
              <a:ext cx="554038" cy="446088"/>
            </a:xfrm>
            <a:custGeom>
              <a:avLst/>
              <a:gdLst>
                <a:gd name="T0" fmla="*/ 349 w 699"/>
                <a:gd name="T1" fmla="*/ 0 h 561"/>
                <a:gd name="T2" fmla="*/ 349 w 699"/>
                <a:gd name="T3" fmla="*/ 0 h 561"/>
                <a:gd name="T4" fmla="*/ 524 w 699"/>
                <a:gd name="T5" fmla="*/ 281 h 561"/>
                <a:gd name="T6" fmla="*/ 699 w 699"/>
                <a:gd name="T7" fmla="*/ 561 h 561"/>
                <a:gd name="T8" fmla="*/ 0 w 699"/>
                <a:gd name="T9" fmla="*/ 561 h 561"/>
                <a:gd name="T10" fmla="*/ 175 w 699"/>
                <a:gd name="T11" fmla="*/ 281 h 561"/>
                <a:gd name="T12" fmla="*/ 349 w 699"/>
                <a:gd name="T13" fmla="*/ 0 h 561"/>
              </a:gdLst>
              <a:ahLst/>
              <a:cxnLst>
                <a:cxn ang="0">
                  <a:pos x="T0" y="T1"/>
                </a:cxn>
                <a:cxn ang="0">
                  <a:pos x="T2" y="T3"/>
                </a:cxn>
                <a:cxn ang="0">
                  <a:pos x="T4" y="T5"/>
                </a:cxn>
                <a:cxn ang="0">
                  <a:pos x="T6" y="T7"/>
                </a:cxn>
                <a:cxn ang="0">
                  <a:pos x="T8" y="T9"/>
                </a:cxn>
                <a:cxn ang="0">
                  <a:pos x="T10" y="T11"/>
                </a:cxn>
                <a:cxn ang="0">
                  <a:pos x="T12" y="T13"/>
                </a:cxn>
              </a:cxnLst>
              <a:rect l="0" t="0" r="r" b="b"/>
              <a:pathLst>
                <a:path w="699" h="561">
                  <a:moveTo>
                    <a:pt x="349" y="0"/>
                  </a:moveTo>
                  <a:lnTo>
                    <a:pt x="349" y="0"/>
                  </a:lnTo>
                  <a:lnTo>
                    <a:pt x="524" y="281"/>
                  </a:lnTo>
                  <a:lnTo>
                    <a:pt x="699" y="561"/>
                  </a:lnTo>
                  <a:lnTo>
                    <a:pt x="0" y="561"/>
                  </a:lnTo>
                  <a:lnTo>
                    <a:pt x="175" y="281"/>
                  </a:lnTo>
                  <a:lnTo>
                    <a:pt x="349" y="0"/>
                  </a:lnTo>
                  <a:close/>
                </a:path>
              </a:pathLst>
            </a:custGeom>
            <a:solidFill>
              <a:srgbClr val="FBA6A4"/>
            </a:solidFill>
            <a:ln w="0">
              <a:solidFill>
                <a:srgbClr val="FBA6A4"/>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3" name="Date Placeholder 3"/>
          <p:cNvSpPr txBox="1">
            <a:spLocks/>
          </p:cNvSpPr>
          <p:nvPr userDrawn="1"/>
        </p:nvSpPr>
        <p:spPr>
          <a:xfrm>
            <a:off x="315468" y="4767263"/>
            <a:ext cx="2057400" cy="274637"/>
          </a:xfrm>
          <a:prstGeom prst="rect">
            <a:avLst/>
          </a:prstGeom>
        </p:spPr>
        <p:txBody>
          <a:bodyPr vert="horz" lIns="91440" tIns="45720" rIns="91440" bIns="45720" rtlCol="0" anchor="ctr"/>
          <a:lstStyle>
            <a:defPPr marR="0" algn="l" rtl="0">
              <a:lnSpc>
                <a:spcPct val="100000"/>
              </a:lnSpc>
              <a:spcBef>
                <a:spcPts val="0"/>
              </a:spcBef>
              <a:spcAft>
                <a:spcPts val="0"/>
              </a:spcAft>
            </a:defPPr>
            <a:lvl1pPr marR="0" algn="l" rtl="0">
              <a:lnSpc>
                <a:spcPct val="100000"/>
              </a:lnSpc>
              <a:spcBef>
                <a:spcPts val="0"/>
              </a:spcBef>
              <a:spcAft>
                <a:spcPts val="0"/>
              </a:spcAft>
              <a:buNone/>
              <a:defRPr sz="1200" b="0" i="0" u="none" strike="noStrike" cap="none" baseline="0">
                <a:solidFill>
                  <a:schemeClr val="tx1">
                    <a:tint val="75000"/>
                  </a:schemeClr>
                </a:solidFill>
                <a:latin typeface="Arial"/>
                <a:ea typeface="Arial"/>
                <a:cs typeface="Arial"/>
                <a:sym typeface="Arial"/>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9pPr>
          </a:lstStyle>
          <a:p>
            <a:r>
              <a:rPr lang="en-US">
                <a:solidFill>
                  <a:schemeClr val="tx1">
                    <a:lumMod val="85000"/>
                    <a:lumOff val="15000"/>
                  </a:schemeClr>
                </a:solidFill>
              </a:rPr>
              <a:t>Your Date</a:t>
            </a:r>
          </a:p>
        </p:txBody>
      </p:sp>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066F904-6908-47EE-B819-29E203796890}" type="datetimeFigureOut">
              <a:rPr lang="en-US" smtClean="0"/>
              <a:pPr/>
              <a:t>11/5/2020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a:t>
            </a:fld>
            <a:endParaRPr lang="en"/>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pPr>
              <a:defRPr/>
            </a:pPr>
            <a:fld id="{3ACFF109-4CB5-4AAD-95FA-C87EB3E04025}" type="datetimeFigureOut">
              <a:rPr lang="en-US" altLang="en-US" smtClean="0"/>
              <a:pPr>
                <a:defRPr/>
              </a:pPr>
              <a:t>11/5/2020</a:t>
            </a:fld>
            <a:endParaRPr lang="en-US" altLang="en-US" dirty="0"/>
          </a:p>
        </p:txBody>
      </p:sp>
      <p:sp>
        <p:nvSpPr>
          <p:cNvPr id="6" name="Footer Placeholder 5"/>
          <p:cNvSpPr>
            <a:spLocks noGrp="1"/>
          </p:cNvSpPr>
          <p:nvPr>
            <p:ph type="ftr" sz="quarter" idx="11"/>
          </p:nvPr>
        </p:nvSpPr>
        <p:spPr/>
        <p:txBody>
          <a:bodyPr/>
          <a:lstStyle/>
          <a:p>
            <a:pPr>
              <a:defRPr/>
            </a:pPr>
            <a:endParaRPr lang="en-US" altLang="en-US" dirty="0"/>
          </a:p>
        </p:txBody>
      </p:sp>
      <p:sp>
        <p:nvSpPr>
          <p:cNvPr id="7" name="Slide Number Placeholder 6"/>
          <p:cNvSpPr>
            <a:spLocks noGrp="1"/>
          </p:cNvSpPr>
          <p:nvPr>
            <p:ph type="sldNum" sz="quarter" idx="12"/>
          </p:nvPr>
        </p:nvSpPr>
        <p:spPr/>
        <p:txBody>
          <a:bodyPr/>
          <a:lstStyle/>
          <a:p>
            <a:pPr>
              <a:defRPr/>
            </a:pPr>
            <a:fld id="{A713CE82-7117-4891-B558-D1CF2158FB35}" type="slidenum">
              <a:rPr lang="en-US" altLang="en-US" smtClean="0"/>
              <a:pPr>
                <a:defRPr/>
              </a:pPr>
              <a:t>‹#›</a:t>
            </a:fld>
            <a:endParaRPr lang="en-US" altLang="en-US" dirty="0"/>
          </a:p>
        </p:txBody>
      </p:sp>
    </p:spTree>
  </p:cSld>
  <p:clrMapOvr>
    <a:masterClrMapping/>
  </p:clrMapOvr>
  <p:transition spd="slow">
    <p:zoom dir="in"/>
    <p:sndAc>
      <p:stSnd>
        <p:snd r:embed="rId1" name="chimes.wav"/>
      </p:stSnd>
    </p:sndAc>
  </p:transition>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30"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30"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3066F904-6908-47EE-B819-29E203796890}" type="datetimeFigureOut">
              <a:rPr lang="en-US" smtClean="0"/>
              <a:pPr/>
              <a:t>11/5/2020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a:t>
            </a:fld>
            <a:endParaRPr lang="en"/>
          </a:p>
        </p:txBody>
      </p:sp>
    </p:spTree>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3066F904-6908-47EE-B819-29E203796890}" type="datetimeFigureOut">
              <a:rPr lang="en-US" smtClean="0"/>
              <a:pPr/>
              <a:t>11/5/2020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a:t>
            </a:fld>
            <a:endParaRPr lang="en"/>
          </a:p>
        </p:txBody>
      </p:sp>
    </p:spTree>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066F904-6908-47EE-B819-29E203796890}" type="datetimeFigureOut">
              <a:rPr lang="en-US" smtClean="0"/>
              <a:pPr/>
              <a:t>11/5/2020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a:t>
            </a:fld>
            <a:endParaRPr lang="en"/>
          </a:p>
        </p:txBody>
      </p:sp>
    </p:spTree>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04787"/>
            <a:ext cx="3008313" cy="871538"/>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04790"/>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2" y="1076328"/>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066F904-6908-47EE-B819-29E203796890}" type="datetimeFigureOut">
              <a:rPr lang="en-US" smtClean="0"/>
              <a:pPr/>
              <a:t>11/5/2020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a:t>
            </a:fld>
            <a:endParaRPr lang="en"/>
          </a:p>
        </p:txBody>
      </p:sp>
    </p:spTree>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1"/>
            <a:ext cx="5486400" cy="425054"/>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5"/>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066F904-6908-47EE-B819-29E203796890}" type="datetimeFigureOut">
              <a:rPr lang="en-US" smtClean="0"/>
              <a:pPr/>
              <a:t>11/5/2020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a:t>
            </a:fld>
            <a:endParaRPr lang="en"/>
          </a:p>
        </p:txBody>
      </p:sp>
    </p:spTree>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066F904-6908-47EE-B819-29E203796890}" type="datetimeFigureOut">
              <a:rPr lang="en-US" smtClean="0"/>
              <a:pPr/>
              <a:t>11/5/2020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a:t>
            </a:fld>
            <a:endParaRPr lang="en"/>
          </a:p>
        </p:txBody>
      </p:sp>
    </p:spTree>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066F904-6908-47EE-B819-29E203796890}" type="datetimeFigureOut">
              <a:rPr lang="en-US" smtClean="0"/>
              <a:pPr/>
              <a:t>11/5/2020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a:t>
            </a:fld>
            <a:endParaRPr lang="en"/>
          </a:p>
        </p:txBody>
      </p:sp>
    </p:spTree>
  </p:cSld>
  <p:clrMapOvr>
    <a:masterClrMapping/>
  </p:clrMapOvr>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182113" y="92884"/>
            <a:ext cx="5710428" cy="823880"/>
          </a:xfrm>
        </p:spPr>
        <p:txBody>
          <a:bodyPr/>
          <a:lstStyle>
            <a:lvl1pPr algn="r">
              <a:defRPr sz="3600" b="1">
                <a:solidFill>
                  <a:schemeClr val="tx1">
                    <a:lumMod val="85000"/>
                    <a:lumOff val="15000"/>
                  </a:schemeClr>
                </a:solidFill>
                <a:latin typeface="+mn-lt"/>
              </a:defRPr>
            </a:lvl1pPr>
          </a:lstStyle>
          <a:p>
            <a:r>
              <a:rPr lang="en-US"/>
              <a:t>Click to edit Master title style</a:t>
            </a:r>
          </a:p>
        </p:txBody>
      </p:sp>
      <p:sp>
        <p:nvSpPr>
          <p:cNvPr id="3" name="Content Placeholder 2"/>
          <p:cNvSpPr>
            <a:spLocks noGrp="1"/>
          </p:cNvSpPr>
          <p:nvPr userDrawn="1">
            <p:ph idx="1"/>
          </p:nvPr>
        </p:nvSpPr>
        <p:spPr>
          <a:xfrm>
            <a:off x="3182113" y="1028634"/>
            <a:ext cx="5710428" cy="3636236"/>
          </a:xfrm>
        </p:spPr>
        <p:txBody>
          <a:bodyPr/>
          <a:lstStyle>
            <a:lvl1pPr>
              <a:defRPr>
                <a:solidFill>
                  <a:schemeClr val="tx1">
                    <a:lumMod val="85000"/>
                    <a:lumOff val="15000"/>
                  </a:schemeClr>
                </a:solidFill>
              </a:defRPr>
            </a:lvl1pPr>
            <a:lvl2pPr>
              <a:defRPr>
                <a:solidFill>
                  <a:schemeClr val="tx1">
                    <a:lumMod val="85000"/>
                    <a:lumOff val="15000"/>
                  </a:schemeClr>
                </a:solidFill>
              </a:defRPr>
            </a:lvl2pPr>
            <a:lvl3pPr>
              <a:defRPr>
                <a:solidFill>
                  <a:schemeClr val="tx1">
                    <a:lumMod val="85000"/>
                    <a:lumOff val="15000"/>
                  </a:schemeClr>
                </a:solidFill>
              </a:defRPr>
            </a:lvl3pPr>
            <a:lvl4pPr>
              <a:defRPr>
                <a:solidFill>
                  <a:schemeClr val="tx1">
                    <a:lumMod val="85000"/>
                    <a:lumOff val="15000"/>
                  </a:schemeClr>
                </a:solidFill>
              </a:defRPr>
            </a:lvl4pPr>
            <a:lvl5pPr>
              <a:defRPr>
                <a:solidFill>
                  <a:schemeClr val="tx1">
                    <a:lumMod val="85000"/>
                    <a:lumOff val="1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 name="Group 3"/>
          <p:cNvGrpSpPr/>
          <p:nvPr userDrawn="1"/>
        </p:nvGrpSpPr>
        <p:grpSpPr>
          <a:xfrm>
            <a:off x="-1" y="0"/>
            <a:ext cx="3186685" cy="5143500"/>
            <a:chOff x="3022600" y="2667000"/>
            <a:chExt cx="1106488" cy="1785938"/>
          </a:xfrm>
        </p:grpSpPr>
        <p:sp>
          <p:nvSpPr>
            <p:cNvPr id="47" name="Freeform 382"/>
            <p:cNvSpPr>
              <a:spLocks/>
            </p:cNvSpPr>
            <p:nvPr userDrawn="1"/>
          </p:nvSpPr>
          <p:spPr bwMode="auto">
            <a:xfrm>
              <a:off x="3022600" y="4006850"/>
              <a:ext cx="550863" cy="446088"/>
            </a:xfrm>
            <a:custGeom>
              <a:avLst/>
              <a:gdLst>
                <a:gd name="T0" fmla="*/ 344 w 693"/>
                <a:gd name="T1" fmla="*/ 0 h 561"/>
                <a:gd name="T2" fmla="*/ 519 w 693"/>
                <a:gd name="T3" fmla="*/ 280 h 561"/>
                <a:gd name="T4" fmla="*/ 693 w 693"/>
                <a:gd name="T5" fmla="*/ 561 h 561"/>
                <a:gd name="T6" fmla="*/ 0 w 693"/>
                <a:gd name="T7" fmla="*/ 561 h 561"/>
                <a:gd name="T8" fmla="*/ 0 w 693"/>
                <a:gd name="T9" fmla="*/ 551 h 561"/>
                <a:gd name="T10" fmla="*/ 167 w 693"/>
                <a:gd name="T11" fmla="*/ 280 h 561"/>
                <a:gd name="T12" fmla="*/ 344 w 693"/>
                <a:gd name="T13" fmla="*/ 0 h 561"/>
              </a:gdLst>
              <a:ahLst/>
              <a:cxnLst>
                <a:cxn ang="0">
                  <a:pos x="T0" y="T1"/>
                </a:cxn>
                <a:cxn ang="0">
                  <a:pos x="T2" y="T3"/>
                </a:cxn>
                <a:cxn ang="0">
                  <a:pos x="T4" y="T5"/>
                </a:cxn>
                <a:cxn ang="0">
                  <a:pos x="T6" y="T7"/>
                </a:cxn>
                <a:cxn ang="0">
                  <a:pos x="T8" y="T9"/>
                </a:cxn>
                <a:cxn ang="0">
                  <a:pos x="T10" y="T11"/>
                </a:cxn>
                <a:cxn ang="0">
                  <a:pos x="T12" y="T13"/>
                </a:cxn>
              </a:cxnLst>
              <a:rect l="0" t="0" r="r" b="b"/>
              <a:pathLst>
                <a:path w="693" h="561">
                  <a:moveTo>
                    <a:pt x="344" y="0"/>
                  </a:moveTo>
                  <a:lnTo>
                    <a:pt x="519" y="280"/>
                  </a:lnTo>
                  <a:lnTo>
                    <a:pt x="693" y="561"/>
                  </a:lnTo>
                  <a:lnTo>
                    <a:pt x="0" y="561"/>
                  </a:lnTo>
                  <a:lnTo>
                    <a:pt x="0" y="551"/>
                  </a:lnTo>
                  <a:lnTo>
                    <a:pt x="167" y="280"/>
                  </a:lnTo>
                  <a:lnTo>
                    <a:pt x="344" y="0"/>
                  </a:lnTo>
                  <a:close/>
                </a:path>
              </a:pathLst>
            </a:custGeom>
            <a:solidFill>
              <a:srgbClr val="E890FF"/>
            </a:solidFill>
            <a:ln w="0">
              <a:solidFill>
                <a:srgbClr val="E890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8" name="Freeform 383"/>
            <p:cNvSpPr>
              <a:spLocks/>
            </p:cNvSpPr>
            <p:nvPr userDrawn="1"/>
          </p:nvSpPr>
          <p:spPr bwMode="auto">
            <a:xfrm>
              <a:off x="3573463" y="4006850"/>
              <a:ext cx="555625" cy="446088"/>
            </a:xfrm>
            <a:custGeom>
              <a:avLst/>
              <a:gdLst>
                <a:gd name="T0" fmla="*/ 350 w 701"/>
                <a:gd name="T1" fmla="*/ 0 h 561"/>
                <a:gd name="T2" fmla="*/ 701 w 701"/>
                <a:gd name="T3" fmla="*/ 561 h 561"/>
                <a:gd name="T4" fmla="*/ 0 w 701"/>
                <a:gd name="T5" fmla="*/ 561 h 561"/>
                <a:gd name="T6" fmla="*/ 175 w 701"/>
                <a:gd name="T7" fmla="*/ 280 h 561"/>
                <a:gd name="T8" fmla="*/ 350 w 701"/>
                <a:gd name="T9" fmla="*/ 0 h 561"/>
              </a:gdLst>
              <a:ahLst/>
              <a:cxnLst>
                <a:cxn ang="0">
                  <a:pos x="T0" y="T1"/>
                </a:cxn>
                <a:cxn ang="0">
                  <a:pos x="T2" y="T3"/>
                </a:cxn>
                <a:cxn ang="0">
                  <a:pos x="T4" y="T5"/>
                </a:cxn>
                <a:cxn ang="0">
                  <a:pos x="T6" y="T7"/>
                </a:cxn>
                <a:cxn ang="0">
                  <a:pos x="T8" y="T9"/>
                </a:cxn>
              </a:cxnLst>
              <a:rect l="0" t="0" r="r" b="b"/>
              <a:pathLst>
                <a:path w="701" h="561">
                  <a:moveTo>
                    <a:pt x="350" y="0"/>
                  </a:moveTo>
                  <a:lnTo>
                    <a:pt x="701" y="561"/>
                  </a:lnTo>
                  <a:lnTo>
                    <a:pt x="0" y="561"/>
                  </a:lnTo>
                  <a:lnTo>
                    <a:pt x="175" y="280"/>
                  </a:lnTo>
                  <a:lnTo>
                    <a:pt x="350" y="0"/>
                  </a:lnTo>
                  <a:close/>
                </a:path>
              </a:pathLst>
            </a:custGeom>
            <a:solidFill>
              <a:srgbClr val="FABDA7"/>
            </a:solidFill>
            <a:ln w="0">
              <a:solidFill>
                <a:srgbClr val="FABDA7"/>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9" name="Freeform 384"/>
            <p:cNvSpPr>
              <a:spLocks/>
            </p:cNvSpPr>
            <p:nvPr userDrawn="1"/>
          </p:nvSpPr>
          <p:spPr bwMode="auto">
            <a:xfrm>
              <a:off x="3022600" y="4006850"/>
              <a:ext cx="273050" cy="438150"/>
            </a:xfrm>
            <a:custGeom>
              <a:avLst/>
              <a:gdLst>
                <a:gd name="T0" fmla="*/ 0 w 344"/>
                <a:gd name="T1" fmla="*/ 0 h 551"/>
                <a:gd name="T2" fmla="*/ 344 w 344"/>
                <a:gd name="T3" fmla="*/ 0 h 551"/>
                <a:gd name="T4" fmla="*/ 167 w 344"/>
                <a:gd name="T5" fmla="*/ 280 h 551"/>
                <a:gd name="T6" fmla="*/ 0 w 344"/>
                <a:gd name="T7" fmla="*/ 551 h 551"/>
                <a:gd name="T8" fmla="*/ 0 w 344"/>
                <a:gd name="T9" fmla="*/ 0 h 551"/>
              </a:gdLst>
              <a:ahLst/>
              <a:cxnLst>
                <a:cxn ang="0">
                  <a:pos x="T0" y="T1"/>
                </a:cxn>
                <a:cxn ang="0">
                  <a:pos x="T2" y="T3"/>
                </a:cxn>
                <a:cxn ang="0">
                  <a:pos x="T4" y="T5"/>
                </a:cxn>
                <a:cxn ang="0">
                  <a:pos x="T6" y="T7"/>
                </a:cxn>
                <a:cxn ang="0">
                  <a:pos x="T8" y="T9"/>
                </a:cxn>
              </a:cxnLst>
              <a:rect l="0" t="0" r="r" b="b"/>
              <a:pathLst>
                <a:path w="344" h="551">
                  <a:moveTo>
                    <a:pt x="0" y="0"/>
                  </a:moveTo>
                  <a:lnTo>
                    <a:pt x="344" y="0"/>
                  </a:lnTo>
                  <a:lnTo>
                    <a:pt x="167" y="280"/>
                  </a:lnTo>
                  <a:lnTo>
                    <a:pt x="0" y="551"/>
                  </a:lnTo>
                  <a:lnTo>
                    <a:pt x="0" y="0"/>
                  </a:lnTo>
                  <a:close/>
                </a:path>
              </a:pathLst>
            </a:custGeom>
            <a:solidFill>
              <a:srgbClr val="DA68FF"/>
            </a:solidFill>
            <a:ln w="0">
              <a:solidFill>
                <a:srgbClr val="DA68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0" name="Freeform 385"/>
            <p:cNvSpPr>
              <a:spLocks/>
            </p:cNvSpPr>
            <p:nvPr userDrawn="1"/>
          </p:nvSpPr>
          <p:spPr bwMode="auto">
            <a:xfrm>
              <a:off x="3295650" y="4006850"/>
              <a:ext cx="554038" cy="446088"/>
            </a:xfrm>
            <a:custGeom>
              <a:avLst/>
              <a:gdLst>
                <a:gd name="T0" fmla="*/ 0 w 699"/>
                <a:gd name="T1" fmla="*/ 0 h 561"/>
                <a:gd name="T2" fmla="*/ 699 w 699"/>
                <a:gd name="T3" fmla="*/ 0 h 561"/>
                <a:gd name="T4" fmla="*/ 524 w 699"/>
                <a:gd name="T5" fmla="*/ 280 h 561"/>
                <a:gd name="T6" fmla="*/ 349 w 699"/>
                <a:gd name="T7" fmla="*/ 561 h 561"/>
                <a:gd name="T8" fmla="*/ 349 w 699"/>
                <a:gd name="T9" fmla="*/ 561 h 561"/>
                <a:gd name="T10" fmla="*/ 175 w 699"/>
                <a:gd name="T11" fmla="*/ 280 h 561"/>
                <a:gd name="T12" fmla="*/ 0 w 699"/>
                <a:gd name="T13" fmla="*/ 0 h 561"/>
              </a:gdLst>
              <a:ahLst/>
              <a:cxnLst>
                <a:cxn ang="0">
                  <a:pos x="T0" y="T1"/>
                </a:cxn>
                <a:cxn ang="0">
                  <a:pos x="T2" y="T3"/>
                </a:cxn>
                <a:cxn ang="0">
                  <a:pos x="T4" y="T5"/>
                </a:cxn>
                <a:cxn ang="0">
                  <a:pos x="T6" y="T7"/>
                </a:cxn>
                <a:cxn ang="0">
                  <a:pos x="T8" y="T9"/>
                </a:cxn>
                <a:cxn ang="0">
                  <a:pos x="T10" y="T11"/>
                </a:cxn>
                <a:cxn ang="0">
                  <a:pos x="T12" y="T13"/>
                </a:cxn>
              </a:cxnLst>
              <a:rect l="0" t="0" r="r" b="b"/>
              <a:pathLst>
                <a:path w="699" h="561">
                  <a:moveTo>
                    <a:pt x="0" y="0"/>
                  </a:moveTo>
                  <a:lnTo>
                    <a:pt x="699" y="0"/>
                  </a:lnTo>
                  <a:lnTo>
                    <a:pt x="524" y="280"/>
                  </a:lnTo>
                  <a:lnTo>
                    <a:pt x="349" y="561"/>
                  </a:lnTo>
                  <a:lnTo>
                    <a:pt x="349" y="561"/>
                  </a:lnTo>
                  <a:lnTo>
                    <a:pt x="175" y="280"/>
                  </a:lnTo>
                  <a:lnTo>
                    <a:pt x="0" y="0"/>
                  </a:lnTo>
                  <a:close/>
                </a:path>
              </a:pathLst>
            </a:custGeom>
            <a:solidFill>
              <a:srgbClr val="FC967A"/>
            </a:solidFill>
            <a:ln w="0">
              <a:solidFill>
                <a:srgbClr val="FC967A"/>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1" name="Freeform 386"/>
            <p:cNvSpPr>
              <a:spLocks/>
            </p:cNvSpPr>
            <p:nvPr userDrawn="1"/>
          </p:nvSpPr>
          <p:spPr bwMode="auto">
            <a:xfrm>
              <a:off x="3022600" y="3559175"/>
              <a:ext cx="550863" cy="447675"/>
            </a:xfrm>
            <a:custGeom>
              <a:avLst/>
              <a:gdLst>
                <a:gd name="T0" fmla="*/ 0 w 693"/>
                <a:gd name="T1" fmla="*/ 0 h 564"/>
                <a:gd name="T2" fmla="*/ 693 w 693"/>
                <a:gd name="T3" fmla="*/ 0 h 564"/>
                <a:gd name="T4" fmla="*/ 519 w 693"/>
                <a:gd name="T5" fmla="*/ 283 h 564"/>
                <a:gd name="T6" fmla="*/ 344 w 693"/>
                <a:gd name="T7" fmla="*/ 564 h 564"/>
                <a:gd name="T8" fmla="*/ 167 w 693"/>
                <a:gd name="T9" fmla="*/ 283 h 564"/>
                <a:gd name="T10" fmla="*/ 0 w 693"/>
                <a:gd name="T11" fmla="*/ 12 h 564"/>
                <a:gd name="T12" fmla="*/ 0 w 693"/>
                <a:gd name="T13" fmla="*/ 0 h 564"/>
              </a:gdLst>
              <a:ahLst/>
              <a:cxnLst>
                <a:cxn ang="0">
                  <a:pos x="T0" y="T1"/>
                </a:cxn>
                <a:cxn ang="0">
                  <a:pos x="T2" y="T3"/>
                </a:cxn>
                <a:cxn ang="0">
                  <a:pos x="T4" y="T5"/>
                </a:cxn>
                <a:cxn ang="0">
                  <a:pos x="T6" y="T7"/>
                </a:cxn>
                <a:cxn ang="0">
                  <a:pos x="T8" y="T9"/>
                </a:cxn>
                <a:cxn ang="0">
                  <a:pos x="T10" y="T11"/>
                </a:cxn>
                <a:cxn ang="0">
                  <a:pos x="T12" y="T13"/>
                </a:cxn>
              </a:cxnLst>
              <a:rect l="0" t="0" r="r" b="b"/>
              <a:pathLst>
                <a:path w="693" h="564">
                  <a:moveTo>
                    <a:pt x="0" y="0"/>
                  </a:moveTo>
                  <a:lnTo>
                    <a:pt x="693" y="0"/>
                  </a:lnTo>
                  <a:lnTo>
                    <a:pt x="519" y="283"/>
                  </a:lnTo>
                  <a:lnTo>
                    <a:pt x="344" y="564"/>
                  </a:lnTo>
                  <a:lnTo>
                    <a:pt x="167" y="283"/>
                  </a:lnTo>
                  <a:lnTo>
                    <a:pt x="0" y="12"/>
                  </a:lnTo>
                  <a:lnTo>
                    <a:pt x="0" y="0"/>
                  </a:lnTo>
                  <a:close/>
                </a:path>
              </a:pathLst>
            </a:custGeom>
            <a:solidFill>
              <a:srgbClr val="FDA687"/>
            </a:solidFill>
            <a:ln w="0">
              <a:solidFill>
                <a:srgbClr val="FDA687"/>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0" name="Freeform 387"/>
            <p:cNvSpPr>
              <a:spLocks/>
            </p:cNvSpPr>
            <p:nvPr userDrawn="1"/>
          </p:nvSpPr>
          <p:spPr bwMode="auto">
            <a:xfrm>
              <a:off x="3022600" y="3568700"/>
              <a:ext cx="273050" cy="438150"/>
            </a:xfrm>
            <a:custGeom>
              <a:avLst/>
              <a:gdLst>
                <a:gd name="T0" fmla="*/ 0 w 344"/>
                <a:gd name="T1" fmla="*/ 0 h 552"/>
                <a:gd name="T2" fmla="*/ 167 w 344"/>
                <a:gd name="T3" fmla="*/ 271 h 552"/>
                <a:gd name="T4" fmla="*/ 344 w 344"/>
                <a:gd name="T5" fmla="*/ 552 h 552"/>
                <a:gd name="T6" fmla="*/ 0 w 344"/>
                <a:gd name="T7" fmla="*/ 552 h 552"/>
                <a:gd name="T8" fmla="*/ 0 w 344"/>
                <a:gd name="T9" fmla="*/ 0 h 552"/>
              </a:gdLst>
              <a:ahLst/>
              <a:cxnLst>
                <a:cxn ang="0">
                  <a:pos x="T0" y="T1"/>
                </a:cxn>
                <a:cxn ang="0">
                  <a:pos x="T2" y="T3"/>
                </a:cxn>
                <a:cxn ang="0">
                  <a:pos x="T4" y="T5"/>
                </a:cxn>
                <a:cxn ang="0">
                  <a:pos x="T6" y="T7"/>
                </a:cxn>
                <a:cxn ang="0">
                  <a:pos x="T8" y="T9"/>
                </a:cxn>
              </a:cxnLst>
              <a:rect l="0" t="0" r="r" b="b"/>
              <a:pathLst>
                <a:path w="344" h="552">
                  <a:moveTo>
                    <a:pt x="0" y="0"/>
                  </a:moveTo>
                  <a:lnTo>
                    <a:pt x="167" y="271"/>
                  </a:lnTo>
                  <a:lnTo>
                    <a:pt x="344" y="552"/>
                  </a:lnTo>
                  <a:lnTo>
                    <a:pt x="0" y="552"/>
                  </a:lnTo>
                  <a:lnTo>
                    <a:pt x="0" y="0"/>
                  </a:lnTo>
                  <a:close/>
                </a:path>
              </a:pathLst>
            </a:custGeom>
            <a:solidFill>
              <a:srgbClr val="BF45F5"/>
            </a:solidFill>
            <a:ln w="0">
              <a:solidFill>
                <a:srgbClr val="BF45F5"/>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3" name="Freeform 388"/>
            <p:cNvSpPr>
              <a:spLocks/>
            </p:cNvSpPr>
            <p:nvPr userDrawn="1"/>
          </p:nvSpPr>
          <p:spPr bwMode="auto">
            <a:xfrm>
              <a:off x="3295650" y="3559175"/>
              <a:ext cx="554038" cy="447675"/>
            </a:xfrm>
            <a:custGeom>
              <a:avLst/>
              <a:gdLst>
                <a:gd name="T0" fmla="*/ 349 w 699"/>
                <a:gd name="T1" fmla="*/ 0 h 564"/>
                <a:gd name="T2" fmla="*/ 524 w 699"/>
                <a:gd name="T3" fmla="*/ 283 h 564"/>
                <a:gd name="T4" fmla="*/ 699 w 699"/>
                <a:gd name="T5" fmla="*/ 564 h 564"/>
                <a:gd name="T6" fmla="*/ 0 w 699"/>
                <a:gd name="T7" fmla="*/ 564 h 564"/>
                <a:gd name="T8" fmla="*/ 349 w 699"/>
                <a:gd name="T9" fmla="*/ 0 h 564"/>
              </a:gdLst>
              <a:ahLst/>
              <a:cxnLst>
                <a:cxn ang="0">
                  <a:pos x="T0" y="T1"/>
                </a:cxn>
                <a:cxn ang="0">
                  <a:pos x="T2" y="T3"/>
                </a:cxn>
                <a:cxn ang="0">
                  <a:pos x="T4" y="T5"/>
                </a:cxn>
                <a:cxn ang="0">
                  <a:pos x="T6" y="T7"/>
                </a:cxn>
                <a:cxn ang="0">
                  <a:pos x="T8" y="T9"/>
                </a:cxn>
              </a:cxnLst>
              <a:rect l="0" t="0" r="r" b="b"/>
              <a:pathLst>
                <a:path w="699" h="564">
                  <a:moveTo>
                    <a:pt x="349" y="0"/>
                  </a:moveTo>
                  <a:lnTo>
                    <a:pt x="524" y="283"/>
                  </a:lnTo>
                  <a:lnTo>
                    <a:pt x="699" y="564"/>
                  </a:lnTo>
                  <a:lnTo>
                    <a:pt x="0" y="564"/>
                  </a:lnTo>
                  <a:lnTo>
                    <a:pt x="349" y="0"/>
                  </a:lnTo>
                  <a:close/>
                </a:path>
              </a:pathLst>
            </a:custGeom>
            <a:solidFill>
              <a:srgbClr val="FABDA7"/>
            </a:solidFill>
            <a:ln w="0">
              <a:solidFill>
                <a:srgbClr val="FABDA7"/>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5" name="Freeform 389"/>
            <p:cNvSpPr>
              <a:spLocks/>
            </p:cNvSpPr>
            <p:nvPr userDrawn="1"/>
          </p:nvSpPr>
          <p:spPr bwMode="auto">
            <a:xfrm>
              <a:off x="3022600" y="3113088"/>
              <a:ext cx="550863" cy="446088"/>
            </a:xfrm>
            <a:custGeom>
              <a:avLst/>
              <a:gdLst>
                <a:gd name="T0" fmla="*/ 344 w 693"/>
                <a:gd name="T1" fmla="*/ 0 h 564"/>
                <a:gd name="T2" fmla="*/ 519 w 693"/>
                <a:gd name="T3" fmla="*/ 283 h 564"/>
                <a:gd name="T4" fmla="*/ 693 w 693"/>
                <a:gd name="T5" fmla="*/ 564 h 564"/>
                <a:gd name="T6" fmla="*/ 0 w 693"/>
                <a:gd name="T7" fmla="*/ 564 h 564"/>
                <a:gd name="T8" fmla="*/ 0 w 693"/>
                <a:gd name="T9" fmla="*/ 554 h 564"/>
                <a:gd name="T10" fmla="*/ 167 w 693"/>
                <a:gd name="T11" fmla="*/ 283 h 564"/>
                <a:gd name="T12" fmla="*/ 344 w 693"/>
                <a:gd name="T13" fmla="*/ 0 h 564"/>
              </a:gdLst>
              <a:ahLst/>
              <a:cxnLst>
                <a:cxn ang="0">
                  <a:pos x="T0" y="T1"/>
                </a:cxn>
                <a:cxn ang="0">
                  <a:pos x="T2" y="T3"/>
                </a:cxn>
                <a:cxn ang="0">
                  <a:pos x="T4" y="T5"/>
                </a:cxn>
                <a:cxn ang="0">
                  <a:pos x="T6" y="T7"/>
                </a:cxn>
                <a:cxn ang="0">
                  <a:pos x="T8" y="T9"/>
                </a:cxn>
                <a:cxn ang="0">
                  <a:pos x="T10" y="T11"/>
                </a:cxn>
                <a:cxn ang="0">
                  <a:pos x="T12" y="T13"/>
                </a:cxn>
              </a:cxnLst>
              <a:rect l="0" t="0" r="r" b="b"/>
              <a:pathLst>
                <a:path w="693" h="564">
                  <a:moveTo>
                    <a:pt x="344" y="0"/>
                  </a:moveTo>
                  <a:lnTo>
                    <a:pt x="519" y="283"/>
                  </a:lnTo>
                  <a:lnTo>
                    <a:pt x="693" y="564"/>
                  </a:lnTo>
                  <a:lnTo>
                    <a:pt x="0" y="564"/>
                  </a:lnTo>
                  <a:lnTo>
                    <a:pt x="0" y="554"/>
                  </a:lnTo>
                  <a:lnTo>
                    <a:pt x="167" y="283"/>
                  </a:lnTo>
                  <a:lnTo>
                    <a:pt x="344" y="0"/>
                  </a:lnTo>
                  <a:close/>
                </a:path>
              </a:pathLst>
            </a:custGeom>
            <a:solidFill>
              <a:srgbClr val="FC967A"/>
            </a:solidFill>
            <a:ln w="0">
              <a:solidFill>
                <a:srgbClr val="FC967A"/>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7" name="Freeform 390"/>
            <p:cNvSpPr>
              <a:spLocks/>
            </p:cNvSpPr>
            <p:nvPr userDrawn="1"/>
          </p:nvSpPr>
          <p:spPr bwMode="auto">
            <a:xfrm>
              <a:off x="3022600" y="3113088"/>
              <a:ext cx="273050" cy="439738"/>
            </a:xfrm>
            <a:custGeom>
              <a:avLst/>
              <a:gdLst>
                <a:gd name="T0" fmla="*/ 0 w 344"/>
                <a:gd name="T1" fmla="*/ 0 h 554"/>
                <a:gd name="T2" fmla="*/ 344 w 344"/>
                <a:gd name="T3" fmla="*/ 0 h 554"/>
                <a:gd name="T4" fmla="*/ 167 w 344"/>
                <a:gd name="T5" fmla="*/ 283 h 554"/>
                <a:gd name="T6" fmla="*/ 0 w 344"/>
                <a:gd name="T7" fmla="*/ 554 h 554"/>
                <a:gd name="T8" fmla="*/ 0 w 344"/>
                <a:gd name="T9" fmla="*/ 0 h 554"/>
              </a:gdLst>
              <a:ahLst/>
              <a:cxnLst>
                <a:cxn ang="0">
                  <a:pos x="T0" y="T1"/>
                </a:cxn>
                <a:cxn ang="0">
                  <a:pos x="T2" y="T3"/>
                </a:cxn>
                <a:cxn ang="0">
                  <a:pos x="T4" y="T5"/>
                </a:cxn>
                <a:cxn ang="0">
                  <a:pos x="T6" y="T7"/>
                </a:cxn>
                <a:cxn ang="0">
                  <a:pos x="T8" y="T9"/>
                </a:cxn>
              </a:cxnLst>
              <a:rect l="0" t="0" r="r" b="b"/>
              <a:pathLst>
                <a:path w="344" h="554">
                  <a:moveTo>
                    <a:pt x="0" y="0"/>
                  </a:moveTo>
                  <a:lnTo>
                    <a:pt x="344" y="0"/>
                  </a:lnTo>
                  <a:lnTo>
                    <a:pt x="167" y="283"/>
                  </a:lnTo>
                  <a:lnTo>
                    <a:pt x="0" y="554"/>
                  </a:lnTo>
                  <a:lnTo>
                    <a:pt x="0" y="0"/>
                  </a:lnTo>
                  <a:close/>
                </a:path>
              </a:pathLst>
            </a:custGeom>
            <a:solidFill>
              <a:srgbClr val="CF6AEA"/>
            </a:solidFill>
            <a:ln w="0">
              <a:solidFill>
                <a:srgbClr val="CF6AEA"/>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9" name="Freeform 391"/>
            <p:cNvSpPr>
              <a:spLocks/>
            </p:cNvSpPr>
            <p:nvPr userDrawn="1"/>
          </p:nvSpPr>
          <p:spPr bwMode="auto">
            <a:xfrm>
              <a:off x="3295650" y="3113088"/>
              <a:ext cx="554038" cy="446088"/>
            </a:xfrm>
            <a:custGeom>
              <a:avLst/>
              <a:gdLst>
                <a:gd name="T0" fmla="*/ 0 w 699"/>
                <a:gd name="T1" fmla="*/ 0 h 564"/>
                <a:gd name="T2" fmla="*/ 699 w 699"/>
                <a:gd name="T3" fmla="*/ 0 h 564"/>
                <a:gd name="T4" fmla="*/ 524 w 699"/>
                <a:gd name="T5" fmla="*/ 283 h 564"/>
                <a:gd name="T6" fmla="*/ 349 w 699"/>
                <a:gd name="T7" fmla="*/ 564 h 564"/>
                <a:gd name="T8" fmla="*/ 175 w 699"/>
                <a:gd name="T9" fmla="*/ 283 h 564"/>
                <a:gd name="T10" fmla="*/ 0 w 699"/>
                <a:gd name="T11" fmla="*/ 0 h 564"/>
              </a:gdLst>
              <a:ahLst/>
              <a:cxnLst>
                <a:cxn ang="0">
                  <a:pos x="T0" y="T1"/>
                </a:cxn>
                <a:cxn ang="0">
                  <a:pos x="T2" y="T3"/>
                </a:cxn>
                <a:cxn ang="0">
                  <a:pos x="T4" y="T5"/>
                </a:cxn>
                <a:cxn ang="0">
                  <a:pos x="T6" y="T7"/>
                </a:cxn>
                <a:cxn ang="0">
                  <a:pos x="T8" y="T9"/>
                </a:cxn>
                <a:cxn ang="0">
                  <a:pos x="T10" y="T11"/>
                </a:cxn>
              </a:cxnLst>
              <a:rect l="0" t="0" r="r" b="b"/>
              <a:pathLst>
                <a:path w="699" h="564">
                  <a:moveTo>
                    <a:pt x="0" y="0"/>
                  </a:moveTo>
                  <a:lnTo>
                    <a:pt x="699" y="0"/>
                  </a:lnTo>
                  <a:lnTo>
                    <a:pt x="524" y="283"/>
                  </a:lnTo>
                  <a:lnTo>
                    <a:pt x="349" y="564"/>
                  </a:lnTo>
                  <a:lnTo>
                    <a:pt x="175" y="283"/>
                  </a:lnTo>
                  <a:lnTo>
                    <a:pt x="0" y="0"/>
                  </a:lnTo>
                  <a:close/>
                </a:path>
              </a:pathLst>
            </a:custGeom>
            <a:solidFill>
              <a:srgbClr val="F7ECE3"/>
            </a:solidFill>
            <a:ln w="0">
              <a:solidFill>
                <a:srgbClr val="F7ECE3"/>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1" name="Freeform 392"/>
            <p:cNvSpPr>
              <a:spLocks/>
            </p:cNvSpPr>
            <p:nvPr userDrawn="1"/>
          </p:nvSpPr>
          <p:spPr bwMode="auto">
            <a:xfrm>
              <a:off x="3022600" y="2667000"/>
              <a:ext cx="550863" cy="446088"/>
            </a:xfrm>
            <a:custGeom>
              <a:avLst/>
              <a:gdLst>
                <a:gd name="T0" fmla="*/ 0 w 693"/>
                <a:gd name="T1" fmla="*/ 0 h 561"/>
                <a:gd name="T2" fmla="*/ 693 w 693"/>
                <a:gd name="T3" fmla="*/ 0 h 561"/>
                <a:gd name="T4" fmla="*/ 519 w 693"/>
                <a:gd name="T5" fmla="*/ 281 h 561"/>
                <a:gd name="T6" fmla="*/ 344 w 693"/>
                <a:gd name="T7" fmla="*/ 561 h 561"/>
                <a:gd name="T8" fmla="*/ 167 w 693"/>
                <a:gd name="T9" fmla="*/ 281 h 561"/>
                <a:gd name="T10" fmla="*/ 0 w 693"/>
                <a:gd name="T11" fmla="*/ 10 h 561"/>
                <a:gd name="T12" fmla="*/ 0 w 693"/>
                <a:gd name="T13" fmla="*/ 0 h 561"/>
              </a:gdLst>
              <a:ahLst/>
              <a:cxnLst>
                <a:cxn ang="0">
                  <a:pos x="T0" y="T1"/>
                </a:cxn>
                <a:cxn ang="0">
                  <a:pos x="T2" y="T3"/>
                </a:cxn>
                <a:cxn ang="0">
                  <a:pos x="T4" y="T5"/>
                </a:cxn>
                <a:cxn ang="0">
                  <a:pos x="T6" y="T7"/>
                </a:cxn>
                <a:cxn ang="0">
                  <a:pos x="T8" y="T9"/>
                </a:cxn>
                <a:cxn ang="0">
                  <a:pos x="T10" y="T11"/>
                </a:cxn>
                <a:cxn ang="0">
                  <a:pos x="T12" y="T13"/>
                </a:cxn>
              </a:cxnLst>
              <a:rect l="0" t="0" r="r" b="b"/>
              <a:pathLst>
                <a:path w="693" h="561">
                  <a:moveTo>
                    <a:pt x="0" y="0"/>
                  </a:moveTo>
                  <a:lnTo>
                    <a:pt x="693" y="0"/>
                  </a:lnTo>
                  <a:lnTo>
                    <a:pt x="519" y="281"/>
                  </a:lnTo>
                  <a:lnTo>
                    <a:pt x="344" y="561"/>
                  </a:lnTo>
                  <a:lnTo>
                    <a:pt x="167" y="281"/>
                  </a:lnTo>
                  <a:lnTo>
                    <a:pt x="0" y="10"/>
                  </a:lnTo>
                  <a:lnTo>
                    <a:pt x="0" y="0"/>
                  </a:lnTo>
                  <a:close/>
                </a:path>
              </a:pathLst>
            </a:custGeom>
            <a:solidFill>
              <a:srgbClr val="FAC8F6"/>
            </a:solidFill>
            <a:ln w="0">
              <a:solidFill>
                <a:srgbClr val="FAC8F6"/>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3" name="Freeform 393"/>
            <p:cNvSpPr>
              <a:spLocks/>
            </p:cNvSpPr>
            <p:nvPr userDrawn="1"/>
          </p:nvSpPr>
          <p:spPr bwMode="auto">
            <a:xfrm>
              <a:off x="3573463" y="2667000"/>
              <a:ext cx="555625" cy="446088"/>
            </a:xfrm>
            <a:custGeom>
              <a:avLst/>
              <a:gdLst>
                <a:gd name="T0" fmla="*/ 0 w 701"/>
                <a:gd name="T1" fmla="*/ 0 h 561"/>
                <a:gd name="T2" fmla="*/ 701 w 701"/>
                <a:gd name="T3" fmla="*/ 0 h 561"/>
                <a:gd name="T4" fmla="*/ 350 w 701"/>
                <a:gd name="T5" fmla="*/ 561 h 561"/>
                <a:gd name="T6" fmla="*/ 175 w 701"/>
                <a:gd name="T7" fmla="*/ 281 h 561"/>
                <a:gd name="T8" fmla="*/ 0 w 701"/>
                <a:gd name="T9" fmla="*/ 0 h 561"/>
              </a:gdLst>
              <a:ahLst/>
              <a:cxnLst>
                <a:cxn ang="0">
                  <a:pos x="T0" y="T1"/>
                </a:cxn>
                <a:cxn ang="0">
                  <a:pos x="T2" y="T3"/>
                </a:cxn>
                <a:cxn ang="0">
                  <a:pos x="T4" y="T5"/>
                </a:cxn>
                <a:cxn ang="0">
                  <a:pos x="T6" y="T7"/>
                </a:cxn>
                <a:cxn ang="0">
                  <a:pos x="T8" y="T9"/>
                </a:cxn>
              </a:cxnLst>
              <a:rect l="0" t="0" r="r" b="b"/>
              <a:pathLst>
                <a:path w="701" h="561">
                  <a:moveTo>
                    <a:pt x="0" y="0"/>
                  </a:moveTo>
                  <a:lnTo>
                    <a:pt x="701" y="0"/>
                  </a:lnTo>
                  <a:lnTo>
                    <a:pt x="350" y="561"/>
                  </a:lnTo>
                  <a:lnTo>
                    <a:pt x="175" y="281"/>
                  </a:lnTo>
                  <a:lnTo>
                    <a:pt x="0" y="0"/>
                  </a:lnTo>
                  <a:close/>
                </a:path>
              </a:pathLst>
            </a:custGeom>
            <a:solidFill>
              <a:srgbClr val="F7ECE3"/>
            </a:solidFill>
            <a:ln w="0">
              <a:solidFill>
                <a:srgbClr val="F7ECE3"/>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5" name="Freeform 394"/>
            <p:cNvSpPr>
              <a:spLocks/>
            </p:cNvSpPr>
            <p:nvPr userDrawn="1"/>
          </p:nvSpPr>
          <p:spPr bwMode="auto">
            <a:xfrm>
              <a:off x="3022600" y="2674938"/>
              <a:ext cx="273050" cy="438150"/>
            </a:xfrm>
            <a:custGeom>
              <a:avLst/>
              <a:gdLst>
                <a:gd name="T0" fmla="*/ 0 w 344"/>
                <a:gd name="T1" fmla="*/ 0 h 551"/>
                <a:gd name="T2" fmla="*/ 167 w 344"/>
                <a:gd name="T3" fmla="*/ 271 h 551"/>
                <a:gd name="T4" fmla="*/ 344 w 344"/>
                <a:gd name="T5" fmla="*/ 551 h 551"/>
                <a:gd name="T6" fmla="*/ 0 w 344"/>
                <a:gd name="T7" fmla="*/ 551 h 551"/>
                <a:gd name="T8" fmla="*/ 0 w 344"/>
                <a:gd name="T9" fmla="*/ 0 h 551"/>
              </a:gdLst>
              <a:ahLst/>
              <a:cxnLst>
                <a:cxn ang="0">
                  <a:pos x="T0" y="T1"/>
                </a:cxn>
                <a:cxn ang="0">
                  <a:pos x="T2" y="T3"/>
                </a:cxn>
                <a:cxn ang="0">
                  <a:pos x="T4" y="T5"/>
                </a:cxn>
                <a:cxn ang="0">
                  <a:pos x="T6" y="T7"/>
                </a:cxn>
                <a:cxn ang="0">
                  <a:pos x="T8" y="T9"/>
                </a:cxn>
              </a:cxnLst>
              <a:rect l="0" t="0" r="r" b="b"/>
              <a:pathLst>
                <a:path w="344" h="551">
                  <a:moveTo>
                    <a:pt x="0" y="0"/>
                  </a:moveTo>
                  <a:lnTo>
                    <a:pt x="167" y="271"/>
                  </a:lnTo>
                  <a:lnTo>
                    <a:pt x="344" y="551"/>
                  </a:lnTo>
                  <a:lnTo>
                    <a:pt x="0" y="551"/>
                  </a:lnTo>
                  <a:lnTo>
                    <a:pt x="0" y="0"/>
                  </a:lnTo>
                  <a:close/>
                </a:path>
              </a:pathLst>
            </a:custGeom>
            <a:solidFill>
              <a:srgbClr val="D782FB"/>
            </a:solidFill>
            <a:ln w="0">
              <a:solidFill>
                <a:srgbClr val="D782FB"/>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7" name="Freeform 395"/>
            <p:cNvSpPr>
              <a:spLocks/>
            </p:cNvSpPr>
            <p:nvPr userDrawn="1"/>
          </p:nvSpPr>
          <p:spPr bwMode="auto">
            <a:xfrm>
              <a:off x="3295650" y="2667000"/>
              <a:ext cx="554038" cy="446088"/>
            </a:xfrm>
            <a:custGeom>
              <a:avLst/>
              <a:gdLst>
                <a:gd name="T0" fmla="*/ 349 w 699"/>
                <a:gd name="T1" fmla="*/ 0 h 561"/>
                <a:gd name="T2" fmla="*/ 349 w 699"/>
                <a:gd name="T3" fmla="*/ 0 h 561"/>
                <a:gd name="T4" fmla="*/ 524 w 699"/>
                <a:gd name="T5" fmla="*/ 281 h 561"/>
                <a:gd name="T6" fmla="*/ 699 w 699"/>
                <a:gd name="T7" fmla="*/ 561 h 561"/>
                <a:gd name="T8" fmla="*/ 0 w 699"/>
                <a:gd name="T9" fmla="*/ 561 h 561"/>
                <a:gd name="T10" fmla="*/ 175 w 699"/>
                <a:gd name="T11" fmla="*/ 281 h 561"/>
                <a:gd name="T12" fmla="*/ 349 w 699"/>
                <a:gd name="T13" fmla="*/ 0 h 561"/>
              </a:gdLst>
              <a:ahLst/>
              <a:cxnLst>
                <a:cxn ang="0">
                  <a:pos x="T0" y="T1"/>
                </a:cxn>
                <a:cxn ang="0">
                  <a:pos x="T2" y="T3"/>
                </a:cxn>
                <a:cxn ang="0">
                  <a:pos x="T4" y="T5"/>
                </a:cxn>
                <a:cxn ang="0">
                  <a:pos x="T6" y="T7"/>
                </a:cxn>
                <a:cxn ang="0">
                  <a:pos x="T8" y="T9"/>
                </a:cxn>
                <a:cxn ang="0">
                  <a:pos x="T10" y="T11"/>
                </a:cxn>
                <a:cxn ang="0">
                  <a:pos x="T12" y="T13"/>
                </a:cxn>
              </a:cxnLst>
              <a:rect l="0" t="0" r="r" b="b"/>
              <a:pathLst>
                <a:path w="699" h="561">
                  <a:moveTo>
                    <a:pt x="349" y="0"/>
                  </a:moveTo>
                  <a:lnTo>
                    <a:pt x="349" y="0"/>
                  </a:lnTo>
                  <a:lnTo>
                    <a:pt x="524" y="281"/>
                  </a:lnTo>
                  <a:lnTo>
                    <a:pt x="699" y="561"/>
                  </a:lnTo>
                  <a:lnTo>
                    <a:pt x="0" y="561"/>
                  </a:lnTo>
                  <a:lnTo>
                    <a:pt x="175" y="281"/>
                  </a:lnTo>
                  <a:lnTo>
                    <a:pt x="349" y="0"/>
                  </a:lnTo>
                  <a:close/>
                </a:path>
              </a:pathLst>
            </a:custGeom>
            <a:solidFill>
              <a:srgbClr val="FBA6A4"/>
            </a:solidFill>
            <a:ln w="0">
              <a:solidFill>
                <a:srgbClr val="FBA6A4"/>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78" name="Footer Placeholder 4"/>
          <p:cNvSpPr>
            <a:spLocks noGrp="1"/>
          </p:cNvSpPr>
          <p:nvPr>
            <p:ph type="ftr" sz="quarter" idx="11"/>
          </p:nvPr>
        </p:nvSpPr>
        <p:spPr>
          <a:xfrm>
            <a:off x="3182112" y="4768056"/>
            <a:ext cx="3697754" cy="273844"/>
          </a:xfrm>
          <a:prstGeom prst="rect">
            <a:avLst/>
          </a:prstGeom>
        </p:spPr>
        <p:txBody>
          <a:bodyPr/>
          <a:lstStyle>
            <a:lvl1pPr algn="ctr">
              <a:defRPr>
                <a:solidFill>
                  <a:schemeClr val="bg1">
                    <a:lumMod val="65000"/>
                  </a:schemeClr>
                </a:solidFill>
              </a:defRPr>
            </a:lvl1pPr>
          </a:lstStyle>
          <a:p>
            <a:r>
              <a:rPr lang="en-US">
                <a:solidFill>
                  <a:prstClr val="white">
                    <a:lumMod val="65000"/>
                  </a:prstClr>
                </a:solidFill>
              </a:rPr>
              <a:t>Your Footer Here</a:t>
            </a:r>
          </a:p>
        </p:txBody>
      </p:sp>
      <p:sp>
        <p:nvSpPr>
          <p:cNvPr id="90" name="Date Placeholder 3"/>
          <p:cNvSpPr txBox="1">
            <a:spLocks/>
          </p:cNvSpPr>
          <p:nvPr userDrawn="1"/>
        </p:nvSpPr>
        <p:spPr>
          <a:xfrm>
            <a:off x="315468" y="4767263"/>
            <a:ext cx="2057400" cy="274637"/>
          </a:xfrm>
          <a:prstGeom prst="rect">
            <a:avLst/>
          </a:prstGeom>
        </p:spPr>
        <p:txBody>
          <a:bodyPr vert="horz" lIns="91440" tIns="45720" rIns="91440" bIns="45720" rtlCol="0" anchor="ctr"/>
          <a:lstStyle>
            <a:defPPr marR="0" algn="l" rtl="0">
              <a:lnSpc>
                <a:spcPct val="100000"/>
              </a:lnSpc>
              <a:spcBef>
                <a:spcPts val="0"/>
              </a:spcBef>
              <a:spcAft>
                <a:spcPts val="0"/>
              </a:spcAft>
            </a:defPPr>
            <a:lvl1pPr marR="0" algn="l" rtl="0">
              <a:lnSpc>
                <a:spcPct val="100000"/>
              </a:lnSpc>
              <a:spcBef>
                <a:spcPts val="0"/>
              </a:spcBef>
              <a:spcAft>
                <a:spcPts val="0"/>
              </a:spcAft>
              <a:buNone/>
              <a:defRPr sz="1200" b="0" i="0" u="none" strike="noStrike" cap="none" baseline="0">
                <a:solidFill>
                  <a:schemeClr val="tx1">
                    <a:tint val="75000"/>
                  </a:schemeClr>
                </a:solidFill>
                <a:latin typeface="Arial"/>
                <a:ea typeface="Arial"/>
                <a:cs typeface="Arial"/>
                <a:sym typeface="Arial"/>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9pPr>
          </a:lstStyle>
          <a:p>
            <a:r>
              <a:rPr lang="en-US">
                <a:solidFill>
                  <a:schemeClr val="tx1">
                    <a:lumMod val="85000"/>
                    <a:lumOff val="15000"/>
                  </a:schemeClr>
                </a:solidFill>
              </a:rPr>
              <a:t>Your Date</a:t>
            </a:r>
          </a:p>
        </p:txBody>
      </p:sp>
      <p:sp>
        <p:nvSpPr>
          <p:cNvPr id="92" name="Slide Number Placeholder 5"/>
          <p:cNvSpPr>
            <a:spLocks noGrp="1"/>
          </p:cNvSpPr>
          <p:nvPr>
            <p:ph type="sldNum" sz="quarter" idx="12"/>
          </p:nvPr>
        </p:nvSpPr>
        <p:spPr>
          <a:xfrm>
            <a:off x="7010399" y="4767263"/>
            <a:ext cx="1882142" cy="274637"/>
          </a:xfrm>
        </p:spPr>
        <p:txBody>
          <a:bodyPr/>
          <a:lstStyle/>
          <a:p>
            <a:fld id="{1C0DB9A4-7C00-41BB-B303-4E91C20728DD}" type="slidenum">
              <a:rPr lang="en-US" smtClean="0"/>
              <a:pPr/>
              <a:t>‹#›</a:t>
            </a:fld>
            <a:endParaRPr lang="en-US"/>
          </a:p>
        </p:txBody>
      </p:sp>
    </p:spTree>
    <p:extLst>
      <p:ext uri="{BB962C8B-B14F-4D97-AF65-F5344CB8AC3E}">
        <p14:creationId xmlns:p14="http://schemas.microsoft.com/office/powerpoint/2010/main" val="416530852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200151"/>
            <a:ext cx="4038600" cy="33944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200151"/>
            <a:ext cx="4038600" cy="33944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9"/>
          <p:cNvSpPr>
            <a:spLocks noGrp="1"/>
          </p:cNvSpPr>
          <p:nvPr>
            <p:ph type="dt" sz="half" idx="10"/>
          </p:nvPr>
        </p:nvSpPr>
        <p:spPr>
          <a:xfrm>
            <a:off x="457200" y="4767263"/>
            <a:ext cx="2133600" cy="273844"/>
          </a:xfrm>
          <a:prstGeom prst="rect">
            <a:avLst/>
          </a:prstGeom>
        </p:spPr>
        <p:txBody>
          <a:bodyPr/>
          <a:lstStyle>
            <a:lvl1pPr>
              <a:defRPr/>
            </a:lvl1pPr>
          </a:lstStyle>
          <a:p>
            <a:pPr>
              <a:defRPr/>
            </a:pPr>
            <a:endParaRPr lang="en-US" dirty="0"/>
          </a:p>
        </p:txBody>
      </p:sp>
      <p:sp>
        <p:nvSpPr>
          <p:cNvPr id="6" name="Footer Placeholder 21"/>
          <p:cNvSpPr>
            <a:spLocks noGrp="1"/>
          </p:cNvSpPr>
          <p:nvPr>
            <p:ph type="ftr" sz="quarter" idx="11"/>
          </p:nvPr>
        </p:nvSpPr>
        <p:spPr>
          <a:xfrm>
            <a:off x="3124200" y="4767263"/>
            <a:ext cx="2895600" cy="273844"/>
          </a:xfrm>
          <a:prstGeom prst="rect">
            <a:avLst/>
          </a:prstGeom>
        </p:spPr>
        <p:txBody>
          <a:bodyPr/>
          <a:lstStyle>
            <a:lvl1pPr>
              <a:defRPr/>
            </a:lvl1pPr>
          </a:lstStyle>
          <a:p>
            <a:pPr>
              <a:defRPr/>
            </a:pPr>
            <a:endParaRPr lang="en-US" dirty="0"/>
          </a:p>
        </p:txBody>
      </p:sp>
      <p:sp>
        <p:nvSpPr>
          <p:cNvPr id="7" name="Slide Number Placeholder 17"/>
          <p:cNvSpPr>
            <a:spLocks noGrp="1"/>
          </p:cNvSpPr>
          <p:nvPr>
            <p:ph type="sldNum" sz="quarter" idx="12"/>
          </p:nvPr>
        </p:nvSpPr>
        <p:spPr/>
        <p:txBody>
          <a:bodyPr/>
          <a:lstStyle>
            <a:lvl1pPr>
              <a:defRPr/>
            </a:lvl1pPr>
          </a:lstStyle>
          <a:p>
            <a:pPr>
              <a:defRPr/>
            </a:pPr>
            <a:fld id="{5612BA31-4ADC-4EA2-9C08-0E0505B50D32}" type="slidenum">
              <a:rPr lang="en-US"/>
              <a:pPr>
                <a:defRPr/>
              </a:pPr>
              <a:t>‹#›</a:t>
            </a:fld>
            <a:endParaRPr lang="en-US" dirty="0"/>
          </a:p>
        </p:txBody>
      </p:sp>
    </p:spTree>
    <p:extLst>
      <p:ext uri="{BB962C8B-B14F-4D97-AF65-F5344CB8AC3E}">
        <p14:creationId xmlns:p14="http://schemas.microsoft.com/office/powerpoint/2010/main" val="39053137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5.xml"/><Relationship Id="rId13" Type="http://schemas.openxmlformats.org/officeDocument/2006/relationships/slideLayout" Target="../slideLayouts/slideLayout20.xml"/><Relationship Id="rId3" Type="http://schemas.openxmlformats.org/officeDocument/2006/relationships/slideLayout" Target="../slideLayouts/slideLayout10.xml"/><Relationship Id="rId7" Type="http://schemas.openxmlformats.org/officeDocument/2006/relationships/slideLayout" Target="../slideLayouts/slideLayout14.xml"/><Relationship Id="rId12" Type="http://schemas.openxmlformats.org/officeDocument/2006/relationships/slideLayout" Target="../slideLayouts/slideLayout19.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slideLayout" Target="../slideLayouts/slideLayout18.xml"/><Relationship Id="rId5" Type="http://schemas.openxmlformats.org/officeDocument/2006/relationships/slideLayout" Target="../slideLayouts/slideLayout12.xml"/><Relationship Id="rId10" Type="http://schemas.openxmlformats.org/officeDocument/2006/relationships/slideLayout" Target="../slideLayouts/slideLayout17.xml"/><Relationship Id="rId4" Type="http://schemas.openxmlformats.org/officeDocument/2006/relationships/slideLayout" Target="../slideLayouts/slideLayout11.xml"/><Relationship Id="rId9" Type="http://schemas.openxmlformats.org/officeDocument/2006/relationships/slideLayout" Target="../slideLayouts/slideLayout16.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Pr>
        <a:solidFill>
          <a:schemeClr val="accent1"/>
        </a:solidFill>
        <a:effectLst/>
      </p:bgPr>
    </p:bg>
    <p:spTree>
      <p:nvGrpSpPr>
        <p:cNvPr id="1" name="Shape 5"/>
        <p:cNvGrpSpPr/>
        <p:nvPr/>
      </p:nvGrpSpPr>
      <p:grpSpPr>
        <a:xfrm>
          <a:off x="0" y="0"/>
          <a:ext cx="0" cy="0"/>
          <a:chOff x="0" y="0"/>
          <a:chExt cx="0" cy="0"/>
        </a:xfrm>
      </p:grpSpPr>
      <p:pic>
        <p:nvPicPr>
          <p:cNvPr id="6" name="Google Shape;6;p1"/>
          <p:cNvPicPr preferRelativeResize="0"/>
          <p:nvPr/>
        </p:nvPicPr>
        <p:blipFill>
          <a:blip r:embed="rId9">
            <a:alphaModFix/>
          </a:blip>
          <a:stretch>
            <a:fillRect/>
          </a:stretch>
        </p:blipFill>
        <p:spPr>
          <a:xfrm>
            <a:off x="1116" y="0"/>
            <a:ext cx="9141767" cy="5143500"/>
          </a:xfrm>
          <a:prstGeom prst="rect">
            <a:avLst/>
          </a:prstGeom>
          <a:noFill/>
          <a:ln>
            <a:noFill/>
          </a:ln>
        </p:spPr>
      </p:pic>
      <p:sp>
        <p:nvSpPr>
          <p:cNvPr id="7" name="Google Shape;7;p1"/>
          <p:cNvSpPr/>
          <p:nvPr/>
        </p:nvSpPr>
        <p:spPr>
          <a:xfrm>
            <a:off x="91700" y="96300"/>
            <a:ext cx="8966100" cy="4945200"/>
          </a:xfrm>
          <a:prstGeom prst="rect">
            <a:avLst/>
          </a:prstGeom>
          <a:no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8;p1"/>
          <p:cNvSpPr txBox="1">
            <a:spLocks noGrp="1"/>
          </p:cNvSpPr>
          <p:nvPr>
            <p:ph type="title"/>
          </p:nvPr>
        </p:nvSpPr>
        <p:spPr>
          <a:xfrm>
            <a:off x="404330" y="493832"/>
            <a:ext cx="8229600" cy="4134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lt1"/>
              </a:buClr>
              <a:buSzPts val="2000"/>
              <a:buFont typeface="Cousine"/>
              <a:buNone/>
              <a:defRPr sz="2000">
                <a:solidFill>
                  <a:schemeClr val="lt1"/>
                </a:solidFill>
                <a:latin typeface="Cousine"/>
                <a:ea typeface="Cousine"/>
                <a:cs typeface="Cousine"/>
                <a:sym typeface="Cousine"/>
              </a:defRPr>
            </a:lvl1pPr>
            <a:lvl2pPr lvl="1">
              <a:spcBef>
                <a:spcPts val="0"/>
              </a:spcBef>
              <a:spcAft>
                <a:spcPts val="0"/>
              </a:spcAft>
              <a:buClr>
                <a:schemeClr val="lt1"/>
              </a:buClr>
              <a:buSzPts val="2000"/>
              <a:buFont typeface="Cousine"/>
              <a:buNone/>
              <a:defRPr sz="2000">
                <a:solidFill>
                  <a:schemeClr val="lt1"/>
                </a:solidFill>
                <a:latin typeface="Cousine"/>
                <a:ea typeface="Cousine"/>
                <a:cs typeface="Cousine"/>
                <a:sym typeface="Cousine"/>
              </a:defRPr>
            </a:lvl2pPr>
            <a:lvl3pPr lvl="2">
              <a:spcBef>
                <a:spcPts val="0"/>
              </a:spcBef>
              <a:spcAft>
                <a:spcPts val="0"/>
              </a:spcAft>
              <a:buClr>
                <a:schemeClr val="lt1"/>
              </a:buClr>
              <a:buSzPts val="2000"/>
              <a:buFont typeface="Cousine"/>
              <a:buNone/>
              <a:defRPr sz="2000">
                <a:solidFill>
                  <a:schemeClr val="lt1"/>
                </a:solidFill>
                <a:latin typeface="Cousine"/>
                <a:ea typeface="Cousine"/>
                <a:cs typeface="Cousine"/>
                <a:sym typeface="Cousine"/>
              </a:defRPr>
            </a:lvl3pPr>
            <a:lvl4pPr lvl="3">
              <a:spcBef>
                <a:spcPts val="0"/>
              </a:spcBef>
              <a:spcAft>
                <a:spcPts val="0"/>
              </a:spcAft>
              <a:buClr>
                <a:schemeClr val="lt1"/>
              </a:buClr>
              <a:buSzPts val="2000"/>
              <a:buFont typeface="Cousine"/>
              <a:buNone/>
              <a:defRPr sz="2000">
                <a:solidFill>
                  <a:schemeClr val="lt1"/>
                </a:solidFill>
                <a:latin typeface="Cousine"/>
                <a:ea typeface="Cousine"/>
                <a:cs typeface="Cousine"/>
                <a:sym typeface="Cousine"/>
              </a:defRPr>
            </a:lvl4pPr>
            <a:lvl5pPr lvl="4">
              <a:spcBef>
                <a:spcPts val="0"/>
              </a:spcBef>
              <a:spcAft>
                <a:spcPts val="0"/>
              </a:spcAft>
              <a:buClr>
                <a:schemeClr val="lt1"/>
              </a:buClr>
              <a:buSzPts val="2000"/>
              <a:buFont typeface="Cousine"/>
              <a:buNone/>
              <a:defRPr sz="2000">
                <a:solidFill>
                  <a:schemeClr val="lt1"/>
                </a:solidFill>
                <a:latin typeface="Cousine"/>
                <a:ea typeface="Cousine"/>
                <a:cs typeface="Cousine"/>
                <a:sym typeface="Cousine"/>
              </a:defRPr>
            </a:lvl5pPr>
            <a:lvl6pPr lvl="5">
              <a:spcBef>
                <a:spcPts val="0"/>
              </a:spcBef>
              <a:spcAft>
                <a:spcPts val="0"/>
              </a:spcAft>
              <a:buClr>
                <a:schemeClr val="lt1"/>
              </a:buClr>
              <a:buSzPts val="2000"/>
              <a:buFont typeface="Cousine"/>
              <a:buNone/>
              <a:defRPr sz="2000">
                <a:solidFill>
                  <a:schemeClr val="lt1"/>
                </a:solidFill>
                <a:latin typeface="Cousine"/>
                <a:ea typeface="Cousine"/>
                <a:cs typeface="Cousine"/>
                <a:sym typeface="Cousine"/>
              </a:defRPr>
            </a:lvl6pPr>
            <a:lvl7pPr lvl="6">
              <a:spcBef>
                <a:spcPts val="0"/>
              </a:spcBef>
              <a:spcAft>
                <a:spcPts val="0"/>
              </a:spcAft>
              <a:buClr>
                <a:schemeClr val="lt1"/>
              </a:buClr>
              <a:buSzPts val="2000"/>
              <a:buFont typeface="Cousine"/>
              <a:buNone/>
              <a:defRPr sz="2000">
                <a:solidFill>
                  <a:schemeClr val="lt1"/>
                </a:solidFill>
                <a:latin typeface="Cousine"/>
                <a:ea typeface="Cousine"/>
                <a:cs typeface="Cousine"/>
                <a:sym typeface="Cousine"/>
              </a:defRPr>
            </a:lvl7pPr>
            <a:lvl8pPr lvl="7">
              <a:spcBef>
                <a:spcPts val="0"/>
              </a:spcBef>
              <a:spcAft>
                <a:spcPts val="0"/>
              </a:spcAft>
              <a:buClr>
                <a:schemeClr val="lt1"/>
              </a:buClr>
              <a:buSzPts val="2000"/>
              <a:buFont typeface="Cousine"/>
              <a:buNone/>
              <a:defRPr sz="2000">
                <a:solidFill>
                  <a:schemeClr val="lt1"/>
                </a:solidFill>
                <a:latin typeface="Cousine"/>
                <a:ea typeface="Cousine"/>
                <a:cs typeface="Cousine"/>
                <a:sym typeface="Cousine"/>
              </a:defRPr>
            </a:lvl8pPr>
            <a:lvl9pPr lvl="8">
              <a:spcBef>
                <a:spcPts val="0"/>
              </a:spcBef>
              <a:spcAft>
                <a:spcPts val="0"/>
              </a:spcAft>
              <a:buClr>
                <a:schemeClr val="lt1"/>
              </a:buClr>
              <a:buSzPts val="2000"/>
              <a:buFont typeface="Cousine"/>
              <a:buNone/>
              <a:defRPr sz="2000">
                <a:solidFill>
                  <a:schemeClr val="lt1"/>
                </a:solidFill>
                <a:latin typeface="Cousine"/>
                <a:ea typeface="Cousine"/>
                <a:cs typeface="Cousine"/>
                <a:sym typeface="Cousine"/>
              </a:defRPr>
            </a:lvl9pPr>
          </a:lstStyle>
          <a:p>
            <a:endParaRPr/>
          </a:p>
        </p:txBody>
      </p:sp>
      <p:sp>
        <p:nvSpPr>
          <p:cNvPr id="9" name="Google Shape;9;p1"/>
          <p:cNvSpPr txBox="1">
            <a:spLocks noGrp="1"/>
          </p:cNvSpPr>
          <p:nvPr>
            <p:ph type="body" idx="1"/>
          </p:nvPr>
        </p:nvSpPr>
        <p:spPr>
          <a:xfrm>
            <a:off x="457200" y="1125000"/>
            <a:ext cx="8229600" cy="3639000"/>
          </a:xfrm>
          <a:prstGeom prst="rect">
            <a:avLst/>
          </a:prstGeom>
          <a:noFill/>
          <a:ln>
            <a:noFill/>
          </a:ln>
        </p:spPr>
        <p:txBody>
          <a:bodyPr spcFirstLastPara="1" wrap="square" lIns="91425" tIns="91425" rIns="91425" bIns="91425" anchor="t" anchorCtr="0">
            <a:noAutofit/>
          </a:bodyPr>
          <a:lstStyle>
            <a:lvl1pPr marL="457200" lvl="0" indent="-381000">
              <a:spcBef>
                <a:spcPts val="600"/>
              </a:spcBef>
              <a:spcAft>
                <a:spcPts val="0"/>
              </a:spcAft>
              <a:buClr>
                <a:schemeClr val="lt1"/>
              </a:buClr>
              <a:buSzPts val="2400"/>
              <a:buFont typeface="Cousine"/>
              <a:buChar char="▪"/>
              <a:defRPr sz="2400">
                <a:solidFill>
                  <a:schemeClr val="lt1"/>
                </a:solidFill>
                <a:latin typeface="Cousine"/>
                <a:ea typeface="Cousine"/>
                <a:cs typeface="Cousine"/>
                <a:sym typeface="Cousine"/>
              </a:defRPr>
            </a:lvl1pPr>
            <a:lvl2pPr marL="914400" lvl="1" indent="-381000">
              <a:spcBef>
                <a:spcPts val="0"/>
              </a:spcBef>
              <a:spcAft>
                <a:spcPts val="0"/>
              </a:spcAft>
              <a:buClr>
                <a:schemeClr val="lt1"/>
              </a:buClr>
              <a:buSzPts val="2400"/>
              <a:buFont typeface="Cousine"/>
              <a:buChar char="▫"/>
              <a:defRPr sz="2400">
                <a:solidFill>
                  <a:schemeClr val="lt1"/>
                </a:solidFill>
                <a:latin typeface="Cousine"/>
                <a:ea typeface="Cousine"/>
                <a:cs typeface="Cousine"/>
                <a:sym typeface="Cousine"/>
              </a:defRPr>
            </a:lvl2pPr>
            <a:lvl3pPr marL="1371600" lvl="2" indent="-381000">
              <a:spcBef>
                <a:spcPts val="0"/>
              </a:spcBef>
              <a:spcAft>
                <a:spcPts val="0"/>
              </a:spcAft>
              <a:buClr>
                <a:schemeClr val="lt1"/>
              </a:buClr>
              <a:buSzPts val="2400"/>
              <a:buFont typeface="Cousine"/>
              <a:buChar char="■"/>
              <a:defRPr sz="2400">
                <a:solidFill>
                  <a:schemeClr val="lt1"/>
                </a:solidFill>
                <a:latin typeface="Cousine"/>
                <a:ea typeface="Cousine"/>
                <a:cs typeface="Cousine"/>
                <a:sym typeface="Cousine"/>
              </a:defRPr>
            </a:lvl3pPr>
            <a:lvl4pPr marL="1828800" lvl="3" indent="-381000">
              <a:spcBef>
                <a:spcPts val="0"/>
              </a:spcBef>
              <a:spcAft>
                <a:spcPts val="0"/>
              </a:spcAft>
              <a:buClr>
                <a:schemeClr val="lt1"/>
              </a:buClr>
              <a:buSzPts val="2400"/>
              <a:buFont typeface="Cousine"/>
              <a:buChar char="●"/>
              <a:defRPr sz="2400">
                <a:solidFill>
                  <a:schemeClr val="lt1"/>
                </a:solidFill>
                <a:latin typeface="Cousine"/>
                <a:ea typeface="Cousine"/>
                <a:cs typeface="Cousine"/>
                <a:sym typeface="Cousine"/>
              </a:defRPr>
            </a:lvl4pPr>
            <a:lvl5pPr marL="2286000" lvl="4" indent="-381000">
              <a:spcBef>
                <a:spcPts val="0"/>
              </a:spcBef>
              <a:spcAft>
                <a:spcPts val="0"/>
              </a:spcAft>
              <a:buClr>
                <a:schemeClr val="lt1"/>
              </a:buClr>
              <a:buSzPts val="2400"/>
              <a:buFont typeface="Cousine"/>
              <a:buChar char="○"/>
              <a:defRPr sz="2400">
                <a:solidFill>
                  <a:schemeClr val="lt1"/>
                </a:solidFill>
                <a:latin typeface="Cousine"/>
                <a:ea typeface="Cousine"/>
                <a:cs typeface="Cousine"/>
                <a:sym typeface="Cousine"/>
              </a:defRPr>
            </a:lvl5pPr>
            <a:lvl6pPr marL="2743200" lvl="5" indent="-381000">
              <a:spcBef>
                <a:spcPts val="0"/>
              </a:spcBef>
              <a:spcAft>
                <a:spcPts val="0"/>
              </a:spcAft>
              <a:buClr>
                <a:schemeClr val="lt1"/>
              </a:buClr>
              <a:buSzPts val="2400"/>
              <a:buFont typeface="Cousine"/>
              <a:buChar char="■"/>
              <a:defRPr sz="2400">
                <a:solidFill>
                  <a:schemeClr val="lt1"/>
                </a:solidFill>
                <a:latin typeface="Cousine"/>
                <a:ea typeface="Cousine"/>
                <a:cs typeface="Cousine"/>
                <a:sym typeface="Cousine"/>
              </a:defRPr>
            </a:lvl6pPr>
            <a:lvl7pPr marL="3200400" lvl="6" indent="-381000">
              <a:spcBef>
                <a:spcPts val="0"/>
              </a:spcBef>
              <a:spcAft>
                <a:spcPts val="0"/>
              </a:spcAft>
              <a:buClr>
                <a:schemeClr val="lt1"/>
              </a:buClr>
              <a:buSzPts val="2400"/>
              <a:buFont typeface="Cousine"/>
              <a:buChar char="●"/>
              <a:defRPr sz="2400">
                <a:solidFill>
                  <a:schemeClr val="lt1"/>
                </a:solidFill>
                <a:latin typeface="Cousine"/>
                <a:ea typeface="Cousine"/>
                <a:cs typeface="Cousine"/>
                <a:sym typeface="Cousine"/>
              </a:defRPr>
            </a:lvl7pPr>
            <a:lvl8pPr marL="3657600" lvl="7" indent="-381000">
              <a:spcBef>
                <a:spcPts val="0"/>
              </a:spcBef>
              <a:spcAft>
                <a:spcPts val="0"/>
              </a:spcAft>
              <a:buClr>
                <a:schemeClr val="lt1"/>
              </a:buClr>
              <a:buSzPts val="2400"/>
              <a:buFont typeface="Cousine"/>
              <a:buChar char="○"/>
              <a:defRPr sz="2400">
                <a:solidFill>
                  <a:schemeClr val="lt1"/>
                </a:solidFill>
                <a:latin typeface="Cousine"/>
                <a:ea typeface="Cousine"/>
                <a:cs typeface="Cousine"/>
                <a:sym typeface="Cousine"/>
              </a:defRPr>
            </a:lvl8pPr>
            <a:lvl9pPr marL="4114800" lvl="8" indent="-381000">
              <a:spcBef>
                <a:spcPts val="0"/>
              </a:spcBef>
              <a:spcAft>
                <a:spcPts val="0"/>
              </a:spcAft>
              <a:buClr>
                <a:schemeClr val="lt1"/>
              </a:buClr>
              <a:buSzPts val="2400"/>
              <a:buFont typeface="Cousine"/>
              <a:buChar char="■"/>
              <a:defRPr sz="2400">
                <a:solidFill>
                  <a:schemeClr val="lt1"/>
                </a:solidFill>
                <a:latin typeface="Cousine"/>
                <a:ea typeface="Cousine"/>
                <a:cs typeface="Cousine"/>
                <a:sym typeface="Cousine"/>
              </a:defRPr>
            </a:lvl9pPr>
          </a:lstStyle>
          <a:p>
            <a:endParaRPr/>
          </a:p>
        </p:txBody>
      </p:sp>
      <p:sp>
        <p:nvSpPr>
          <p:cNvPr id="10" name="Google Shape;10;p1"/>
          <p:cNvSpPr txBox="1">
            <a:spLocks noGrp="1"/>
          </p:cNvSpPr>
          <p:nvPr>
            <p:ph type="sldNum" idx="12"/>
          </p:nvPr>
        </p:nvSpPr>
        <p:spPr>
          <a:xfrm>
            <a:off x="8523157" y="4641567"/>
            <a:ext cx="461100" cy="291900"/>
          </a:xfrm>
          <a:prstGeom prst="rect">
            <a:avLst/>
          </a:prstGeom>
          <a:noFill/>
          <a:ln>
            <a:noFill/>
          </a:ln>
        </p:spPr>
        <p:txBody>
          <a:bodyPr spcFirstLastPara="1" wrap="square" lIns="91425" tIns="91425" rIns="91425" bIns="91425" anchor="t" anchorCtr="0">
            <a:noAutofit/>
          </a:bodyPr>
          <a:lstStyle>
            <a:lvl1pPr lvl="0" algn="r">
              <a:buNone/>
              <a:defRPr sz="1000">
                <a:solidFill>
                  <a:schemeClr val="lt1"/>
                </a:solidFill>
                <a:latin typeface="Cousine"/>
                <a:ea typeface="Cousine"/>
                <a:cs typeface="Cousine"/>
                <a:sym typeface="Cousine"/>
              </a:defRPr>
            </a:lvl1pPr>
            <a:lvl2pPr lvl="1" algn="r">
              <a:buNone/>
              <a:defRPr sz="1000">
                <a:solidFill>
                  <a:schemeClr val="lt1"/>
                </a:solidFill>
                <a:latin typeface="Cousine"/>
                <a:ea typeface="Cousine"/>
                <a:cs typeface="Cousine"/>
                <a:sym typeface="Cousine"/>
              </a:defRPr>
            </a:lvl2pPr>
            <a:lvl3pPr lvl="2" algn="r">
              <a:buNone/>
              <a:defRPr sz="1000">
                <a:solidFill>
                  <a:schemeClr val="lt1"/>
                </a:solidFill>
                <a:latin typeface="Cousine"/>
                <a:ea typeface="Cousine"/>
                <a:cs typeface="Cousine"/>
                <a:sym typeface="Cousine"/>
              </a:defRPr>
            </a:lvl3pPr>
            <a:lvl4pPr lvl="3" algn="r">
              <a:buNone/>
              <a:defRPr sz="1000">
                <a:solidFill>
                  <a:schemeClr val="lt1"/>
                </a:solidFill>
                <a:latin typeface="Cousine"/>
                <a:ea typeface="Cousine"/>
                <a:cs typeface="Cousine"/>
                <a:sym typeface="Cousine"/>
              </a:defRPr>
            </a:lvl4pPr>
            <a:lvl5pPr lvl="4" algn="r">
              <a:buNone/>
              <a:defRPr sz="1000">
                <a:solidFill>
                  <a:schemeClr val="lt1"/>
                </a:solidFill>
                <a:latin typeface="Cousine"/>
                <a:ea typeface="Cousine"/>
                <a:cs typeface="Cousine"/>
                <a:sym typeface="Cousine"/>
              </a:defRPr>
            </a:lvl5pPr>
            <a:lvl6pPr lvl="5" algn="r">
              <a:buNone/>
              <a:defRPr sz="1000">
                <a:solidFill>
                  <a:schemeClr val="lt1"/>
                </a:solidFill>
                <a:latin typeface="Cousine"/>
                <a:ea typeface="Cousine"/>
                <a:cs typeface="Cousine"/>
                <a:sym typeface="Cousine"/>
              </a:defRPr>
            </a:lvl6pPr>
            <a:lvl7pPr lvl="6" algn="r">
              <a:buNone/>
              <a:defRPr sz="1000">
                <a:solidFill>
                  <a:schemeClr val="lt1"/>
                </a:solidFill>
                <a:latin typeface="Cousine"/>
                <a:ea typeface="Cousine"/>
                <a:cs typeface="Cousine"/>
                <a:sym typeface="Cousine"/>
              </a:defRPr>
            </a:lvl7pPr>
            <a:lvl8pPr lvl="7" algn="r">
              <a:buNone/>
              <a:defRPr sz="1000">
                <a:solidFill>
                  <a:schemeClr val="lt1"/>
                </a:solidFill>
                <a:latin typeface="Cousine"/>
                <a:ea typeface="Cousine"/>
                <a:cs typeface="Cousine"/>
                <a:sym typeface="Cousine"/>
              </a:defRPr>
            </a:lvl8pPr>
            <a:lvl9pPr lvl="8" algn="r">
              <a:buNone/>
              <a:defRPr sz="1000">
                <a:solidFill>
                  <a:schemeClr val="lt1"/>
                </a:solidFill>
                <a:latin typeface="Cousine"/>
                <a:ea typeface="Cousine"/>
                <a:cs typeface="Cousine"/>
                <a:sym typeface="Cousi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52" r:id="rId1"/>
    <p:sldLayoutId id="2147483656" r:id="rId2"/>
    <p:sldLayoutId id="2147483658" r:id="rId3"/>
    <p:sldLayoutId id="2147483659" r:id="rId4"/>
    <p:sldLayoutId id="2147483660" r:id="rId5"/>
    <p:sldLayoutId id="2147483661" r:id="rId6"/>
    <p:sldLayoutId id="2147483662" r:id="rId7"/>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8"/>
            <a:ext cx="8229600" cy="85725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4767264"/>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3066F904-6908-47EE-B819-29E203796890}" type="datetimeFigureOut">
              <a:rPr lang="en-US" smtClean="0"/>
              <a:pPr/>
              <a:t>11/5/2020</a:t>
            </a:fld>
            <a:endParaRPr lang="en-US"/>
          </a:p>
        </p:txBody>
      </p:sp>
      <p:sp>
        <p:nvSpPr>
          <p:cNvPr id="5" name="Footer Placeholder 4"/>
          <p:cNvSpPr>
            <a:spLocks noGrp="1"/>
          </p:cNvSpPr>
          <p:nvPr>
            <p:ph type="ftr" sz="quarter" idx="3"/>
          </p:nvPr>
        </p:nvSpPr>
        <p:spPr>
          <a:xfrm>
            <a:off x="3124200" y="4767264"/>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4"/>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a:t>
            </a:fld>
            <a:endParaRPr lang="en"/>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Lst>
  <p:transition>
    <p:fade thruBlk="1"/>
  </p:transition>
  <p:timing>
    <p:tnLst>
      <p:par>
        <p:cTn id="1" dur="indefinite" restart="never" nodeType="tmRoot"/>
      </p:par>
    </p:tnLst>
  </p:timing>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0.xml"/><Relationship Id="rId1" Type="http://schemas.openxmlformats.org/officeDocument/2006/relationships/vmlDrawing" Target="../drawings/vmlDrawing1.vml"/><Relationship Id="rId6" Type="http://schemas.openxmlformats.org/officeDocument/2006/relationships/image" Target="../media/image8.emf"/><Relationship Id="rId5" Type="http://schemas.openxmlformats.org/officeDocument/2006/relationships/oleObject" Target="../embeddings/Microsoft_Excel_97-2003_Worksheet1.xls"/><Relationship Id="rId4" Type="http://schemas.openxmlformats.org/officeDocument/2006/relationships/oleObject" Target="../embeddings/oleObject1.bin"/></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0.xml"/><Relationship Id="rId1" Type="http://schemas.openxmlformats.org/officeDocument/2006/relationships/vmlDrawing" Target="../drawings/vmlDrawing2.vml"/><Relationship Id="rId6" Type="http://schemas.openxmlformats.org/officeDocument/2006/relationships/image" Target="../media/image9.emf"/><Relationship Id="rId5" Type="http://schemas.openxmlformats.org/officeDocument/2006/relationships/oleObject" Target="../embeddings/Microsoft_Excel_97-2003_Worksheet2.xls"/><Relationship Id="rId4" Type="http://schemas.openxmlformats.org/officeDocument/2006/relationships/oleObject" Target="../embeddings/oleObject2.bin"/></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4.xml"/><Relationship Id="rId4" Type="http://schemas.openxmlformats.org/officeDocument/2006/relationships/chart" Target="../charts/chart1.xml"/></Relationships>
</file>

<file path=ppt/slides/_rels/slide1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image" Target="../media/image12.jpeg"/><Relationship Id="rId1" Type="http://schemas.openxmlformats.org/officeDocument/2006/relationships/slideLayout" Target="../slideLayouts/slideLayout11.xml"/><Relationship Id="rId4" Type="http://schemas.openxmlformats.org/officeDocument/2006/relationships/image" Target="../media/image11.jpeg"/></Relationships>
</file>

<file path=ppt/slides/_rels/slide16.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chart" Target="../charts/chart4.xml"/><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image" Target="../media/image11.jpeg"/><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6.xml"/><Relationship Id="rId5" Type="http://schemas.openxmlformats.org/officeDocument/2006/relationships/image" Target="../media/image20.jpeg"/><Relationship Id="rId4" Type="http://schemas.openxmlformats.org/officeDocument/2006/relationships/image" Target="../media/image19.jpeg"/></Relationships>
</file>

<file path=ppt/slides/_rels/slide23.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jpeg"/><Relationship Id="rId7" Type="http://schemas.openxmlformats.org/officeDocument/2006/relationships/image" Target="../media/image26.png"/><Relationship Id="rId2" Type="http://schemas.openxmlformats.org/officeDocument/2006/relationships/image" Target="../media/image21.jpeg"/><Relationship Id="rId1" Type="http://schemas.openxmlformats.org/officeDocument/2006/relationships/slideLayout" Target="../slideLayouts/slideLayout6.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 Id="rId9" Type="http://schemas.openxmlformats.org/officeDocument/2006/relationships/image" Target="../media/image28.png"/></Relationships>
</file>

<file path=ppt/slides/_rels/slide2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6.xml"/><Relationship Id="rId5" Type="http://schemas.openxmlformats.org/officeDocument/2006/relationships/image" Target="../media/image32.png"/><Relationship Id="rId4" Type="http://schemas.openxmlformats.org/officeDocument/2006/relationships/image" Target="../media/image31.png"/></Relationships>
</file>

<file path=ppt/slides/_rels/slide25.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33.jpeg"/><Relationship Id="rId1" Type="http://schemas.openxmlformats.org/officeDocument/2006/relationships/slideLayout" Target="../slideLayouts/slideLayout6.xml"/><Relationship Id="rId5" Type="http://schemas.openxmlformats.org/officeDocument/2006/relationships/image" Target="../media/image36.png"/><Relationship Id="rId4" Type="http://schemas.openxmlformats.org/officeDocument/2006/relationships/image" Target="../media/image35.png"/></Relationships>
</file>

<file path=ppt/slides/_rels/slide26.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9.xml"/><Relationship Id="rId1" Type="http://schemas.openxmlformats.org/officeDocument/2006/relationships/slideLayout" Target="../slideLayouts/slideLayout6.xml"/><Relationship Id="rId6" Type="http://schemas.openxmlformats.org/officeDocument/2006/relationships/image" Target="../media/image40.png"/><Relationship Id="rId5" Type="http://schemas.openxmlformats.org/officeDocument/2006/relationships/image" Target="../media/image39.jpeg"/><Relationship Id="rId4" Type="http://schemas.openxmlformats.org/officeDocument/2006/relationships/image" Target="../media/image38.jpeg"/></Relationships>
</file>

<file path=ppt/slides/_rels/slide27.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image" Target="../media/image41.jpeg"/><Relationship Id="rId1" Type="http://schemas.openxmlformats.org/officeDocument/2006/relationships/slideLayout" Target="../slideLayouts/slideLayout3.xml"/><Relationship Id="rId5" Type="http://schemas.openxmlformats.org/officeDocument/2006/relationships/image" Target="../media/image44.jpeg"/><Relationship Id="rId4" Type="http://schemas.openxmlformats.org/officeDocument/2006/relationships/image" Target="../media/image43.jpeg"/></Relationships>
</file>

<file path=ppt/slides/_rels/slide28.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image" Target="../media/image45.jpeg"/><Relationship Id="rId1" Type="http://schemas.openxmlformats.org/officeDocument/2006/relationships/slideLayout" Target="../slideLayouts/slideLayout3.xml"/><Relationship Id="rId5" Type="http://schemas.openxmlformats.org/officeDocument/2006/relationships/image" Target="../media/image48.png"/><Relationship Id="rId4" Type="http://schemas.openxmlformats.org/officeDocument/2006/relationships/image" Target="../media/image47.png"/></Relationships>
</file>

<file path=ppt/slides/_rels/slide29.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image" Target="../media/image49.jpeg"/><Relationship Id="rId1" Type="http://schemas.openxmlformats.org/officeDocument/2006/relationships/slideLayout" Target="../slideLayouts/slideLayout6.xml"/><Relationship Id="rId5" Type="http://schemas.openxmlformats.org/officeDocument/2006/relationships/image" Target="../media/image52.jpeg"/><Relationship Id="rId4" Type="http://schemas.openxmlformats.org/officeDocument/2006/relationships/image" Target="../media/image51.png"/></Relationships>
</file>

<file path=ppt/slides/_rels/slide30.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image" Target="../media/image53.jpeg"/><Relationship Id="rId1" Type="http://schemas.openxmlformats.org/officeDocument/2006/relationships/slideLayout" Target="../slideLayouts/slideLayout7.xml"/><Relationship Id="rId5" Type="http://schemas.openxmlformats.org/officeDocument/2006/relationships/image" Target="../media/image56.jpeg"/><Relationship Id="rId4" Type="http://schemas.openxmlformats.org/officeDocument/2006/relationships/image" Target="../media/image55.jpeg"/></Relationships>
</file>

<file path=ppt/slides/_rels/slide31.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jpeg"/><Relationship Id="rId1" Type="http://schemas.openxmlformats.org/officeDocument/2006/relationships/slideLayout" Target="../slideLayouts/slideLayout5.xml"/><Relationship Id="rId5" Type="http://schemas.openxmlformats.org/officeDocument/2006/relationships/image" Target="../media/image60.jpeg"/><Relationship Id="rId4" Type="http://schemas.openxmlformats.org/officeDocument/2006/relationships/image" Target="../media/image59.jpe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4513" y="670278"/>
            <a:ext cx="7603958" cy="946483"/>
          </a:xfrm>
        </p:spPr>
        <p:txBody>
          <a:bodyPr>
            <a:noAutofit/>
          </a:bodyPr>
          <a:lstStyle/>
          <a:p>
            <a:r>
              <a:rPr lang="en-US" sz="4400" dirty="0"/>
              <a:t>A brief PRESENTATION </a:t>
            </a:r>
          </a:p>
        </p:txBody>
      </p:sp>
      <p:sp>
        <p:nvSpPr>
          <p:cNvPr id="3" name="Content Placeholder 2"/>
          <p:cNvSpPr>
            <a:spLocks noGrp="1"/>
          </p:cNvSpPr>
          <p:nvPr>
            <p:ph idx="1"/>
          </p:nvPr>
        </p:nvSpPr>
        <p:spPr>
          <a:xfrm>
            <a:off x="2100328" y="1255018"/>
            <a:ext cx="5710428" cy="2274596"/>
          </a:xfrm>
        </p:spPr>
        <p:txBody>
          <a:bodyPr>
            <a:noAutofit/>
          </a:bodyPr>
          <a:lstStyle/>
          <a:p>
            <a:pPr marL="0" indent="0" algn="just">
              <a:buNone/>
            </a:pPr>
            <a:endParaRPr lang="en-US" sz="1800" b="1" dirty="0">
              <a:latin typeface="Nikosh" panose="02000000000000000000" pitchFamily="2" charset="0"/>
              <a:cs typeface="Nikosh" panose="02000000000000000000" pitchFamily="2" charset="0"/>
            </a:endParaRPr>
          </a:p>
          <a:p>
            <a:pPr marL="0" indent="0" algn="just">
              <a:buNone/>
            </a:pPr>
            <a:r>
              <a:rPr lang="en-US" sz="1800" b="1" dirty="0" smtClean="0">
                <a:latin typeface="Nikosh" panose="02000000000000000000" pitchFamily="2" charset="0"/>
                <a:cs typeface="Nikosh" panose="02000000000000000000" pitchFamily="2" charset="0"/>
              </a:rPr>
              <a:t>                                    </a:t>
            </a:r>
            <a:r>
              <a:rPr lang="en-US" sz="2000" b="1" dirty="0" smtClean="0">
                <a:latin typeface="Nikosh" panose="02000000000000000000" pitchFamily="2" charset="0"/>
                <a:cs typeface="Nikosh" panose="02000000000000000000" pitchFamily="2" charset="0"/>
              </a:rPr>
              <a:t>on</a:t>
            </a:r>
            <a:endParaRPr lang="en-US" sz="2000" b="1" dirty="0">
              <a:latin typeface="Nikosh" panose="02000000000000000000" pitchFamily="2" charset="0"/>
              <a:cs typeface="Nikosh" panose="02000000000000000000" pitchFamily="2" charset="0"/>
            </a:endParaRPr>
          </a:p>
          <a:p>
            <a:pPr marL="0" indent="0">
              <a:buNone/>
            </a:pPr>
            <a:r>
              <a:rPr lang="en-US" sz="4000" b="1" dirty="0" err="1" smtClean="0">
                <a:solidFill>
                  <a:srgbClr val="7030A0"/>
                </a:solidFill>
                <a:latin typeface="Times New Roman" pitchFamily="18" charset="0"/>
                <a:cs typeface="Times New Roman" pitchFamily="18" charset="0"/>
              </a:rPr>
              <a:t>Chowgacha</a:t>
            </a:r>
            <a:r>
              <a:rPr lang="en-US" sz="4000" b="1" dirty="0" smtClean="0">
                <a:solidFill>
                  <a:srgbClr val="7030A0"/>
                </a:solidFill>
                <a:latin typeface="Times New Roman" pitchFamily="18" charset="0"/>
                <a:cs typeface="Times New Roman" pitchFamily="18" charset="0"/>
              </a:rPr>
              <a:t> UHC &amp; </a:t>
            </a:r>
            <a:r>
              <a:rPr lang="en-US" sz="4000" b="1" dirty="0" err="1" smtClean="0">
                <a:solidFill>
                  <a:srgbClr val="7030A0"/>
                </a:solidFill>
                <a:latin typeface="Times New Roman" pitchFamily="18" charset="0"/>
                <a:cs typeface="Times New Roman" pitchFamily="18" charset="0"/>
              </a:rPr>
              <a:t>Jhenaidah</a:t>
            </a:r>
            <a:r>
              <a:rPr lang="en-US" sz="4000" b="1" dirty="0" smtClean="0">
                <a:solidFill>
                  <a:srgbClr val="7030A0"/>
                </a:solidFill>
                <a:latin typeface="Times New Roman" pitchFamily="18" charset="0"/>
                <a:cs typeface="Times New Roman" pitchFamily="18" charset="0"/>
              </a:rPr>
              <a:t> </a:t>
            </a:r>
            <a:r>
              <a:rPr lang="en-US" sz="4000" b="1" dirty="0" err="1" smtClean="0">
                <a:solidFill>
                  <a:srgbClr val="7030A0"/>
                </a:solidFill>
                <a:latin typeface="Times New Roman" pitchFamily="18" charset="0"/>
                <a:cs typeface="Times New Roman" pitchFamily="18" charset="0"/>
              </a:rPr>
              <a:t>Sadar</a:t>
            </a:r>
            <a:r>
              <a:rPr lang="en-US" sz="4000" b="1" dirty="0" smtClean="0">
                <a:solidFill>
                  <a:srgbClr val="7030A0"/>
                </a:solidFill>
                <a:latin typeface="Times New Roman" pitchFamily="18" charset="0"/>
                <a:cs typeface="Times New Roman" pitchFamily="18" charset="0"/>
              </a:rPr>
              <a:t> Hospital (C-J) Model</a:t>
            </a:r>
            <a:endParaRPr lang="en-US" sz="4000" b="1" dirty="0">
              <a:solidFill>
                <a:srgbClr val="7030A0"/>
              </a:solidFill>
            </a:endParaRPr>
          </a:p>
        </p:txBody>
      </p:sp>
      <p:sp>
        <p:nvSpPr>
          <p:cNvPr id="5" name="Footer Placeholder 4"/>
          <p:cNvSpPr>
            <a:spLocks noGrp="1"/>
          </p:cNvSpPr>
          <p:nvPr>
            <p:ph type="ftr" sz="quarter" idx="11"/>
          </p:nvPr>
        </p:nvSpPr>
        <p:spPr>
          <a:xfrm>
            <a:off x="4495800" y="3867150"/>
            <a:ext cx="3697754" cy="1178176"/>
          </a:xfrm>
        </p:spPr>
        <p:txBody>
          <a:bodyPr/>
          <a:lstStyle/>
          <a:p>
            <a:r>
              <a:rPr lang="en-US" dirty="0">
                <a:solidFill>
                  <a:srgbClr val="FFFF00"/>
                </a:solidFill>
                <a:latin typeface="Times New Roman" panose="02020603050405020304" pitchFamily="18" charset="0"/>
                <a:cs typeface="Times New Roman" panose="02020603050405020304" pitchFamily="18" charset="0"/>
              </a:rPr>
              <a:t>Presented by:</a:t>
            </a:r>
          </a:p>
          <a:p>
            <a:r>
              <a:rPr lang="en-US" dirty="0">
                <a:solidFill>
                  <a:srgbClr val="FFFF00"/>
                </a:solidFill>
                <a:latin typeface="Times New Roman" panose="02020603050405020304" pitchFamily="18" charset="0"/>
                <a:cs typeface="Times New Roman" panose="02020603050405020304" pitchFamily="18" charset="0"/>
              </a:rPr>
              <a:t>Md. </a:t>
            </a:r>
            <a:r>
              <a:rPr lang="en-US" dirty="0" err="1">
                <a:solidFill>
                  <a:srgbClr val="FFFF00"/>
                </a:solidFill>
                <a:latin typeface="Times New Roman" panose="02020603050405020304" pitchFamily="18" charset="0"/>
                <a:cs typeface="Times New Roman" panose="02020603050405020304" pitchFamily="18" charset="0"/>
              </a:rPr>
              <a:t>Tahmidul</a:t>
            </a:r>
            <a:r>
              <a:rPr lang="en-US" dirty="0">
                <a:solidFill>
                  <a:srgbClr val="FFFF00"/>
                </a:solidFill>
                <a:latin typeface="Times New Roman" panose="02020603050405020304" pitchFamily="18" charset="0"/>
                <a:cs typeface="Times New Roman" panose="02020603050405020304" pitchFamily="18" charset="0"/>
              </a:rPr>
              <a:t> Islam</a:t>
            </a:r>
          </a:p>
          <a:p>
            <a:r>
              <a:rPr lang="en-US" dirty="0">
                <a:solidFill>
                  <a:srgbClr val="FFFF00"/>
                </a:solidFill>
                <a:latin typeface="Times New Roman" panose="02020603050405020304" pitchFamily="18" charset="0"/>
                <a:cs typeface="Times New Roman" panose="02020603050405020304" pitchFamily="18" charset="0"/>
              </a:rPr>
              <a:t>Assistant Commissioner &amp; Executive Magistrate</a:t>
            </a:r>
          </a:p>
          <a:p>
            <a:r>
              <a:rPr lang="en-US" dirty="0">
                <a:solidFill>
                  <a:srgbClr val="FFFF00"/>
                </a:solidFill>
                <a:latin typeface="Times New Roman" panose="02020603050405020304" pitchFamily="18" charset="0"/>
                <a:cs typeface="Times New Roman" panose="02020603050405020304" pitchFamily="18" charset="0"/>
              </a:rPr>
              <a:t>Office of the Deputy Commissioner</a:t>
            </a:r>
          </a:p>
          <a:p>
            <a:r>
              <a:rPr lang="en-US" dirty="0">
                <a:solidFill>
                  <a:srgbClr val="FFFF00"/>
                </a:solidFill>
                <a:latin typeface="Times New Roman" panose="02020603050405020304" pitchFamily="18" charset="0"/>
                <a:cs typeface="Times New Roman" panose="02020603050405020304" pitchFamily="18" charset="0"/>
              </a:rPr>
              <a:t>Khulna</a:t>
            </a:r>
          </a:p>
          <a:p>
            <a:endParaRPr lang="en-US" dirty="0">
              <a:solidFill>
                <a:prstClr val="white">
                  <a:lumMod val="65000"/>
                </a:prstClr>
              </a:solidFill>
            </a:endParaRPr>
          </a:p>
        </p:txBody>
      </p:sp>
      <p:sp>
        <p:nvSpPr>
          <p:cNvPr id="6" name="Slide Number Placeholder 5"/>
          <p:cNvSpPr>
            <a:spLocks noGrp="1"/>
          </p:cNvSpPr>
          <p:nvPr>
            <p:ph type="sldNum" sz="quarter" idx="12"/>
          </p:nvPr>
        </p:nvSpPr>
        <p:spPr>
          <a:xfrm flipH="1">
            <a:off x="7611979" y="4676277"/>
            <a:ext cx="1326280" cy="365626"/>
          </a:xfrm>
        </p:spPr>
        <p:txBody>
          <a:bodyPr/>
          <a:lstStyle/>
          <a:p>
            <a:r>
              <a:rPr lang="en-US" dirty="0">
                <a:solidFill>
                  <a:prstClr val="white">
                    <a:lumMod val="65000"/>
                  </a:prstClr>
                </a:solidFill>
              </a:rPr>
              <a:t>1</a:t>
            </a:r>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5674" y="4501662"/>
            <a:ext cx="789984" cy="641838"/>
          </a:xfrm>
          <a:prstGeom prst="rect">
            <a:avLst/>
          </a:prstGeom>
        </p:spPr>
      </p:pic>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99459" y="4471516"/>
            <a:ext cx="944545" cy="671984"/>
          </a:xfrm>
          <a:prstGeom prst="rect">
            <a:avLst/>
          </a:prstGeom>
        </p:spPr>
      </p:pic>
      <p:pic>
        <p:nvPicPr>
          <p:cNvPr id="9" name="Picture 8" descr="800px-Mujib_100_Logo.svg.png"/>
          <p:cNvPicPr>
            <a:picLocks noChangeAspect="1"/>
          </p:cNvPicPr>
          <p:nvPr/>
        </p:nvPicPr>
        <p:blipFill>
          <a:blip r:embed="rId5"/>
          <a:stretch>
            <a:fillRect/>
          </a:stretch>
        </p:blipFill>
        <p:spPr>
          <a:xfrm>
            <a:off x="7596554" y="0"/>
            <a:ext cx="1095270" cy="864158"/>
          </a:xfrm>
          <a:prstGeom prst="rect">
            <a:avLst/>
          </a:prstGeom>
        </p:spPr>
      </p:pic>
    </p:spTree>
    <p:extLst>
      <p:ext uri="{BB962C8B-B14F-4D97-AF65-F5344CB8AC3E}">
        <p14:creationId xmlns:p14="http://schemas.microsoft.com/office/powerpoint/2010/main" val="415004830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endParaRPr lang="en-US" dirty="0">
              <a:solidFill>
                <a:prstClr val="white">
                  <a:lumMod val="65000"/>
                </a:prstClr>
              </a:solidFill>
            </a:endParaRPr>
          </a:p>
        </p:txBody>
      </p:sp>
      <p:sp>
        <p:nvSpPr>
          <p:cNvPr id="5" name="Slide Number Placeholder 4"/>
          <p:cNvSpPr>
            <a:spLocks noGrp="1"/>
          </p:cNvSpPr>
          <p:nvPr>
            <p:ph type="sldNum" sz="quarter" idx="12"/>
          </p:nvPr>
        </p:nvSpPr>
        <p:spPr/>
        <p:txBody>
          <a:bodyPr/>
          <a:lstStyle/>
          <a:p>
            <a:fld id="{1C0DB9A4-7C00-41BB-B303-4E91C20728DD}" type="slidenum">
              <a:rPr lang="en-US" smtClean="0"/>
              <a:pPr/>
              <a:t>2</a:t>
            </a:fld>
            <a:endParaRPr lang="en-US" dirty="0"/>
          </a:p>
        </p:txBody>
      </p:sp>
      <p:pic>
        <p:nvPicPr>
          <p:cNvPr id="8" name="Picture 7" descr="Picture1chougacha.jpg"/>
          <p:cNvPicPr>
            <a:picLocks noChangeAspect="1"/>
          </p:cNvPicPr>
          <p:nvPr/>
        </p:nvPicPr>
        <p:blipFill>
          <a:blip r:embed="rId2"/>
          <a:stretch>
            <a:fillRect/>
          </a:stretch>
        </p:blipFill>
        <p:spPr>
          <a:xfrm>
            <a:off x="457200" y="1276350"/>
            <a:ext cx="4343400" cy="3048000"/>
          </a:xfrm>
          <a:prstGeom prst="rect">
            <a:avLst/>
          </a:prstGeom>
        </p:spPr>
      </p:pic>
      <p:pic>
        <p:nvPicPr>
          <p:cNvPr id="10" name="Picture 9" descr="Picturej. jhinaidoh.png"/>
          <p:cNvPicPr>
            <a:picLocks noChangeAspect="1"/>
          </p:cNvPicPr>
          <p:nvPr/>
        </p:nvPicPr>
        <p:blipFill>
          <a:blip r:embed="rId3"/>
          <a:stretch>
            <a:fillRect/>
          </a:stretch>
        </p:blipFill>
        <p:spPr>
          <a:xfrm>
            <a:off x="4919163" y="1268774"/>
            <a:ext cx="3919404" cy="3053844"/>
          </a:xfrm>
          <a:prstGeom prst="rect">
            <a:avLst/>
          </a:prstGeom>
        </p:spPr>
      </p:pic>
      <p:pic>
        <p:nvPicPr>
          <p:cNvPr id="11" name="Picture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5674" y="4501662"/>
            <a:ext cx="789984" cy="641838"/>
          </a:xfrm>
          <a:prstGeom prst="rect">
            <a:avLst/>
          </a:prstGeom>
        </p:spPr>
      </p:pic>
      <p:pic>
        <p:nvPicPr>
          <p:cNvPr id="12" name="Picture 1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199459" y="4471516"/>
            <a:ext cx="944545" cy="671984"/>
          </a:xfrm>
          <a:prstGeom prst="rect">
            <a:avLst/>
          </a:prstGeom>
        </p:spPr>
      </p:pic>
      <p:pic>
        <p:nvPicPr>
          <p:cNvPr id="9" name="Picture 8" descr="800px-Mujib_100_Logo.svg.png"/>
          <p:cNvPicPr>
            <a:picLocks noChangeAspect="1"/>
          </p:cNvPicPr>
          <p:nvPr/>
        </p:nvPicPr>
        <p:blipFill>
          <a:blip r:embed="rId6"/>
          <a:stretch>
            <a:fillRect/>
          </a:stretch>
        </p:blipFill>
        <p:spPr>
          <a:xfrm>
            <a:off x="7596554" y="0"/>
            <a:ext cx="1095270" cy="864158"/>
          </a:xfrm>
          <a:prstGeom prst="rect">
            <a:avLst/>
          </a:prstGeom>
        </p:spPr>
      </p:pic>
      <p:sp>
        <p:nvSpPr>
          <p:cNvPr id="14" name="Title 1"/>
          <p:cNvSpPr>
            <a:spLocks noGrp="1"/>
          </p:cNvSpPr>
          <p:nvPr>
            <p:ph type="title"/>
          </p:nvPr>
        </p:nvSpPr>
        <p:spPr>
          <a:xfrm>
            <a:off x="152400" y="209550"/>
            <a:ext cx="7603958" cy="946483"/>
          </a:xfrm>
        </p:spPr>
        <p:txBody>
          <a:bodyPr>
            <a:noAutofit/>
          </a:bodyPr>
          <a:lstStyle/>
          <a:p>
            <a:r>
              <a:rPr lang="en-US" sz="4400" dirty="0" err="1">
                <a:solidFill>
                  <a:srgbClr val="92D050"/>
                </a:solidFill>
                <a:latin typeface="Nikosh" pitchFamily="2" charset="0"/>
                <a:cs typeface="Nikosh" pitchFamily="2" charset="0"/>
              </a:rPr>
              <a:t>চৌগাছা-ঝিনাইদহ</a:t>
            </a:r>
            <a:r>
              <a:rPr lang="en-US" sz="4400" dirty="0">
                <a:solidFill>
                  <a:srgbClr val="92D050"/>
                </a:solidFill>
                <a:latin typeface="Nikosh" pitchFamily="2" charset="0"/>
                <a:cs typeface="Nikosh" pitchFamily="2" charset="0"/>
              </a:rPr>
              <a:t> </a:t>
            </a:r>
            <a:r>
              <a:rPr lang="en-US" sz="4400" dirty="0" err="1" smtClean="0">
                <a:solidFill>
                  <a:srgbClr val="92D050"/>
                </a:solidFill>
                <a:latin typeface="Nikosh" pitchFamily="2" charset="0"/>
                <a:cs typeface="Nikosh" pitchFamily="2" charset="0"/>
              </a:rPr>
              <a:t>মডেল</a:t>
            </a:r>
            <a:endParaRPr lang="en-US" sz="44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0800" y="209550"/>
            <a:ext cx="5481828" cy="1828800"/>
          </a:xfrm>
        </p:spPr>
        <p:txBody>
          <a:bodyPr/>
          <a:lstStyle/>
          <a:p>
            <a:endParaRPr lang="en-US" sz="4400" dirty="0">
              <a:solidFill>
                <a:schemeClr val="tx1"/>
              </a:solidFill>
              <a:latin typeface="Nikosh" pitchFamily="2" charset="0"/>
              <a:cs typeface="Nikosh" pitchFamily="2" charset="0"/>
            </a:endParaRPr>
          </a:p>
        </p:txBody>
      </p:sp>
      <p:sp>
        <p:nvSpPr>
          <p:cNvPr id="3" name="Content Placeholder 2"/>
          <p:cNvSpPr>
            <a:spLocks noGrp="1"/>
          </p:cNvSpPr>
          <p:nvPr>
            <p:ph idx="1"/>
          </p:nvPr>
        </p:nvSpPr>
        <p:spPr/>
        <p:txBody>
          <a:bodyPr/>
          <a:lstStyle/>
          <a:p>
            <a:pPr>
              <a:buNone/>
            </a:pPr>
            <a:r>
              <a:rPr lang="en-US" sz="2800" dirty="0" smtClean="0">
                <a:latin typeface="Nikosh" pitchFamily="2" charset="0"/>
                <a:cs typeface="Nikosh" pitchFamily="2" charset="0"/>
              </a:rPr>
              <a:t>    </a:t>
            </a:r>
            <a:endParaRPr lang="en-US" sz="2800" dirty="0">
              <a:latin typeface="Nikosh" pitchFamily="2" charset="0"/>
              <a:cs typeface="Nikosh" pitchFamily="2" charset="0"/>
            </a:endParaRPr>
          </a:p>
        </p:txBody>
      </p:sp>
      <p:sp>
        <p:nvSpPr>
          <p:cNvPr id="4" name="Slide Number Placeholder 3"/>
          <p:cNvSpPr>
            <a:spLocks noGrp="1"/>
          </p:cNvSpPr>
          <p:nvPr>
            <p:ph type="sldNum" sz="quarter" idx="12"/>
          </p:nvPr>
        </p:nvSpPr>
        <p:spPr/>
        <p:txBody>
          <a:bodyPr/>
          <a:lstStyle/>
          <a:p>
            <a:fld id="{1C0DB9A4-7C00-41BB-B303-4E91C20728DD}" type="slidenum">
              <a:rPr lang="en-US" smtClean="0"/>
              <a:pPr/>
              <a:t>3</a:t>
            </a:fld>
            <a:endParaRPr lang="en-US"/>
          </a:p>
        </p:txBody>
      </p:sp>
      <p:sp>
        <p:nvSpPr>
          <p:cNvPr id="5" name="Rounded Rectangle 4"/>
          <p:cNvSpPr/>
          <p:nvPr/>
        </p:nvSpPr>
        <p:spPr>
          <a:xfrm>
            <a:off x="3200400" y="2266950"/>
            <a:ext cx="5410200" cy="2514600"/>
          </a:xfrm>
          <a:prstGeom prst="roundRect">
            <a:avLst/>
          </a:prstGeom>
          <a:solidFill>
            <a:srgbClr val="0070C0"/>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smtClean="0">
                <a:solidFill>
                  <a:schemeClr val="tx1">
                    <a:lumMod val="85000"/>
                    <a:lumOff val="15000"/>
                  </a:schemeClr>
                </a:solidFill>
                <a:latin typeface="Nikosh" pitchFamily="2" charset="0"/>
                <a:cs typeface="Nikosh" pitchFamily="2" charset="0"/>
              </a:rPr>
              <a:t>হাসপাতাল</a:t>
            </a:r>
            <a:r>
              <a:rPr lang="en-US" sz="2400" dirty="0" smtClean="0">
                <a:solidFill>
                  <a:schemeClr val="tx1">
                    <a:lumMod val="85000"/>
                    <a:lumOff val="15000"/>
                  </a:schemeClr>
                </a:solidFill>
                <a:latin typeface="Nikosh" pitchFamily="2" charset="0"/>
                <a:cs typeface="Nikosh" pitchFamily="2" charset="0"/>
              </a:rPr>
              <a:t> </a:t>
            </a:r>
            <a:r>
              <a:rPr lang="en-US" sz="2400" dirty="0" err="1" smtClean="0">
                <a:solidFill>
                  <a:schemeClr val="tx1">
                    <a:lumMod val="85000"/>
                    <a:lumOff val="15000"/>
                  </a:schemeClr>
                </a:solidFill>
                <a:latin typeface="Nikosh" pitchFamily="2" charset="0"/>
                <a:cs typeface="Nikosh" pitchFamily="2" charset="0"/>
              </a:rPr>
              <a:t>এবং</a:t>
            </a:r>
            <a:r>
              <a:rPr lang="en-US" sz="2400" dirty="0" smtClean="0">
                <a:solidFill>
                  <a:schemeClr val="tx1">
                    <a:lumMod val="85000"/>
                    <a:lumOff val="15000"/>
                  </a:schemeClr>
                </a:solidFill>
                <a:latin typeface="Nikosh" pitchFamily="2" charset="0"/>
                <a:cs typeface="Nikosh" pitchFamily="2" charset="0"/>
              </a:rPr>
              <a:t> </a:t>
            </a:r>
            <a:r>
              <a:rPr lang="en-US" sz="2400" dirty="0" err="1" smtClean="0">
                <a:solidFill>
                  <a:schemeClr val="tx1">
                    <a:lumMod val="85000"/>
                    <a:lumOff val="15000"/>
                  </a:schemeClr>
                </a:solidFill>
                <a:latin typeface="Nikosh" pitchFamily="2" charset="0"/>
                <a:cs typeface="Nikosh" pitchFamily="2" charset="0"/>
              </a:rPr>
              <a:t>স্বাস্থ্যকেন্দ্রে</a:t>
            </a:r>
            <a:r>
              <a:rPr lang="en-US" sz="2400" dirty="0" smtClean="0">
                <a:solidFill>
                  <a:schemeClr val="tx1">
                    <a:lumMod val="85000"/>
                    <a:lumOff val="15000"/>
                  </a:schemeClr>
                </a:solidFill>
                <a:latin typeface="Nikosh" pitchFamily="2" charset="0"/>
                <a:cs typeface="Nikosh" pitchFamily="2" charset="0"/>
              </a:rPr>
              <a:t> </a:t>
            </a:r>
            <a:r>
              <a:rPr lang="en-US" sz="2400" dirty="0" err="1" smtClean="0">
                <a:solidFill>
                  <a:schemeClr val="tx1">
                    <a:lumMod val="85000"/>
                    <a:lumOff val="15000"/>
                  </a:schemeClr>
                </a:solidFill>
                <a:latin typeface="Nikosh" pitchFamily="2" charset="0"/>
                <a:cs typeface="Nikosh" pitchFamily="2" charset="0"/>
              </a:rPr>
              <a:t>স্থানীয়</a:t>
            </a:r>
            <a:r>
              <a:rPr lang="en-US" sz="2400" dirty="0" smtClean="0">
                <a:solidFill>
                  <a:schemeClr val="tx1">
                    <a:lumMod val="85000"/>
                    <a:lumOff val="15000"/>
                  </a:schemeClr>
                </a:solidFill>
                <a:latin typeface="Nikosh" pitchFamily="2" charset="0"/>
                <a:cs typeface="Nikosh" pitchFamily="2" charset="0"/>
              </a:rPr>
              <a:t> </a:t>
            </a:r>
            <a:r>
              <a:rPr lang="en-US" sz="2400" dirty="0" err="1" smtClean="0">
                <a:solidFill>
                  <a:schemeClr val="tx1">
                    <a:lumMod val="85000"/>
                    <a:lumOff val="15000"/>
                  </a:schemeClr>
                </a:solidFill>
                <a:latin typeface="Nikosh" pitchFamily="2" charset="0"/>
                <a:cs typeface="Nikosh" pitchFamily="2" charset="0"/>
              </a:rPr>
              <a:t>জনপ্রতিনিধি</a:t>
            </a:r>
            <a:r>
              <a:rPr lang="en-US" sz="2400" dirty="0" smtClean="0">
                <a:solidFill>
                  <a:schemeClr val="tx1">
                    <a:lumMod val="85000"/>
                    <a:lumOff val="15000"/>
                  </a:schemeClr>
                </a:solidFill>
                <a:latin typeface="Nikosh" pitchFamily="2" charset="0"/>
                <a:cs typeface="Nikosh" pitchFamily="2" charset="0"/>
              </a:rPr>
              <a:t>, </a:t>
            </a:r>
            <a:r>
              <a:rPr lang="en-US" sz="2400" dirty="0" err="1" smtClean="0">
                <a:solidFill>
                  <a:schemeClr val="tx1">
                    <a:lumMod val="85000"/>
                    <a:lumOff val="15000"/>
                  </a:schemeClr>
                </a:solidFill>
                <a:latin typeface="Nikosh" pitchFamily="2" charset="0"/>
                <a:cs typeface="Nikosh" pitchFamily="2" charset="0"/>
              </a:rPr>
              <a:t>সরকারি</a:t>
            </a:r>
            <a:r>
              <a:rPr lang="en-US" sz="2400" dirty="0" smtClean="0">
                <a:solidFill>
                  <a:schemeClr val="tx1">
                    <a:lumMod val="85000"/>
                    <a:lumOff val="15000"/>
                  </a:schemeClr>
                </a:solidFill>
                <a:latin typeface="Nikosh" pitchFamily="2" charset="0"/>
                <a:cs typeface="Nikosh" pitchFamily="2" charset="0"/>
              </a:rPr>
              <a:t> </a:t>
            </a:r>
            <a:r>
              <a:rPr lang="en-US" sz="2400" dirty="0" err="1" smtClean="0">
                <a:solidFill>
                  <a:schemeClr val="tx1">
                    <a:lumMod val="85000"/>
                    <a:lumOff val="15000"/>
                  </a:schemeClr>
                </a:solidFill>
                <a:latin typeface="Nikosh" pitchFamily="2" charset="0"/>
                <a:cs typeface="Nikosh" pitchFamily="2" charset="0"/>
              </a:rPr>
              <a:t>কর্মকর্তা</a:t>
            </a:r>
            <a:r>
              <a:rPr lang="en-US" sz="2400" dirty="0" smtClean="0">
                <a:solidFill>
                  <a:schemeClr val="tx1">
                    <a:lumMod val="85000"/>
                    <a:lumOff val="15000"/>
                  </a:schemeClr>
                </a:solidFill>
                <a:latin typeface="Nikosh" pitchFamily="2" charset="0"/>
                <a:cs typeface="Nikosh" pitchFamily="2" charset="0"/>
              </a:rPr>
              <a:t>, </a:t>
            </a:r>
            <a:r>
              <a:rPr lang="en-US" sz="2400" dirty="0" err="1" smtClean="0">
                <a:solidFill>
                  <a:schemeClr val="tx1">
                    <a:lumMod val="85000"/>
                    <a:lumOff val="15000"/>
                  </a:schemeClr>
                </a:solidFill>
                <a:latin typeface="Nikosh" pitchFamily="2" charset="0"/>
                <a:cs typeface="Nikosh" pitchFamily="2" charset="0"/>
              </a:rPr>
              <a:t>চিকিৎসক</a:t>
            </a:r>
            <a:r>
              <a:rPr lang="en-US" sz="2400" dirty="0" smtClean="0">
                <a:solidFill>
                  <a:schemeClr val="tx1">
                    <a:lumMod val="85000"/>
                    <a:lumOff val="15000"/>
                  </a:schemeClr>
                </a:solidFill>
                <a:latin typeface="Nikosh" pitchFamily="2" charset="0"/>
                <a:cs typeface="Nikosh" pitchFamily="2" charset="0"/>
              </a:rPr>
              <a:t>, </a:t>
            </a:r>
            <a:r>
              <a:rPr lang="en-US" sz="2400" dirty="0" err="1" smtClean="0">
                <a:solidFill>
                  <a:schemeClr val="tx1">
                    <a:lumMod val="85000"/>
                    <a:lumOff val="15000"/>
                  </a:schemeClr>
                </a:solidFill>
                <a:latin typeface="Nikosh" pitchFamily="2" charset="0"/>
                <a:cs typeface="Nikosh" pitchFamily="2" charset="0"/>
              </a:rPr>
              <a:t>সাংবাদিক</a:t>
            </a:r>
            <a:r>
              <a:rPr lang="en-US" sz="2400" dirty="0" smtClean="0">
                <a:solidFill>
                  <a:schemeClr val="tx1">
                    <a:lumMod val="85000"/>
                    <a:lumOff val="15000"/>
                  </a:schemeClr>
                </a:solidFill>
                <a:latin typeface="Nikosh" pitchFamily="2" charset="0"/>
                <a:cs typeface="Nikosh" pitchFamily="2" charset="0"/>
              </a:rPr>
              <a:t>, </a:t>
            </a:r>
            <a:r>
              <a:rPr lang="en-US" sz="2400" dirty="0" err="1" smtClean="0">
                <a:solidFill>
                  <a:schemeClr val="tx1">
                    <a:lumMod val="85000"/>
                    <a:lumOff val="15000"/>
                  </a:schemeClr>
                </a:solidFill>
                <a:latin typeface="Nikosh" pitchFamily="2" charset="0"/>
                <a:cs typeface="Nikosh" pitchFamily="2" charset="0"/>
              </a:rPr>
              <a:t>এনজিও</a:t>
            </a:r>
            <a:r>
              <a:rPr lang="en-US" sz="2400" dirty="0" smtClean="0">
                <a:solidFill>
                  <a:schemeClr val="tx1">
                    <a:lumMod val="85000"/>
                    <a:lumOff val="15000"/>
                  </a:schemeClr>
                </a:solidFill>
                <a:latin typeface="Nikosh" pitchFamily="2" charset="0"/>
                <a:cs typeface="Nikosh" pitchFamily="2" charset="0"/>
              </a:rPr>
              <a:t> </a:t>
            </a:r>
            <a:r>
              <a:rPr lang="en-US" sz="2400" dirty="0" err="1" smtClean="0">
                <a:solidFill>
                  <a:schemeClr val="tx1">
                    <a:lumMod val="85000"/>
                    <a:lumOff val="15000"/>
                  </a:schemeClr>
                </a:solidFill>
                <a:latin typeface="Nikosh" pitchFamily="2" charset="0"/>
                <a:cs typeface="Nikosh" pitchFamily="2" charset="0"/>
              </a:rPr>
              <a:t>কর্মকর্তা</a:t>
            </a:r>
            <a:r>
              <a:rPr lang="en-US" sz="2400" dirty="0" smtClean="0">
                <a:solidFill>
                  <a:schemeClr val="tx1">
                    <a:lumMod val="85000"/>
                    <a:lumOff val="15000"/>
                  </a:schemeClr>
                </a:solidFill>
                <a:latin typeface="Nikosh" pitchFamily="2" charset="0"/>
                <a:cs typeface="Nikosh" pitchFamily="2" charset="0"/>
              </a:rPr>
              <a:t>, </a:t>
            </a:r>
            <a:r>
              <a:rPr lang="en-US" sz="2400" dirty="0" err="1" smtClean="0">
                <a:solidFill>
                  <a:schemeClr val="tx1">
                    <a:lumMod val="85000"/>
                    <a:lumOff val="15000"/>
                  </a:schemeClr>
                </a:solidFill>
                <a:latin typeface="Nikosh" pitchFamily="2" charset="0"/>
                <a:cs typeface="Nikosh" pitchFamily="2" charset="0"/>
              </a:rPr>
              <a:t>শিক্ষক</a:t>
            </a:r>
            <a:r>
              <a:rPr lang="en-US" sz="2400" dirty="0" smtClean="0">
                <a:solidFill>
                  <a:schemeClr val="tx1">
                    <a:lumMod val="85000"/>
                    <a:lumOff val="15000"/>
                  </a:schemeClr>
                </a:solidFill>
                <a:latin typeface="Nikosh" pitchFamily="2" charset="0"/>
                <a:cs typeface="Nikosh" pitchFamily="2" charset="0"/>
              </a:rPr>
              <a:t> </a:t>
            </a:r>
            <a:r>
              <a:rPr lang="en-US" sz="2400" dirty="0" err="1" smtClean="0">
                <a:solidFill>
                  <a:schemeClr val="tx1">
                    <a:lumMod val="85000"/>
                    <a:lumOff val="15000"/>
                  </a:schemeClr>
                </a:solidFill>
                <a:latin typeface="Nikosh" pitchFamily="2" charset="0"/>
                <a:cs typeface="Nikosh" pitchFamily="2" charset="0"/>
              </a:rPr>
              <a:t>সহ</a:t>
            </a:r>
            <a:r>
              <a:rPr lang="en-US" sz="2400" dirty="0" smtClean="0">
                <a:solidFill>
                  <a:schemeClr val="tx1">
                    <a:lumMod val="85000"/>
                    <a:lumOff val="15000"/>
                  </a:schemeClr>
                </a:solidFill>
                <a:latin typeface="Nikosh" pitchFamily="2" charset="0"/>
                <a:cs typeface="Nikosh" pitchFamily="2" charset="0"/>
              </a:rPr>
              <a:t> </a:t>
            </a:r>
            <a:r>
              <a:rPr lang="en-US" sz="2400" dirty="0" err="1" smtClean="0">
                <a:solidFill>
                  <a:schemeClr val="tx1">
                    <a:lumMod val="85000"/>
                    <a:lumOff val="15000"/>
                  </a:schemeClr>
                </a:solidFill>
                <a:latin typeface="Nikosh" pitchFamily="2" charset="0"/>
                <a:cs typeface="Nikosh" pitchFamily="2" charset="0"/>
              </a:rPr>
              <a:t>বিভিন্ন</a:t>
            </a:r>
            <a:r>
              <a:rPr lang="en-US" sz="2400" dirty="0" smtClean="0">
                <a:solidFill>
                  <a:schemeClr val="tx1">
                    <a:lumMod val="85000"/>
                    <a:lumOff val="15000"/>
                  </a:schemeClr>
                </a:solidFill>
                <a:latin typeface="Nikosh" pitchFamily="2" charset="0"/>
                <a:cs typeface="Nikosh" pitchFamily="2" charset="0"/>
              </a:rPr>
              <a:t> </a:t>
            </a:r>
            <a:r>
              <a:rPr lang="en-US" sz="2400" dirty="0" err="1" smtClean="0">
                <a:solidFill>
                  <a:schemeClr val="tx1">
                    <a:lumMod val="85000"/>
                    <a:lumOff val="15000"/>
                  </a:schemeClr>
                </a:solidFill>
                <a:latin typeface="Nikosh" pitchFamily="2" charset="0"/>
                <a:cs typeface="Nikosh" pitchFamily="2" charset="0"/>
              </a:rPr>
              <a:t>শ্রেনি-পেশার</a:t>
            </a:r>
            <a:r>
              <a:rPr lang="en-US" sz="2400" dirty="0" smtClean="0">
                <a:solidFill>
                  <a:schemeClr val="tx1">
                    <a:lumMod val="85000"/>
                    <a:lumOff val="15000"/>
                  </a:schemeClr>
                </a:solidFill>
                <a:latin typeface="Nikosh" pitchFamily="2" charset="0"/>
                <a:cs typeface="Nikosh" pitchFamily="2" charset="0"/>
              </a:rPr>
              <a:t> </a:t>
            </a:r>
            <a:r>
              <a:rPr lang="en-US" sz="2400" dirty="0" err="1" smtClean="0">
                <a:solidFill>
                  <a:schemeClr val="tx1">
                    <a:lumMod val="85000"/>
                    <a:lumOff val="15000"/>
                  </a:schemeClr>
                </a:solidFill>
                <a:latin typeface="Nikosh" pitchFamily="2" charset="0"/>
                <a:cs typeface="Nikosh" pitchFamily="2" charset="0"/>
              </a:rPr>
              <a:t>জনসাধারণের</a:t>
            </a:r>
            <a:r>
              <a:rPr lang="en-US" sz="2400" dirty="0" smtClean="0">
                <a:solidFill>
                  <a:schemeClr val="tx1">
                    <a:lumMod val="85000"/>
                    <a:lumOff val="15000"/>
                  </a:schemeClr>
                </a:solidFill>
                <a:latin typeface="Nikosh" pitchFamily="2" charset="0"/>
                <a:cs typeface="Nikosh" pitchFamily="2" charset="0"/>
              </a:rPr>
              <a:t> </a:t>
            </a:r>
            <a:r>
              <a:rPr lang="en-US" sz="2400" dirty="0" err="1" smtClean="0">
                <a:solidFill>
                  <a:schemeClr val="tx1">
                    <a:lumMod val="85000"/>
                    <a:lumOff val="15000"/>
                  </a:schemeClr>
                </a:solidFill>
                <a:latin typeface="Nikosh" pitchFamily="2" charset="0"/>
                <a:cs typeface="Nikosh" pitchFamily="2" charset="0"/>
              </a:rPr>
              <a:t>সম্পৃক্ততা</a:t>
            </a:r>
            <a:r>
              <a:rPr lang="en-US" sz="2400" dirty="0" smtClean="0">
                <a:solidFill>
                  <a:schemeClr val="tx1">
                    <a:lumMod val="85000"/>
                    <a:lumOff val="15000"/>
                  </a:schemeClr>
                </a:solidFill>
                <a:latin typeface="Nikosh" pitchFamily="2" charset="0"/>
                <a:cs typeface="Nikosh" pitchFamily="2" charset="0"/>
              </a:rPr>
              <a:t> </a:t>
            </a:r>
            <a:r>
              <a:rPr lang="en-US" sz="2400" dirty="0" err="1" smtClean="0">
                <a:solidFill>
                  <a:schemeClr val="tx1">
                    <a:lumMod val="85000"/>
                    <a:lumOff val="15000"/>
                  </a:schemeClr>
                </a:solidFill>
                <a:latin typeface="Nikosh" pitchFamily="2" charset="0"/>
                <a:cs typeface="Nikosh" pitchFamily="2" charset="0"/>
              </a:rPr>
              <a:t>এবং</a:t>
            </a:r>
            <a:r>
              <a:rPr lang="en-US" sz="2400" dirty="0" smtClean="0">
                <a:solidFill>
                  <a:schemeClr val="tx1">
                    <a:lumMod val="85000"/>
                    <a:lumOff val="15000"/>
                  </a:schemeClr>
                </a:solidFill>
                <a:latin typeface="Nikosh" pitchFamily="2" charset="0"/>
                <a:cs typeface="Nikosh" pitchFamily="2" charset="0"/>
              </a:rPr>
              <a:t> </a:t>
            </a:r>
            <a:r>
              <a:rPr lang="en-US" sz="2400" dirty="0" err="1" smtClean="0">
                <a:solidFill>
                  <a:schemeClr val="tx1">
                    <a:lumMod val="85000"/>
                    <a:lumOff val="15000"/>
                  </a:schemeClr>
                </a:solidFill>
                <a:latin typeface="Nikosh" pitchFamily="2" charset="0"/>
                <a:cs typeface="Nikosh" pitchFamily="2" charset="0"/>
              </a:rPr>
              <a:t>অংশীদারিত্বের</a:t>
            </a:r>
            <a:r>
              <a:rPr lang="en-US" sz="2400" dirty="0" smtClean="0">
                <a:solidFill>
                  <a:schemeClr val="tx1">
                    <a:lumMod val="85000"/>
                    <a:lumOff val="15000"/>
                  </a:schemeClr>
                </a:solidFill>
                <a:latin typeface="Nikosh" pitchFamily="2" charset="0"/>
                <a:cs typeface="Nikosh" pitchFamily="2" charset="0"/>
              </a:rPr>
              <a:t> </a:t>
            </a:r>
            <a:r>
              <a:rPr lang="en-US" sz="2400" dirty="0" err="1" smtClean="0">
                <a:solidFill>
                  <a:schemeClr val="tx1">
                    <a:lumMod val="85000"/>
                    <a:lumOff val="15000"/>
                  </a:schemeClr>
                </a:solidFill>
                <a:latin typeface="Nikosh" pitchFamily="2" charset="0"/>
                <a:cs typeface="Nikosh" pitchFamily="2" charset="0"/>
              </a:rPr>
              <a:t>মাধ্যমে</a:t>
            </a:r>
            <a:r>
              <a:rPr lang="en-US" sz="2400" dirty="0" smtClean="0">
                <a:solidFill>
                  <a:schemeClr val="tx1">
                    <a:lumMod val="85000"/>
                    <a:lumOff val="15000"/>
                  </a:schemeClr>
                </a:solidFill>
                <a:latin typeface="Nikosh" pitchFamily="2" charset="0"/>
                <a:cs typeface="Nikosh" pitchFamily="2" charset="0"/>
              </a:rPr>
              <a:t> </a:t>
            </a:r>
            <a:r>
              <a:rPr lang="en-US" sz="2400" dirty="0" err="1" smtClean="0">
                <a:solidFill>
                  <a:schemeClr val="tx1">
                    <a:lumMod val="85000"/>
                    <a:lumOff val="15000"/>
                  </a:schemeClr>
                </a:solidFill>
                <a:latin typeface="Nikosh" pitchFamily="2" charset="0"/>
                <a:cs typeface="Nikosh" pitchFamily="2" charset="0"/>
              </a:rPr>
              <a:t>স্বাস্থ্যসেবাসহ</a:t>
            </a:r>
            <a:r>
              <a:rPr lang="en-US" sz="2400" dirty="0" smtClean="0">
                <a:solidFill>
                  <a:schemeClr val="tx1">
                    <a:lumMod val="85000"/>
                    <a:lumOff val="15000"/>
                  </a:schemeClr>
                </a:solidFill>
                <a:latin typeface="Nikosh" pitchFamily="2" charset="0"/>
                <a:cs typeface="Nikosh" pitchFamily="2" charset="0"/>
              </a:rPr>
              <a:t> </a:t>
            </a:r>
            <a:r>
              <a:rPr lang="en-US" sz="2400" dirty="0" err="1" smtClean="0">
                <a:solidFill>
                  <a:schemeClr val="tx1">
                    <a:lumMod val="85000"/>
                    <a:lumOff val="15000"/>
                  </a:schemeClr>
                </a:solidFill>
                <a:latin typeface="Nikosh" pitchFamily="2" charset="0"/>
                <a:cs typeface="Nikosh" pitchFamily="2" charset="0"/>
              </a:rPr>
              <a:t>সামগ্রিক</a:t>
            </a:r>
            <a:r>
              <a:rPr lang="en-US" sz="2400" dirty="0" smtClean="0">
                <a:solidFill>
                  <a:schemeClr val="tx1">
                    <a:lumMod val="85000"/>
                    <a:lumOff val="15000"/>
                  </a:schemeClr>
                </a:solidFill>
                <a:latin typeface="Nikosh" pitchFamily="2" charset="0"/>
                <a:cs typeface="Nikosh" pitchFamily="2" charset="0"/>
              </a:rPr>
              <a:t> </a:t>
            </a:r>
            <a:r>
              <a:rPr lang="en-US" sz="2400" dirty="0" err="1" smtClean="0">
                <a:solidFill>
                  <a:schemeClr val="tx1">
                    <a:lumMod val="85000"/>
                    <a:lumOff val="15000"/>
                  </a:schemeClr>
                </a:solidFill>
                <a:latin typeface="Nikosh" pitchFamily="2" charset="0"/>
                <a:cs typeface="Nikosh" pitchFamily="2" charset="0"/>
              </a:rPr>
              <a:t>মানোন্নয়নের</a:t>
            </a:r>
            <a:r>
              <a:rPr lang="en-US" sz="2400" dirty="0" smtClean="0">
                <a:solidFill>
                  <a:schemeClr val="tx1">
                    <a:lumMod val="85000"/>
                    <a:lumOff val="15000"/>
                  </a:schemeClr>
                </a:solidFill>
                <a:latin typeface="Nikosh" pitchFamily="2" charset="0"/>
                <a:cs typeface="Nikosh" pitchFamily="2" charset="0"/>
              </a:rPr>
              <a:t> </a:t>
            </a:r>
            <a:r>
              <a:rPr lang="en-US" sz="2400" dirty="0" err="1" smtClean="0">
                <a:solidFill>
                  <a:schemeClr val="tx1">
                    <a:lumMod val="85000"/>
                    <a:lumOff val="15000"/>
                  </a:schemeClr>
                </a:solidFill>
                <a:latin typeface="Nikosh" pitchFamily="2" charset="0"/>
                <a:cs typeface="Nikosh" pitchFamily="2" charset="0"/>
              </a:rPr>
              <a:t>একটি</a:t>
            </a:r>
            <a:r>
              <a:rPr lang="en-US" sz="2400" dirty="0" smtClean="0">
                <a:solidFill>
                  <a:schemeClr val="tx1">
                    <a:lumMod val="85000"/>
                    <a:lumOff val="15000"/>
                  </a:schemeClr>
                </a:solidFill>
                <a:latin typeface="Nikosh" pitchFamily="2" charset="0"/>
                <a:cs typeface="Nikosh" pitchFamily="2" charset="0"/>
              </a:rPr>
              <a:t> </a:t>
            </a:r>
            <a:r>
              <a:rPr lang="en-US" sz="2400" dirty="0" err="1" smtClean="0">
                <a:solidFill>
                  <a:schemeClr val="tx1">
                    <a:lumMod val="85000"/>
                    <a:lumOff val="15000"/>
                  </a:schemeClr>
                </a:solidFill>
                <a:latin typeface="Nikosh" pitchFamily="2" charset="0"/>
                <a:cs typeface="Nikosh" pitchFamily="2" charset="0"/>
              </a:rPr>
              <a:t>রূপরেখা</a:t>
            </a:r>
            <a:r>
              <a:rPr lang="en-US" sz="2400" dirty="0" smtClean="0">
                <a:solidFill>
                  <a:schemeClr val="tx1">
                    <a:lumMod val="85000"/>
                    <a:lumOff val="15000"/>
                  </a:schemeClr>
                </a:solidFill>
                <a:latin typeface="Nikosh" pitchFamily="2" charset="0"/>
                <a:cs typeface="Nikosh" pitchFamily="2" charset="0"/>
              </a:rPr>
              <a:t>। </a:t>
            </a:r>
            <a:endParaRPr lang="en-US" sz="2400" dirty="0">
              <a:solidFill>
                <a:schemeClr val="tx1">
                  <a:lumMod val="85000"/>
                  <a:lumOff val="15000"/>
                </a:schemeClr>
              </a:solidFill>
              <a:latin typeface="Nikosh" pitchFamily="2" charset="0"/>
              <a:cs typeface="Nikosh" pitchFamily="2" charset="0"/>
            </a:endParaRPr>
          </a:p>
        </p:txBody>
      </p:sp>
      <p:sp>
        <p:nvSpPr>
          <p:cNvPr id="6" name="Rounded Rectangle 5"/>
          <p:cNvSpPr/>
          <p:nvPr/>
        </p:nvSpPr>
        <p:spPr>
          <a:xfrm>
            <a:off x="2286000" y="590550"/>
            <a:ext cx="5486400" cy="1295400"/>
          </a:xfrm>
          <a:prstGeom prst="roundRect">
            <a:avLst/>
          </a:prstGeom>
          <a:solidFill>
            <a:schemeClr val="accent1"/>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dk1"/>
          </a:lnRef>
          <a:fillRef idx="1">
            <a:schemeClr val="lt1"/>
          </a:fillRef>
          <a:effectRef idx="0">
            <a:schemeClr val="dk1"/>
          </a:effectRef>
          <a:fontRef idx="minor">
            <a:schemeClr val="dk1"/>
          </a:fontRef>
        </p:style>
        <p:txBody>
          <a:bodyPr rtlCol="0" anchor="ctr"/>
          <a:lstStyle/>
          <a:p>
            <a:pPr algn="ctr"/>
            <a:r>
              <a:rPr lang="en-US" sz="4400" dirty="0" err="1" smtClean="0">
                <a:solidFill>
                  <a:srgbClr val="92D050"/>
                </a:solidFill>
                <a:latin typeface="Nikosh" pitchFamily="2" charset="0"/>
                <a:cs typeface="Nikosh" pitchFamily="2" charset="0"/>
              </a:rPr>
              <a:t>চৌগাছা-ঝিনাইদহ</a:t>
            </a:r>
            <a:r>
              <a:rPr lang="en-US" sz="4400" dirty="0" smtClean="0">
                <a:solidFill>
                  <a:srgbClr val="92D050"/>
                </a:solidFill>
                <a:latin typeface="Nikosh" pitchFamily="2" charset="0"/>
                <a:cs typeface="Nikosh" pitchFamily="2" charset="0"/>
              </a:rPr>
              <a:t> </a:t>
            </a:r>
            <a:r>
              <a:rPr lang="en-US" sz="4400" dirty="0" err="1" smtClean="0">
                <a:solidFill>
                  <a:srgbClr val="92D050"/>
                </a:solidFill>
                <a:latin typeface="Nikosh" pitchFamily="2" charset="0"/>
                <a:cs typeface="Nikosh" pitchFamily="2" charset="0"/>
              </a:rPr>
              <a:t>মডেল</a:t>
            </a:r>
            <a:r>
              <a:rPr lang="en-US" sz="4400" dirty="0" smtClean="0">
                <a:solidFill>
                  <a:srgbClr val="92D050"/>
                </a:solidFill>
                <a:latin typeface="Nikosh" pitchFamily="2" charset="0"/>
                <a:cs typeface="Nikosh" pitchFamily="2" charset="0"/>
              </a:rPr>
              <a:t> </a:t>
            </a:r>
            <a:r>
              <a:rPr lang="en-US" sz="4400" dirty="0" err="1" smtClean="0">
                <a:solidFill>
                  <a:srgbClr val="92D050"/>
                </a:solidFill>
                <a:latin typeface="Nikosh" pitchFamily="2" charset="0"/>
                <a:cs typeface="Nikosh" pitchFamily="2" charset="0"/>
              </a:rPr>
              <a:t>কী</a:t>
            </a:r>
            <a:r>
              <a:rPr lang="en-US" sz="4400" dirty="0" smtClean="0">
                <a:solidFill>
                  <a:srgbClr val="92D050"/>
                </a:solidFill>
                <a:latin typeface="Nikosh" pitchFamily="2" charset="0"/>
                <a:cs typeface="Nikosh" pitchFamily="2" charset="0"/>
              </a:rPr>
              <a:t>? </a:t>
            </a:r>
            <a:endParaRPr lang="en-US" sz="4400" dirty="0">
              <a:solidFill>
                <a:srgbClr val="92D050"/>
              </a:solidFill>
            </a:endParaRP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5674" y="4501662"/>
            <a:ext cx="789984" cy="641838"/>
          </a:xfrm>
          <a:prstGeom prst="rect">
            <a:avLst/>
          </a:prstGeom>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19201" y="4471516"/>
            <a:ext cx="944545" cy="671984"/>
          </a:xfrm>
          <a:prstGeom prst="rect">
            <a:avLst/>
          </a:prstGeom>
        </p:spPr>
      </p:pic>
      <p:pic>
        <p:nvPicPr>
          <p:cNvPr id="9" name="Picture 8" descr="800px-Mujib_100_Logo.svg.png"/>
          <p:cNvPicPr>
            <a:picLocks noChangeAspect="1"/>
          </p:cNvPicPr>
          <p:nvPr/>
        </p:nvPicPr>
        <p:blipFill>
          <a:blip r:embed="rId4"/>
          <a:stretch>
            <a:fillRect/>
          </a:stretch>
        </p:blipFill>
        <p:spPr>
          <a:xfrm>
            <a:off x="7848600" y="285750"/>
            <a:ext cx="1095270" cy="86415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bg/>
                                          </p:spTgt>
                                        </p:tgtEl>
                                        <p:attrNameLst>
                                          <p:attrName>style.visibility</p:attrName>
                                        </p:attrNameLst>
                                      </p:cBhvr>
                                      <p:to>
                                        <p:strVal val="visible"/>
                                      </p:to>
                                    </p:set>
                                    <p:animEffect transition="in" filter="fade">
                                      <p:cBhvr>
                                        <p:cTn id="7" dur="2000"/>
                                        <p:tgtEl>
                                          <p:spTgt spid="6">
                                            <p:bg/>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fade">
                                      <p:cBhvr>
                                        <p:cTn id="12" dur="2000"/>
                                        <p:tgtEl>
                                          <p:spTgt spid="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bg/>
                                          </p:spTgt>
                                        </p:tgtEl>
                                        <p:attrNameLst>
                                          <p:attrName>style.visibility</p:attrName>
                                        </p:attrNameLst>
                                      </p:cBhvr>
                                      <p:to>
                                        <p:strVal val="visible"/>
                                      </p:to>
                                    </p:set>
                                    <p:animEffect transition="in" filter="fade">
                                      <p:cBhvr>
                                        <p:cTn id="17" dur="2000"/>
                                        <p:tgtEl>
                                          <p:spTgt spid="5">
                                            <p:bg/>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xEl>
                                              <p:pRg st="0" end="0"/>
                                            </p:txEl>
                                          </p:spTgt>
                                        </p:tgtEl>
                                        <p:attrNameLst>
                                          <p:attrName>style.visibility</p:attrName>
                                        </p:attrNameLst>
                                      </p:cBhvr>
                                      <p:to>
                                        <p:strVal val="visible"/>
                                      </p:to>
                                    </p:set>
                                    <p:animEffect transition="in" filter="fade">
                                      <p:cBhvr>
                                        <p:cTn id="22" dur="20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animBg="1"/>
      <p:bldP spid="6" grpId="0" build="p"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err="1" smtClean="0">
                <a:solidFill>
                  <a:schemeClr val="tx1">
                    <a:lumMod val="95000"/>
                    <a:lumOff val="5000"/>
                  </a:schemeClr>
                </a:solidFill>
                <a:latin typeface="Nikosh" pitchFamily="2" charset="0"/>
                <a:cs typeface="Nikosh" pitchFamily="2" charset="0"/>
              </a:rPr>
              <a:t>চৌগাছা</a:t>
            </a:r>
            <a:r>
              <a:rPr lang="en-US" sz="3200" dirty="0" smtClean="0">
                <a:solidFill>
                  <a:schemeClr val="tx1">
                    <a:lumMod val="95000"/>
                    <a:lumOff val="5000"/>
                  </a:schemeClr>
                </a:solidFill>
                <a:latin typeface="Nikosh" pitchFamily="2" charset="0"/>
                <a:cs typeface="Nikosh" pitchFamily="2" charset="0"/>
              </a:rPr>
              <a:t>- </a:t>
            </a:r>
            <a:r>
              <a:rPr lang="en-US" sz="3200" dirty="0" err="1" smtClean="0">
                <a:solidFill>
                  <a:schemeClr val="tx1">
                    <a:lumMod val="95000"/>
                    <a:lumOff val="5000"/>
                  </a:schemeClr>
                </a:solidFill>
                <a:latin typeface="Nikosh" pitchFamily="2" charset="0"/>
                <a:cs typeface="Nikosh" pitchFamily="2" charset="0"/>
              </a:rPr>
              <a:t>ঝিনাইদহ</a:t>
            </a:r>
            <a:r>
              <a:rPr lang="en-US" sz="3200" dirty="0" smtClean="0">
                <a:solidFill>
                  <a:schemeClr val="tx1">
                    <a:lumMod val="95000"/>
                    <a:lumOff val="5000"/>
                  </a:schemeClr>
                </a:solidFill>
                <a:latin typeface="Nikosh" pitchFamily="2" charset="0"/>
                <a:cs typeface="Nikosh" pitchFamily="2" charset="0"/>
              </a:rPr>
              <a:t> </a:t>
            </a:r>
            <a:r>
              <a:rPr lang="en-US" sz="3200" dirty="0" err="1" smtClean="0">
                <a:solidFill>
                  <a:schemeClr val="tx1">
                    <a:lumMod val="95000"/>
                    <a:lumOff val="5000"/>
                  </a:schemeClr>
                </a:solidFill>
                <a:latin typeface="Nikosh" pitchFamily="2" charset="0"/>
                <a:cs typeface="Nikosh" pitchFamily="2" charset="0"/>
              </a:rPr>
              <a:t>মডেলের</a:t>
            </a:r>
            <a:r>
              <a:rPr lang="en-US" sz="3200" dirty="0" smtClean="0">
                <a:solidFill>
                  <a:schemeClr val="tx1">
                    <a:lumMod val="95000"/>
                    <a:lumOff val="5000"/>
                  </a:schemeClr>
                </a:solidFill>
                <a:latin typeface="Nikosh" pitchFamily="2" charset="0"/>
                <a:cs typeface="Nikosh" pitchFamily="2" charset="0"/>
              </a:rPr>
              <a:t> </a:t>
            </a:r>
            <a:r>
              <a:rPr lang="en-US" sz="3200" dirty="0" err="1" smtClean="0">
                <a:solidFill>
                  <a:schemeClr val="tx1">
                    <a:lumMod val="95000"/>
                    <a:lumOff val="5000"/>
                  </a:schemeClr>
                </a:solidFill>
                <a:latin typeface="Nikosh" pitchFamily="2" charset="0"/>
                <a:cs typeface="Nikosh" pitchFamily="2" charset="0"/>
              </a:rPr>
              <a:t>ইতিহাস</a:t>
            </a:r>
            <a:r>
              <a:rPr lang="en-US" sz="3200" dirty="0" smtClean="0">
                <a:solidFill>
                  <a:schemeClr val="tx1">
                    <a:lumMod val="95000"/>
                    <a:lumOff val="5000"/>
                  </a:schemeClr>
                </a:solidFill>
                <a:latin typeface="Nikosh" pitchFamily="2" charset="0"/>
                <a:cs typeface="Nikosh" pitchFamily="2" charset="0"/>
              </a:rPr>
              <a:t> </a:t>
            </a:r>
            <a:endParaRPr lang="en-US" sz="3200" dirty="0">
              <a:solidFill>
                <a:schemeClr val="tx1">
                  <a:lumMod val="95000"/>
                  <a:lumOff val="5000"/>
                </a:schemeClr>
              </a:solidFill>
              <a:latin typeface="Nikosh" pitchFamily="2" charset="0"/>
              <a:cs typeface="Nikosh" pitchFamily="2" charset="0"/>
            </a:endParaRPr>
          </a:p>
        </p:txBody>
      </p:sp>
      <p:sp>
        <p:nvSpPr>
          <p:cNvPr id="3" name="Text Placeholder 2"/>
          <p:cNvSpPr>
            <a:spLocks noGrp="1"/>
          </p:cNvSpPr>
          <p:nvPr>
            <p:ph type="body" idx="1"/>
          </p:nvPr>
        </p:nvSpPr>
        <p:spPr>
          <a:xfrm>
            <a:off x="420778" y="1239804"/>
            <a:ext cx="8570822" cy="4075148"/>
          </a:xfrm>
        </p:spPr>
        <p:txBody>
          <a:bodyPr/>
          <a:lstStyle/>
          <a:p>
            <a:pPr>
              <a:buNone/>
            </a:pPr>
            <a:r>
              <a:rPr lang="en-US" sz="1100" dirty="0" smtClean="0">
                <a:solidFill>
                  <a:srgbClr val="002060"/>
                </a:solidFill>
                <a:latin typeface="Nikosh" pitchFamily="2" charset="0"/>
                <a:cs typeface="Nikosh" pitchFamily="2" charset="0"/>
              </a:rPr>
              <a:t>          </a:t>
            </a:r>
            <a:r>
              <a:rPr lang="as-IN" sz="1600" dirty="0" smtClean="0">
                <a:solidFill>
                  <a:schemeClr val="bg1"/>
                </a:solidFill>
                <a:latin typeface="Nikosh" pitchFamily="2" charset="0"/>
                <a:cs typeface="Nikosh" pitchFamily="2" charset="0"/>
              </a:rPr>
              <a:t>ডা. মো. ইমদাদুল হক ১৯৮৫ সালে যশোরের চৌগাছা হাসপাতালে কর্মজীবন শুরু করেন। ১৯৮৮ সালে চলে যান লোহাগড়ায়। ১৯৯৫ সালে আবার ফিরে আসেন চৌগাছায়। এখানে জনগণের স্বাস্থ্যসেবা নিশ্চিত করতে তিনি বিভিন্ন সমস্যার মুখোমুখি হন। সমস্যা থেকে উত্তরনের উপায় হিসেবে তিনি হাসপাতালের সঙ্গে স্থানীয় জনগোষ্ঠীর অংশগ্রহণ নিশ্চিত করে চিকিৎসাসেবার পরিবর্তন ঘটাতে সচেষ্ট হন এবং স্থানীয় জনগণের সম্পৃক্ততা এবং আর্থিক সহায়তায় হাসপাতালের সেবার মান বৃদ্ধিতে সফলতা লাভ করেন। কার্যকর এই উদ্যোগের জন্য তিনি উপজেলা পর্যায়ে প্রসূতিসেবায় বারবার পুরস্কৃত হন। </a:t>
            </a:r>
            <a:r>
              <a:rPr lang="en-US" sz="1600" dirty="0" err="1" smtClean="0">
                <a:solidFill>
                  <a:schemeClr val="bg1"/>
                </a:solidFill>
                <a:latin typeface="Nikosh" pitchFamily="2" charset="0"/>
                <a:cs typeface="Nikosh" pitchFamily="2" charset="0"/>
              </a:rPr>
              <a:t>চৌগাছা</a:t>
            </a:r>
            <a:r>
              <a:rPr lang="en-US" sz="1600" dirty="0" smtClean="0">
                <a:solidFill>
                  <a:schemeClr val="bg1"/>
                </a:solidFill>
                <a:latin typeface="Nikosh" pitchFamily="2" charset="0"/>
                <a:cs typeface="Nikosh" pitchFamily="2" charset="0"/>
              </a:rPr>
              <a:t> </a:t>
            </a:r>
            <a:r>
              <a:rPr lang="en-US" sz="1600" dirty="0" err="1" smtClean="0">
                <a:solidFill>
                  <a:schemeClr val="bg1"/>
                </a:solidFill>
                <a:latin typeface="Nikosh" pitchFamily="2" charset="0"/>
                <a:cs typeface="Nikosh" pitchFamily="2" charset="0"/>
              </a:rPr>
              <a:t>উপজেলা</a:t>
            </a:r>
            <a:r>
              <a:rPr lang="en-US" sz="1600" dirty="0" smtClean="0">
                <a:solidFill>
                  <a:schemeClr val="bg1"/>
                </a:solidFill>
                <a:latin typeface="Nikosh" pitchFamily="2" charset="0"/>
                <a:cs typeface="Nikosh" pitchFamily="2" charset="0"/>
              </a:rPr>
              <a:t> </a:t>
            </a:r>
            <a:r>
              <a:rPr lang="en-US" sz="1600" dirty="0" err="1" smtClean="0">
                <a:solidFill>
                  <a:schemeClr val="bg1"/>
                </a:solidFill>
                <a:latin typeface="Nikosh" pitchFamily="2" charset="0"/>
                <a:cs typeface="Nikosh" pitchFamily="2" charset="0"/>
              </a:rPr>
              <a:t>স্বাস্থ্য</a:t>
            </a:r>
            <a:r>
              <a:rPr lang="en-US" sz="1600" dirty="0" smtClean="0">
                <a:solidFill>
                  <a:schemeClr val="bg1"/>
                </a:solidFill>
                <a:latin typeface="Nikosh" pitchFamily="2" charset="0"/>
                <a:cs typeface="Nikosh" pitchFamily="2" charset="0"/>
              </a:rPr>
              <a:t> </a:t>
            </a:r>
            <a:r>
              <a:rPr lang="en-US" sz="1600" dirty="0" err="1" smtClean="0">
                <a:solidFill>
                  <a:schemeClr val="bg1"/>
                </a:solidFill>
                <a:latin typeface="Nikosh" pitchFamily="2" charset="0"/>
                <a:cs typeface="Nikosh" pitchFamily="2" charset="0"/>
              </a:rPr>
              <a:t>কমপ্লেক্স</a:t>
            </a:r>
            <a:r>
              <a:rPr lang="en-US" sz="1600" dirty="0" smtClean="0">
                <a:solidFill>
                  <a:schemeClr val="bg1"/>
                </a:solidFill>
                <a:latin typeface="Nikosh" pitchFamily="2" charset="0"/>
                <a:cs typeface="Nikosh" pitchFamily="2" charset="0"/>
              </a:rPr>
              <a:t> Directorate General of Health Services (DGHS) </a:t>
            </a:r>
            <a:r>
              <a:rPr lang="en-US" sz="1600" dirty="0" err="1" smtClean="0">
                <a:solidFill>
                  <a:schemeClr val="bg1"/>
                </a:solidFill>
                <a:latin typeface="Nikosh" pitchFamily="2" charset="0"/>
                <a:cs typeface="Nikosh" pitchFamily="2" charset="0"/>
              </a:rPr>
              <a:t>এবং</a:t>
            </a:r>
            <a:r>
              <a:rPr lang="en-US" sz="1600" dirty="0" smtClean="0">
                <a:solidFill>
                  <a:schemeClr val="bg1"/>
                </a:solidFill>
                <a:latin typeface="Nikosh" pitchFamily="2" charset="0"/>
                <a:cs typeface="Nikosh" pitchFamily="2" charset="0"/>
              </a:rPr>
              <a:t> UNICEF </a:t>
            </a:r>
            <a:r>
              <a:rPr lang="en-US" sz="1600" dirty="0" err="1" smtClean="0">
                <a:solidFill>
                  <a:schemeClr val="bg1"/>
                </a:solidFill>
                <a:latin typeface="Nikosh" pitchFamily="2" charset="0"/>
                <a:cs typeface="Nikosh" pitchFamily="2" charset="0"/>
              </a:rPr>
              <a:t>এর</a:t>
            </a:r>
            <a:r>
              <a:rPr lang="en-US" sz="1600" dirty="0" smtClean="0">
                <a:solidFill>
                  <a:schemeClr val="bg1"/>
                </a:solidFill>
                <a:latin typeface="Nikosh" pitchFamily="2" charset="0"/>
                <a:cs typeface="Nikosh" pitchFamily="2" charset="0"/>
              </a:rPr>
              <a:t> </a:t>
            </a:r>
            <a:r>
              <a:rPr lang="en-US" sz="1600" dirty="0" err="1" smtClean="0">
                <a:solidFill>
                  <a:schemeClr val="bg1"/>
                </a:solidFill>
                <a:latin typeface="Nikosh" pitchFamily="2" charset="0"/>
                <a:cs typeface="Nikosh" pitchFamily="2" charset="0"/>
              </a:rPr>
              <a:t>দ্বারা</a:t>
            </a:r>
            <a:r>
              <a:rPr lang="en-US" sz="1600" dirty="0" smtClean="0">
                <a:solidFill>
                  <a:schemeClr val="bg1"/>
                </a:solidFill>
                <a:latin typeface="Nikosh" pitchFamily="2" charset="0"/>
                <a:cs typeface="Nikosh" pitchFamily="2" charset="0"/>
              </a:rPr>
              <a:t> </a:t>
            </a:r>
            <a:r>
              <a:rPr lang="en-US" sz="1600" dirty="0" err="1" smtClean="0">
                <a:solidFill>
                  <a:schemeClr val="bg1"/>
                </a:solidFill>
                <a:latin typeface="Nikosh" pitchFamily="2" charset="0"/>
                <a:cs typeface="Nikosh" pitchFamily="2" charset="0"/>
              </a:rPr>
              <a:t>খুলনা</a:t>
            </a:r>
            <a:r>
              <a:rPr lang="en-US" sz="1600" dirty="0" smtClean="0">
                <a:solidFill>
                  <a:schemeClr val="bg1"/>
                </a:solidFill>
                <a:latin typeface="Nikosh" pitchFamily="2" charset="0"/>
                <a:cs typeface="Nikosh" pitchFamily="2" charset="0"/>
              </a:rPr>
              <a:t> </a:t>
            </a:r>
            <a:r>
              <a:rPr lang="en-US" sz="1600" dirty="0" err="1" smtClean="0">
                <a:solidFill>
                  <a:schemeClr val="bg1"/>
                </a:solidFill>
                <a:latin typeface="Nikosh" pitchFamily="2" charset="0"/>
                <a:cs typeface="Nikosh" pitchFamily="2" charset="0"/>
              </a:rPr>
              <a:t>বিভাগে</a:t>
            </a:r>
            <a:r>
              <a:rPr lang="en-US" sz="1600" dirty="0" smtClean="0">
                <a:solidFill>
                  <a:schemeClr val="bg1"/>
                </a:solidFill>
                <a:latin typeface="Nikosh" pitchFamily="2" charset="0"/>
                <a:cs typeface="Nikosh" pitchFamily="2" charset="0"/>
              </a:rPr>
              <a:t> </a:t>
            </a:r>
            <a:r>
              <a:rPr lang="en-US" sz="1600" dirty="0" err="1" smtClean="0">
                <a:solidFill>
                  <a:schemeClr val="bg1"/>
                </a:solidFill>
                <a:latin typeface="Nikosh" pitchFamily="2" charset="0"/>
                <a:cs typeface="Nikosh" pitchFamily="2" charset="0"/>
              </a:rPr>
              <a:t>প্রসূতিসেবায়</a:t>
            </a:r>
            <a:r>
              <a:rPr lang="en-US" sz="1600" dirty="0" smtClean="0">
                <a:solidFill>
                  <a:schemeClr val="bg1"/>
                </a:solidFill>
                <a:latin typeface="Nikosh" pitchFamily="2" charset="0"/>
                <a:cs typeface="Nikosh" pitchFamily="2" charset="0"/>
              </a:rPr>
              <a:t> </a:t>
            </a:r>
            <a:r>
              <a:rPr lang="en-US" sz="1600" dirty="0" err="1" smtClean="0">
                <a:solidFill>
                  <a:schemeClr val="bg1"/>
                </a:solidFill>
                <a:latin typeface="Nikosh" pitchFamily="2" charset="0"/>
                <a:cs typeface="Nikosh" pitchFamily="2" charset="0"/>
              </a:rPr>
              <a:t>সেরা</a:t>
            </a:r>
            <a:r>
              <a:rPr lang="en-US" sz="1600" dirty="0" smtClean="0">
                <a:solidFill>
                  <a:schemeClr val="bg1"/>
                </a:solidFill>
                <a:latin typeface="Nikosh" pitchFamily="2" charset="0"/>
                <a:cs typeface="Nikosh" pitchFamily="2" charset="0"/>
              </a:rPr>
              <a:t> </a:t>
            </a:r>
            <a:r>
              <a:rPr lang="en-US" sz="1600" dirty="0" err="1" smtClean="0">
                <a:solidFill>
                  <a:schemeClr val="bg1"/>
                </a:solidFill>
                <a:latin typeface="Nikosh" pitchFamily="2" charset="0"/>
                <a:cs typeface="Nikosh" pitchFamily="2" charset="0"/>
              </a:rPr>
              <a:t>হাসপাতাল</a:t>
            </a:r>
            <a:r>
              <a:rPr lang="en-US" sz="1600" dirty="0" smtClean="0">
                <a:solidFill>
                  <a:schemeClr val="bg1"/>
                </a:solidFill>
                <a:latin typeface="Nikosh" pitchFamily="2" charset="0"/>
                <a:cs typeface="Nikosh" pitchFamily="2" charset="0"/>
              </a:rPr>
              <a:t> </a:t>
            </a:r>
            <a:r>
              <a:rPr lang="en-US" sz="1600" dirty="0" err="1" smtClean="0">
                <a:solidFill>
                  <a:schemeClr val="bg1"/>
                </a:solidFill>
                <a:latin typeface="Nikosh" pitchFamily="2" charset="0"/>
                <a:cs typeface="Nikosh" pitchFamily="2" charset="0"/>
              </a:rPr>
              <a:t>হিসেবে</a:t>
            </a:r>
            <a:r>
              <a:rPr lang="en-US" sz="1600" dirty="0" smtClean="0">
                <a:solidFill>
                  <a:schemeClr val="bg1"/>
                </a:solidFill>
                <a:latin typeface="Nikosh" pitchFamily="2" charset="0"/>
                <a:cs typeface="Nikosh" pitchFamily="2" charset="0"/>
              </a:rPr>
              <a:t> </a:t>
            </a:r>
            <a:r>
              <a:rPr lang="en-US" sz="1600" dirty="0" err="1" smtClean="0">
                <a:solidFill>
                  <a:schemeClr val="bg1"/>
                </a:solidFill>
                <a:latin typeface="Nikosh" pitchFamily="2" charset="0"/>
                <a:cs typeface="Nikosh" pitchFamily="2" charset="0"/>
              </a:rPr>
              <a:t>যৌথভাবে</a:t>
            </a:r>
            <a:r>
              <a:rPr lang="en-US" sz="1600" dirty="0" smtClean="0">
                <a:solidFill>
                  <a:schemeClr val="bg1"/>
                </a:solidFill>
                <a:latin typeface="Nikosh" pitchFamily="2" charset="0"/>
                <a:cs typeface="Nikosh" pitchFamily="2" charset="0"/>
              </a:rPr>
              <a:t> ২০০৫ </a:t>
            </a:r>
            <a:r>
              <a:rPr lang="en-US" sz="1600" dirty="0" err="1" smtClean="0">
                <a:solidFill>
                  <a:schemeClr val="bg1"/>
                </a:solidFill>
                <a:latin typeface="Nikosh" pitchFamily="2" charset="0"/>
                <a:cs typeface="Nikosh" pitchFamily="2" charset="0"/>
              </a:rPr>
              <a:t>থেকে</a:t>
            </a:r>
            <a:r>
              <a:rPr lang="en-US" sz="1600" dirty="0" smtClean="0">
                <a:solidFill>
                  <a:schemeClr val="bg1"/>
                </a:solidFill>
                <a:latin typeface="Nikosh" pitchFamily="2" charset="0"/>
                <a:cs typeface="Nikosh" pitchFamily="2" charset="0"/>
              </a:rPr>
              <a:t> ২০১৪ </a:t>
            </a:r>
            <a:r>
              <a:rPr lang="en-US" sz="1600" dirty="0" err="1" smtClean="0">
                <a:solidFill>
                  <a:schemeClr val="bg1"/>
                </a:solidFill>
                <a:latin typeface="Nikosh" pitchFamily="2" charset="0"/>
                <a:cs typeface="Nikosh" pitchFamily="2" charset="0"/>
              </a:rPr>
              <a:t>পর্যন্ত</a:t>
            </a:r>
            <a:r>
              <a:rPr lang="en-US" sz="1600" dirty="0" smtClean="0">
                <a:solidFill>
                  <a:schemeClr val="bg1"/>
                </a:solidFill>
                <a:latin typeface="Nikosh" pitchFamily="2" charset="0"/>
                <a:cs typeface="Nikosh" pitchFamily="2" charset="0"/>
              </a:rPr>
              <a:t> </a:t>
            </a:r>
            <a:r>
              <a:rPr lang="en-US" sz="1600" dirty="0" err="1" smtClean="0">
                <a:solidFill>
                  <a:schemeClr val="bg1"/>
                </a:solidFill>
                <a:latin typeface="Nikosh" pitchFamily="2" charset="0"/>
                <a:cs typeface="Nikosh" pitchFamily="2" charset="0"/>
              </a:rPr>
              <a:t>একটানা</a:t>
            </a:r>
            <a:r>
              <a:rPr lang="en-US" sz="1600" dirty="0" smtClean="0">
                <a:solidFill>
                  <a:schemeClr val="bg1"/>
                </a:solidFill>
                <a:latin typeface="Nikosh" pitchFamily="2" charset="0"/>
                <a:cs typeface="Nikosh" pitchFamily="2" charset="0"/>
              </a:rPr>
              <a:t> </a:t>
            </a:r>
            <a:r>
              <a:rPr lang="en-US" sz="1600" dirty="0" err="1" smtClean="0">
                <a:solidFill>
                  <a:schemeClr val="bg1"/>
                </a:solidFill>
                <a:latin typeface="Nikosh" pitchFamily="2" charset="0"/>
                <a:cs typeface="Nikosh" pitchFamily="2" charset="0"/>
              </a:rPr>
              <a:t>পুরস্কৃত</a:t>
            </a:r>
            <a:r>
              <a:rPr lang="en-US" sz="1600" dirty="0" smtClean="0">
                <a:solidFill>
                  <a:schemeClr val="bg1"/>
                </a:solidFill>
                <a:latin typeface="Nikosh" pitchFamily="2" charset="0"/>
                <a:cs typeface="Nikosh" pitchFamily="2" charset="0"/>
              </a:rPr>
              <a:t> </a:t>
            </a:r>
            <a:r>
              <a:rPr lang="en-US" sz="1600" dirty="0" err="1" smtClean="0">
                <a:solidFill>
                  <a:schemeClr val="bg1"/>
                </a:solidFill>
                <a:latin typeface="Nikosh" pitchFamily="2" charset="0"/>
                <a:cs typeface="Nikosh" pitchFamily="2" charset="0"/>
              </a:rPr>
              <a:t>হয়</a:t>
            </a:r>
            <a:r>
              <a:rPr lang="en-US" sz="1600" dirty="0" smtClean="0">
                <a:solidFill>
                  <a:schemeClr val="bg1"/>
                </a:solidFill>
                <a:latin typeface="Nikosh" pitchFamily="2" charset="0"/>
                <a:cs typeface="Nikosh" pitchFamily="2" charset="0"/>
              </a:rPr>
              <a:t>। ২০০৮ </a:t>
            </a:r>
            <a:r>
              <a:rPr lang="en-US" sz="1600" dirty="0" err="1" smtClean="0">
                <a:solidFill>
                  <a:schemeClr val="bg1"/>
                </a:solidFill>
                <a:latin typeface="Nikosh" pitchFamily="2" charset="0"/>
                <a:cs typeface="Nikosh" pitchFamily="2" charset="0"/>
              </a:rPr>
              <a:t>সালে</a:t>
            </a:r>
            <a:r>
              <a:rPr lang="en-US" sz="1600" dirty="0" smtClean="0">
                <a:solidFill>
                  <a:schemeClr val="bg1"/>
                </a:solidFill>
                <a:latin typeface="Nikosh" pitchFamily="2" charset="0"/>
                <a:cs typeface="Nikosh" pitchFamily="2" charset="0"/>
              </a:rPr>
              <a:t> </a:t>
            </a:r>
            <a:r>
              <a:rPr lang="en-US" sz="1600" dirty="0" err="1" smtClean="0">
                <a:solidFill>
                  <a:schemeClr val="bg1"/>
                </a:solidFill>
                <a:latin typeface="Nikosh" pitchFamily="2" charset="0"/>
                <a:cs typeface="Nikosh" pitchFamily="2" charset="0"/>
              </a:rPr>
              <a:t>তৎকালীন</a:t>
            </a:r>
            <a:r>
              <a:rPr lang="en-US" sz="1600" dirty="0" smtClean="0">
                <a:solidFill>
                  <a:schemeClr val="bg1"/>
                </a:solidFill>
                <a:latin typeface="Nikosh" pitchFamily="2" charset="0"/>
                <a:cs typeface="Nikosh" pitchFamily="2" charset="0"/>
              </a:rPr>
              <a:t> </a:t>
            </a:r>
            <a:r>
              <a:rPr lang="en-US" sz="1600" dirty="0" err="1" smtClean="0">
                <a:solidFill>
                  <a:schemeClr val="bg1"/>
                </a:solidFill>
                <a:latin typeface="Nikosh" pitchFamily="2" charset="0"/>
                <a:cs typeface="Nikosh" pitchFamily="2" charset="0"/>
              </a:rPr>
              <a:t>স্বাস্থ্যসচিব</a:t>
            </a:r>
            <a:r>
              <a:rPr lang="en-US" sz="1600" dirty="0" smtClean="0">
                <a:solidFill>
                  <a:schemeClr val="bg1"/>
                </a:solidFill>
                <a:latin typeface="Nikosh" pitchFamily="2" charset="0"/>
                <a:cs typeface="Nikosh" pitchFamily="2" charset="0"/>
              </a:rPr>
              <a:t> </a:t>
            </a:r>
            <a:r>
              <a:rPr lang="en-US" sz="1600" dirty="0" err="1" smtClean="0">
                <a:solidFill>
                  <a:schemeClr val="bg1"/>
                </a:solidFill>
                <a:latin typeface="Nikosh" pitchFamily="2" charset="0"/>
                <a:cs typeface="Nikosh" pitchFamily="2" charset="0"/>
              </a:rPr>
              <a:t>চৌগাছা</a:t>
            </a:r>
            <a:r>
              <a:rPr lang="en-US" sz="1600" dirty="0" smtClean="0">
                <a:solidFill>
                  <a:schemeClr val="bg1"/>
                </a:solidFill>
                <a:latin typeface="Nikosh" pitchFamily="2" charset="0"/>
                <a:cs typeface="Nikosh" pitchFamily="2" charset="0"/>
              </a:rPr>
              <a:t> </a:t>
            </a:r>
            <a:r>
              <a:rPr lang="en-US" sz="1600" dirty="0" err="1" smtClean="0">
                <a:solidFill>
                  <a:schemeClr val="bg1"/>
                </a:solidFill>
                <a:latin typeface="Nikosh" pitchFamily="2" charset="0"/>
                <a:cs typeface="Nikosh" pitchFamily="2" charset="0"/>
              </a:rPr>
              <a:t>উপজেলা</a:t>
            </a:r>
            <a:r>
              <a:rPr lang="en-US" sz="1600" dirty="0" smtClean="0">
                <a:solidFill>
                  <a:schemeClr val="bg1"/>
                </a:solidFill>
                <a:latin typeface="Nikosh" pitchFamily="2" charset="0"/>
                <a:cs typeface="Nikosh" pitchFamily="2" charset="0"/>
              </a:rPr>
              <a:t> </a:t>
            </a:r>
            <a:r>
              <a:rPr lang="en-US" sz="1600" dirty="0" err="1" smtClean="0">
                <a:solidFill>
                  <a:schemeClr val="bg1"/>
                </a:solidFill>
                <a:latin typeface="Nikosh" pitchFamily="2" charset="0"/>
                <a:cs typeface="Nikosh" pitchFamily="2" charset="0"/>
              </a:rPr>
              <a:t>স্বাস্থ্য</a:t>
            </a:r>
            <a:r>
              <a:rPr lang="en-US" sz="1600" dirty="0" smtClean="0">
                <a:solidFill>
                  <a:schemeClr val="bg1"/>
                </a:solidFill>
                <a:latin typeface="Nikosh" pitchFamily="2" charset="0"/>
                <a:cs typeface="Nikosh" pitchFamily="2" charset="0"/>
              </a:rPr>
              <a:t> </a:t>
            </a:r>
            <a:r>
              <a:rPr lang="en-US" sz="1600" dirty="0" err="1" smtClean="0">
                <a:solidFill>
                  <a:schemeClr val="bg1"/>
                </a:solidFill>
                <a:latin typeface="Nikosh" pitchFamily="2" charset="0"/>
                <a:cs typeface="Nikosh" pitchFamily="2" charset="0"/>
              </a:rPr>
              <a:t>কমপ্লেক্সকে</a:t>
            </a:r>
            <a:r>
              <a:rPr lang="en-US" sz="1600" dirty="0" smtClean="0">
                <a:solidFill>
                  <a:schemeClr val="bg1"/>
                </a:solidFill>
                <a:latin typeface="Nikosh" pitchFamily="2" charset="0"/>
                <a:cs typeface="Nikosh" pitchFamily="2" charset="0"/>
              </a:rPr>
              <a:t> </a:t>
            </a:r>
            <a:r>
              <a:rPr lang="en-US" sz="1600" dirty="0" err="1" smtClean="0">
                <a:solidFill>
                  <a:schemeClr val="bg1"/>
                </a:solidFill>
                <a:latin typeface="Nikosh" pitchFamily="2" charset="0"/>
                <a:cs typeface="Nikosh" pitchFamily="2" charset="0"/>
              </a:rPr>
              <a:t>মডেল</a:t>
            </a:r>
            <a:r>
              <a:rPr lang="en-US" sz="1600" dirty="0" smtClean="0">
                <a:solidFill>
                  <a:schemeClr val="bg1"/>
                </a:solidFill>
                <a:latin typeface="Nikosh" pitchFamily="2" charset="0"/>
                <a:cs typeface="Nikosh" pitchFamily="2" charset="0"/>
              </a:rPr>
              <a:t> </a:t>
            </a:r>
            <a:r>
              <a:rPr lang="en-US" sz="1600" dirty="0" err="1" smtClean="0">
                <a:solidFill>
                  <a:schemeClr val="bg1"/>
                </a:solidFill>
                <a:latin typeface="Nikosh" pitchFamily="2" charset="0"/>
                <a:cs typeface="Nikosh" pitchFamily="2" charset="0"/>
              </a:rPr>
              <a:t>স্বাস্থ্য</a:t>
            </a:r>
            <a:r>
              <a:rPr lang="en-US" sz="1600" dirty="0" smtClean="0">
                <a:solidFill>
                  <a:schemeClr val="bg1"/>
                </a:solidFill>
                <a:latin typeface="Nikosh" pitchFamily="2" charset="0"/>
                <a:cs typeface="Nikosh" pitchFamily="2" charset="0"/>
              </a:rPr>
              <a:t> </a:t>
            </a:r>
            <a:r>
              <a:rPr lang="en-US" sz="1600" dirty="0" err="1" smtClean="0">
                <a:solidFill>
                  <a:schemeClr val="bg1"/>
                </a:solidFill>
                <a:latin typeface="Nikosh" pitchFamily="2" charset="0"/>
                <a:cs typeface="Nikosh" pitchFamily="2" charset="0"/>
              </a:rPr>
              <a:t>কমপ্লেক্স</a:t>
            </a:r>
            <a:r>
              <a:rPr lang="en-US" sz="1600" dirty="0" smtClean="0">
                <a:solidFill>
                  <a:schemeClr val="bg1"/>
                </a:solidFill>
                <a:latin typeface="Nikosh" pitchFamily="2" charset="0"/>
                <a:cs typeface="Nikosh" pitchFamily="2" charset="0"/>
              </a:rPr>
              <a:t> </a:t>
            </a:r>
            <a:r>
              <a:rPr lang="en-US" sz="1600" dirty="0" err="1" smtClean="0">
                <a:solidFill>
                  <a:schemeClr val="bg1"/>
                </a:solidFill>
                <a:latin typeface="Nikosh" pitchFamily="2" charset="0"/>
                <a:cs typeface="Nikosh" pitchFamily="2" charset="0"/>
              </a:rPr>
              <a:t>হিসেবে</a:t>
            </a:r>
            <a:r>
              <a:rPr lang="en-US" sz="1600" dirty="0" smtClean="0">
                <a:solidFill>
                  <a:schemeClr val="bg1"/>
                </a:solidFill>
                <a:latin typeface="Nikosh" pitchFamily="2" charset="0"/>
                <a:cs typeface="Nikosh" pitchFamily="2" charset="0"/>
              </a:rPr>
              <a:t> </a:t>
            </a:r>
            <a:r>
              <a:rPr lang="en-US" sz="1600" dirty="0" err="1" smtClean="0">
                <a:solidFill>
                  <a:schemeClr val="bg1"/>
                </a:solidFill>
                <a:latin typeface="Nikosh" pitchFamily="2" charset="0"/>
                <a:cs typeface="Nikosh" pitchFamily="2" charset="0"/>
              </a:rPr>
              <a:t>ঘোষণা</a:t>
            </a:r>
            <a:r>
              <a:rPr lang="en-US" sz="1600" dirty="0" smtClean="0">
                <a:solidFill>
                  <a:schemeClr val="bg1"/>
                </a:solidFill>
                <a:latin typeface="Nikosh" pitchFamily="2" charset="0"/>
                <a:cs typeface="Nikosh" pitchFamily="2" charset="0"/>
              </a:rPr>
              <a:t> </a:t>
            </a:r>
            <a:r>
              <a:rPr lang="en-US" sz="1600" dirty="0" err="1" smtClean="0">
                <a:solidFill>
                  <a:schemeClr val="bg1"/>
                </a:solidFill>
                <a:latin typeface="Nikosh" pitchFamily="2" charset="0"/>
                <a:cs typeface="Nikosh" pitchFamily="2" charset="0"/>
              </a:rPr>
              <a:t>করেন</a:t>
            </a:r>
            <a:r>
              <a:rPr lang="en-US" sz="1600" dirty="0" smtClean="0">
                <a:solidFill>
                  <a:schemeClr val="bg1"/>
                </a:solidFill>
                <a:latin typeface="Nikosh" pitchFamily="2" charset="0"/>
                <a:cs typeface="Nikosh" pitchFamily="2" charset="0"/>
              </a:rPr>
              <a:t>। ২০১০ </a:t>
            </a:r>
            <a:r>
              <a:rPr lang="en-US" sz="1600" dirty="0" err="1" smtClean="0">
                <a:solidFill>
                  <a:schemeClr val="bg1"/>
                </a:solidFill>
                <a:latin typeface="Nikosh" pitchFamily="2" charset="0"/>
                <a:cs typeface="Nikosh" pitchFamily="2" charset="0"/>
              </a:rPr>
              <a:t>সালে</a:t>
            </a:r>
            <a:r>
              <a:rPr lang="en-US" sz="1600" dirty="0" smtClean="0">
                <a:solidFill>
                  <a:schemeClr val="bg1"/>
                </a:solidFill>
                <a:latin typeface="Nikosh" pitchFamily="2" charset="0"/>
                <a:cs typeface="Nikosh" pitchFamily="2" charset="0"/>
              </a:rPr>
              <a:t> WHO </a:t>
            </a:r>
            <a:r>
              <a:rPr lang="en-US" sz="1600" dirty="0" err="1" smtClean="0">
                <a:solidFill>
                  <a:schemeClr val="bg1"/>
                </a:solidFill>
                <a:latin typeface="Nikosh" pitchFamily="2" charset="0"/>
                <a:cs typeface="Nikosh" pitchFamily="2" charset="0"/>
              </a:rPr>
              <a:t>এর</a:t>
            </a:r>
            <a:r>
              <a:rPr lang="en-US" sz="1600" dirty="0" smtClean="0">
                <a:solidFill>
                  <a:schemeClr val="bg1"/>
                </a:solidFill>
                <a:latin typeface="Nikosh" pitchFamily="2" charset="0"/>
                <a:cs typeface="Nikosh" pitchFamily="2" charset="0"/>
              </a:rPr>
              <a:t> </a:t>
            </a:r>
            <a:r>
              <a:rPr lang="en-US" sz="1600" dirty="0" err="1" smtClean="0">
                <a:solidFill>
                  <a:schemeClr val="bg1"/>
                </a:solidFill>
                <a:latin typeface="Nikosh" pitchFamily="2" charset="0"/>
                <a:cs typeface="Nikosh" pitchFamily="2" charset="0"/>
              </a:rPr>
              <a:t>মহাপরিচালক</a:t>
            </a:r>
            <a:r>
              <a:rPr lang="en-US" sz="1600" dirty="0" smtClean="0">
                <a:solidFill>
                  <a:schemeClr val="bg1"/>
                </a:solidFill>
                <a:latin typeface="Nikosh" pitchFamily="2" charset="0"/>
                <a:cs typeface="Nikosh" pitchFamily="2" charset="0"/>
              </a:rPr>
              <a:t> Dr Margaret Chan </a:t>
            </a:r>
            <a:r>
              <a:rPr lang="en-US" sz="1600" dirty="0" err="1" smtClean="0">
                <a:solidFill>
                  <a:schemeClr val="bg1"/>
                </a:solidFill>
                <a:latin typeface="Nikosh" pitchFamily="2" charset="0"/>
                <a:cs typeface="Nikosh" pitchFamily="2" charset="0"/>
              </a:rPr>
              <a:t>চৌগাছা</a:t>
            </a:r>
            <a:r>
              <a:rPr lang="en-US" sz="1600" dirty="0" smtClean="0">
                <a:solidFill>
                  <a:schemeClr val="bg1"/>
                </a:solidFill>
                <a:latin typeface="Nikosh" pitchFamily="2" charset="0"/>
                <a:cs typeface="Nikosh" pitchFamily="2" charset="0"/>
              </a:rPr>
              <a:t> </a:t>
            </a:r>
            <a:r>
              <a:rPr lang="en-US" sz="1600" dirty="0" err="1" smtClean="0">
                <a:solidFill>
                  <a:schemeClr val="bg1"/>
                </a:solidFill>
                <a:latin typeface="Nikosh" pitchFamily="2" charset="0"/>
                <a:cs typeface="Nikosh" pitchFamily="2" charset="0"/>
              </a:rPr>
              <a:t>উপজেলা</a:t>
            </a:r>
            <a:r>
              <a:rPr lang="en-US" sz="1600" dirty="0" smtClean="0">
                <a:solidFill>
                  <a:schemeClr val="bg1"/>
                </a:solidFill>
                <a:latin typeface="Nikosh" pitchFamily="2" charset="0"/>
                <a:cs typeface="Nikosh" pitchFamily="2" charset="0"/>
              </a:rPr>
              <a:t> </a:t>
            </a:r>
            <a:r>
              <a:rPr lang="en-US" sz="1600" dirty="0" err="1" smtClean="0">
                <a:solidFill>
                  <a:schemeClr val="bg1"/>
                </a:solidFill>
                <a:latin typeface="Nikosh" pitchFamily="2" charset="0"/>
                <a:cs typeface="Nikosh" pitchFamily="2" charset="0"/>
              </a:rPr>
              <a:t>স্বাস্থ্য</a:t>
            </a:r>
            <a:r>
              <a:rPr lang="en-US" sz="1600" dirty="0" smtClean="0">
                <a:solidFill>
                  <a:schemeClr val="bg1"/>
                </a:solidFill>
                <a:latin typeface="Nikosh" pitchFamily="2" charset="0"/>
                <a:cs typeface="Nikosh" pitchFamily="2" charset="0"/>
              </a:rPr>
              <a:t> </a:t>
            </a:r>
            <a:r>
              <a:rPr lang="en-US" sz="1600" dirty="0" err="1" smtClean="0">
                <a:solidFill>
                  <a:schemeClr val="bg1"/>
                </a:solidFill>
                <a:latin typeface="Nikosh" pitchFamily="2" charset="0"/>
                <a:cs typeface="Nikosh" pitchFamily="2" charset="0"/>
              </a:rPr>
              <a:t>কমপ্লেক্স</a:t>
            </a:r>
            <a:r>
              <a:rPr lang="en-US" sz="1600" dirty="0" smtClean="0">
                <a:solidFill>
                  <a:schemeClr val="bg1"/>
                </a:solidFill>
                <a:latin typeface="Nikosh" pitchFamily="2" charset="0"/>
                <a:cs typeface="Nikosh" pitchFamily="2" charset="0"/>
              </a:rPr>
              <a:t> </a:t>
            </a:r>
            <a:r>
              <a:rPr lang="en-US" sz="1600" dirty="0" err="1" smtClean="0">
                <a:solidFill>
                  <a:schemeClr val="bg1"/>
                </a:solidFill>
                <a:latin typeface="Nikosh" pitchFamily="2" charset="0"/>
                <a:cs typeface="Nikosh" pitchFamily="2" charset="0"/>
              </a:rPr>
              <a:t>পরিদর্শন</a:t>
            </a:r>
            <a:r>
              <a:rPr lang="en-US" sz="1600" dirty="0" smtClean="0">
                <a:solidFill>
                  <a:schemeClr val="bg1"/>
                </a:solidFill>
                <a:latin typeface="Nikosh" pitchFamily="2" charset="0"/>
                <a:cs typeface="Nikosh" pitchFamily="2" charset="0"/>
              </a:rPr>
              <a:t> </a:t>
            </a:r>
            <a:r>
              <a:rPr lang="en-US" sz="1600" dirty="0" err="1" smtClean="0">
                <a:solidFill>
                  <a:schemeClr val="bg1"/>
                </a:solidFill>
                <a:latin typeface="Nikosh" pitchFamily="2" charset="0"/>
                <a:cs typeface="Nikosh" pitchFamily="2" charset="0"/>
              </a:rPr>
              <a:t>করেন</a:t>
            </a:r>
            <a:r>
              <a:rPr lang="en-US" sz="1600" dirty="0" smtClean="0">
                <a:solidFill>
                  <a:schemeClr val="bg1"/>
                </a:solidFill>
                <a:latin typeface="Nikosh" pitchFamily="2" charset="0"/>
                <a:cs typeface="Nikosh" pitchFamily="2" charset="0"/>
              </a:rPr>
              <a:t> </a:t>
            </a:r>
            <a:r>
              <a:rPr lang="en-US" sz="1600" dirty="0" err="1" smtClean="0">
                <a:solidFill>
                  <a:schemeClr val="bg1"/>
                </a:solidFill>
                <a:latin typeface="Nikosh" pitchFamily="2" charset="0"/>
                <a:cs typeface="Nikosh" pitchFamily="2" charset="0"/>
              </a:rPr>
              <a:t>এবং</a:t>
            </a:r>
            <a:r>
              <a:rPr lang="en-US" sz="1600" dirty="0" smtClean="0">
                <a:solidFill>
                  <a:schemeClr val="bg1"/>
                </a:solidFill>
                <a:latin typeface="Nikosh" pitchFamily="2" charset="0"/>
                <a:cs typeface="Nikosh" pitchFamily="2" charset="0"/>
              </a:rPr>
              <a:t> </a:t>
            </a:r>
            <a:r>
              <a:rPr lang="en-US" sz="1600" dirty="0" err="1" smtClean="0">
                <a:solidFill>
                  <a:schemeClr val="bg1"/>
                </a:solidFill>
                <a:latin typeface="Nikosh" pitchFamily="2" charset="0"/>
                <a:cs typeface="Nikosh" pitchFamily="2" charset="0"/>
              </a:rPr>
              <a:t>স্বাস্থ্যসেবায়</a:t>
            </a:r>
            <a:r>
              <a:rPr lang="en-US" sz="1600" dirty="0" smtClean="0">
                <a:solidFill>
                  <a:schemeClr val="bg1"/>
                </a:solidFill>
                <a:latin typeface="Nikosh" pitchFamily="2" charset="0"/>
                <a:cs typeface="Nikosh" pitchFamily="2" charset="0"/>
              </a:rPr>
              <a:t> </a:t>
            </a:r>
            <a:r>
              <a:rPr lang="en-US" sz="1600" dirty="0" err="1" smtClean="0">
                <a:solidFill>
                  <a:schemeClr val="bg1"/>
                </a:solidFill>
                <a:latin typeface="Nikosh" pitchFamily="2" charset="0"/>
                <a:cs typeface="Nikosh" pitchFamily="2" charset="0"/>
              </a:rPr>
              <a:t>এই</a:t>
            </a:r>
            <a:r>
              <a:rPr lang="en-US" sz="1600" dirty="0" smtClean="0">
                <a:solidFill>
                  <a:schemeClr val="bg1"/>
                </a:solidFill>
                <a:latin typeface="Nikosh" pitchFamily="2" charset="0"/>
                <a:cs typeface="Nikosh" pitchFamily="2" charset="0"/>
              </a:rPr>
              <a:t> </a:t>
            </a:r>
            <a:r>
              <a:rPr lang="en-US" sz="1600" dirty="0" err="1" smtClean="0">
                <a:solidFill>
                  <a:schemeClr val="bg1"/>
                </a:solidFill>
                <a:latin typeface="Nikosh" pitchFamily="2" charset="0"/>
                <a:cs typeface="Nikosh" pitchFamily="2" charset="0"/>
              </a:rPr>
              <a:t>পদ্ধতিকে</a:t>
            </a:r>
            <a:r>
              <a:rPr lang="en-US" sz="1600" dirty="0" smtClean="0">
                <a:solidFill>
                  <a:schemeClr val="bg1"/>
                </a:solidFill>
                <a:latin typeface="Nikosh" pitchFamily="2" charset="0"/>
                <a:cs typeface="Nikosh" pitchFamily="2" charset="0"/>
              </a:rPr>
              <a:t> </a:t>
            </a:r>
            <a:r>
              <a:rPr lang="en-US" sz="1600" dirty="0" err="1" smtClean="0">
                <a:solidFill>
                  <a:schemeClr val="bg1"/>
                </a:solidFill>
                <a:latin typeface="Nikosh" pitchFamily="2" charset="0"/>
                <a:cs typeface="Nikosh" pitchFamily="2" charset="0"/>
              </a:rPr>
              <a:t>একটি</a:t>
            </a:r>
            <a:r>
              <a:rPr lang="en-US" sz="1600" dirty="0" smtClean="0">
                <a:solidFill>
                  <a:schemeClr val="bg1"/>
                </a:solidFill>
                <a:latin typeface="Nikosh" pitchFamily="2" charset="0"/>
                <a:cs typeface="Nikosh" pitchFamily="2" charset="0"/>
              </a:rPr>
              <a:t> </a:t>
            </a:r>
            <a:r>
              <a:rPr lang="en-US" sz="1600" dirty="0" err="1" smtClean="0">
                <a:solidFill>
                  <a:schemeClr val="bg1"/>
                </a:solidFill>
                <a:latin typeface="Nikosh" pitchFamily="2" charset="0"/>
                <a:cs typeface="Nikosh" pitchFamily="2" charset="0"/>
              </a:rPr>
              <a:t>অনুকরণীয়</a:t>
            </a:r>
            <a:r>
              <a:rPr lang="en-US" sz="1600" dirty="0" smtClean="0">
                <a:solidFill>
                  <a:schemeClr val="bg1"/>
                </a:solidFill>
                <a:latin typeface="Nikosh" pitchFamily="2" charset="0"/>
                <a:cs typeface="Nikosh" pitchFamily="2" charset="0"/>
              </a:rPr>
              <a:t> </a:t>
            </a:r>
            <a:r>
              <a:rPr lang="en-US" sz="1600" dirty="0" err="1" smtClean="0">
                <a:solidFill>
                  <a:schemeClr val="bg1"/>
                </a:solidFill>
                <a:latin typeface="Nikosh" pitchFamily="2" charset="0"/>
                <a:cs typeface="Nikosh" pitchFamily="2" charset="0"/>
              </a:rPr>
              <a:t>মাইলফলক</a:t>
            </a:r>
            <a:r>
              <a:rPr lang="en-US" sz="1600" dirty="0" smtClean="0">
                <a:solidFill>
                  <a:schemeClr val="bg1"/>
                </a:solidFill>
                <a:latin typeface="Nikosh" pitchFamily="2" charset="0"/>
                <a:cs typeface="Nikosh" pitchFamily="2" charset="0"/>
              </a:rPr>
              <a:t> </a:t>
            </a:r>
            <a:r>
              <a:rPr lang="en-US" sz="1600" dirty="0" err="1" smtClean="0">
                <a:solidFill>
                  <a:schemeClr val="bg1"/>
                </a:solidFill>
                <a:latin typeface="Nikosh" pitchFamily="2" charset="0"/>
                <a:cs typeface="Nikosh" pitchFamily="2" charset="0"/>
              </a:rPr>
              <a:t>হিসেবে</a:t>
            </a:r>
            <a:r>
              <a:rPr lang="en-US" sz="1600" dirty="0" smtClean="0">
                <a:solidFill>
                  <a:schemeClr val="bg1"/>
                </a:solidFill>
                <a:latin typeface="Nikosh" pitchFamily="2" charset="0"/>
                <a:cs typeface="Nikosh" pitchFamily="2" charset="0"/>
              </a:rPr>
              <a:t> </a:t>
            </a:r>
            <a:r>
              <a:rPr lang="en-US" sz="1600" dirty="0" err="1" smtClean="0">
                <a:solidFill>
                  <a:schemeClr val="bg1"/>
                </a:solidFill>
                <a:latin typeface="Nikosh" pitchFamily="2" charset="0"/>
                <a:cs typeface="Nikosh" pitchFamily="2" charset="0"/>
              </a:rPr>
              <a:t>অভিহিত</a:t>
            </a:r>
            <a:r>
              <a:rPr lang="en-US" sz="1600" dirty="0" smtClean="0">
                <a:solidFill>
                  <a:schemeClr val="bg1"/>
                </a:solidFill>
                <a:latin typeface="Nikosh" pitchFamily="2" charset="0"/>
                <a:cs typeface="Nikosh" pitchFamily="2" charset="0"/>
              </a:rPr>
              <a:t> </a:t>
            </a:r>
            <a:r>
              <a:rPr lang="en-US" sz="1600" dirty="0" err="1" smtClean="0">
                <a:solidFill>
                  <a:schemeClr val="bg1"/>
                </a:solidFill>
                <a:latin typeface="Nikosh" pitchFamily="2" charset="0"/>
                <a:cs typeface="Nikosh" pitchFamily="2" charset="0"/>
              </a:rPr>
              <a:t>করেন</a:t>
            </a:r>
            <a:r>
              <a:rPr lang="en-US" sz="1600" dirty="0" smtClean="0">
                <a:solidFill>
                  <a:schemeClr val="bg1"/>
                </a:solidFill>
                <a:latin typeface="Nikosh" pitchFamily="2" charset="0"/>
                <a:cs typeface="Nikosh" pitchFamily="2" charset="0"/>
              </a:rPr>
              <a:t>। ২০১১ </a:t>
            </a:r>
            <a:r>
              <a:rPr lang="en-US" sz="1600" dirty="0" err="1" smtClean="0">
                <a:solidFill>
                  <a:schemeClr val="bg1"/>
                </a:solidFill>
                <a:latin typeface="Nikosh" pitchFamily="2" charset="0"/>
                <a:cs typeface="Nikosh" pitchFamily="2" charset="0"/>
              </a:rPr>
              <a:t>সালে</a:t>
            </a:r>
            <a:r>
              <a:rPr lang="en-US" sz="1600" dirty="0" smtClean="0">
                <a:solidFill>
                  <a:schemeClr val="bg1"/>
                </a:solidFill>
                <a:latin typeface="Nikosh" pitchFamily="2" charset="0"/>
                <a:cs typeface="Nikosh" pitchFamily="2" charset="0"/>
              </a:rPr>
              <a:t> TQM- Total Quality Management </a:t>
            </a:r>
            <a:r>
              <a:rPr lang="en-US" sz="1600" dirty="0" err="1" smtClean="0">
                <a:solidFill>
                  <a:schemeClr val="bg1"/>
                </a:solidFill>
                <a:latin typeface="Nikosh" pitchFamily="2" charset="0"/>
                <a:cs typeface="Nikosh" pitchFamily="2" charset="0"/>
              </a:rPr>
              <a:t>এর</a:t>
            </a:r>
            <a:r>
              <a:rPr lang="en-US" sz="1600" dirty="0" smtClean="0">
                <a:solidFill>
                  <a:schemeClr val="bg1"/>
                </a:solidFill>
                <a:latin typeface="Nikosh" pitchFamily="2" charset="0"/>
                <a:cs typeface="Nikosh" pitchFamily="2" charset="0"/>
              </a:rPr>
              <a:t> </a:t>
            </a:r>
            <a:r>
              <a:rPr lang="en-US" sz="1600" dirty="0" err="1" smtClean="0">
                <a:solidFill>
                  <a:schemeClr val="bg1"/>
                </a:solidFill>
                <a:latin typeface="Nikosh" pitchFamily="2" charset="0"/>
                <a:cs typeface="Nikosh" pitchFamily="2" charset="0"/>
              </a:rPr>
              <a:t>আওতায়</a:t>
            </a:r>
            <a:r>
              <a:rPr lang="en-US" sz="1600" dirty="0" smtClean="0">
                <a:solidFill>
                  <a:schemeClr val="bg1"/>
                </a:solidFill>
                <a:latin typeface="Nikosh" pitchFamily="2" charset="0"/>
                <a:cs typeface="Nikosh" pitchFamily="2" charset="0"/>
              </a:rPr>
              <a:t> </a:t>
            </a:r>
            <a:r>
              <a:rPr lang="en-US" sz="1600" dirty="0" err="1" smtClean="0">
                <a:solidFill>
                  <a:schemeClr val="bg1"/>
                </a:solidFill>
                <a:latin typeface="Nikosh" pitchFamily="2" charset="0"/>
                <a:cs typeface="Nikosh" pitchFamily="2" charset="0"/>
              </a:rPr>
              <a:t>আসে</a:t>
            </a:r>
            <a:r>
              <a:rPr lang="en-US" sz="1600" dirty="0" smtClean="0">
                <a:solidFill>
                  <a:schemeClr val="bg1"/>
                </a:solidFill>
                <a:latin typeface="Nikosh" pitchFamily="2" charset="0"/>
                <a:cs typeface="Nikosh" pitchFamily="2" charset="0"/>
              </a:rPr>
              <a:t> </a:t>
            </a:r>
            <a:r>
              <a:rPr lang="en-US" sz="1600" dirty="0" err="1" smtClean="0">
                <a:solidFill>
                  <a:schemeClr val="bg1"/>
                </a:solidFill>
                <a:latin typeface="Nikosh" pitchFamily="2" charset="0"/>
                <a:cs typeface="Nikosh" pitchFamily="2" charset="0"/>
              </a:rPr>
              <a:t>হাসপাতালটি</a:t>
            </a:r>
            <a:r>
              <a:rPr lang="en-US" sz="1600" dirty="0" smtClean="0">
                <a:solidFill>
                  <a:schemeClr val="bg1"/>
                </a:solidFill>
                <a:latin typeface="Nikosh" pitchFamily="2" charset="0"/>
                <a:cs typeface="Nikosh" pitchFamily="2" charset="0"/>
              </a:rPr>
              <a:t>। </a:t>
            </a:r>
            <a:r>
              <a:rPr lang="en-US" sz="1600" dirty="0" err="1" smtClean="0">
                <a:solidFill>
                  <a:schemeClr val="bg1"/>
                </a:solidFill>
                <a:latin typeface="Nikosh" pitchFamily="2" charset="0"/>
                <a:cs typeface="Nikosh" pitchFamily="2" charset="0"/>
              </a:rPr>
              <a:t>জনগণকে</a:t>
            </a:r>
            <a:r>
              <a:rPr lang="en-US" sz="1600" dirty="0" smtClean="0">
                <a:solidFill>
                  <a:schemeClr val="bg1"/>
                </a:solidFill>
                <a:latin typeface="Nikosh" pitchFamily="2" charset="0"/>
                <a:cs typeface="Nikosh" pitchFamily="2" charset="0"/>
              </a:rPr>
              <a:t> </a:t>
            </a:r>
            <a:r>
              <a:rPr lang="en-US" sz="1600" dirty="0" err="1" smtClean="0">
                <a:solidFill>
                  <a:schemeClr val="bg1"/>
                </a:solidFill>
                <a:latin typeface="Nikosh" pitchFamily="2" charset="0"/>
                <a:cs typeface="Nikosh" pitchFamily="2" charset="0"/>
              </a:rPr>
              <a:t>সাথে</a:t>
            </a:r>
            <a:r>
              <a:rPr lang="en-US" sz="1600" dirty="0" smtClean="0">
                <a:solidFill>
                  <a:schemeClr val="bg1"/>
                </a:solidFill>
                <a:latin typeface="Nikosh" pitchFamily="2" charset="0"/>
                <a:cs typeface="Nikosh" pitchFamily="2" charset="0"/>
              </a:rPr>
              <a:t> </a:t>
            </a:r>
            <a:r>
              <a:rPr lang="en-US" sz="1600" dirty="0" err="1" smtClean="0">
                <a:solidFill>
                  <a:schemeClr val="bg1"/>
                </a:solidFill>
                <a:latin typeface="Nikosh" pitchFamily="2" charset="0"/>
                <a:cs typeface="Nikosh" pitchFamily="2" charset="0"/>
              </a:rPr>
              <a:t>নিয়ে</a:t>
            </a:r>
            <a:r>
              <a:rPr lang="en-US" sz="1600" dirty="0" smtClean="0">
                <a:solidFill>
                  <a:schemeClr val="bg1"/>
                </a:solidFill>
                <a:latin typeface="Nikosh" pitchFamily="2" charset="0"/>
                <a:cs typeface="Nikosh" pitchFamily="2" charset="0"/>
              </a:rPr>
              <a:t> </a:t>
            </a:r>
            <a:r>
              <a:rPr lang="en-US" sz="1600" dirty="0" err="1" smtClean="0">
                <a:solidFill>
                  <a:schemeClr val="bg1"/>
                </a:solidFill>
                <a:latin typeface="Nikosh" pitchFamily="2" charset="0"/>
                <a:cs typeface="Nikosh" pitchFamily="2" charset="0"/>
              </a:rPr>
              <a:t>হাসপাতালের</a:t>
            </a:r>
            <a:r>
              <a:rPr lang="en-US" sz="1600" dirty="0" smtClean="0">
                <a:solidFill>
                  <a:schemeClr val="bg1"/>
                </a:solidFill>
                <a:latin typeface="Nikosh" pitchFamily="2" charset="0"/>
                <a:cs typeface="Nikosh" pitchFamily="2" charset="0"/>
              </a:rPr>
              <a:t> </a:t>
            </a:r>
            <a:r>
              <a:rPr lang="en-US" sz="1600" dirty="0" err="1" smtClean="0">
                <a:solidFill>
                  <a:schemeClr val="bg1"/>
                </a:solidFill>
                <a:latin typeface="Nikosh" pitchFamily="2" charset="0"/>
                <a:cs typeface="Nikosh" pitchFamily="2" charset="0"/>
              </a:rPr>
              <a:t>সমস্যা</a:t>
            </a:r>
            <a:r>
              <a:rPr lang="en-US" sz="1600" dirty="0" smtClean="0">
                <a:solidFill>
                  <a:schemeClr val="bg1"/>
                </a:solidFill>
                <a:latin typeface="Nikosh" pitchFamily="2" charset="0"/>
                <a:cs typeface="Nikosh" pitchFamily="2" charset="0"/>
              </a:rPr>
              <a:t> </a:t>
            </a:r>
            <a:r>
              <a:rPr lang="en-US" sz="1600" dirty="0" err="1" smtClean="0">
                <a:solidFill>
                  <a:schemeClr val="bg1"/>
                </a:solidFill>
                <a:latin typeface="Nikosh" pitchFamily="2" charset="0"/>
                <a:cs typeface="Nikosh" pitchFamily="2" charset="0"/>
              </a:rPr>
              <a:t>নিরসনের</a:t>
            </a:r>
            <a:r>
              <a:rPr lang="en-US" sz="1600" dirty="0" smtClean="0">
                <a:solidFill>
                  <a:schemeClr val="bg1"/>
                </a:solidFill>
                <a:latin typeface="Nikosh" pitchFamily="2" charset="0"/>
                <a:cs typeface="Nikosh" pitchFamily="2" charset="0"/>
              </a:rPr>
              <a:t> </a:t>
            </a:r>
            <a:r>
              <a:rPr lang="en-US" sz="1600" dirty="0" err="1" smtClean="0">
                <a:solidFill>
                  <a:schemeClr val="bg1"/>
                </a:solidFill>
                <a:latin typeface="Nikosh" pitchFamily="2" charset="0"/>
                <a:cs typeface="Nikosh" pitchFamily="2" charset="0"/>
              </a:rPr>
              <a:t>এই</a:t>
            </a:r>
            <a:r>
              <a:rPr lang="en-US" sz="1600" dirty="0" smtClean="0">
                <a:solidFill>
                  <a:schemeClr val="bg1"/>
                </a:solidFill>
                <a:latin typeface="Nikosh" pitchFamily="2" charset="0"/>
                <a:cs typeface="Nikosh" pitchFamily="2" charset="0"/>
              </a:rPr>
              <a:t> </a:t>
            </a:r>
            <a:r>
              <a:rPr lang="en-US" sz="1600" dirty="0" err="1" smtClean="0">
                <a:solidFill>
                  <a:schemeClr val="bg1"/>
                </a:solidFill>
                <a:latin typeface="Nikosh" pitchFamily="2" charset="0"/>
                <a:cs typeface="Nikosh" pitchFamily="2" charset="0"/>
              </a:rPr>
              <a:t>মডেলটি</a:t>
            </a:r>
            <a:r>
              <a:rPr lang="en-US" sz="1600" dirty="0" smtClean="0">
                <a:solidFill>
                  <a:schemeClr val="bg1"/>
                </a:solidFill>
                <a:latin typeface="Nikosh" pitchFamily="2" charset="0"/>
                <a:cs typeface="Nikosh" pitchFamily="2" charset="0"/>
              </a:rPr>
              <a:t> </a:t>
            </a:r>
            <a:r>
              <a:rPr lang="en-US" sz="1600" dirty="0" err="1" smtClean="0">
                <a:solidFill>
                  <a:schemeClr val="bg1"/>
                </a:solidFill>
                <a:latin typeface="Nikosh" pitchFamily="2" charset="0"/>
                <a:cs typeface="Nikosh" pitchFamily="2" charset="0"/>
              </a:rPr>
              <a:t>সামগ্রিকভাবে</a:t>
            </a:r>
            <a:r>
              <a:rPr lang="en-US" sz="1600" dirty="0" smtClean="0">
                <a:solidFill>
                  <a:schemeClr val="bg1"/>
                </a:solidFill>
                <a:latin typeface="Nikosh" pitchFamily="2" charset="0"/>
                <a:cs typeface="Nikosh" pitchFamily="2" charset="0"/>
              </a:rPr>
              <a:t> </a:t>
            </a:r>
            <a:r>
              <a:rPr lang="en-US" sz="1600" dirty="0" err="1" smtClean="0">
                <a:solidFill>
                  <a:schemeClr val="bg1"/>
                </a:solidFill>
                <a:latin typeface="Nikosh" pitchFamily="2" charset="0"/>
                <a:cs typeface="Nikosh" pitchFamily="2" charset="0"/>
              </a:rPr>
              <a:t>দেশব্যাপী</a:t>
            </a:r>
            <a:r>
              <a:rPr lang="en-US" sz="1600" dirty="0" smtClean="0">
                <a:solidFill>
                  <a:schemeClr val="bg1"/>
                </a:solidFill>
                <a:latin typeface="Nikosh" pitchFamily="2" charset="0"/>
                <a:cs typeface="Nikosh" pitchFamily="2" charset="0"/>
              </a:rPr>
              <a:t> </a:t>
            </a:r>
            <a:r>
              <a:rPr lang="en-US" sz="1600" dirty="0" err="1" smtClean="0">
                <a:solidFill>
                  <a:schemeClr val="bg1"/>
                </a:solidFill>
                <a:latin typeface="Nikosh" pitchFamily="2" charset="0"/>
                <a:cs typeface="Nikosh" pitchFamily="2" charset="0"/>
              </a:rPr>
              <a:t>ছড়িয়ে</a:t>
            </a:r>
            <a:r>
              <a:rPr lang="en-US" sz="1600" dirty="0" smtClean="0">
                <a:solidFill>
                  <a:schemeClr val="bg1"/>
                </a:solidFill>
                <a:latin typeface="Nikosh" pitchFamily="2" charset="0"/>
                <a:cs typeface="Nikosh" pitchFamily="2" charset="0"/>
              </a:rPr>
              <a:t> </a:t>
            </a:r>
            <a:r>
              <a:rPr lang="en-US" sz="1600" dirty="0" err="1" smtClean="0">
                <a:solidFill>
                  <a:schemeClr val="bg1"/>
                </a:solidFill>
                <a:latin typeface="Nikosh" pitchFamily="2" charset="0"/>
                <a:cs typeface="Nikosh" pitchFamily="2" charset="0"/>
              </a:rPr>
              <a:t>পড়ে</a:t>
            </a:r>
            <a:r>
              <a:rPr lang="en-US" sz="1600" dirty="0" smtClean="0">
                <a:solidFill>
                  <a:schemeClr val="bg1"/>
                </a:solidFill>
                <a:latin typeface="Nikosh" pitchFamily="2" charset="0"/>
                <a:cs typeface="Nikosh" pitchFamily="2" charset="0"/>
              </a:rPr>
              <a:t> </a:t>
            </a:r>
            <a:r>
              <a:rPr lang="en-US" sz="1600" dirty="0" err="1" smtClean="0">
                <a:solidFill>
                  <a:schemeClr val="bg1"/>
                </a:solidFill>
                <a:latin typeface="Nikosh" pitchFamily="2" charset="0"/>
                <a:cs typeface="Nikosh" pitchFamily="2" charset="0"/>
              </a:rPr>
              <a:t>চৌগাছা</a:t>
            </a:r>
            <a:r>
              <a:rPr lang="en-US" sz="1600" dirty="0" smtClean="0">
                <a:solidFill>
                  <a:schemeClr val="bg1"/>
                </a:solidFill>
                <a:latin typeface="Nikosh" pitchFamily="2" charset="0"/>
                <a:cs typeface="Nikosh" pitchFamily="2" charset="0"/>
              </a:rPr>
              <a:t> </a:t>
            </a:r>
            <a:r>
              <a:rPr lang="en-US" sz="1600" dirty="0" err="1" smtClean="0">
                <a:solidFill>
                  <a:schemeClr val="bg1"/>
                </a:solidFill>
                <a:latin typeface="Nikosh" pitchFamily="2" charset="0"/>
                <a:cs typeface="Nikosh" pitchFamily="2" charset="0"/>
              </a:rPr>
              <a:t>মডেল</a:t>
            </a:r>
            <a:r>
              <a:rPr lang="en-US" sz="1600" dirty="0" smtClean="0">
                <a:solidFill>
                  <a:schemeClr val="bg1"/>
                </a:solidFill>
                <a:latin typeface="Nikosh" pitchFamily="2" charset="0"/>
                <a:cs typeface="Nikosh" pitchFamily="2" charset="0"/>
              </a:rPr>
              <a:t> </a:t>
            </a:r>
            <a:r>
              <a:rPr lang="en-US" sz="1600" dirty="0" err="1" smtClean="0">
                <a:solidFill>
                  <a:schemeClr val="bg1"/>
                </a:solidFill>
                <a:latin typeface="Nikosh" pitchFamily="2" charset="0"/>
                <a:cs typeface="Nikosh" pitchFamily="2" charset="0"/>
              </a:rPr>
              <a:t>নামে</a:t>
            </a:r>
            <a:r>
              <a:rPr lang="en-US" sz="1600" dirty="0" smtClean="0">
                <a:solidFill>
                  <a:schemeClr val="bg1"/>
                </a:solidFill>
                <a:latin typeface="Nikosh" pitchFamily="2" charset="0"/>
                <a:cs typeface="Nikosh" pitchFamily="2" charset="0"/>
              </a:rPr>
              <a:t>। </a:t>
            </a:r>
            <a:endParaRPr lang="en-US" sz="1600" dirty="0">
              <a:solidFill>
                <a:schemeClr val="bg1"/>
              </a:solidFill>
              <a:latin typeface="Nikosh" pitchFamily="2" charset="0"/>
              <a:cs typeface="Nikosh" pitchFamily="2" charset="0"/>
            </a:endParaRPr>
          </a:p>
        </p:txBody>
      </p:sp>
      <p:sp>
        <p:nvSpPr>
          <p:cNvPr id="4" name="Text Placeholder 3"/>
          <p:cNvSpPr>
            <a:spLocks noGrp="1"/>
          </p:cNvSpPr>
          <p:nvPr>
            <p:ph type="body" idx="2"/>
          </p:nvPr>
        </p:nvSpPr>
        <p:spPr>
          <a:xfrm>
            <a:off x="8534400" y="4705350"/>
            <a:ext cx="191480" cy="260152"/>
          </a:xfrm>
        </p:spPr>
        <p:txBody>
          <a:bodyPr/>
          <a:lstStyle/>
          <a:p>
            <a:endParaRPr lang="en-US" dirty="0"/>
          </a:p>
        </p:txBody>
      </p:sp>
      <p:sp>
        <p:nvSpPr>
          <p:cNvPr id="5" name="Slide Number Placeholder 4"/>
          <p:cNvSpPr>
            <a:spLocks noGrp="1"/>
          </p:cNvSpPr>
          <p:nvPr>
            <p:ph type="sldNum" idx="12"/>
          </p:nvPr>
        </p:nvSpPr>
        <p:spPr>
          <a:xfrm>
            <a:off x="9144000" y="5772150"/>
            <a:ext cx="461100" cy="291900"/>
          </a:xfrm>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4</a:t>
            </a:fld>
            <a:endParaRPr lang="e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4330" y="405750"/>
            <a:ext cx="8229600" cy="413400"/>
          </a:xfrm>
        </p:spPr>
        <p:txBody>
          <a:bodyPr/>
          <a:lstStyle/>
          <a:p>
            <a:r>
              <a:rPr lang="en-US" sz="2800" dirty="0" err="1" smtClean="0">
                <a:solidFill>
                  <a:schemeClr val="tx1">
                    <a:lumMod val="95000"/>
                    <a:lumOff val="5000"/>
                  </a:schemeClr>
                </a:solidFill>
                <a:latin typeface="Nikosh" pitchFamily="2" charset="0"/>
                <a:cs typeface="Nikosh" pitchFamily="2" charset="0"/>
              </a:rPr>
              <a:t>চৌগাছা</a:t>
            </a:r>
            <a:r>
              <a:rPr lang="en-US" sz="2800" dirty="0" smtClean="0">
                <a:solidFill>
                  <a:schemeClr val="tx1">
                    <a:lumMod val="95000"/>
                    <a:lumOff val="5000"/>
                  </a:schemeClr>
                </a:solidFill>
                <a:latin typeface="Nikosh" pitchFamily="2" charset="0"/>
                <a:cs typeface="Nikosh" pitchFamily="2" charset="0"/>
              </a:rPr>
              <a:t>- </a:t>
            </a:r>
            <a:r>
              <a:rPr lang="en-US" sz="2800" dirty="0" err="1" smtClean="0">
                <a:solidFill>
                  <a:schemeClr val="tx1">
                    <a:lumMod val="95000"/>
                    <a:lumOff val="5000"/>
                  </a:schemeClr>
                </a:solidFill>
                <a:latin typeface="Nikosh" pitchFamily="2" charset="0"/>
                <a:cs typeface="Nikosh" pitchFamily="2" charset="0"/>
              </a:rPr>
              <a:t>ঝিনাইদহ</a:t>
            </a:r>
            <a:r>
              <a:rPr lang="en-US" sz="2800" dirty="0" smtClean="0">
                <a:solidFill>
                  <a:schemeClr val="tx1">
                    <a:lumMod val="95000"/>
                    <a:lumOff val="5000"/>
                  </a:schemeClr>
                </a:solidFill>
                <a:latin typeface="Nikosh" pitchFamily="2" charset="0"/>
                <a:cs typeface="Nikosh" pitchFamily="2" charset="0"/>
              </a:rPr>
              <a:t> </a:t>
            </a:r>
            <a:r>
              <a:rPr lang="en-US" sz="2800" dirty="0" err="1" smtClean="0">
                <a:solidFill>
                  <a:schemeClr val="tx1">
                    <a:lumMod val="95000"/>
                    <a:lumOff val="5000"/>
                  </a:schemeClr>
                </a:solidFill>
                <a:latin typeface="Nikosh" pitchFamily="2" charset="0"/>
                <a:cs typeface="Nikosh" pitchFamily="2" charset="0"/>
              </a:rPr>
              <a:t>মডেলের</a:t>
            </a:r>
            <a:r>
              <a:rPr lang="en-US" sz="2800" dirty="0" smtClean="0">
                <a:solidFill>
                  <a:schemeClr val="tx1">
                    <a:lumMod val="95000"/>
                    <a:lumOff val="5000"/>
                  </a:schemeClr>
                </a:solidFill>
                <a:latin typeface="Nikosh" pitchFamily="2" charset="0"/>
                <a:cs typeface="Nikosh" pitchFamily="2" charset="0"/>
              </a:rPr>
              <a:t> </a:t>
            </a:r>
            <a:r>
              <a:rPr lang="en-US" sz="2800" dirty="0" err="1" smtClean="0">
                <a:solidFill>
                  <a:schemeClr val="tx1">
                    <a:lumMod val="95000"/>
                    <a:lumOff val="5000"/>
                  </a:schemeClr>
                </a:solidFill>
                <a:latin typeface="Nikosh" pitchFamily="2" charset="0"/>
                <a:cs typeface="Nikosh" pitchFamily="2" charset="0"/>
              </a:rPr>
              <a:t>ইতিহাস</a:t>
            </a:r>
            <a:r>
              <a:rPr lang="en-US" sz="2800" dirty="0" smtClean="0">
                <a:solidFill>
                  <a:schemeClr val="tx1">
                    <a:lumMod val="95000"/>
                    <a:lumOff val="5000"/>
                  </a:schemeClr>
                </a:solidFill>
                <a:latin typeface="Nikosh" pitchFamily="2" charset="0"/>
                <a:cs typeface="Nikosh" pitchFamily="2" charset="0"/>
              </a:rPr>
              <a:t> </a:t>
            </a:r>
            <a:endParaRPr lang="en-US" sz="2800" dirty="0"/>
          </a:p>
        </p:txBody>
      </p:sp>
      <p:sp>
        <p:nvSpPr>
          <p:cNvPr id="3" name="Text Placeholder 2"/>
          <p:cNvSpPr>
            <a:spLocks noGrp="1"/>
          </p:cNvSpPr>
          <p:nvPr>
            <p:ph type="body" idx="1"/>
          </p:nvPr>
        </p:nvSpPr>
        <p:spPr>
          <a:xfrm>
            <a:off x="381000" y="895350"/>
            <a:ext cx="8570822" cy="3725700"/>
          </a:xfrm>
        </p:spPr>
        <p:txBody>
          <a:bodyPr/>
          <a:lstStyle/>
          <a:p>
            <a:pPr algn="just">
              <a:buNone/>
            </a:pPr>
            <a:r>
              <a:rPr lang="en-US" sz="1450" dirty="0" smtClean="0">
                <a:latin typeface="Nikosh" pitchFamily="2" charset="0"/>
                <a:cs typeface="Nikosh" pitchFamily="2" charset="0"/>
              </a:rPr>
              <a:t>        </a:t>
            </a:r>
            <a:r>
              <a:rPr lang="as-IN" sz="1450" dirty="0" smtClean="0">
                <a:solidFill>
                  <a:schemeClr val="bg1"/>
                </a:solidFill>
                <a:latin typeface="Nikosh" pitchFamily="2" charset="0"/>
                <a:cs typeface="Nikosh" pitchFamily="2" charset="0"/>
              </a:rPr>
              <a:t>ডাঃ ইমদাদুল এরপর সিনিয়র কনসালট্যান্ট (গাইনি) পদোন্নতি নিয়ে ২০১২ সালে ঝিনাইদহ সদর হাসপাতালে যোগ দেন। </a:t>
            </a:r>
            <a:r>
              <a:rPr lang="en-US" sz="1450" dirty="0" err="1" smtClean="0">
                <a:solidFill>
                  <a:schemeClr val="bg1"/>
                </a:solidFill>
                <a:latin typeface="Nikosh" pitchFamily="2" charset="0"/>
                <a:cs typeface="Nikosh" pitchFamily="2" charset="0"/>
              </a:rPr>
              <a:t>দেখেন</a:t>
            </a:r>
            <a:r>
              <a:rPr lang="en-US" sz="1450" dirty="0" smtClean="0">
                <a:solidFill>
                  <a:schemeClr val="bg1"/>
                </a:solidFill>
                <a:latin typeface="Nikosh" pitchFamily="2" charset="0"/>
                <a:cs typeface="Nikosh" pitchFamily="2" charset="0"/>
              </a:rPr>
              <a:t> </a:t>
            </a:r>
            <a:r>
              <a:rPr lang="en-US" sz="1450" dirty="0" err="1" smtClean="0">
                <a:solidFill>
                  <a:schemeClr val="bg1"/>
                </a:solidFill>
                <a:latin typeface="Nikosh" pitchFamily="2" charset="0"/>
                <a:cs typeface="Nikosh" pitchFamily="2" charset="0"/>
              </a:rPr>
              <a:t>হাসপাতাল</a:t>
            </a:r>
            <a:r>
              <a:rPr lang="en-US" sz="1450" dirty="0" smtClean="0">
                <a:solidFill>
                  <a:schemeClr val="bg1"/>
                </a:solidFill>
                <a:latin typeface="Nikosh" pitchFamily="2" charset="0"/>
                <a:cs typeface="Nikosh" pitchFamily="2" charset="0"/>
              </a:rPr>
              <a:t> </a:t>
            </a:r>
            <a:r>
              <a:rPr lang="en-US" sz="1450" dirty="0" err="1" smtClean="0">
                <a:solidFill>
                  <a:schemeClr val="bg1"/>
                </a:solidFill>
                <a:latin typeface="Nikosh" pitchFamily="2" charset="0"/>
                <a:cs typeface="Nikosh" pitchFamily="2" charset="0"/>
              </a:rPr>
              <a:t>জর্জরিত</a:t>
            </a:r>
            <a:r>
              <a:rPr lang="en-US" sz="1450" dirty="0" smtClean="0">
                <a:solidFill>
                  <a:schemeClr val="bg1"/>
                </a:solidFill>
                <a:latin typeface="Nikosh" pitchFamily="2" charset="0"/>
                <a:cs typeface="Nikosh" pitchFamily="2" charset="0"/>
              </a:rPr>
              <a:t> </a:t>
            </a:r>
            <a:r>
              <a:rPr lang="en-US" sz="1450" dirty="0" err="1" smtClean="0">
                <a:solidFill>
                  <a:schemeClr val="bg1"/>
                </a:solidFill>
                <a:latin typeface="Nikosh" pitchFamily="2" charset="0"/>
                <a:cs typeface="Nikosh" pitchFamily="2" charset="0"/>
              </a:rPr>
              <a:t>নানা</a:t>
            </a:r>
            <a:r>
              <a:rPr lang="en-US" sz="1450" dirty="0" smtClean="0">
                <a:solidFill>
                  <a:schemeClr val="bg1"/>
                </a:solidFill>
                <a:latin typeface="Nikosh" pitchFamily="2" charset="0"/>
                <a:cs typeface="Nikosh" pitchFamily="2" charset="0"/>
              </a:rPr>
              <a:t> </a:t>
            </a:r>
            <a:r>
              <a:rPr lang="en-US" sz="1450" dirty="0" err="1" smtClean="0">
                <a:solidFill>
                  <a:schemeClr val="bg1"/>
                </a:solidFill>
                <a:latin typeface="Nikosh" pitchFamily="2" charset="0"/>
                <a:cs typeface="Nikosh" pitchFamily="2" charset="0"/>
              </a:rPr>
              <a:t>সমস্যায়</a:t>
            </a:r>
            <a:r>
              <a:rPr lang="en-US" sz="1450" dirty="0" smtClean="0">
                <a:solidFill>
                  <a:schemeClr val="bg1"/>
                </a:solidFill>
                <a:latin typeface="Nikosh" pitchFamily="2" charset="0"/>
                <a:cs typeface="Nikosh" pitchFamily="2" charset="0"/>
              </a:rPr>
              <a:t>।</a:t>
            </a:r>
            <a:r>
              <a:rPr lang="as-IN" sz="1450" dirty="0" smtClean="0">
                <a:solidFill>
                  <a:schemeClr val="bg1"/>
                </a:solidFill>
                <a:latin typeface="Nikosh" pitchFamily="2" charset="0"/>
                <a:cs typeface="Nikosh" pitchFamily="2" charset="0"/>
              </a:rPr>
              <a:t> হাসপাতালে প্রয়োজন ৩৬ জন ক্লিনার, কাজ করেন ৬ জন। আয়া, ওয়ার্ডবয়, গার্ড, গার্ডেনার, ট্রলিম্যান ও ইলেকট্রিশিয়ানের কোনো পদই নেই। এসবের দায়িত্ব পালন করেন ধার করা লোকজন। তাঁদের কোনো সম্মানী নেই, মাস শেষে কর্তৃপক্ষ ৩০০ থেকে ৪০০ করে টাকা হাতে ধরিয়ে দেয়। তাঁদের আয়রোজগারের পথ ছিল রোগীদের ওপর জোরজুলুম করে টাকা নেওয়া। টাকা না দিলে সদ্য জন্ম নেওয়া শিশুটিকে তার মাকে দেখতে দেওয়া হতো না। হাসপাতাল কর্তৃপক্ষের নিয়ন্ত্রণ না মেনে তাঁরা চলতেন খেয়ালখুশিমতো। এ কারণে রোগীদের সঙ্গে প্রায়ই তাঁদের বিবাদ বাধত। তাঁদের অনেকে রোগী ভাগিয়ে নেওয়ার কাজে ক্লিনিকের দালালিও করতেন। জনবলের অভাবে হাসপাতাল ছিল অপরিচ্ছন্ন-দুর্গন্ধময়। রোগীরা সরকারি হাসপাতাল থেকে মুখ ফিরিয়ে ছুটছিলেন বেসরকারি ক্লিনিকগুলোয়। এভাবেই চলছিল ঝিনাইদহ সদর হাসপাতাল। হাসপাতালের এই পরিস্থিতি দেখে তিনি এ থেকে পরিত্রাণের পথ খুঁজতে শুরু করেন। এর আগে যশোরের চৌগাছা হাসপাতালে তিনি স্থানীয় জনগণের অংশগ্রহণ নিশ্চিত করে ফল পেয়েছিলেন। এখানেও চৌগাছার আদলে হাসপাতালে স্থানীয় জনসাধারণের অংশগ্রহণ নিশ্চিত করার উদ্যোগ নেন। শুরু করেন একের পর এক বৈঠক। শিক্ষক, চিকিৎসক, রাজনৈতিক নেতা, জনপ্রতিনিধি, এনজিও কর্মীসহ সব শ্রেণি-পেশার মানুষের সঙ্গে করেন মতবিনিময়। </a:t>
            </a:r>
            <a:endParaRPr lang="en-US" sz="1450" dirty="0" smtClean="0">
              <a:solidFill>
                <a:schemeClr val="bg1"/>
              </a:solidFill>
              <a:latin typeface="Nikosh" pitchFamily="2" charset="0"/>
              <a:cs typeface="Nikosh" pitchFamily="2" charset="0"/>
            </a:endParaRPr>
          </a:p>
          <a:p>
            <a:pPr algn="just">
              <a:buNone/>
            </a:pPr>
            <a:endParaRPr lang="en-US" sz="1450" dirty="0"/>
          </a:p>
        </p:txBody>
      </p:sp>
      <p:sp>
        <p:nvSpPr>
          <p:cNvPr id="4" name="Text Placeholder 3"/>
          <p:cNvSpPr>
            <a:spLocks noGrp="1"/>
          </p:cNvSpPr>
          <p:nvPr>
            <p:ph type="body" idx="2"/>
          </p:nvPr>
        </p:nvSpPr>
        <p:spPr>
          <a:xfrm>
            <a:off x="8610603" y="4857751"/>
            <a:ext cx="115281" cy="107753"/>
          </a:xfrm>
        </p:spPr>
        <p:txBody>
          <a:bodyPr/>
          <a:lstStyle/>
          <a:p>
            <a:pPr>
              <a:buNone/>
            </a:pPr>
            <a:endParaRPr lang="en-US" dirty="0"/>
          </a:p>
        </p:txBody>
      </p:sp>
      <p:sp>
        <p:nvSpPr>
          <p:cNvPr id="5" name="Slide Number Placeholder 4"/>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5</a:t>
            </a:fld>
            <a:endParaRPr lang="e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err="1" smtClean="0">
                <a:solidFill>
                  <a:schemeClr val="tx1">
                    <a:lumMod val="95000"/>
                    <a:lumOff val="5000"/>
                  </a:schemeClr>
                </a:solidFill>
                <a:latin typeface="Nikosh" pitchFamily="2" charset="0"/>
                <a:cs typeface="Nikosh" pitchFamily="2" charset="0"/>
              </a:rPr>
              <a:t>চৌগাছা</a:t>
            </a:r>
            <a:r>
              <a:rPr lang="en-US" sz="2800" dirty="0" smtClean="0">
                <a:solidFill>
                  <a:schemeClr val="tx1">
                    <a:lumMod val="95000"/>
                    <a:lumOff val="5000"/>
                  </a:schemeClr>
                </a:solidFill>
                <a:latin typeface="Nikosh" pitchFamily="2" charset="0"/>
                <a:cs typeface="Nikosh" pitchFamily="2" charset="0"/>
              </a:rPr>
              <a:t>- </a:t>
            </a:r>
            <a:r>
              <a:rPr lang="en-US" sz="2800" dirty="0" err="1" smtClean="0">
                <a:solidFill>
                  <a:schemeClr val="tx1">
                    <a:lumMod val="95000"/>
                    <a:lumOff val="5000"/>
                  </a:schemeClr>
                </a:solidFill>
                <a:latin typeface="Nikosh" pitchFamily="2" charset="0"/>
                <a:cs typeface="Nikosh" pitchFamily="2" charset="0"/>
              </a:rPr>
              <a:t>ঝিনাইদহ</a:t>
            </a:r>
            <a:r>
              <a:rPr lang="en-US" sz="2800" dirty="0" smtClean="0">
                <a:solidFill>
                  <a:schemeClr val="tx1">
                    <a:lumMod val="95000"/>
                    <a:lumOff val="5000"/>
                  </a:schemeClr>
                </a:solidFill>
                <a:latin typeface="Nikosh" pitchFamily="2" charset="0"/>
                <a:cs typeface="Nikosh" pitchFamily="2" charset="0"/>
              </a:rPr>
              <a:t> </a:t>
            </a:r>
            <a:r>
              <a:rPr lang="en-US" sz="2800" dirty="0" err="1" smtClean="0">
                <a:solidFill>
                  <a:schemeClr val="tx1">
                    <a:lumMod val="95000"/>
                    <a:lumOff val="5000"/>
                  </a:schemeClr>
                </a:solidFill>
                <a:latin typeface="Nikosh" pitchFamily="2" charset="0"/>
                <a:cs typeface="Nikosh" pitchFamily="2" charset="0"/>
              </a:rPr>
              <a:t>মডেলের</a:t>
            </a:r>
            <a:r>
              <a:rPr lang="en-US" sz="2800" dirty="0" smtClean="0">
                <a:solidFill>
                  <a:schemeClr val="tx1">
                    <a:lumMod val="95000"/>
                    <a:lumOff val="5000"/>
                  </a:schemeClr>
                </a:solidFill>
                <a:latin typeface="Nikosh" pitchFamily="2" charset="0"/>
                <a:cs typeface="Nikosh" pitchFamily="2" charset="0"/>
              </a:rPr>
              <a:t> </a:t>
            </a:r>
            <a:r>
              <a:rPr lang="en-US" sz="2800" dirty="0" err="1" smtClean="0">
                <a:solidFill>
                  <a:schemeClr val="tx1">
                    <a:lumMod val="95000"/>
                    <a:lumOff val="5000"/>
                  </a:schemeClr>
                </a:solidFill>
                <a:latin typeface="Nikosh" pitchFamily="2" charset="0"/>
                <a:cs typeface="Nikosh" pitchFamily="2" charset="0"/>
              </a:rPr>
              <a:t>ইতিহাস</a:t>
            </a:r>
            <a:r>
              <a:rPr lang="en-US" sz="2800" dirty="0" smtClean="0">
                <a:solidFill>
                  <a:schemeClr val="tx1">
                    <a:lumMod val="95000"/>
                    <a:lumOff val="5000"/>
                  </a:schemeClr>
                </a:solidFill>
                <a:latin typeface="Nikosh" pitchFamily="2" charset="0"/>
                <a:cs typeface="Nikosh" pitchFamily="2" charset="0"/>
              </a:rPr>
              <a:t> </a:t>
            </a:r>
            <a:endParaRPr lang="en-US" sz="2800" dirty="0"/>
          </a:p>
        </p:txBody>
      </p:sp>
      <p:sp>
        <p:nvSpPr>
          <p:cNvPr id="3" name="Text Placeholder 2"/>
          <p:cNvSpPr>
            <a:spLocks noGrp="1"/>
          </p:cNvSpPr>
          <p:nvPr>
            <p:ph type="body" idx="1"/>
          </p:nvPr>
        </p:nvSpPr>
        <p:spPr>
          <a:xfrm>
            <a:off x="420778" y="1239803"/>
            <a:ext cx="8570822" cy="3725700"/>
          </a:xfrm>
        </p:spPr>
        <p:txBody>
          <a:bodyPr/>
          <a:lstStyle/>
          <a:p>
            <a:pPr>
              <a:buNone/>
            </a:pP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মাত্র</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তিন</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বছরেই</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পাল্টে</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যায়</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ঝিনাইদহ</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সদর</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হাসপাতালের</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চিত্র</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স্থানীয়ভাবে</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নিয়োগ</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দেওয়া</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কর্মীরা</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কাজ</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করতে</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থাকেন</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যাঁরা</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পরিষ্কার-পরিচ্ছন্ন</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থেকে</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শুরু</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করে</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জরুরি</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বিভাগেও</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দায়িত্ব</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পালন</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করেন</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তাঁদের</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বেতন</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দেন</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স্থানীয়</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লোকজনই</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এখন</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আর</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চিকিৎসা</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নিতে</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এসে</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কাউকে</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পয়সা</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দিতে</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হয়</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না</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গোটা</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হাসপাতাল</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এলাকা</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পরিষ্কার-পরিচ্ছন্ন</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কর্মকর্তা-কর্মচারীদের</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নিরাপত্তা</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বেড়েছে</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বার্ষিক</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রাজস্ব</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বেড়েছে</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বহির্বিভাগের</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পাশাপাশি</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ভর্তি</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রোগীর</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সংখ্যাও</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বেড়েছে</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দ্বিগুণ</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আর</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প্রসূতি</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ভর্তির</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হার</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বেড়েছে</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কয়েক</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গুণ</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আয়া-ক্লিনার</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থাকায়</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পরিষ্কার-পরিচ্ছন্নতা</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ফিরে</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আসে</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শিশু</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ওয়ার্ড</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আলাদা</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করে</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গড়ে</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তুলেন</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হাসপাতালের</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ভাঙা</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সীমানা-প্রাচীর</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মেরামত</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করান</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তাঁর</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এসব</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কাজে</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পৌরসভার</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মেয়র</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সাইদুল</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করিম</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শিল্পপতি</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নাসের</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শাহরিয়ার</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জাহেদী</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ওরফে</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মহুল</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সাংসদ</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তাহজীব</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আলম</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সিদ্দিকী</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ডাক্তার</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আবদুর</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রহমান</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সাবেক</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মেয়র</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আনিচুর</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রহমানসহ</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অনেকে</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সহযোগিতার</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হাত</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বাড়িয়ে</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দেন</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বর্তমানে</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স্থানীয়</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লোকজনের</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দেওয়া</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সম্মানীতে</a:t>
            </a:r>
            <a:r>
              <a:rPr lang="en-US" sz="1600" dirty="0" smtClean="0">
                <a:latin typeface="Nikosh" pitchFamily="2" charset="0"/>
                <a:cs typeface="Nikosh" pitchFamily="2" charset="0"/>
              </a:rPr>
              <a:t> ৫৩ </a:t>
            </a:r>
            <a:r>
              <a:rPr lang="en-US" sz="1600" dirty="0" err="1" smtClean="0">
                <a:latin typeface="Nikosh" pitchFamily="2" charset="0"/>
                <a:cs typeface="Nikosh" pitchFamily="2" charset="0"/>
              </a:rPr>
              <a:t>জন</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কর্মী</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কাজ</a:t>
            </a:r>
            <a:r>
              <a:rPr lang="en-US" sz="1600" dirty="0" smtClean="0">
                <a:latin typeface="Nikosh" pitchFamily="2" charset="0"/>
                <a:cs typeface="Nikosh" pitchFamily="2" charset="0"/>
              </a:rPr>
              <a:t> </a:t>
            </a:r>
            <a:r>
              <a:rPr lang="en-US" sz="1600" dirty="0" err="1" smtClean="0">
                <a:latin typeface="Nikosh" pitchFamily="2" charset="0"/>
                <a:cs typeface="Nikosh" pitchFamily="2" charset="0"/>
              </a:rPr>
              <a:t>করছেন</a:t>
            </a:r>
            <a:r>
              <a:rPr lang="en-US" sz="1600" dirty="0" smtClean="0">
                <a:latin typeface="Nikosh" pitchFamily="2" charset="0"/>
                <a:cs typeface="Nikosh" pitchFamily="2" charset="0"/>
              </a:rPr>
              <a:t>।</a:t>
            </a:r>
          </a:p>
          <a:p>
            <a:pPr>
              <a:buNone/>
            </a:pPr>
            <a:endParaRPr lang="en-US" dirty="0"/>
          </a:p>
        </p:txBody>
      </p:sp>
      <p:sp>
        <p:nvSpPr>
          <p:cNvPr id="4" name="Text Placeholder 3"/>
          <p:cNvSpPr>
            <a:spLocks noGrp="1"/>
          </p:cNvSpPr>
          <p:nvPr>
            <p:ph type="body" idx="2"/>
          </p:nvPr>
        </p:nvSpPr>
        <p:spPr>
          <a:xfrm>
            <a:off x="8680165" y="4781551"/>
            <a:ext cx="45719" cy="183953"/>
          </a:xfrm>
        </p:spPr>
        <p:txBody>
          <a:bodyPr/>
          <a:lstStyle/>
          <a:p>
            <a:pPr>
              <a:buNone/>
            </a:pPr>
            <a:endParaRPr lang="en-US" dirty="0"/>
          </a:p>
        </p:txBody>
      </p:sp>
      <p:sp>
        <p:nvSpPr>
          <p:cNvPr id="5" name="Slide Number Placeholder 4"/>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6</a:t>
            </a:fld>
            <a:endParaRPr lang="e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185" name="Group 89"/>
          <p:cNvGraphicFramePr>
            <a:graphicFrameLocks noGrp="1"/>
          </p:cNvGraphicFramePr>
          <p:nvPr>
            <p:extLst>
              <p:ext uri="{D42A27DB-BD31-4B8C-83A1-F6EECF244321}">
                <p14:modId xmlns:p14="http://schemas.microsoft.com/office/powerpoint/2010/main" val="1251041865"/>
              </p:ext>
            </p:extLst>
          </p:nvPr>
        </p:nvGraphicFramePr>
        <p:xfrm>
          <a:off x="144439" y="971551"/>
          <a:ext cx="8823562" cy="3731629"/>
        </p:xfrm>
        <a:graphic>
          <a:graphicData uri="http://schemas.openxmlformats.org/drawingml/2006/table">
            <a:tbl>
              <a:tblPr>
                <a:tableStyleId>{BDBED569-4797-4DF1-A0F4-6AAB3CD982D8}</a:tableStyleId>
              </a:tblPr>
              <a:tblGrid>
                <a:gridCol w="588254"/>
                <a:gridCol w="1777358"/>
                <a:gridCol w="1295400"/>
                <a:gridCol w="1295400"/>
                <a:gridCol w="1371600"/>
                <a:gridCol w="1295400"/>
                <a:gridCol w="1200150"/>
              </a:tblGrid>
              <a:tr h="1171956">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1100" b="1" u="none" strike="noStrike" cap="none" normalizeH="0" baseline="0" dirty="0" smtClean="0">
                          <a:ln>
                            <a:noFill/>
                          </a:ln>
                          <a:effectLst/>
                          <a:latin typeface="Book Antiqua" pitchFamily="18" charset="0"/>
                        </a:rPr>
                        <a:t>SL  NO</a:t>
                      </a:r>
                      <a:endParaRPr kumimoji="0" lang="en-US" sz="1100" b="1" i="0" u="none" strike="noStrike" cap="none" normalizeH="0" baseline="0" dirty="0" smtClean="0">
                        <a:ln>
                          <a:noFill/>
                        </a:ln>
                        <a:solidFill>
                          <a:schemeClr val="tx1"/>
                        </a:solidFill>
                        <a:effectLst/>
                        <a:latin typeface="Book Antiqua" pitchFamily="18" charset="0"/>
                        <a:ea typeface="Calibri" pitchFamily="34" charset="0"/>
                        <a:cs typeface="Times New Roman" pitchFamily="18" charset="0"/>
                      </a:endParaRPr>
                    </a:p>
                  </a:txBody>
                  <a:tcPr marL="68580" marR="68580" marT="0" marB="0" anchor="ctr" horzOverflow="overflow"/>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1100" b="1" u="none" strike="noStrike" cap="none" normalizeH="0" baseline="0" dirty="0" smtClean="0">
                          <a:ln>
                            <a:noFill/>
                          </a:ln>
                          <a:effectLst/>
                          <a:latin typeface="Book Antiqua" pitchFamily="18" charset="0"/>
                        </a:rPr>
                        <a:t>Country</a:t>
                      </a:r>
                      <a:endParaRPr kumimoji="0" lang="en-US" sz="1100" b="1" i="0" u="none" strike="noStrike" cap="none" normalizeH="0" baseline="0" dirty="0" smtClean="0">
                        <a:ln>
                          <a:noFill/>
                        </a:ln>
                        <a:solidFill>
                          <a:schemeClr val="tx1"/>
                        </a:solidFill>
                        <a:effectLst/>
                        <a:latin typeface="Book Antiqua" pitchFamily="18" charset="0"/>
                        <a:ea typeface="Calibri" pitchFamily="34" charset="0"/>
                        <a:cs typeface="Times New Roman" pitchFamily="18" charset="0"/>
                      </a:endParaRPr>
                    </a:p>
                  </a:txBody>
                  <a:tcPr marL="68580" marR="68580" marT="0" marB="0" anchor="ctr" horzOverflow="overflow"/>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1100" b="1" u="none" strike="noStrike" cap="none" normalizeH="0" baseline="0" dirty="0" smtClean="0">
                          <a:ln>
                            <a:noFill/>
                          </a:ln>
                          <a:effectLst/>
                          <a:latin typeface="Book Antiqua" pitchFamily="18" charset="0"/>
                        </a:rPr>
                        <a:t>Per capita health</a:t>
                      </a:r>
                    </a:p>
                    <a:p>
                      <a:pPr marL="0" marR="0" lvl="0" indent="0" algn="ctr" defTabSz="914400" rtl="0" eaLnBrk="1" fontAlgn="base" latinLnBrk="0" hangingPunct="1">
                        <a:lnSpc>
                          <a:spcPct val="115000"/>
                        </a:lnSpc>
                        <a:spcBef>
                          <a:spcPct val="0"/>
                        </a:spcBef>
                        <a:spcAft>
                          <a:spcPct val="0"/>
                        </a:spcAft>
                        <a:buClrTx/>
                        <a:buSzTx/>
                        <a:buFontTx/>
                        <a:buNone/>
                        <a:tabLst/>
                      </a:pPr>
                      <a:r>
                        <a:rPr kumimoji="0" lang="en-US" sz="1100" b="1" u="none" strike="noStrike" cap="none" normalizeH="0" baseline="0" dirty="0" smtClean="0">
                          <a:ln>
                            <a:noFill/>
                          </a:ln>
                          <a:effectLst/>
                          <a:latin typeface="Book Antiqua" pitchFamily="18" charset="0"/>
                        </a:rPr>
                        <a:t>Expenditure per year </a:t>
                      </a:r>
                    </a:p>
                    <a:p>
                      <a:pPr marL="0" marR="0" lvl="0" indent="0" algn="ctr" defTabSz="914400" rtl="0" eaLnBrk="1" fontAlgn="base" latinLnBrk="0" hangingPunct="1">
                        <a:lnSpc>
                          <a:spcPct val="115000"/>
                        </a:lnSpc>
                        <a:spcBef>
                          <a:spcPct val="0"/>
                        </a:spcBef>
                        <a:spcAft>
                          <a:spcPct val="0"/>
                        </a:spcAft>
                        <a:buClrTx/>
                        <a:buSzTx/>
                        <a:buFontTx/>
                        <a:buNone/>
                        <a:tabLst/>
                      </a:pPr>
                      <a:r>
                        <a:rPr kumimoji="0" lang="en-US" sz="1100" b="1" u="none" strike="noStrike" cap="none" normalizeH="0" baseline="0" dirty="0" smtClean="0">
                          <a:ln>
                            <a:noFill/>
                          </a:ln>
                          <a:effectLst/>
                          <a:latin typeface="Book Antiqua" pitchFamily="18" charset="0"/>
                        </a:rPr>
                        <a:t> by  Govt.   ($)</a:t>
                      </a:r>
                      <a:endParaRPr kumimoji="0" lang="en-US" sz="1100" b="1" i="0" u="none" strike="noStrike" cap="none" normalizeH="0" baseline="0" dirty="0" smtClean="0">
                        <a:ln>
                          <a:noFill/>
                        </a:ln>
                        <a:solidFill>
                          <a:schemeClr val="tx1"/>
                        </a:solidFill>
                        <a:effectLst/>
                        <a:latin typeface="Book Antiqua" pitchFamily="18" charset="0"/>
                        <a:ea typeface="Calibri" pitchFamily="34" charset="0"/>
                        <a:cs typeface="Times New Roman" pitchFamily="18" charset="0"/>
                      </a:endParaRPr>
                    </a:p>
                  </a:txBody>
                  <a:tcPr marL="68580" marR="68580" marT="0" marB="0" anchor="ctr" horzOverflow="overflow"/>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1100" b="1" u="none" strike="noStrike" cap="none" normalizeH="0" baseline="0" dirty="0" smtClean="0">
                          <a:ln>
                            <a:noFill/>
                          </a:ln>
                          <a:effectLst/>
                          <a:latin typeface="Book Antiqua" pitchFamily="18" charset="0"/>
                        </a:rPr>
                        <a:t>Doctors per 10000</a:t>
                      </a:r>
                    </a:p>
                    <a:p>
                      <a:pPr marL="0" marR="0" lvl="0" indent="0" algn="ctr" defTabSz="914400" rtl="0" eaLnBrk="1" fontAlgn="base" latinLnBrk="0" hangingPunct="1">
                        <a:lnSpc>
                          <a:spcPct val="115000"/>
                        </a:lnSpc>
                        <a:spcBef>
                          <a:spcPct val="0"/>
                        </a:spcBef>
                        <a:spcAft>
                          <a:spcPct val="0"/>
                        </a:spcAft>
                        <a:buClrTx/>
                        <a:buSzTx/>
                        <a:buFontTx/>
                        <a:buNone/>
                        <a:tabLst/>
                      </a:pPr>
                      <a:r>
                        <a:rPr kumimoji="0" lang="en-US" sz="1100" b="1" u="none" strike="noStrike" cap="none" normalizeH="0" baseline="0" dirty="0" smtClean="0">
                          <a:ln>
                            <a:noFill/>
                          </a:ln>
                          <a:effectLst/>
                          <a:latin typeface="Book Antiqua" pitchFamily="18" charset="0"/>
                        </a:rPr>
                        <a:t>Population</a:t>
                      </a:r>
                      <a:endParaRPr kumimoji="0" lang="en-US" sz="1100" b="1" i="0" u="none" strike="noStrike" cap="none" normalizeH="0" baseline="0" dirty="0" smtClean="0">
                        <a:ln>
                          <a:noFill/>
                        </a:ln>
                        <a:solidFill>
                          <a:schemeClr val="tx1"/>
                        </a:solidFill>
                        <a:effectLst/>
                        <a:latin typeface="Book Antiqua" pitchFamily="18" charset="0"/>
                        <a:ea typeface="Calibri" pitchFamily="34" charset="0"/>
                        <a:cs typeface="Times New Roman" pitchFamily="18" charset="0"/>
                      </a:endParaRPr>
                    </a:p>
                  </a:txBody>
                  <a:tcPr marL="68580" marR="68580" marT="0" marB="0" anchor="ctr" horzOverflow="overflow"/>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1100" b="1" u="none" strike="noStrike" cap="none" normalizeH="0" baseline="0" dirty="0" smtClean="0">
                          <a:ln>
                            <a:noFill/>
                          </a:ln>
                          <a:effectLst/>
                          <a:latin typeface="Book Antiqua" pitchFamily="18" charset="0"/>
                        </a:rPr>
                        <a:t>Nurse per 10000</a:t>
                      </a:r>
                    </a:p>
                    <a:p>
                      <a:pPr marL="0" marR="0" lvl="0" indent="0" algn="ctr" defTabSz="914400" rtl="0" eaLnBrk="1" fontAlgn="base" latinLnBrk="0" hangingPunct="1">
                        <a:lnSpc>
                          <a:spcPct val="115000"/>
                        </a:lnSpc>
                        <a:spcBef>
                          <a:spcPct val="0"/>
                        </a:spcBef>
                        <a:spcAft>
                          <a:spcPct val="0"/>
                        </a:spcAft>
                        <a:buClrTx/>
                        <a:buSzTx/>
                        <a:buFontTx/>
                        <a:buNone/>
                        <a:tabLst/>
                      </a:pPr>
                      <a:r>
                        <a:rPr kumimoji="0" lang="en-US" sz="1100" b="1" u="none" strike="noStrike" cap="none" normalizeH="0" baseline="0" dirty="0" smtClean="0">
                          <a:ln>
                            <a:noFill/>
                          </a:ln>
                          <a:effectLst/>
                          <a:latin typeface="Book Antiqua" pitchFamily="18" charset="0"/>
                        </a:rPr>
                        <a:t>Population</a:t>
                      </a:r>
                      <a:endParaRPr kumimoji="0" lang="en-US" sz="1100" b="1" i="0" u="none" strike="noStrike" cap="none" normalizeH="0" baseline="0" dirty="0" smtClean="0">
                        <a:ln>
                          <a:noFill/>
                        </a:ln>
                        <a:solidFill>
                          <a:schemeClr val="tx1"/>
                        </a:solidFill>
                        <a:effectLst/>
                        <a:latin typeface="Book Antiqua" pitchFamily="18" charset="0"/>
                        <a:ea typeface="Calibri" pitchFamily="34" charset="0"/>
                        <a:cs typeface="Times New Roman" pitchFamily="18" charset="0"/>
                      </a:endParaRPr>
                    </a:p>
                  </a:txBody>
                  <a:tcPr marL="68580" marR="68580" marT="0" marB="0" anchor="ctr" horzOverflow="overflow"/>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1100" b="1" i="0" u="none" strike="noStrike" cap="none" normalizeH="0" baseline="0" dirty="0" smtClean="0">
                          <a:ln>
                            <a:noFill/>
                          </a:ln>
                          <a:solidFill>
                            <a:schemeClr val="tx1"/>
                          </a:solidFill>
                          <a:effectLst/>
                          <a:latin typeface="Book Antiqua" pitchFamily="18" charset="0"/>
                          <a:ea typeface="Calibri" pitchFamily="34" charset="0"/>
                          <a:cs typeface="Times New Roman" pitchFamily="18" charset="0"/>
                        </a:rPr>
                        <a:t>Beds per 10000 population</a:t>
                      </a:r>
                    </a:p>
                  </a:txBody>
                  <a:tcPr marL="68580" marR="68580" marT="0" marB="0" anchor="ctr" horzOverflow="overflow"/>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1100" b="1" i="0" u="none" strike="noStrike" cap="none" normalizeH="0" baseline="0" dirty="0" smtClean="0">
                          <a:ln>
                            <a:noFill/>
                          </a:ln>
                          <a:solidFill>
                            <a:schemeClr val="tx1"/>
                          </a:solidFill>
                          <a:effectLst/>
                          <a:latin typeface="Book Antiqua" pitchFamily="18" charset="0"/>
                          <a:ea typeface="Calibri" pitchFamily="34" charset="0"/>
                          <a:cs typeface="Times New Roman" pitchFamily="18" charset="0"/>
                        </a:rPr>
                        <a:t>Out of pocket expenditure</a:t>
                      </a:r>
                    </a:p>
                  </a:txBody>
                  <a:tcPr marL="68580" marR="68580" marT="0" marB="0" anchor="ctr" horzOverflow="overflow"/>
                </a:tc>
              </a:tr>
              <a:tr h="338617">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smtClean="0">
                          <a:ln>
                            <a:noFill/>
                          </a:ln>
                          <a:effectLst/>
                          <a:latin typeface="Book Antiqua" pitchFamily="18" charset="0"/>
                        </a:rPr>
                        <a:t>01</a:t>
                      </a:r>
                      <a:endParaRPr kumimoji="0" lang="en-US" sz="1800" b="0" i="0" u="none" strike="noStrike" cap="none" normalizeH="0" baseline="0" dirty="0" smtClean="0">
                        <a:ln>
                          <a:noFill/>
                        </a:ln>
                        <a:solidFill>
                          <a:schemeClr val="tx1"/>
                        </a:solidFill>
                        <a:effectLst/>
                        <a:latin typeface="Book Antiqua" pitchFamily="18" charset="0"/>
                        <a:ea typeface="Calibri" pitchFamily="34" charset="0"/>
                        <a:cs typeface="Times New Roman" pitchFamily="18" charset="0"/>
                      </a:endParaRPr>
                    </a:p>
                  </a:txBody>
                  <a:tcPr marL="68580" marR="68580" marT="0" marB="0" horzOverflow="overflow"/>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smtClean="0">
                          <a:ln>
                            <a:noFill/>
                          </a:ln>
                          <a:effectLst/>
                          <a:latin typeface="Book Antiqua" pitchFamily="18" charset="0"/>
                        </a:rPr>
                        <a:t>USA</a:t>
                      </a:r>
                      <a:endParaRPr kumimoji="0" lang="en-US" sz="1800" b="0" i="0" u="none" strike="noStrike" cap="none" normalizeH="0" baseline="0" dirty="0" smtClean="0">
                        <a:ln>
                          <a:noFill/>
                        </a:ln>
                        <a:solidFill>
                          <a:schemeClr val="tx1"/>
                        </a:solidFill>
                        <a:effectLst/>
                        <a:latin typeface="Book Antiqua" pitchFamily="18" charset="0"/>
                        <a:ea typeface="Calibri" pitchFamily="34" charset="0"/>
                        <a:cs typeface="Times New Roman" pitchFamily="18" charset="0"/>
                      </a:endParaRPr>
                    </a:p>
                  </a:txBody>
                  <a:tcPr marL="68580" marR="68580" marT="0" marB="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Book Antiqua" pitchFamily="18" charset="0"/>
                          <a:ea typeface="+mn-ea"/>
                          <a:cs typeface="+mn-cs"/>
                        </a:rPr>
                        <a:t>10246</a:t>
                      </a:r>
                      <a:endParaRPr kumimoji="0" lang="en-US" sz="1800" b="0" i="0" u="none" strike="noStrike" cap="none" normalizeH="0" baseline="0" dirty="0" smtClean="0">
                        <a:ln>
                          <a:noFill/>
                        </a:ln>
                        <a:solidFill>
                          <a:schemeClr val="tx1"/>
                        </a:solidFill>
                        <a:effectLst/>
                        <a:latin typeface="Book Antiqua" pitchFamily="18" charset="0"/>
                        <a:ea typeface="Calibri" pitchFamily="34" charset="0"/>
                        <a:cs typeface="Times New Roman" pitchFamily="18" charset="0"/>
                      </a:endParaRPr>
                    </a:p>
                  </a:txBody>
                  <a:tcPr marL="68580" marR="68580" marT="0" marB="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Book Antiqua" pitchFamily="18" charset="0"/>
                          <a:ea typeface="+mn-ea"/>
                          <a:cs typeface="+mn-cs"/>
                        </a:rPr>
                        <a:t>29</a:t>
                      </a:r>
                      <a:endParaRPr kumimoji="0" lang="en-US" sz="1800" b="0" i="0" u="none" strike="noStrike" cap="none" normalizeH="0" baseline="0" dirty="0" smtClean="0">
                        <a:ln>
                          <a:noFill/>
                        </a:ln>
                        <a:solidFill>
                          <a:schemeClr val="tx1"/>
                        </a:solidFill>
                        <a:effectLst/>
                        <a:latin typeface="Book Antiqua" pitchFamily="18" charset="0"/>
                        <a:ea typeface="Calibri" pitchFamily="34" charset="0"/>
                        <a:cs typeface="Times New Roman" pitchFamily="18" charset="0"/>
                      </a:endParaRPr>
                    </a:p>
                  </a:txBody>
                  <a:tcPr marL="68580" marR="68580" marT="0" marB="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Book Antiqua" pitchFamily="18" charset="0"/>
                          <a:ea typeface="+mn-ea"/>
                          <a:cs typeface="+mn-cs"/>
                        </a:rPr>
                        <a:t>119</a:t>
                      </a:r>
                      <a:endParaRPr kumimoji="0" lang="en-US" sz="1800" b="0" i="0" u="none" strike="noStrike" cap="none" normalizeH="0" baseline="0" dirty="0" smtClean="0">
                        <a:ln>
                          <a:noFill/>
                        </a:ln>
                        <a:solidFill>
                          <a:schemeClr val="tx1"/>
                        </a:solidFill>
                        <a:effectLst/>
                        <a:latin typeface="Book Antiqua" pitchFamily="18" charset="0"/>
                        <a:ea typeface="Calibri" pitchFamily="34" charset="0"/>
                        <a:cs typeface="Times New Roman" pitchFamily="18" charset="0"/>
                      </a:endParaRPr>
                    </a:p>
                  </a:txBody>
                  <a:tcPr marL="68580" marR="68580" marT="0" marB="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Book Antiqua" pitchFamily="18" charset="0"/>
                          <a:ea typeface="Calibri" pitchFamily="34" charset="0"/>
                          <a:cs typeface="Times New Roman" pitchFamily="18" charset="0"/>
                        </a:rPr>
                        <a:t>29</a:t>
                      </a:r>
                    </a:p>
                  </a:txBody>
                  <a:tcPr marL="68580" marR="68580" marT="0" marB="0" horzOverflow="overflow"/>
                </a:tc>
                <a:tc>
                  <a:txBody>
                    <a:bodyPr/>
                    <a:lstStyle/>
                    <a:p>
                      <a:pPr algn="ctr">
                        <a:lnSpc>
                          <a:spcPct val="115000"/>
                        </a:lnSpc>
                        <a:spcAft>
                          <a:spcPts val="1000"/>
                        </a:spcAft>
                        <a:tabLst>
                          <a:tab pos="3780790" algn="l"/>
                        </a:tabLst>
                      </a:pPr>
                      <a:r>
                        <a:rPr lang="en-US" sz="1800" dirty="0">
                          <a:effectLst/>
                        </a:rPr>
                        <a:t>11.08</a:t>
                      </a:r>
                      <a:endParaRPr lang="en-GB" sz="2400" dirty="0">
                        <a:effectLst/>
                        <a:latin typeface="Calibri"/>
                        <a:ea typeface="Calibri"/>
                        <a:cs typeface="Times New Roman"/>
                      </a:endParaRPr>
                    </a:p>
                  </a:txBody>
                  <a:tcPr marL="0" marR="0" marT="0" marB="0"/>
                </a:tc>
              </a:tr>
              <a:tr h="31759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smtClean="0">
                          <a:ln>
                            <a:noFill/>
                          </a:ln>
                          <a:effectLst/>
                          <a:latin typeface="Book Antiqua" pitchFamily="18" charset="0"/>
                        </a:rPr>
                        <a:t>02</a:t>
                      </a:r>
                      <a:endParaRPr kumimoji="0" lang="en-US" sz="1800" b="0" i="0" u="none" strike="noStrike" cap="none" normalizeH="0" baseline="0" dirty="0" smtClean="0">
                        <a:ln>
                          <a:noFill/>
                        </a:ln>
                        <a:solidFill>
                          <a:schemeClr val="tx1"/>
                        </a:solidFill>
                        <a:effectLst/>
                        <a:latin typeface="Book Antiqua" pitchFamily="18" charset="0"/>
                        <a:ea typeface="Calibri" pitchFamily="34" charset="0"/>
                        <a:cs typeface="Times New Roman" pitchFamily="18" charset="0"/>
                      </a:endParaRPr>
                    </a:p>
                  </a:txBody>
                  <a:tcPr marL="68580" marR="68580" marT="0" marB="0" horzOverflow="overflow"/>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smtClean="0">
                          <a:ln>
                            <a:noFill/>
                          </a:ln>
                          <a:effectLst/>
                          <a:latin typeface="Book Antiqua" pitchFamily="18" charset="0"/>
                        </a:rPr>
                        <a:t>UK</a:t>
                      </a:r>
                      <a:endParaRPr kumimoji="0" lang="en-US" sz="1800" b="0" i="0" u="none" strike="noStrike" cap="none" normalizeH="0" baseline="0" dirty="0" smtClean="0">
                        <a:ln>
                          <a:noFill/>
                        </a:ln>
                        <a:solidFill>
                          <a:schemeClr val="tx1"/>
                        </a:solidFill>
                        <a:effectLst/>
                        <a:latin typeface="Book Antiqua" pitchFamily="18" charset="0"/>
                        <a:ea typeface="Calibri" pitchFamily="34" charset="0"/>
                        <a:cs typeface="Times New Roman" pitchFamily="18" charset="0"/>
                      </a:endParaRPr>
                    </a:p>
                  </a:txBody>
                  <a:tcPr marL="68580" marR="68580" marT="0" marB="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Book Antiqua" pitchFamily="18" charset="0"/>
                          <a:ea typeface="+mn-ea"/>
                          <a:cs typeface="+mn-cs"/>
                        </a:rPr>
                        <a:t>3860</a:t>
                      </a:r>
                      <a:endParaRPr kumimoji="0" lang="en-US" sz="1800" b="0" i="0" u="none" strike="noStrike" cap="none" normalizeH="0" baseline="0" dirty="0" smtClean="0">
                        <a:ln>
                          <a:noFill/>
                        </a:ln>
                        <a:solidFill>
                          <a:schemeClr val="tx1"/>
                        </a:solidFill>
                        <a:effectLst/>
                        <a:latin typeface="Book Antiqua" pitchFamily="18" charset="0"/>
                        <a:ea typeface="Calibri" pitchFamily="34" charset="0"/>
                        <a:cs typeface="Times New Roman" pitchFamily="18" charset="0"/>
                      </a:endParaRPr>
                    </a:p>
                  </a:txBody>
                  <a:tcPr marL="68580" marR="68580" marT="0" marB="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Book Antiqua" pitchFamily="18" charset="0"/>
                          <a:ea typeface="+mn-ea"/>
                          <a:cs typeface="+mn-cs"/>
                        </a:rPr>
                        <a:t>28</a:t>
                      </a:r>
                      <a:endParaRPr kumimoji="0" lang="en-US" sz="1800" b="0" i="0" u="none" strike="noStrike" cap="none" normalizeH="0" baseline="0" dirty="0" smtClean="0">
                        <a:ln>
                          <a:noFill/>
                        </a:ln>
                        <a:solidFill>
                          <a:schemeClr val="tx1"/>
                        </a:solidFill>
                        <a:effectLst/>
                        <a:latin typeface="Book Antiqua" pitchFamily="18" charset="0"/>
                        <a:ea typeface="Calibri" pitchFamily="34" charset="0"/>
                        <a:cs typeface="Times New Roman" pitchFamily="18" charset="0"/>
                      </a:endParaRPr>
                    </a:p>
                  </a:txBody>
                  <a:tcPr marL="68580" marR="68580" marT="0" marB="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smtClean="0">
                          <a:ln>
                            <a:noFill/>
                          </a:ln>
                          <a:effectLst/>
                          <a:latin typeface="Book Antiqua" pitchFamily="18" charset="0"/>
                        </a:rPr>
                        <a:t>82</a:t>
                      </a:r>
                      <a:endParaRPr kumimoji="0" lang="en-US" sz="1800" b="0" i="0" u="none" strike="noStrike" cap="none" normalizeH="0" baseline="0" dirty="0" smtClean="0">
                        <a:ln>
                          <a:noFill/>
                        </a:ln>
                        <a:solidFill>
                          <a:schemeClr val="tx1"/>
                        </a:solidFill>
                        <a:effectLst/>
                        <a:latin typeface="Book Antiqua" pitchFamily="18" charset="0"/>
                        <a:ea typeface="Calibri" pitchFamily="34" charset="0"/>
                        <a:cs typeface="Times New Roman" pitchFamily="18" charset="0"/>
                      </a:endParaRPr>
                    </a:p>
                  </a:txBody>
                  <a:tcPr marL="68580" marR="68580" marT="0" marB="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Book Antiqua" pitchFamily="18" charset="0"/>
                          <a:ea typeface="Calibri" pitchFamily="34" charset="0"/>
                          <a:cs typeface="Times New Roman" pitchFamily="18" charset="0"/>
                        </a:rPr>
                        <a:t>25</a:t>
                      </a:r>
                    </a:p>
                  </a:txBody>
                  <a:tcPr marL="68580" marR="68580" marT="0" marB="0" horzOverflow="overflow"/>
                </a:tc>
                <a:tc>
                  <a:txBody>
                    <a:bodyPr/>
                    <a:lstStyle/>
                    <a:p>
                      <a:pPr algn="ctr">
                        <a:lnSpc>
                          <a:spcPct val="115000"/>
                        </a:lnSpc>
                        <a:spcAft>
                          <a:spcPts val="1000"/>
                        </a:spcAft>
                        <a:tabLst>
                          <a:tab pos="3780790" algn="l"/>
                        </a:tabLst>
                      </a:pPr>
                      <a:r>
                        <a:rPr lang="en-US" sz="1800" dirty="0" smtClean="0">
                          <a:effectLst/>
                        </a:rPr>
                        <a:t>14.79</a:t>
                      </a:r>
                      <a:endParaRPr lang="en-GB" sz="2400" dirty="0">
                        <a:effectLst/>
                        <a:latin typeface="Calibri"/>
                        <a:ea typeface="Calibri"/>
                        <a:cs typeface="Times New Roman"/>
                      </a:endParaRPr>
                    </a:p>
                  </a:txBody>
                  <a:tcPr marL="0" marR="0" marT="0" marB="0"/>
                </a:tc>
              </a:tr>
              <a:tr h="31759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smtClean="0">
                          <a:ln>
                            <a:noFill/>
                          </a:ln>
                          <a:effectLst/>
                          <a:latin typeface="Book Antiqua" pitchFamily="18" charset="0"/>
                        </a:rPr>
                        <a:t>03</a:t>
                      </a:r>
                      <a:endParaRPr kumimoji="0" lang="en-US" sz="1800" b="0" i="0" u="none" strike="noStrike" cap="none" normalizeH="0" baseline="0" dirty="0" smtClean="0">
                        <a:ln>
                          <a:noFill/>
                        </a:ln>
                        <a:solidFill>
                          <a:schemeClr val="tx1"/>
                        </a:solidFill>
                        <a:effectLst/>
                        <a:latin typeface="Book Antiqua" pitchFamily="18" charset="0"/>
                        <a:ea typeface="Calibri" pitchFamily="34" charset="0"/>
                        <a:cs typeface="Times New Roman" pitchFamily="18" charset="0"/>
                      </a:endParaRPr>
                    </a:p>
                  </a:txBody>
                  <a:tcPr marL="68580" marR="68580" marT="0" marB="0" horzOverflow="overflow"/>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smtClean="0">
                          <a:ln>
                            <a:noFill/>
                          </a:ln>
                          <a:effectLst/>
                          <a:latin typeface="Book Antiqua" pitchFamily="18" charset="0"/>
                        </a:rPr>
                        <a:t>Malaysia</a:t>
                      </a:r>
                      <a:endParaRPr kumimoji="0" lang="en-US" sz="1800" b="0" i="0" u="none" strike="noStrike" cap="none" normalizeH="0" baseline="0" dirty="0" smtClean="0">
                        <a:ln>
                          <a:noFill/>
                        </a:ln>
                        <a:solidFill>
                          <a:schemeClr val="tx1"/>
                        </a:solidFill>
                        <a:effectLst/>
                        <a:latin typeface="Book Antiqua" pitchFamily="18" charset="0"/>
                        <a:ea typeface="Calibri" pitchFamily="34" charset="0"/>
                        <a:cs typeface="Times New Roman" pitchFamily="18" charset="0"/>
                      </a:endParaRPr>
                    </a:p>
                  </a:txBody>
                  <a:tcPr marL="68580" marR="68580" marT="0" marB="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Book Antiqua" pitchFamily="18" charset="0"/>
                          <a:ea typeface="+mn-ea"/>
                          <a:cs typeface="+mn-cs"/>
                        </a:rPr>
                        <a:t>384</a:t>
                      </a:r>
                      <a:endParaRPr kumimoji="0" lang="en-US" sz="1800" b="0" i="0" u="none" strike="noStrike" cap="none" normalizeH="0" baseline="0" dirty="0" smtClean="0">
                        <a:ln>
                          <a:noFill/>
                        </a:ln>
                        <a:solidFill>
                          <a:schemeClr val="tx1"/>
                        </a:solidFill>
                        <a:effectLst/>
                        <a:latin typeface="Book Antiqua" pitchFamily="18" charset="0"/>
                        <a:ea typeface="Calibri" pitchFamily="34" charset="0"/>
                        <a:cs typeface="Times New Roman" pitchFamily="18" charset="0"/>
                      </a:endParaRPr>
                    </a:p>
                  </a:txBody>
                  <a:tcPr marL="68580" marR="68580" marT="0" marB="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smtClean="0">
                          <a:ln>
                            <a:noFill/>
                          </a:ln>
                          <a:effectLst/>
                          <a:latin typeface="Book Antiqua" pitchFamily="18" charset="0"/>
                        </a:rPr>
                        <a:t>15</a:t>
                      </a:r>
                      <a:endParaRPr kumimoji="0" lang="en-US" sz="1800" b="0" i="0" u="none" strike="noStrike" cap="none" normalizeH="0" baseline="0" dirty="0" smtClean="0">
                        <a:ln>
                          <a:noFill/>
                        </a:ln>
                        <a:solidFill>
                          <a:schemeClr val="tx1"/>
                        </a:solidFill>
                        <a:effectLst/>
                        <a:latin typeface="Book Antiqua" pitchFamily="18" charset="0"/>
                        <a:ea typeface="Calibri" pitchFamily="34" charset="0"/>
                        <a:cs typeface="Times New Roman" pitchFamily="18" charset="0"/>
                      </a:endParaRPr>
                    </a:p>
                  </a:txBody>
                  <a:tcPr marL="68580" marR="68580" marT="0" marB="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smtClean="0">
                          <a:ln>
                            <a:noFill/>
                          </a:ln>
                          <a:effectLst/>
                          <a:latin typeface="Book Antiqua" pitchFamily="18" charset="0"/>
                        </a:rPr>
                        <a:t>35</a:t>
                      </a:r>
                      <a:endParaRPr kumimoji="0" lang="en-US" sz="1800" b="0" i="0" u="none" strike="noStrike" cap="none" normalizeH="0" baseline="0" dirty="0" smtClean="0">
                        <a:ln>
                          <a:noFill/>
                        </a:ln>
                        <a:solidFill>
                          <a:schemeClr val="tx1"/>
                        </a:solidFill>
                        <a:effectLst/>
                        <a:latin typeface="Book Antiqua" pitchFamily="18" charset="0"/>
                        <a:ea typeface="Calibri" pitchFamily="34" charset="0"/>
                        <a:cs typeface="Times New Roman" pitchFamily="18" charset="0"/>
                      </a:endParaRPr>
                    </a:p>
                  </a:txBody>
                  <a:tcPr marL="68580" marR="68580" marT="0" marB="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Book Antiqua" pitchFamily="18" charset="0"/>
                          <a:ea typeface="Calibri" pitchFamily="34" charset="0"/>
                          <a:cs typeface="Times New Roman" pitchFamily="18" charset="0"/>
                        </a:rPr>
                        <a:t>19</a:t>
                      </a:r>
                    </a:p>
                  </a:txBody>
                  <a:tcPr marL="68580" marR="68580" marT="0" marB="0" horzOverflow="overflow"/>
                </a:tc>
                <a:tc>
                  <a:txBody>
                    <a:bodyPr/>
                    <a:lstStyle/>
                    <a:p>
                      <a:pPr algn="ctr">
                        <a:lnSpc>
                          <a:spcPct val="115000"/>
                        </a:lnSpc>
                        <a:spcAft>
                          <a:spcPts val="1000"/>
                        </a:spcAft>
                        <a:tabLst>
                          <a:tab pos="3780790" algn="l"/>
                        </a:tabLst>
                      </a:pPr>
                      <a:r>
                        <a:rPr lang="en-US" sz="1800" dirty="0">
                          <a:effectLst/>
                        </a:rPr>
                        <a:t>36.67</a:t>
                      </a:r>
                      <a:endParaRPr lang="en-GB" sz="2400" dirty="0">
                        <a:effectLst/>
                        <a:latin typeface="Calibri"/>
                        <a:ea typeface="Calibri"/>
                        <a:cs typeface="Times New Roman"/>
                      </a:endParaRPr>
                    </a:p>
                  </a:txBody>
                  <a:tcPr marL="0" marR="0" marT="0" marB="0"/>
                </a:tc>
              </a:tr>
              <a:tr h="31759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smtClean="0">
                          <a:ln>
                            <a:noFill/>
                          </a:ln>
                          <a:effectLst/>
                          <a:latin typeface="Book Antiqua" pitchFamily="18" charset="0"/>
                        </a:rPr>
                        <a:t>04</a:t>
                      </a:r>
                      <a:endParaRPr kumimoji="0" lang="en-US" sz="1800" b="0" i="0" u="none" strike="noStrike" cap="none" normalizeH="0" baseline="0" dirty="0" smtClean="0">
                        <a:ln>
                          <a:noFill/>
                        </a:ln>
                        <a:solidFill>
                          <a:schemeClr val="tx1"/>
                        </a:solidFill>
                        <a:effectLst/>
                        <a:latin typeface="Book Antiqua" pitchFamily="18" charset="0"/>
                        <a:ea typeface="Calibri" pitchFamily="34" charset="0"/>
                        <a:cs typeface="Times New Roman" pitchFamily="18" charset="0"/>
                      </a:endParaRPr>
                    </a:p>
                  </a:txBody>
                  <a:tcPr marL="68580" marR="68580" marT="0" marB="0" horzOverflow="overflow"/>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smtClean="0">
                          <a:ln>
                            <a:noFill/>
                          </a:ln>
                          <a:effectLst/>
                          <a:latin typeface="Book Antiqua" pitchFamily="18" charset="0"/>
                        </a:rPr>
                        <a:t>Sri Lanka</a:t>
                      </a:r>
                      <a:endParaRPr kumimoji="0" lang="en-US" sz="1800" b="0" i="0" u="none" strike="noStrike" cap="none" normalizeH="0" baseline="0" dirty="0" smtClean="0">
                        <a:ln>
                          <a:noFill/>
                        </a:ln>
                        <a:solidFill>
                          <a:schemeClr val="tx1"/>
                        </a:solidFill>
                        <a:effectLst/>
                        <a:latin typeface="Book Antiqua" pitchFamily="18" charset="0"/>
                        <a:ea typeface="Calibri" pitchFamily="34" charset="0"/>
                        <a:cs typeface="Times New Roman" pitchFamily="18" charset="0"/>
                      </a:endParaRPr>
                    </a:p>
                  </a:txBody>
                  <a:tcPr marL="68580" marR="68580" marT="0" marB="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smtClean="0">
                          <a:ln>
                            <a:noFill/>
                          </a:ln>
                          <a:effectLst/>
                          <a:latin typeface="Book Antiqua" pitchFamily="18" charset="0"/>
                        </a:rPr>
                        <a:t>159</a:t>
                      </a:r>
                      <a:endParaRPr kumimoji="0" lang="en-US" sz="1800" b="0" i="0" u="none" strike="noStrike" cap="none" normalizeH="0" baseline="0" dirty="0" smtClean="0">
                        <a:ln>
                          <a:noFill/>
                        </a:ln>
                        <a:solidFill>
                          <a:schemeClr val="tx1"/>
                        </a:solidFill>
                        <a:effectLst/>
                        <a:latin typeface="Book Antiqua" pitchFamily="18" charset="0"/>
                        <a:ea typeface="Calibri" pitchFamily="34" charset="0"/>
                        <a:cs typeface="Times New Roman" pitchFamily="18" charset="0"/>
                      </a:endParaRPr>
                    </a:p>
                  </a:txBody>
                  <a:tcPr marL="68580" marR="68580" marT="0" marB="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Book Antiqua" pitchFamily="18" charset="0"/>
                          <a:ea typeface="Calibri" pitchFamily="34" charset="0"/>
                          <a:cs typeface="Times New Roman" pitchFamily="18" charset="0"/>
                        </a:rPr>
                        <a:t>10</a:t>
                      </a:r>
                    </a:p>
                  </a:txBody>
                  <a:tcPr marL="68580" marR="68580" marT="0" marB="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Book Antiqua" pitchFamily="18" charset="0"/>
                          <a:ea typeface="+mn-ea"/>
                          <a:cs typeface="+mn-cs"/>
                        </a:rPr>
                        <a:t>21</a:t>
                      </a:r>
                      <a:endParaRPr kumimoji="0" lang="en-US" sz="1800" b="0" i="0" u="none" strike="noStrike" cap="none" normalizeH="0" baseline="0" dirty="0" smtClean="0">
                        <a:ln>
                          <a:noFill/>
                        </a:ln>
                        <a:solidFill>
                          <a:schemeClr val="tx1"/>
                        </a:solidFill>
                        <a:effectLst/>
                        <a:latin typeface="Book Antiqua" pitchFamily="18" charset="0"/>
                        <a:ea typeface="Calibri" pitchFamily="34" charset="0"/>
                        <a:cs typeface="Times New Roman" pitchFamily="18" charset="0"/>
                      </a:endParaRPr>
                    </a:p>
                  </a:txBody>
                  <a:tcPr marL="68580" marR="68580" marT="0" marB="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Book Antiqua" pitchFamily="18" charset="0"/>
                          <a:ea typeface="Calibri" pitchFamily="34" charset="0"/>
                          <a:cs typeface="Times New Roman" pitchFamily="18" charset="0"/>
                        </a:rPr>
                        <a:t>41</a:t>
                      </a:r>
                    </a:p>
                  </a:txBody>
                  <a:tcPr marL="68580" marR="68580" marT="0" marB="0" horzOverflow="overflow"/>
                </a:tc>
                <a:tc>
                  <a:txBody>
                    <a:bodyPr/>
                    <a:lstStyle/>
                    <a:p>
                      <a:pPr algn="ctr">
                        <a:lnSpc>
                          <a:spcPct val="115000"/>
                        </a:lnSpc>
                        <a:spcAft>
                          <a:spcPts val="1000"/>
                        </a:spcAft>
                        <a:tabLst>
                          <a:tab pos="3780790" algn="l"/>
                        </a:tabLst>
                      </a:pPr>
                      <a:r>
                        <a:rPr lang="en-US" sz="1800" dirty="0">
                          <a:effectLst/>
                        </a:rPr>
                        <a:t>38.43</a:t>
                      </a:r>
                      <a:endParaRPr lang="en-GB" sz="2400" dirty="0">
                        <a:effectLst/>
                        <a:latin typeface="Calibri"/>
                        <a:ea typeface="Calibri"/>
                        <a:cs typeface="Times New Roman"/>
                      </a:endParaRPr>
                    </a:p>
                  </a:txBody>
                  <a:tcPr marL="0" marR="0" marT="0" marB="0"/>
                </a:tc>
              </a:tr>
              <a:tr h="31759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smtClean="0">
                          <a:ln>
                            <a:noFill/>
                          </a:ln>
                          <a:effectLst/>
                          <a:latin typeface="Book Antiqua" pitchFamily="18" charset="0"/>
                        </a:rPr>
                        <a:t>05</a:t>
                      </a:r>
                      <a:endParaRPr kumimoji="0" lang="en-US" sz="1800" b="0" i="0" u="none" strike="noStrike" cap="none" normalizeH="0" baseline="0" dirty="0" smtClean="0">
                        <a:ln>
                          <a:noFill/>
                        </a:ln>
                        <a:solidFill>
                          <a:schemeClr val="tx1"/>
                        </a:solidFill>
                        <a:effectLst/>
                        <a:latin typeface="Book Antiqua" pitchFamily="18" charset="0"/>
                        <a:ea typeface="Calibri" pitchFamily="34" charset="0"/>
                        <a:cs typeface="Times New Roman" pitchFamily="18" charset="0"/>
                      </a:endParaRPr>
                    </a:p>
                  </a:txBody>
                  <a:tcPr marL="68580" marR="68580" marT="0" marB="0" horzOverflow="overflow"/>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smtClean="0">
                          <a:ln>
                            <a:noFill/>
                          </a:ln>
                          <a:effectLst/>
                          <a:latin typeface="Book Antiqua" pitchFamily="18" charset="0"/>
                        </a:rPr>
                        <a:t>India</a:t>
                      </a:r>
                      <a:endParaRPr kumimoji="0" lang="en-US" sz="1800" b="0" i="0" u="none" strike="noStrike" cap="none" normalizeH="0" baseline="0" dirty="0" smtClean="0">
                        <a:ln>
                          <a:noFill/>
                        </a:ln>
                        <a:solidFill>
                          <a:schemeClr val="tx1"/>
                        </a:solidFill>
                        <a:effectLst/>
                        <a:latin typeface="Book Antiqua" pitchFamily="18" charset="0"/>
                        <a:ea typeface="Calibri" pitchFamily="34" charset="0"/>
                        <a:cs typeface="Times New Roman" pitchFamily="18" charset="0"/>
                      </a:endParaRPr>
                    </a:p>
                  </a:txBody>
                  <a:tcPr marL="68580" marR="68580" marT="0" marB="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Book Antiqua" pitchFamily="18" charset="0"/>
                          <a:ea typeface="+mn-ea"/>
                          <a:cs typeface="+mn-cs"/>
                        </a:rPr>
                        <a:t>69</a:t>
                      </a:r>
                      <a:endParaRPr kumimoji="0" lang="en-US" sz="1800" b="0" i="0" u="none" strike="noStrike" cap="none" normalizeH="0" baseline="0" dirty="0" smtClean="0">
                        <a:ln>
                          <a:noFill/>
                        </a:ln>
                        <a:solidFill>
                          <a:schemeClr val="tx1"/>
                        </a:solidFill>
                        <a:effectLst/>
                        <a:latin typeface="Book Antiqua" pitchFamily="18" charset="0"/>
                        <a:ea typeface="Calibri" pitchFamily="34" charset="0"/>
                        <a:cs typeface="Times New Roman" pitchFamily="18" charset="0"/>
                      </a:endParaRPr>
                    </a:p>
                  </a:txBody>
                  <a:tcPr marL="68580" marR="68580" marT="0" marB="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smtClean="0">
                          <a:ln>
                            <a:noFill/>
                          </a:ln>
                          <a:effectLst/>
                          <a:latin typeface="Book Antiqua" pitchFamily="18" charset="0"/>
                        </a:rPr>
                        <a:t>7.</a:t>
                      </a:r>
                      <a:endParaRPr kumimoji="0" lang="en-US" sz="1800" b="0" i="0" u="none" strike="noStrike" cap="none" normalizeH="0" baseline="0" dirty="0" smtClean="0">
                        <a:ln>
                          <a:noFill/>
                        </a:ln>
                        <a:solidFill>
                          <a:schemeClr val="tx1"/>
                        </a:solidFill>
                        <a:effectLst/>
                        <a:latin typeface="Book Antiqua" pitchFamily="18" charset="0"/>
                        <a:ea typeface="Calibri" pitchFamily="34" charset="0"/>
                        <a:cs typeface="Times New Roman" pitchFamily="18" charset="0"/>
                      </a:endParaRPr>
                    </a:p>
                  </a:txBody>
                  <a:tcPr marL="68580" marR="68580" marT="0" marB="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Book Antiqua" pitchFamily="18" charset="0"/>
                          <a:ea typeface="+mn-ea"/>
                          <a:cs typeface="+mn-cs"/>
                        </a:rPr>
                        <a:t>17</a:t>
                      </a:r>
                      <a:endParaRPr kumimoji="0" lang="en-US" sz="1800" b="0" i="0" u="none" strike="noStrike" cap="none" normalizeH="0" baseline="0" dirty="0" smtClean="0">
                        <a:ln>
                          <a:noFill/>
                        </a:ln>
                        <a:solidFill>
                          <a:schemeClr val="tx1"/>
                        </a:solidFill>
                        <a:effectLst/>
                        <a:latin typeface="Book Antiqua" pitchFamily="18" charset="0"/>
                        <a:ea typeface="Calibri" pitchFamily="34" charset="0"/>
                        <a:cs typeface="Times New Roman" pitchFamily="18" charset="0"/>
                      </a:endParaRPr>
                    </a:p>
                  </a:txBody>
                  <a:tcPr marL="68580" marR="68580" marT="0" marB="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Book Antiqua" pitchFamily="18" charset="0"/>
                          <a:ea typeface="Calibri" pitchFamily="34" charset="0"/>
                          <a:cs typeface="Times New Roman" pitchFamily="18" charset="0"/>
                        </a:rPr>
                        <a:t>5.3</a:t>
                      </a:r>
                    </a:p>
                  </a:txBody>
                  <a:tcPr marL="68580" marR="68580" marT="0" marB="0" horzOverflow="overflow"/>
                </a:tc>
                <a:tc>
                  <a:txBody>
                    <a:bodyPr/>
                    <a:lstStyle/>
                    <a:p>
                      <a:pPr algn="ctr">
                        <a:lnSpc>
                          <a:spcPct val="115000"/>
                        </a:lnSpc>
                        <a:spcAft>
                          <a:spcPts val="1000"/>
                        </a:spcAft>
                        <a:tabLst>
                          <a:tab pos="3780790" algn="l"/>
                        </a:tabLst>
                      </a:pPr>
                      <a:r>
                        <a:rPr lang="en-US" sz="1800">
                          <a:effectLst/>
                        </a:rPr>
                        <a:t>65.06</a:t>
                      </a:r>
                      <a:endParaRPr lang="en-GB" sz="2400">
                        <a:effectLst/>
                        <a:latin typeface="Calibri"/>
                        <a:ea typeface="Calibri"/>
                        <a:cs typeface="Times New Roman"/>
                      </a:endParaRPr>
                    </a:p>
                  </a:txBody>
                  <a:tcPr marL="0" marR="0" marT="0" marB="0"/>
                </a:tc>
              </a:tr>
              <a:tr h="31759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smtClean="0">
                          <a:ln>
                            <a:noFill/>
                          </a:ln>
                          <a:effectLst/>
                          <a:latin typeface="Book Antiqua" pitchFamily="18" charset="0"/>
                        </a:rPr>
                        <a:t>06</a:t>
                      </a:r>
                      <a:endParaRPr kumimoji="0" lang="en-US" sz="1800" b="0" i="0" u="none" strike="noStrike" cap="none" normalizeH="0" baseline="0" dirty="0" smtClean="0">
                        <a:ln>
                          <a:noFill/>
                        </a:ln>
                        <a:solidFill>
                          <a:schemeClr val="tx1"/>
                        </a:solidFill>
                        <a:effectLst/>
                        <a:latin typeface="Book Antiqua" pitchFamily="18" charset="0"/>
                        <a:ea typeface="Calibri" pitchFamily="34" charset="0"/>
                        <a:cs typeface="Times New Roman" pitchFamily="18" charset="0"/>
                      </a:endParaRPr>
                    </a:p>
                  </a:txBody>
                  <a:tcPr marL="68580" marR="68580" marT="0" marB="0" horzOverflow="overflow"/>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smtClean="0">
                          <a:ln>
                            <a:noFill/>
                          </a:ln>
                          <a:effectLst/>
                          <a:latin typeface="Book Antiqua" pitchFamily="18" charset="0"/>
                        </a:rPr>
                        <a:t>Nepal</a:t>
                      </a:r>
                      <a:endParaRPr kumimoji="0" lang="en-US" sz="1800" b="0" i="0" u="none" strike="noStrike" cap="none" normalizeH="0" baseline="0" dirty="0" smtClean="0">
                        <a:ln>
                          <a:noFill/>
                        </a:ln>
                        <a:solidFill>
                          <a:schemeClr val="tx1"/>
                        </a:solidFill>
                        <a:effectLst/>
                        <a:latin typeface="Book Antiqua" pitchFamily="18" charset="0"/>
                        <a:ea typeface="Calibri" pitchFamily="34" charset="0"/>
                        <a:cs typeface="Times New Roman" pitchFamily="18" charset="0"/>
                      </a:endParaRPr>
                    </a:p>
                  </a:txBody>
                  <a:tcPr marL="68580" marR="68580" marT="0" marB="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kern="1200" cap="none" normalizeH="0" baseline="0" dirty="0" smtClean="0">
                          <a:ln>
                            <a:noFill/>
                          </a:ln>
                          <a:solidFill>
                            <a:schemeClr val="tx1"/>
                          </a:solidFill>
                          <a:effectLst/>
                          <a:latin typeface="Book Antiqua" pitchFamily="18" charset="0"/>
                          <a:ea typeface="+mn-ea"/>
                          <a:cs typeface="+mn-cs"/>
                        </a:rPr>
                        <a:t>48</a:t>
                      </a:r>
                      <a:endParaRPr kumimoji="0" lang="en-US" sz="1800" b="0" i="0" u="none" strike="noStrike" kern="1200" cap="none" normalizeH="0" baseline="0" dirty="0" smtClean="0">
                        <a:ln>
                          <a:noFill/>
                        </a:ln>
                        <a:solidFill>
                          <a:schemeClr val="tx1"/>
                        </a:solidFill>
                        <a:effectLst/>
                        <a:latin typeface="Book Antiqua" pitchFamily="18" charset="0"/>
                        <a:ea typeface="Calibri" pitchFamily="34" charset="0"/>
                        <a:cs typeface="Times New Roman" pitchFamily="18" charset="0"/>
                      </a:endParaRPr>
                    </a:p>
                  </a:txBody>
                  <a:tcPr marL="68580" marR="68580" marT="0" marB="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Book Antiqua" pitchFamily="18" charset="0"/>
                          <a:ea typeface="+mn-ea"/>
                          <a:cs typeface="+mn-cs"/>
                        </a:rPr>
                        <a:t>7.5</a:t>
                      </a:r>
                      <a:endParaRPr kumimoji="0" lang="en-US" sz="1800" b="0" i="0" u="none" strike="noStrike" cap="none" normalizeH="0" baseline="0" dirty="0" smtClean="0">
                        <a:ln>
                          <a:noFill/>
                        </a:ln>
                        <a:solidFill>
                          <a:schemeClr val="tx1"/>
                        </a:solidFill>
                        <a:effectLst/>
                        <a:latin typeface="Book Antiqua" pitchFamily="18" charset="0"/>
                        <a:ea typeface="Calibri" pitchFamily="34" charset="0"/>
                        <a:cs typeface="Times New Roman" pitchFamily="18" charset="0"/>
                      </a:endParaRPr>
                    </a:p>
                  </a:txBody>
                  <a:tcPr marL="68580" marR="68580" marT="0" marB="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Book Antiqua" pitchFamily="18" charset="0"/>
                          <a:ea typeface="+mn-ea"/>
                          <a:cs typeface="+mn-cs"/>
                        </a:rPr>
                        <a:t>31</a:t>
                      </a:r>
                      <a:endParaRPr kumimoji="0" lang="en-US" sz="1800" b="0" i="0" u="none" strike="noStrike" cap="none" normalizeH="0" baseline="0" dirty="0" smtClean="0">
                        <a:ln>
                          <a:noFill/>
                        </a:ln>
                        <a:solidFill>
                          <a:schemeClr val="tx1"/>
                        </a:solidFill>
                        <a:effectLst/>
                        <a:latin typeface="Book Antiqua" pitchFamily="18" charset="0"/>
                        <a:ea typeface="Calibri" pitchFamily="34" charset="0"/>
                        <a:cs typeface="Times New Roman" pitchFamily="18" charset="0"/>
                      </a:endParaRPr>
                    </a:p>
                  </a:txBody>
                  <a:tcPr marL="68580" marR="68580" marT="0" marB="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Book Antiqua" pitchFamily="18" charset="0"/>
                          <a:ea typeface="Calibri" pitchFamily="34" charset="0"/>
                          <a:cs typeface="Times New Roman" pitchFamily="18" charset="0"/>
                        </a:rPr>
                        <a:t>-</a:t>
                      </a:r>
                    </a:p>
                  </a:txBody>
                  <a:tcPr marL="68580" marR="68580" marT="0" marB="0" horzOverflow="overflow"/>
                </a:tc>
                <a:tc>
                  <a:txBody>
                    <a:bodyPr/>
                    <a:lstStyle/>
                    <a:p>
                      <a:pPr algn="ctr">
                        <a:lnSpc>
                          <a:spcPct val="115000"/>
                        </a:lnSpc>
                        <a:spcAft>
                          <a:spcPts val="1000"/>
                        </a:spcAft>
                        <a:tabLst>
                          <a:tab pos="3780790" algn="l"/>
                        </a:tabLst>
                      </a:pPr>
                      <a:r>
                        <a:rPr lang="en-US" sz="1800">
                          <a:effectLst/>
                        </a:rPr>
                        <a:t>60.41</a:t>
                      </a:r>
                      <a:endParaRPr lang="en-GB" sz="2400">
                        <a:effectLst/>
                        <a:latin typeface="Calibri"/>
                        <a:ea typeface="Calibri"/>
                        <a:cs typeface="Times New Roman"/>
                      </a:endParaRPr>
                    </a:p>
                  </a:txBody>
                  <a:tcPr marL="0" marR="0" marT="0" marB="0"/>
                </a:tc>
              </a:tr>
              <a:tr h="31546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smtClean="0">
                          <a:ln>
                            <a:noFill/>
                          </a:ln>
                          <a:effectLst/>
                          <a:latin typeface="Book Antiqua" pitchFamily="18" charset="0"/>
                        </a:rPr>
                        <a:t>07</a:t>
                      </a:r>
                      <a:endParaRPr kumimoji="0" lang="en-US" sz="1800" b="0" i="0" u="none" strike="noStrike" cap="none" normalizeH="0" baseline="0" dirty="0" smtClean="0">
                        <a:ln>
                          <a:noFill/>
                        </a:ln>
                        <a:solidFill>
                          <a:schemeClr val="tx1"/>
                        </a:solidFill>
                        <a:effectLst/>
                        <a:latin typeface="Book Antiqua" pitchFamily="18" charset="0"/>
                        <a:ea typeface="Calibri" pitchFamily="34" charset="0"/>
                        <a:cs typeface="Times New Roman" pitchFamily="18" charset="0"/>
                      </a:endParaRPr>
                    </a:p>
                  </a:txBody>
                  <a:tcPr marL="68580" marR="68580" marT="0" marB="0" horzOverflow="overflow"/>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smtClean="0">
                          <a:ln>
                            <a:noFill/>
                          </a:ln>
                          <a:effectLst/>
                          <a:latin typeface="Book Antiqua" pitchFamily="18" charset="0"/>
                        </a:rPr>
                        <a:t>Pakistan</a:t>
                      </a:r>
                      <a:endParaRPr kumimoji="0" lang="en-US" sz="1800" b="0" i="0" u="none" strike="noStrike" cap="none" normalizeH="0" baseline="0" dirty="0" smtClean="0">
                        <a:ln>
                          <a:noFill/>
                        </a:ln>
                        <a:solidFill>
                          <a:schemeClr val="tx1"/>
                        </a:solidFill>
                        <a:effectLst/>
                        <a:latin typeface="Book Antiqua" pitchFamily="18" charset="0"/>
                        <a:ea typeface="Calibri" pitchFamily="34" charset="0"/>
                        <a:cs typeface="Times New Roman" pitchFamily="18" charset="0"/>
                      </a:endParaRPr>
                    </a:p>
                  </a:txBody>
                  <a:tcPr marL="68580" marR="68580" marT="0" marB="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Book Antiqua" pitchFamily="18" charset="0"/>
                          <a:ea typeface="+mn-ea"/>
                          <a:cs typeface="+mn-cs"/>
                        </a:rPr>
                        <a:t>45</a:t>
                      </a:r>
                      <a:endParaRPr kumimoji="0" lang="en-US" sz="1800" b="0" i="0" u="none" strike="noStrike" cap="none" normalizeH="0" baseline="0" dirty="0" smtClean="0">
                        <a:ln>
                          <a:noFill/>
                        </a:ln>
                        <a:solidFill>
                          <a:schemeClr val="tx1"/>
                        </a:solidFill>
                        <a:effectLst/>
                        <a:latin typeface="Book Antiqua" pitchFamily="18" charset="0"/>
                        <a:ea typeface="Calibri" pitchFamily="34" charset="0"/>
                        <a:cs typeface="Times New Roman" pitchFamily="18" charset="0"/>
                      </a:endParaRPr>
                    </a:p>
                  </a:txBody>
                  <a:tcPr marL="68580" marR="68580" marT="0" marB="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Book Antiqua" pitchFamily="18" charset="0"/>
                          <a:ea typeface="+mn-ea"/>
                          <a:cs typeface="+mn-cs"/>
                        </a:rPr>
                        <a:t>9.8</a:t>
                      </a:r>
                      <a:endParaRPr kumimoji="0" lang="en-US" sz="1800" b="0" i="0" u="none" strike="noStrike" cap="none" normalizeH="0" baseline="0" dirty="0" smtClean="0">
                        <a:ln>
                          <a:noFill/>
                        </a:ln>
                        <a:solidFill>
                          <a:schemeClr val="tx1"/>
                        </a:solidFill>
                        <a:effectLst/>
                        <a:latin typeface="Book Antiqua" pitchFamily="18" charset="0"/>
                        <a:ea typeface="Calibri" pitchFamily="34" charset="0"/>
                        <a:cs typeface="Times New Roman" pitchFamily="18" charset="0"/>
                      </a:endParaRPr>
                    </a:p>
                  </a:txBody>
                  <a:tcPr marL="68580" marR="68580" marT="0" marB="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Book Antiqua" pitchFamily="18" charset="0"/>
                          <a:ea typeface="+mn-ea"/>
                          <a:cs typeface="+mn-cs"/>
                        </a:rPr>
                        <a:t>7</a:t>
                      </a:r>
                      <a:endParaRPr kumimoji="0" lang="en-US" sz="1800" b="0" i="0" u="none" strike="noStrike" cap="none" normalizeH="0" baseline="0" dirty="0" smtClean="0">
                        <a:ln>
                          <a:noFill/>
                        </a:ln>
                        <a:solidFill>
                          <a:schemeClr val="tx1"/>
                        </a:solidFill>
                        <a:effectLst/>
                        <a:latin typeface="Book Antiqua" pitchFamily="18" charset="0"/>
                        <a:ea typeface="Calibri" pitchFamily="34" charset="0"/>
                        <a:cs typeface="Times New Roman" pitchFamily="18" charset="0"/>
                      </a:endParaRPr>
                    </a:p>
                  </a:txBody>
                  <a:tcPr marL="68580" marR="68580" marT="0" marB="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Book Antiqua" pitchFamily="18" charset="0"/>
                          <a:ea typeface="Calibri" pitchFamily="34" charset="0"/>
                          <a:cs typeface="Times New Roman" pitchFamily="18" charset="0"/>
                        </a:rPr>
                        <a:t>8</a:t>
                      </a:r>
                    </a:p>
                  </a:txBody>
                  <a:tcPr marL="68580" marR="68580" marT="0" marB="0" horzOverflow="overflow"/>
                </a:tc>
                <a:tc>
                  <a:txBody>
                    <a:bodyPr/>
                    <a:lstStyle/>
                    <a:p>
                      <a:pPr algn="ctr">
                        <a:lnSpc>
                          <a:spcPct val="115000"/>
                        </a:lnSpc>
                        <a:spcAft>
                          <a:spcPts val="1000"/>
                        </a:spcAft>
                        <a:tabLst>
                          <a:tab pos="3780790" algn="l"/>
                        </a:tabLst>
                      </a:pPr>
                      <a:r>
                        <a:rPr lang="en-US" sz="1800" dirty="0">
                          <a:effectLst/>
                        </a:rPr>
                        <a:t>66.49</a:t>
                      </a:r>
                      <a:endParaRPr lang="en-GB" sz="2400" dirty="0">
                        <a:effectLst/>
                        <a:latin typeface="Calibri"/>
                        <a:ea typeface="Calibri"/>
                        <a:cs typeface="Times New Roman"/>
                      </a:endParaRPr>
                    </a:p>
                  </a:txBody>
                  <a:tcPr marL="0" marR="0" marT="0" marB="0"/>
                </a:tc>
              </a:tr>
              <a:tr h="31759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smtClean="0">
                          <a:ln>
                            <a:noFill/>
                          </a:ln>
                          <a:effectLst/>
                          <a:latin typeface="Book Antiqua" pitchFamily="18" charset="0"/>
                        </a:rPr>
                        <a:t>08</a:t>
                      </a:r>
                      <a:endParaRPr kumimoji="0" lang="en-US" sz="1800" b="0" i="0" u="none" strike="noStrike" cap="none" normalizeH="0" baseline="0" dirty="0" smtClean="0">
                        <a:ln>
                          <a:noFill/>
                        </a:ln>
                        <a:solidFill>
                          <a:schemeClr val="tx1"/>
                        </a:solidFill>
                        <a:effectLst/>
                        <a:latin typeface="Book Antiqua" pitchFamily="18" charset="0"/>
                        <a:ea typeface="Calibri" pitchFamily="34" charset="0"/>
                        <a:cs typeface="Times New Roman" pitchFamily="18" charset="0"/>
                      </a:endParaRPr>
                    </a:p>
                  </a:txBody>
                  <a:tcPr marL="68580" marR="68580" marT="0" marB="0" horzOverflow="overflow"/>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smtClean="0">
                          <a:ln>
                            <a:noFill/>
                          </a:ln>
                          <a:effectLst/>
                          <a:latin typeface="Book Antiqua" pitchFamily="18" charset="0"/>
                        </a:rPr>
                        <a:t>Bangladesh</a:t>
                      </a:r>
                      <a:endParaRPr kumimoji="0" lang="en-US" sz="1800" b="0" i="0" u="none" strike="noStrike" cap="none" normalizeH="0" baseline="0" dirty="0" smtClean="0">
                        <a:ln>
                          <a:noFill/>
                        </a:ln>
                        <a:solidFill>
                          <a:schemeClr val="tx1"/>
                        </a:solidFill>
                        <a:effectLst/>
                        <a:latin typeface="Book Antiqua" pitchFamily="18" charset="0"/>
                        <a:ea typeface="Calibri" pitchFamily="34" charset="0"/>
                        <a:cs typeface="Times New Roman" pitchFamily="18" charset="0"/>
                      </a:endParaRPr>
                    </a:p>
                  </a:txBody>
                  <a:tcPr marL="68580" marR="68580" marT="0" marB="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smtClean="0">
                          <a:ln>
                            <a:noFill/>
                          </a:ln>
                          <a:effectLst/>
                          <a:latin typeface="Book Antiqua" pitchFamily="18" charset="0"/>
                        </a:rPr>
                        <a:t>37</a:t>
                      </a:r>
                      <a:endParaRPr kumimoji="0" lang="en-US" sz="1800" b="0" i="0" u="none" strike="noStrike" cap="none" normalizeH="0" baseline="0" dirty="0" smtClean="0">
                        <a:ln>
                          <a:noFill/>
                        </a:ln>
                        <a:solidFill>
                          <a:schemeClr val="tx1"/>
                        </a:solidFill>
                        <a:effectLst/>
                        <a:latin typeface="Book Antiqua" pitchFamily="18" charset="0"/>
                        <a:ea typeface="Calibri" pitchFamily="34" charset="0"/>
                        <a:cs typeface="Times New Roman" pitchFamily="18" charset="0"/>
                      </a:endParaRPr>
                    </a:p>
                  </a:txBody>
                  <a:tcPr marL="68580" marR="68580" marT="0" marB="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Book Antiqua" pitchFamily="18" charset="0"/>
                          <a:ea typeface="+mn-ea"/>
                          <a:cs typeface="+mn-cs"/>
                        </a:rPr>
                        <a:t>5.3</a:t>
                      </a:r>
                      <a:endParaRPr kumimoji="0" lang="en-US" sz="1800" b="0" i="0" u="none" strike="noStrike" cap="none" normalizeH="0" baseline="0" dirty="0" smtClean="0">
                        <a:ln>
                          <a:noFill/>
                        </a:ln>
                        <a:solidFill>
                          <a:schemeClr val="tx1"/>
                        </a:solidFill>
                        <a:effectLst/>
                        <a:latin typeface="Book Antiqua" pitchFamily="18" charset="0"/>
                        <a:ea typeface="Calibri" pitchFamily="34" charset="0"/>
                        <a:cs typeface="Times New Roman" pitchFamily="18" charset="0"/>
                      </a:endParaRPr>
                    </a:p>
                  </a:txBody>
                  <a:tcPr marL="68580" marR="68580" marT="0" marB="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Book Antiqua" pitchFamily="18" charset="0"/>
                          <a:ea typeface="+mn-ea"/>
                          <a:cs typeface="+mn-cs"/>
                        </a:rPr>
                        <a:t>4</a:t>
                      </a:r>
                      <a:endParaRPr kumimoji="0" lang="en-US" sz="1800" b="0" i="0" u="none" strike="noStrike" cap="none" normalizeH="0" baseline="0" dirty="0" smtClean="0">
                        <a:ln>
                          <a:noFill/>
                        </a:ln>
                        <a:solidFill>
                          <a:schemeClr val="tx1"/>
                        </a:solidFill>
                        <a:effectLst/>
                        <a:latin typeface="Book Antiqua" pitchFamily="18" charset="0"/>
                        <a:ea typeface="Calibri" pitchFamily="34" charset="0"/>
                        <a:cs typeface="Times New Roman" pitchFamily="18" charset="0"/>
                      </a:endParaRPr>
                    </a:p>
                  </a:txBody>
                  <a:tcPr marL="68580" marR="68580" marT="0" marB="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Book Antiqua" pitchFamily="18" charset="0"/>
                          <a:ea typeface="Calibri" pitchFamily="34" charset="0"/>
                          <a:cs typeface="Times New Roman" pitchFamily="18" charset="0"/>
                        </a:rPr>
                        <a:t>8</a:t>
                      </a:r>
                    </a:p>
                  </a:txBody>
                  <a:tcPr marL="68580" marR="68580" marT="0" marB="0" horzOverflow="overflow"/>
                </a:tc>
                <a:tc>
                  <a:txBody>
                    <a:bodyPr/>
                    <a:lstStyle/>
                    <a:p>
                      <a:pPr algn="ctr">
                        <a:lnSpc>
                          <a:spcPct val="115000"/>
                        </a:lnSpc>
                        <a:spcAft>
                          <a:spcPts val="1000"/>
                        </a:spcAft>
                        <a:tabLst>
                          <a:tab pos="3780790" algn="l"/>
                        </a:tabLst>
                      </a:pPr>
                      <a:r>
                        <a:rPr lang="en-US" sz="1800" dirty="0">
                          <a:effectLst/>
                        </a:rPr>
                        <a:t>67</a:t>
                      </a:r>
                      <a:endParaRPr lang="en-GB" sz="2400" dirty="0">
                        <a:effectLst/>
                        <a:latin typeface="Calibri"/>
                        <a:ea typeface="Calibri"/>
                        <a:cs typeface="Times New Roman"/>
                      </a:endParaRPr>
                    </a:p>
                  </a:txBody>
                  <a:tcPr marL="0" marR="0" marT="0" marB="0"/>
                </a:tc>
              </a:tr>
            </a:tbl>
          </a:graphicData>
        </a:graphic>
      </p:graphicFrame>
      <p:sp>
        <p:nvSpPr>
          <p:cNvPr id="28675" name="Rectangle 1"/>
          <p:cNvSpPr>
            <a:spLocks noChangeArrowheads="1"/>
          </p:cNvSpPr>
          <p:nvPr/>
        </p:nvSpPr>
        <p:spPr bwMode="auto">
          <a:xfrm>
            <a:off x="6553200" y="4769614"/>
            <a:ext cx="2419350" cy="40011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r" eaLnBrk="1" hangingPunct="1"/>
            <a:r>
              <a:rPr lang="en-US" sz="2000" dirty="0" smtClean="0">
                <a:solidFill>
                  <a:srgbClr val="000000"/>
                </a:solidFill>
                <a:latin typeface="Andalus"/>
                <a:ea typeface="Andalus"/>
                <a:cs typeface="Andalus"/>
              </a:rPr>
              <a:t> World Bank 2018</a:t>
            </a:r>
            <a:endParaRPr lang="en-US" sz="2000" dirty="0">
              <a:solidFill>
                <a:srgbClr val="000000"/>
              </a:solidFill>
              <a:latin typeface="Andalus"/>
              <a:ea typeface="Andalus"/>
              <a:cs typeface="Andalus"/>
            </a:endParaRPr>
          </a:p>
        </p:txBody>
      </p:sp>
      <p:sp>
        <p:nvSpPr>
          <p:cNvPr id="6" name="Rectangle 2"/>
          <p:cNvSpPr>
            <a:spLocks noChangeArrowheads="1"/>
          </p:cNvSpPr>
          <p:nvPr/>
        </p:nvSpPr>
        <p:spPr bwMode="auto">
          <a:xfrm>
            <a:off x="152400" y="28148"/>
            <a:ext cx="8820150" cy="742950"/>
          </a:xfrm>
          <a:prstGeom prst="rect">
            <a:avLst/>
          </a:prstGeom>
          <a:solidFill>
            <a:srgbClr val="0070C0"/>
          </a:solidFill>
          <a:ln w="38100">
            <a:solidFill>
              <a:schemeClr val="accent4">
                <a:lumMod val="40000"/>
                <a:lumOff val="60000"/>
              </a:schemeClr>
            </a:solidFill>
            <a:miter lim="800000"/>
            <a:headEnd/>
            <a:tailEnd/>
          </a:ln>
          <a:extLst/>
        </p:spPr>
        <p:txBody>
          <a:bodyPr/>
          <a:lstStyle/>
          <a:p>
            <a:pPr algn="ctr" eaLnBrk="1" hangingPunct="1">
              <a:defRPr/>
            </a:pPr>
            <a:r>
              <a:rPr lang="en-US" sz="2400" b="1" dirty="0">
                <a:solidFill>
                  <a:schemeClr val="bg1"/>
                </a:solidFill>
                <a:latin typeface="+mj-lt"/>
                <a:cs typeface="Andalus" pitchFamily="18" charset="-78"/>
              </a:rPr>
              <a:t>Comparative data of health facilities of different country of the world </a:t>
            </a:r>
            <a:endParaRPr lang="en-US" sz="2400" dirty="0">
              <a:solidFill>
                <a:schemeClr val="bg1"/>
              </a:solidFill>
              <a:latin typeface="+mj-lt"/>
              <a:cs typeface="Andalus" pitchFamily="18" charset="-78"/>
            </a:endParaRPr>
          </a:p>
        </p:txBody>
      </p:sp>
    </p:spTree>
    <p:extLst>
      <p:ext uri="{BB962C8B-B14F-4D97-AF65-F5344CB8AC3E}">
        <p14:creationId xmlns:p14="http://schemas.microsoft.com/office/powerpoint/2010/main" val="1325358495"/>
      </p:ext>
    </p:extLst>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itle 1"/>
          <p:cNvSpPr>
            <a:spLocks noGrp="1"/>
          </p:cNvSpPr>
          <p:nvPr>
            <p:ph type="title"/>
          </p:nvPr>
        </p:nvSpPr>
        <p:spPr>
          <a:xfrm>
            <a:off x="1524000" y="133350"/>
            <a:ext cx="6477000" cy="1333500"/>
          </a:xfrm>
          <a:solidFill>
            <a:srgbClr val="0070C0"/>
          </a:solidFill>
          <a:ln>
            <a:solidFill>
              <a:schemeClr val="accent3">
                <a:lumMod val="75000"/>
              </a:schemeClr>
            </a:solidFill>
          </a:ln>
          <a:effectLst/>
          <a:scene3d>
            <a:camera prst="orthographicFront">
              <a:rot lat="0" lon="0" rev="0"/>
            </a:camera>
            <a:lightRig rig="contrasting" dir="t">
              <a:rot lat="0" lon="0" rev="7800000"/>
            </a:lightRig>
          </a:scene3d>
          <a:sp3d>
            <a:bevelT w="139700" h="139700"/>
          </a:sp3d>
        </p:spPr>
        <p:style>
          <a:lnRef idx="1">
            <a:schemeClr val="accent5"/>
          </a:lnRef>
          <a:fillRef idx="1003">
            <a:schemeClr val="dk2"/>
          </a:fillRef>
          <a:effectRef idx="2">
            <a:schemeClr val="accent5"/>
          </a:effectRef>
          <a:fontRef idx="minor">
            <a:schemeClr val="lt1"/>
          </a:fontRef>
        </p:style>
        <p:txBody>
          <a:bodyPr/>
          <a:lstStyle/>
          <a:p>
            <a:pPr>
              <a:defRPr/>
            </a:pPr>
            <a:r>
              <a:rPr lang="en-US" dirty="0" err="1" smtClean="0">
                <a:latin typeface="Nikosh" pitchFamily="2" charset="0"/>
                <a:cs typeface="Nikosh" pitchFamily="2" charset="0"/>
              </a:rPr>
              <a:t>চৌগাছা-ঝিনাইদহ</a:t>
            </a:r>
            <a:r>
              <a:rPr lang="en-US" dirty="0" smtClean="0">
                <a:latin typeface="Nikosh" pitchFamily="2" charset="0"/>
                <a:cs typeface="Nikosh" pitchFamily="2" charset="0"/>
              </a:rPr>
              <a:t> </a:t>
            </a:r>
            <a:r>
              <a:rPr lang="en-US" dirty="0" err="1" smtClean="0">
                <a:latin typeface="Nikosh" pitchFamily="2" charset="0"/>
                <a:cs typeface="Nikosh" pitchFamily="2" charset="0"/>
              </a:rPr>
              <a:t>মডেল</a:t>
            </a:r>
            <a:r>
              <a:rPr lang="en-US" dirty="0" smtClean="0">
                <a:latin typeface="Nikosh" pitchFamily="2" charset="0"/>
                <a:cs typeface="Nikosh" pitchFamily="2" charset="0"/>
              </a:rPr>
              <a:t> </a:t>
            </a:r>
            <a:r>
              <a:rPr lang="en-US" dirty="0" err="1" smtClean="0">
                <a:latin typeface="Nikosh" pitchFamily="2" charset="0"/>
                <a:cs typeface="Nikosh" pitchFamily="2" charset="0"/>
              </a:rPr>
              <a:t>এর</a:t>
            </a:r>
            <a:r>
              <a:rPr lang="en-US" dirty="0" smtClean="0">
                <a:latin typeface="Nikosh" pitchFamily="2" charset="0"/>
                <a:cs typeface="Nikosh" pitchFamily="2" charset="0"/>
              </a:rPr>
              <a:t> </a:t>
            </a:r>
            <a:r>
              <a:rPr lang="en-US" dirty="0" err="1" smtClean="0">
                <a:latin typeface="Nikosh" pitchFamily="2" charset="0"/>
                <a:cs typeface="Nikosh" pitchFamily="2" charset="0"/>
              </a:rPr>
              <a:t>পূর্বে</a:t>
            </a:r>
            <a:r>
              <a:rPr lang="en-US" dirty="0" smtClean="0">
                <a:latin typeface="Nikosh" pitchFamily="2" charset="0"/>
                <a:cs typeface="Nikosh" pitchFamily="2" charset="0"/>
              </a:rPr>
              <a:t> </a:t>
            </a:r>
            <a:r>
              <a:rPr lang="en-US" dirty="0" err="1" smtClean="0">
                <a:latin typeface="Nikosh" pitchFamily="2" charset="0"/>
                <a:cs typeface="Nikosh" pitchFamily="2" charset="0"/>
              </a:rPr>
              <a:t>ঝিনাইদহ</a:t>
            </a:r>
            <a:r>
              <a:rPr lang="en-US" dirty="0" smtClean="0">
                <a:latin typeface="Nikosh" pitchFamily="2" charset="0"/>
                <a:cs typeface="Nikosh" pitchFamily="2" charset="0"/>
              </a:rPr>
              <a:t> </a:t>
            </a:r>
            <a:r>
              <a:rPr lang="en-US" dirty="0" err="1" smtClean="0">
                <a:latin typeface="Nikosh" pitchFamily="2" charset="0"/>
                <a:cs typeface="Nikosh" pitchFamily="2" charset="0"/>
              </a:rPr>
              <a:t>সদর</a:t>
            </a:r>
            <a:r>
              <a:rPr lang="en-US" dirty="0" smtClean="0">
                <a:latin typeface="Nikosh" pitchFamily="2" charset="0"/>
                <a:cs typeface="Nikosh" pitchFamily="2" charset="0"/>
              </a:rPr>
              <a:t> </a:t>
            </a:r>
            <a:r>
              <a:rPr lang="en-US" dirty="0" err="1" smtClean="0">
                <a:latin typeface="Nikosh" pitchFamily="2" charset="0"/>
                <a:cs typeface="Nikosh" pitchFamily="2" charset="0"/>
              </a:rPr>
              <a:t>হাসপাতালের</a:t>
            </a:r>
            <a:r>
              <a:rPr lang="en-US" dirty="0" smtClean="0">
                <a:latin typeface="Nikosh" pitchFamily="2" charset="0"/>
                <a:cs typeface="Nikosh" pitchFamily="2" charset="0"/>
              </a:rPr>
              <a:t> </a:t>
            </a:r>
            <a:r>
              <a:rPr lang="en-US" dirty="0" err="1" smtClean="0">
                <a:latin typeface="Nikosh" pitchFamily="2" charset="0"/>
                <a:cs typeface="Nikosh" pitchFamily="2" charset="0"/>
              </a:rPr>
              <a:t>মূল</a:t>
            </a:r>
            <a:r>
              <a:rPr lang="en-US" dirty="0" smtClean="0">
                <a:latin typeface="Nikosh" pitchFamily="2" charset="0"/>
                <a:cs typeface="Nikosh" pitchFamily="2" charset="0"/>
              </a:rPr>
              <a:t> </a:t>
            </a:r>
            <a:r>
              <a:rPr lang="en-US" dirty="0" err="1" smtClean="0">
                <a:latin typeface="Nikosh" pitchFamily="2" charset="0"/>
                <a:cs typeface="Nikosh" pitchFamily="2" charset="0"/>
              </a:rPr>
              <a:t>সমস্যাসমূহ</a:t>
            </a:r>
            <a:r>
              <a:rPr lang="en-US" dirty="0" smtClean="0">
                <a:latin typeface="Nikosh" pitchFamily="2" charset="0"/>
                <a:cs typeface="Nikosh" pitchFamily="2" charset="0"/>
              </a:rPr>
              <a:t> (২০১২) </a:t>
            </a:r>
            <a:r>
              <a:rPr lang="en-US" dirty="0" smtClean="0"/>
              <a:t> </a:t>
            </a:r>
          </a:p>
        </p:txBody>
      </p:sp>
      <p:sp>
        <p:nvSpPr>
          <p:cNvPr id="3" name="Content Placeholder 2"/>
          <p:cNvSpPr>
            <a:spLocks noGrp="1"/>
          </p:cNvSpPr>
          <p:nvPr>
            <p:ph idx="1"/>
          </p:nvPr>
        </p:nvSpPr>
        <p:spPr>
          <a:xfrm>
            <a:off x="609600" y="1581150"/>
            <a:ext cx="8382000" cy="3429000"/>
          </a:xfrm>
          <a:gradFill flip="none" rotWithShape="1">
            <a:gsLst>
              <a:gs pos="0">
                <a:schemeClr val="accent2">
                  <a:lumMod val="75000"/>
                  <a:shade val="30000"/>
                  <a:satMod val="115000"/>
                </a:schemeClr>
              </a:gs>
              <a:gs pos="50000">
                <a:schemeClr val="accent2">
                  <a:lumMod val="75000"/>
                  <a:shade val="67500"/>
                  <a:satMod val="115000"/>
                </a:schemeClr>
              </a:gs>
              <a:gs pos="100000">
                <a:schemeClr val="accent2">
                  <a:lumMod val="75000"/>
                  <a:shade val="100000"/>
                  <a:satMod val="115000"/>
                </a:schemeClr>
              </a:gs>
            </a:gsLst>
            <a:lin ang="0" scaled="1"/>
            <a:tileRect/>
          </a:gradFill>
          <a:ln>
            <a:solidFill>
              <a:schemeClr val="tx2">
                <a:lumMod val="25000"/>
              </a:schemeClr>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p>
            <a:pPr>
              <a:buFont typeface="Wingdings" pitchFamily="2" charset="2"/>
              <a:buChar char="Ø"/>
              <a:defRPr/>
            </a:pPr>
            <a:r>
              <a:rPr lang="en-US" sz="2800" b="1" dirty="0" err="1" smtClean="0">
                <a:solidFill>
                  <a:schemeClr val="tx2"/>
                </a:solidFill>
                <a:latin typeface="Nikosh" pitchFamily="2" charset="0"/>
                <a:cs typeface="Nikosh" pitchFamily="2" charset="0"/>
              </a:rPr>
              <a:t>হাসপাতালের</a:t>
            </a:r>
            <a:r>
              <a:rPr lang="en-US" sz="2800" b="1" dirty="0" smtClean="0">
                <a:solidFill>
                  <a:schemeClr val="tx2"/>
                </a:solidFill>
                <a:latin typeface="Nikosh" pitchFamily="2" charset="0"/>
                <a:cs typeface="Nikosh" pitchFamily="2" charset="0"/>
              </a:rPr>
              <a:t> </a:t>
            </a:r>
            <a:r>
              <a:rPr lang="en-US" sz="2800" b="1" dirty="0" err="1" smtClean="0">
                <a:solidFill>
                  <a:schemeClr val="tx2"/>
                </a:solidFill>
                <a:latin typeface="Nikosh" pitchFamily="2" charset="0"/>
                <a:cs typeface="Nikosh" pitchFamily="2" charset="0"/>
              </a:rPr>
              <a:t>নিরাপত্তাহীনতা</a:t>
            </a:r>
            <a:endParaRPr lang="en-US" sz="2800" b="1" dirty="0" smtClean="0">
              <a:solidFill>
                <a:schemeClr val="tx2"/>
              </a:solidFill>
              <a:latin typeface="Nikosh" pitchFamily="2" charset="0"/>
              <a:cs typeface="Nikosh" pitchFamily="2" charset="0"/>
            </a:endParaRPr>
          </a:p>
          <a:p>
            <a:pPr>
              <a:buFont typeface="Wingdings" pitchFamily="2" charset="2"/>
              <a:buChar char="Ø"/>
              <a:defRPr/>
            </a:pPr>
            <a:r>
              <a:rPr lang="en-US" sz="2800" b="1" dirty="0" err="1" smtClean="0">
                <a:solidFill>
                  <a:schemeClr val="tx2"/>
                </a:solidFill>
                <a:latin typeface="Nikosh" pitchFamily="2" charset="0"/>
                <a:cs typeface="Nikosh" pitchFamily="2" charset="0"/>
              </a:rPr>
              <a:t>কর্মকর্তা-কর্মচারীর</a:t>
            </a:r>
            <a:r>
              <a:rPr lang="en-US" sz="2800" b="1" dirty="0" smtClean="0">
                <a:solidFill>
                  <a:schemeClr val="tx2"/>
                </a:solidFill>
                <a:latin typeface="Nikosh" pitchFamily="2" charset="0"/>
                <a:cs typeface="Nikosh" pitchFamily="2" charset="0"/>
              </a:rPr>
              <a:t> </a:t>
            </a:r>
            <a:r>
              <a:rPr lang="en-US" sz="2800" b="1" dirty="0" err="1" smtClean="0">
                <a:solidFill>
                  <a:schemeClr val="tx2"/>
                </a:solidFill>
                <a:latin typeface="Nikosh" pitchFamily="2" charset="0"/>
                <a:cs typeface="Nikosh" pitchFamily="2" charset="0"/>
              </a:rPr>
              <a:t>অপ্রতুলতা</a:t>
            </a:r>
            <a:endParaRPr lang="en-US" sz="2800" b="1" dirty="0" smtClean="0">
              <a:solidFill>
                <a:schemeClr val="tx2"/>
              </a:solidFill>
              <a:latin typeface="Nikosh" pitchFamily="2" charset="0"/>
              <a:cs typeface="Nikosh" pitchFamily="2" charset="0"/>
            </a:endParaRPr>
          </a:p>
          <a:p>
            <a:pPr>
              <a:buFont typeface="Wingdings" pitchFamily="2" charset="2"/>
              <a:buChar char="Ø"/>
              <a:defRPr/>
            </a:pPr>
            <a:r>
              <a:rPr lang="en-US" sz="2800" b="1" dirty="0" err="1" smtClean="0">
                <a:solidFill>
                  <a:schemeClr val="tx2"/>
                </a:solidFill>
                <a:latin typeface="Nikosh" pitchFamily="2" charset="0"/>
                <a:cs typeface="Nikosh" pitchFamily="2" charset="0"/>
              </a:rPr>
              <a:t>কর্মচারীদের</a:t>
            </a:r>
            <a:r>
              <a:rPr lang="en-US" sz="2800" b="1" dirty="0" smtClean="0">
                <a:solidFill>
                  <a:schemeClr val="tx2"/>
                </a:solidFill>
                <a:latin typeface="Nikosh" pitchFamily="2" charset="0"/>
                <a:cs typeface="Nikosh" pitchFamily="2" charset="0"/>
              </a:rPr>
              <a:t> </a:t>
            </a:r>
            <a:r>
              <a:rPr lang="en-US" sz="2800" b="1" dirty="0" err="1" smtClean="0">
                <a:solidFill>
                  <a:schemeClr val="tx2"/>
                </a:solidFill>
                <a:latin typeface="Nikosh" pitchFamily="2" charset="0"/>
                <a:cs typeface="Nikosh" pitchFamily="2" charset="0"/>
              </a:rPr>
              <a:t>ঘুষ</a:t>
            </a:r>
            <a:r>
              <a:rPr lang="en-US" sz="2800" b="1" dirty="0" smtClean="0">
                <a:solidFill>
                  <a:schemeClr val="tx2"/>
                </a:solidFill>
                <a:latin typeface="Nikosh" pitchFamily="2" charset="0"/>
                <a:cs typeface="Nikosh" pitchFamily="2" charset="0"/>
              </a:rPr>
              <a:t> -</a:t>
            </a:r>
            <a:r>
              <a:rPr lang="en-US" sz="2800" b="1" dirty="0" err="1" smtClean="0">
                <a:solidFill>
                  <a:schemeClr val="tx2"/>
                </a:solidFill>
                <a:latin typeface="Nikosh" pitchFamily="2" charset="0"/>
                <a:cs typeface="Nikosh" pitchFamily="2" charset="0"/>
              </a:rPr>
              <a:t>বকশিস</a:t>
            </a:r>
            <a:r>
              <a:rPr lang="en-US" sz="2800" b="1" dirty="0" smtClean="0">
                <a:solidFill>
                  <a:schemeClr val="tx2"/>
                </a:solidFill>
                <a:latin typeface="Nikosh" pitchFamily="2" charset="0"/>
                <a:cs typeface="Nikosh" pitchFamily="2" charset="0"/>
              </a:rPr>
              <a:t> </a:t>
            </a:r>
            <a:r>
              <a:rPr lang="en-US" sz="2800" b="1" dirty="0" err="1" smtClean="0">
                <a:solidFill>
                  <a:schemeClr val="tx2"/>
                </a:solidFill>
                <a:latin typeface="Nikosh" pitchFamily="2" charset="0"/>
                <a:cs typeface="Nikosh" pitchFamily="2" charset="0"/>
              </a:rPr>
              <a:t>গ্রহণের</a:t>
            </a:r>
            <a:r>
              <a:rPr lang="en-US" sz="2800" b="1" dirty="0" smtClean="0">
                <a:solidFill>
                  <a:schemeClr val="tx2"/>
                </a:solidFill>
                <a:latin typeface="Nikosh" pitchFamily="2" charset="0"/>
                <a:cs typeface="Nikosh" pitchFamily="2" charset="0"/>
              </a:rPr>
              <a:t> </a:t>
            </a:r>
            <a:r>
              <a:rPr lang="en-US" sz="2800" b="1" dirty="0" err="1" smtClean="0">
                <a:solidFill>
                  <a:schemeClr val="tx2"/>
                </a:solidFill>
                <a:latin typeface="Nikosh" pitchFamily="2" charset="0"/>
                <a:cs typeface="Nikosh" pitchFamily="2" charset="0"/>
              </a:rPr>
              <a:t>প্রবণতা</a:t>
            </a:r>
            <a:r>
              <a:rPr lang="en-US" sz="2800" b="1" dirty="0" smtClean="0">
                <a:solidFill>
                  <a:schemeClr val="tx2"/>
                </a:solidFill>
                <a:latin typeface="Nikosh" pitchFamily="2" charset="0"/>
                <a:cs typeface="Nikosh" pitchFamily="2" charset="0"/>
              </a:rPr>
              <a:t> </a:t>
            </a:r>
          </a:p>
          <a:p>
            <a:pPr>
              <a:buFont typeface="Wingdings" pitchFamily="2" charset="2"/>
              <a:buChar char="Ø"/>
              <a:defRPr/>
            </a:pPr>
            <a:r>
              <a:rPr lang="en-US" sz="2800" b="1" dirty="0" err="1" smtClean="0">
                <a:solidFill>
                  <a:schemeClr val="tx2"/>
                </a:solidFill>
                <a:latin typeface="Nikosh" pitchFamily="2" charset="0"/>
                <a:cs typeface="Nikosh" pitchFamily="2" charset="0"/>
              </a:rPr>
              <a:t>বর্জ্য</a:t>
            </a:r>
            <a:r>
              <a:rPr lang="en-US" sz="2800" b="1" dirty="0" smtClean="0">
                <a:solidFill>
                  <a:schemeClr val="tx2"/>
                </a:solidFill>
                <a:latin typeface="Nikosh" pitchFamily="2" charset="0"/>
                <a:cs typeface="Nikosh" pitchFamily="2" charset="0"/>
              </a:rPr>
              <a:t> </a:t>
            </a:r>
            <a:r>
              <a:rPr lang="en-US" sz="2800" b="1" dirty="0" err="1" smtClean="0">
                <a:solidFill>
                  <a:schemeClr val="tx2"/>
                </a:solidFill>
                <a:latin typeface="Nikosh" pitchFamily="2" charset="0"/>
                <a:cs typeface="Nikosh" pitchFamily="2" charset="0"/>
              </a:rPr>
              <a:t>অব্যাবস্থাপনা</a:t>
            </a:r>
            <a:r>
              <a:rPr lang="en-US" sz="2800" b="1" dirty="0" smtClean="0">
                <a:solidFill>
                  <a:schemeClr val="tx2"/>
                </a:solidFill>
                <a:latin typeface="Nikosh" pitchFamily="2" charset="0"/>
                <a:cs typeface="Nikosh" pitchFamily="2" charset="0"/>
              </a:rPr>
              <a:t> </a:t>
            </a:r>
          </a:p>
          <a:p>
            <a:pPr>
              <a:buFont typeface="Wingdings" pitchFamily="2" charset="2"/>
              <a:buChar char="Ø"/>
              <a:defRPr/>
            </a:pPr>
            <a:r>
              <a:rPr lang="en-US" sz="2800" b="1" dirty="0" err="1" smtClean="0">
                <a:solidFill>
                  <a:schemeClr val="tx2"/>
                </a:solidFill>
                <a:latin typeface="Nikosh" pitchFamily="2" charset="0"/>
                <a:cs typeface="Nikosh" pitchFamily="2" charset="0"/>
              </a:rPr>
              <a:t>অনিয়মিত</a:t>
            </a:r>
            <a:r>
              <a:rPr lang="en-US" sz="2800" b="1" dirty="0" smtClean="0">
                <a:solidFill>
                  <a:schemeClr val="tx2"/>
                </a:solidFill>
                <a:latin typeface="Nikosh" pitchFamily="2" charset="0"/>
                <a:cs typeface="Nikosh" pitchFamily="2" charset="0"/>
              </a:rPr>
              <a:t> </a:t>
            </a:r>
            <a:r>
              <a:rPr lang="en-US" sz="2800" b="1" dirty="0" err="1" smtClean="0">
                <a:solidFill>
                  <a:schemeClr val="tx2"/>
                </a:solidFill>
                <a:latin typeface="Nikosh" pitchFamily="2" charset="0"/>
                <a:cs typeface="Nikosh" pitchFamily="2" charset="0"/>
              </a:rPr>
              <a:t>মনিটরিং</a:t>
            </a:r>
            <a:r>
              <a:rPr lang="en-US" sz="2800" b="1" dirty="0" smtClean="0">
                <a:solidFill>
                  <a:schemeClr val="tx2"/>
                </a:solidFill>
                <a:latin typeface="Nikosh" pitchFamily="2" charset="0"/>
                <a:cs typeface="Nikosh" pitchFamily="2" charset="0"/>
              </a:rPr>
              <a:t> </a:t>
            </a:r>
            <a:r>
              <a:rPr lang="en-US" sz="2800" b="1" dirty="0" err="1" smtClean="0">
                <a:solidFill>
                  <a:schemeClr val="tx2"/>
                </a:solidFill>
                <a:latin typeface="Nikosh" pitchFamily="2" charset="0"/>
                <a:cs typeface="Nikosh" pitchFamily="2" charset="0"/>
              </a:rPr>
              <a:t>মিটিং</a:t>
            </a:r>
            <a:r>
              <a:rPr lang="en-US" sz="2800" b="1" dirty="0" smtClean="0">
                <a:solidFill>
                  <a:schemeClr val="tx2"/>
                </a:solidFill>
                <a:latin typeface="Nikosh" pitchFamily="2" charset="0"/>
                <a:cs typeface="Nikosh" pitchFamily="2" charset="0"/>
              </a:rPr>
              <a:t> </a:t>
            </a:r>
          </a:p>
          <a:p>
            <a:pPr>
              <a:buFont typeface="Wingdings" pitchFamily="2" charset="2"/>
              <a:buChar char="Ø"/>
              <a:defRPr/>
            </a:pPr>
            <a:r>
              <a:rPr lang="en-US" sz="2800" b="1" dirty="0" err="1" smtClean="0">
                <a:solidFill>
                  <a:schemeClr val="tx2"/>
                </a:solidFill>
                <a:latin typeface="Nikosh" pitchFamily="2" charset="0"/>
                <a:cs typeface="Nikosh" pitchFamily="2" charset="0"/>
              </a:rPr>
              <a:t>সার্বিক</a:t>
            </a:r>
            <a:r>
              <a:rPr lang="en-US" sz="2800" b="1" dirty="0" smtClean="0">
                <a:solidFill>
                  <a:schemeClr val="tx2"/>
                </a:solidFill>
                <a:latin typeface="Nikosh" pitchFamily="2" charset="0"/>
                <a:cs typeface="Nikosh" pitchFamily="2" charset="0"/>
              </a:rPr>
              <a:t> </a:t>
            </a:r>
            <a:r>
              <a:rPr lang="en-US" sz="2800" b="1" dirty="0" err="1" smtClean="0">
                <a:solidFill>
                  <a:schemeClr val="tx2"/>
                </a:solidFill>
                <a:latin typeface="Nikosh" pitchFamily="2" charset="0"/>
                <a:cs typeface="Nikosh" pitchFamily="2" charset="0"/>
              </a:rPr>
              <a:t>দুর্বল</a:t>
            </a:r>
            <a:r>
              <a:rPr lang="en-US" sz="2800" b="1" dirty="0" smtClean="0">
                <a:solidFill>
                  <a:schemeClr val="tx2"/>
                </a:solidFill>
                <a:latin typeface="Nikosh" pitchFamily="2" charset="0"/>
                <a:cs typeface="Nikosh" pitchFamily="2" charset="0"/>
              </a:rPr>
              <a:t> </a:t>
            </a:r>
            <a:r>
              <a:rPr lang="en-US" sz="2800" b="1" dirty="0" err="1" smtClean="0">
                <a:solidFill>
                  <a:schemeClr val="tx2"/>
                </a:solidFill>
                <a:latin typeface="Nikosh" pitchFamily="2" charset="0"/>
                <a:cs typeface="Nikosh" pitchFamily="2" charset="0"/>
              </a:rPr>
              <a:t>পারফর্মেন্স</a:t>
            </a:r>
            <a:r>
              <a:rPr lang="en-US" sz="2800" b="1" dirty="0" smtClean="0">
                <a:solidFill>
                  <a:schemeClr val="tx2"/>
                </a:solidFill>
                <a:latin typeface="Nikosh" pitchFamily="2" charset="0"/>
                <a:cs typeface="Nikosh" pitchFamily="2" charset="0"/>
              </a:rPr>
              <a:t> </a:t>
            </a:r>
            <a:r>
              <a:rPr lang="en-US" sz="2800" b="1" dirty="0" err="1" smtClean="0">
                <a:solidFill>
                  <a:schemeClr val="tx2"/>
                </a:solidFill>
                <a:latin typeface="Nikosh" pitchFamily="2" charset="0"/>
                <a:cs typeface="Nikosh" pitchFamily="2" charset="0"/>
              </a:rPr>
              <a:t>ইত্যাদি</a:t>
            </a:r>
            <a:r>
              <a:rPr lang="en-US" sz="2800" b="1" dirty="0" smtClean="0">
                <a:solidFill>
                  <a:schemeClr val="tx2"/>
                </a:solidFill>
                <a:latin typeface="Nikosh" pitchFamily="2" charset="0"/>
                <a:cs typeface="Nikosh" pitchFamily="2" charset="0"/>
              </a:rPr>
              <a:t> </a:t>
            </a:r>
          </a:p>
          <a:p>
            <a:pPr>
              <a:defRPr/>
            </a:pPr>
            <a:endParaRPr lang="en-US" sz="1000" b="1" dirty="0">
              <a:latin typeface="Nikosh" pitchFamily="2" charset="0"/>
              <a:cs typeface="Nikosh" pitchFamily="2" charset="0"/>
            </a:endParaRPr>
          </a:p>
          <a:p>
            <a:pPr>
              <a:defRPr/>
            </a:pPr>
            <a:endParaRPr lang="en-US" sz="1200" b="1" dirty="0" smtClean="0"/>
          </a:p>
          <a:p>
            <a:pPr>
              <a:defRPr/>
            </a:pPr>
            <a:endParaRPr lang="en-US" sz="1800" b="1" dirty="0"/>
          </a:p>
          <a:p>
            <a:pPr>
              <a:defRPr/>
            </a:pPr>
            <a:endParaRPr lang="en-US" sz="1800" b="1" dirty="0" smtClean="0"/>
          </a:p>
          <a:p>
            <a:pPr>
              <a:defRPr/>
            </a:pPr>
            <a:endParaRPr lang="en-US" sz="1800" b="1" dirty="0"/>
          </a:p>
          <a:p>
            <a:pPr>
              <a:defRPr/>
            </a:pPr>
            <a:endParaRPr lang="en-US" sz="1800" b="1" dirty="0" smtClean="0"/>
          </a:p>
          <a:p>
            <a:pPr>
              <a:defRPr/>
            </a:pPr>
            <a:endParaRPr lang="en-US" sz="1800" b="1" dirty="0"/>
          </a:p>
          <a:p>
            <a:pPr>
              <a:defRPr/>
            </a:pPr>
            <a:endParaRPr lang="en-US" sz="1800" b="1" dirty="0" smtClean="0"/>
          </a:p>
          <a:p>
            <a:pPr>
              <a:defRPr/>
            </a:pPr>
            <a:endParaRPr lang="en-US" sz="1800" b="1" dirty="0"/>
          </a:p>
          <a:p>
            <a:pPr>
              <a:defRPr/>
            </a:pPr>
            <a:endParaRPr lang="en-US" sz="1800" b="1" dirty="0" smtClean="0"/>
          </a:p>
          <a:p>
            <a:pPr>
              <a:defRPr/>
            </a:pPr>
            <a:endParaRPr lang="en-US" sz="1800" b="1" dirty="0"/>
          </a:p>
          <a:p>
            <a:pPr>
              <a:defRPr/>
            </a:pPr>
            <a:endParaRPr lang="en-US" sz="1800" b="1" dirty="0" smtClean="0"/>
          </a:p>
          <a:p>
            <a:pPr>
              <a:defRPr/>
            </a:pPr>
            <a:endParaRPr lang="en-US" sz="1800" b="1" dirty="0"/>
          </a:p>
          <a:p>
            <a:pPr>
              <a:defRPr/>
            </a:pPr>
            <a:endParaRPr lang="en-US" sz="1800" b="1" dirty="0" smtClean="0"/>
          </a:p>
          <a:p>
            <a:pPr>
              <a:defRPr/>
            </a:pPr>
            <a:endParaRPr lang="en-US" sz="1800" b="1" dirty="0" smtClean="0"/>
          </a:p>
          <a:p>
            <a:pPr>
              <a:defRPr/>
            </a:pPr>
            <a:endParaRPr lang="en-US" sz="1800" b="1" dirty="0" smtClean="0"/>
          </a:p>
          <a:p>
            <a:pPr marL="0" indent="0">
              <a:buFont typeface="Arial" charset="0"/>
              <a:buNone/>
              <a:defRPr/>
            </a:pPr>
            <a:r>
              <a:rPr lang="en-US" sz="1800" dirty="0" smtClean="0"/>
              <a:t>	</a:t>
            </a:r>
            <a:endParaRPr lang="en-US" sz="1800" b="1" dirty="0" smtClean="0"/>
          </a:p>
          <a:p>
            <a:pPr marL="0" indent="0">
              <a:buFont typeface="Arial" charset="0"/>
              <a:buNone/>
              <a:defRPr/>
            </a:pPr>
            <a:r>
              <a:rPr lang="en-US" sz="1800" dirty="0"/>
              <a:t> </a:t>
            </a:r>
            <a:endParaRPr lang="en-US" sz="1800" dirty="0" smtClean="0"/>
          </a:p>
        </p:txBody>
      </p:sp>
    </p:spTree>
    <p:extLst>
      <p:ext uri="{BB962C8B-B14F-4D97-AF65-F5344CB8AC3E}">
        <p14:creationId xmlns:p14="http://schemas.microsoft.com/office/powerpoint/2010/main" val="117611743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wipe(down)">
                                      <p:cBhvr>
                                        <p:cTn id="7" dur="500"/>
                                        <p:tgtEl>
                                          <p:spTgt spid="3">
                                            <p:bg/>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ipe(down)">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wipe(down)">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wipe(down)">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wipe(down)">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wipe(down)">
                                      <p:cBhvr>
                                        <p:cTn id="32" dur="5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wipe(down)">
                                      <p:cBhvr>
                                        <p:cTn id="37" dur="500"/>
                                        <p:tgtEl>
                                          <p:spTgt spid="3">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3">
                                            <p:txEl>
                                              <p:pRg st="22" end="22"/>
                                            </p:txEl>
                                          </p:spTgt>
                                        </p:tgtEl>
                                        <p:attrNameLst>
                                          <p:attrName>style.visibility</p:attrName>
                                        </p:attrNameLst>
                                      </p:cBhvr>
                                      <p:to>
                                        <p:strVal val="visible"/>
                                      </p:to>
                                    </p:set>
                                    <p:animEffect transition="in" filter="wipe(down)">
                                      <p:cBhvr>
                                        <p:cTn id="42" dur="500"/>
                                        <p:tgtEl>
                                          <p:spTgt spid="3">
                                            <p:txEl>
                                              <p:pRg st="22" end="22"/>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3">
                                            <p:txEl>
                                              <p:pRg st="23" end="23"/>
                                            </p:txEl>
                                          </p:spTgt>
                                        </p:tgtEl>
                                        <p:attrNameLst>
                                          <p:attrName>style.visibility</p:attrName>
                                        </p:attrNameLst>
                                      </p:cBhvr>
                                      <p:to>
                                        <p:strVal val="visible"/>
                                      </p:to>
                                    </p:set>
                                    <p:animEffect transition="in" filter="wipe(down)">
                                      <p:cBhvr>
                                        <p:cTn id="47" dur="500"/>
                                        <p:tgtEl>
                                          <p:spTgt spid="3">
                                            <p:txEl>
                                              <p:pRg st="23" end="2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a:xfrm>
            <a:off x="0" y="0"/>
            <a:ext cx="9144000" cy="571500"/>
          </a:xfrm>
          <a:prstGeom prst="rect">
            <a:avLst/>
          </a:prstGeom>
        </p:spPr>
        <p:style>
          <a:lnRef idx="1">
            <a:schemeClr val="accent5"/>
          </a:lnRef>
          <a:fillRef idx="3">
            <a:schemeClr val="accent5"/>
          </a:fillRef>
          <a:effectRef idx="2">
            <a:schemeClr val="accent5"/>
          </a:effectRef>
          <a:fontRef idx="minor">
            <a:schemeClr val="lt1"/>
          </a:fontRef>
        </p:style>
        <p:txBody>
          <a:bodyPr anchor="ctr"/>
          <a:lstStyle/>
          <a:p>
            <a:pPr algn="ctr">
              <a:defRPr/>
            </a:pPr>
            <a:r>
              <a:rPr lang="en-US" sz="3200" b="1" dirty="0">
                <a:solidFill>
                  <a:schemeClr val="tx1"/>
                </a:solidFill>
                <a:latin typeface="Arial" charset="0"/>
                <a:cs typeface="Arial" charset="0"/>
              </a:rPr>
              <a:t>Community Support System in Sadar Hospital</a:t>
            </a:r>
          </a:p>
        </p:txBody>
      </p:sp>
      <p:sp>
        <p:nvSpPr>
          <p:cNvPr id="20" name="Rectangle 31"/>
          <p:cNvSpPr txBox="1">
            <a:spLocks noChangeArrowheads="1"/>
          </p:cNvSpPr>
          <p:nvPr/>
        </p:nvSpPr>
        <p:spPr bwMode="auto">
          <a:xfrm>
            <a:off x="0" y="585789"/>
            <a:ext cx="8991600" cy="4424363"/>
          </a:xfrm>
          <a:prstGeom prst="rect">
            <a:avLst/>
          </a:prstGeom>
          <a:solidFill>
            <a:schemeClr val="accent1">
              <a:lumMod val="20000"/>
              <a:lumOff val="80000"/>
            </a:schemeClr>
          </a:solidFill>
          <a:ln w="38100">
            <a:solidFill>
              <a:schemeClr val="tx2">
                <a:lumMod val="60000"/>
                <a:lumOff val="40000"/>
              </a:schemeClr>
            </a:solidFill>
            <a:miter lim="800000"/>
            <a:headEnd/>
            <a:tailEnd/>
          </a:ln>
        </p:spPr>
        <p:txBody>
          <a:bodyPr/>
          <a:lstStyle>
            <a:lvl1pPr marL="90488">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marL="457200" indent="-457200" algn="just">
              <a:buFontTx/>
              <a:buAutoNum type="arabicPeriod"/>
              <a:defRPr/>
            </a:pPr>
            <a:r>
              <a:rPr lang="en-US" sz="1800" dirty="0">
                <a:solidFill>
                  <a:prstClr val="black"/>
                </a:solidFill>
                <a:latin typeface="Calibri" pitchFamily="34" charset="0"/>
                <a:cs typeface="Calibri" pitchFamily="34" charset="0"/>
              </a:rPr>
              <a:t> </a:t>
            </a:r>
            <a:r>
              <a:rPr lang="en-US" sz="2000" dirty="0" smtClean="0">
                <a:solidFill>
                  <a:prstClr val="black"/>
                </a:solidFill>
                <a:latin typeface="Calibri" pitchFamily="34" charset="0"/>
                <a:cs typeface="Calibri" pitchFamily="34" charset="0"/>
              </a:rPr>
              <a:t>53  </a:t>
            </a:r>
            <a:r>
              <a:rPr lang="en-US" sz="2000" dirty="0">
                <a:solidFill>
                  <a:prstClr val="black"/>
                </a:solidFill>
                <a:latin typeface="Calibri" pitchFamily="34" charset="0"/>
                <a:cs typeface="Calibri" pitchFamily="34" charset="0"/>
              </a:rPr>
              <a:t>manpower (Cleaner 20, Ayah &amp; ward boy </a:t>
            </a:r>
            <a:r>
              <a:rPr lang="en-US" sz="2000" dirty="0" smtClean="0">
                <a:solidFill>
                  <a:prstClr val="black"/>
                </a:solidFill>
                <a:latin typeface="Calibri" pitchFamily="34" charset="0"/>
                <a:cs typeface="Calibri" pitchFamily="34" charset="0"/>
              </a:rPr>
              <a:t>21, </a:t>
            </a:r>
            <a:r>
              <a:rPr lang="en-US" sz="2000" dirty="0">
                <a:solidFill>
                  <a:prstClr val="black"/>
                </a:solidFill>
                <a:latin typeface="Calibri" pitchFamily="34" charset="0"/>
                <a:cs typeface="Calibri" pitchFamily="34" charset="0"/>
              </a:rPr>
              <a:t>Guard 6, Volunteer </a:t>
            </a:r>
            <a:r>
              <a:rPr lang="en-US" sz="2000" dirty="0" smtClean="0">
                <a:solidFill>
                  <a:prstClr val="black"/>
                </a:solidFill>
                <a:latin typeface="Calibri" pitchFamily="34" charset="0"/>
                <a:cs typeface="Calibri" pitchFamily="34" charset="0"/>
              </a:rPr>
              <a:t>3, </a:t>
            </a:r>
            <a:r>
              <a:rPr lang="en-US" sz="2000" dirty="0">
                <a:solidFill>
                  <a:prstClr val="black"/>
                </a:solidFill>
                <a:latin typeface="Calibri" pitchFamily="34" charset="0"/>
                <a:cs typeface="Calibri" pitchFamily="34" charset="0"/>
              </a:rPr>
              <a:t>Trolley man 3 ) </a:t>
            </a:r>
            <a:r>
              <a:rPr lang="en-US" sz="2000" dirty="0" smtClean="0">
                <a:solidFill>
                  <a:prstClr val="black"/>
                </a:solidFill>
                <a:latin typeface="Calibri" pitchFamily="34" charset="0"/>
                <a:cs typeface="Calibri" pitchFamily="34" charset="0"/>
              </a:rPr>
              <a:t>is supported </a:t>
            </a:r>
            <a:r>
              <a:rPr lang="en-US" sz="2000" dirty="0">
                <a:solidFill>
                  <a:prstClr val="black"/>
                </a:solidFill>
                <a:latin typeface="Calibri" pitchFamily="34" charset="0"/>
                <a:cs typeface="Calibri" pitchFamily="34" charset="0"/>
              </a:rPr>
              <a:t>by the community.</a:t>
            </a:r>
          </a:p>
          <a:p>
            <a:pPr marL="457200" indent="-457200" algn="just">
              <a:buFontTx/>
              <a:buAutoNum type="arabicPeriod"/>
              <a:defRPr/>
            </a:pPr>
            <a:r>
              <a:rPr lang="en-US" sz="2000" dirty="0">
                <a:solidFill>
                  <a:prstClr val="black"/>
                </a:solidFill>
                <a:latin typeface="Calibri" pitchFamily="34" charset="0"/>
                <a:cs typeface="Calibri" pitchFamily="34" charset="0"/>
              </a:rPr>
              <a:t> MP of Jhenaidah-2 donated 14 manpower </a:t>
            </a:r>
            <a:r>
              <a:rPr lang="en-US" sz="2000" dirty="0" smtClean="0">
                <a:solidFill>
                  <a:prstClr val="black"/>
                </a:solidFill>
                <a:latin typeface="Calibri" pitchFamily="34" charset="0"/>
                <a:cs typeface="Calibri" pitchFamily="34" charset="0"/>
              </a:rPr>
              <a:t>support.</a:t>
            </a:r>
            <a:endParaRPr lang="en-US" sz="2000" dirty="0">
              <a:solidFill>
                <a:prstClr val="black"/>
              </a:solidFill>
              <a:latin typeface="Calibri" pitchFamily="34" charset="0"/>
              <a:cs typeface="Calibri" pitchFamily="34" charset="0"/>
            </a:endParaRPr>
          </a:p>
          <a:p>
            <a:pPr marL="457200" indent="-457200" algn="just">
              <a:buFontTx/>
              <a:buAutoNum type="arabicPeriod"/>
              <a:defRPr/>
            </a:pPr>
            <a:r>
              <a:rPr lang="en-US" sz="2000" dirty="0" smtClean="0">
                <a:solidFill>
                  <a:prstClr val="black"/>
                </a:solidFill>
                <a:latin typeface="Calibri" pitchFamily="34" charset="0"/>
                <a:cs typeface="Calibri" pitchFamily="34" charset="0"/>
              </a:rPr>
              <a:t>Chairman of </a:t>
            </a:r>
            <a:r>
              <a:rPr lang="en-US" sz="2000" dirty="0" err="1" smtClean="0">
                <a:solidFill>
                  <a:prstClr val="black"/>
                </a:solidFill>
                <a:latin typeface="Calibri" pitchFamily="34" charset="0"/>
                <a:cs typeface="Calibri" pitchFamily="34" charset="0"/>
              </a:rPr>
              <a:t>Zahedee</a:t>
            </a:r>
            <a:r>
              <a:rPr lang="en-US" sz="2000" dirty="0" smtClean="0">
                <a:solidFill>
                  <a:prstClr val="black"/>
                </a:solidFill>
                <a:latin typeface="Calibri" pitchFamily="34" charset="0"/>
                <a:cs typeface="Calibri" pitchFamily="34" charset="0"/>
              </a:rPr>
              <a:t> foundation supports 12 manpower and an intercom with a cost of nearly two lac taka. </a:t>
            </a:r>
          </a:p>
          <a:p>
            <a:pPr marL="457200" indent="-457200" algn="just">
              <a:buFontTx/>
              <a:buAutoNum type="arabicPeriod"/>
              <a:defRPr/>
            </a:pPr>
            <a:r>
              <a:rPr lang="en-US" sz="2000" dirty="0" smtClean="0">
                <a:solidFill>
                  <a:prstClr val="black"/>
                </a:solidFill>
                <a:latin typeface="Calibri" pitchFamily="34" charset="0"/>
                <a:cs typeface="Calibri" pitchFamily="34" charset="0"/>
              </a:rPr>
              <a:t> </a:t>
            </a:r>
            <a:r>
              <a:rPr lang="en-US" sz="2000" dirty="0">
                <a:solidFill>
                  <a:prstClr val="black"/>
                </a:solidFill>
                <a:latin typeface="Calibri" pitchFamily="34" charset="0"/>
                <a:cs typeface="Calibri" pitchFamily="34" charset="0"/>
              </a:rPr>
              <a:t>Mayor of Jhenaidah Paurasava plays an important role in </a:t>
            </a:r>
            <a:r>
              <a:rPr lang="en-US" sz="2000" dirty="0" smtClean="0">
                <a:solidFill>
                  <a:prstClr val="black"/>
                </a:solidFill>
                <a:latin typeface="Calibri" pitchFamily="34" charset="0"/>
                <a:cs typeface="Calibri" pitchFamily="34" charset="0"/>
              </a:rPr>
              <a:t>security , cleanliness</a:t>
            </a:r>
            <a:r>
              <a:rPr lang="en-US" sz="2000" dirty="0">
                <a:solidFill>
                  <a:prstClr val="black"/>
                </a:solidFill>
                <a:latin typeface="Calibri" pitchFamily="34" charset="0"/>
                <a:cs typeface="Calibri" pitchFamily="34" charset="0"/>
              </a:rPr>
              <a:t>, repaired the boundary </a:t>
            </a:r>
            <a:r>
              <a:rPr lang="en-US" sz="2000" dirty="0" smtClean="0">
                <a:solidFill>
                  <a:prstClr val="black"/>
                </a:solidFill>
                <a:latin typeface="Calibri" pitchFamily="34" charset="0"/>
                <a:cs typeface="Calibri" pitchFamily="34" charset="0"/>
              </a:rPr>
              <a:t>wall and </a:t>
            </a:r>
            <a:r>
              <a:rPr lang="en-US" sz="2000" dirty="0">
                <a:solidFill>
                  <a:prstClr val="black"/>
                </a:solidFill>
                <a:latin typeface="Calibri" pitchFamily="34" charset="0"/>
                <a:cs typeface="Calibri" pitchFamily="34" charset="0"/>
              </a:rPr>
              <a:t>supports 5</a:t>
            </a:r>
            <a:r>
              <a:rPr lang="en-US" sz="2000" dirty="0" smtClean="0">
                <a:solidFill>
                  <a:prstClr val="black"/>
                </a:solidFill>
                <a:latin typeface="Calibri" pitchFamily="34" charset="0"/>
                <a:cs typeface="Calibri" pitchFamily="34" charset="0"/>
              </a:rPr>
              <a:t> </a:t>
            </a:r>
            <a:r>
              <a:rPr lang="en-US" sz="2000" dirty="0">
                <a:solidFill>
                  <a:prstClr val="black"/>
                </a:solidFill>
                <a:latin typeface="Calibri" pitchFamily="34" charset="0"/>
                <a:cs typeface="Calibri" pitchFamily="34" charset="0"/>
              </a:rPr>
              <a:t>man </a:t>
            </a:r>
            <a:r>
              <a:rPr lang="en-US" sz="2000" dirty="0" smtClean="0">
                <a:solidFill>
                  <a:prstClr val="black"/>
                </a:solidFill>
                <a:latin typeface="Calibri" pitchFamily="34" charset="0"/>
                <a:cs typeface="Calibri" pitchFamily="34" charset="0"/>
              </a:rPr>
              <a:t>power and renovation of pediatric word and donation of a biochemistry analyzer at a cost of 1,15,000 </a:t>
            </a:r>
            <a:r>
              <a:rPr lang="en-US" sz="2000" dirty="0">
                <a:solidFill>
                  <a:prstClr val="black"/>
                </a:solidFill>
                <a:latin typeface="Calibri" pitchFamily="34" charset="0"/>
                <a:cs typeface="Calibri" pitchFamily="34" charset="0"/>
              </a:rPr>
              <a:t>Taka. </a:t>
            </a:r>
            <a:endParaRPr lang="en-US" sz="2000" dirty="0" smtClean="0">
              <a:solidFill>
                <a:prstClr val="black"/>
              </a:solidFill>
              <a:latin typeface="Calibri" pitchFamily="34" charset="0"/>
              <a:cs typeface="Calibri" pitchFamily="34" charset="0"/>
            </a:endParaRPr>
          </a:p>
          <a:p>
            <a:pPr marL="457200" indent="-457200" algn="just">
              <a:buFontTx/>
              <a:buAutoNum type="arabicPeriod"/>
              <a:defRPr/>
            </a:pPr>
            <a:r>
              <a:rPr lang="en-US" sz="2000" dirty="0" smtClean="0">
                <a:solidFill>
                  <a:prstClr val="black"/>
                </a:solidFill>
                <a:latin typeface="Calibri" pitchFamily="34" charset="0"/>
                <a:cs typeface="Calibri" pitchFamily="34" charset="0"/>
              </a:rPr>
              <a:t> </a:t>
            </a:r>
            <a:r>
              <a:rPr lang="en-US" sz="2000" dirty="0">
                <a:solidFill>
                  <a:prstClr val="black"/>
                </a:solidFill>
                <a:latin typeface="Calibri" pitchFamily="34" charset="0"/>
                <a:cs typeface="Calibri" pitchFamily="34" charset="0"/>
              </a:rPr>
              <a:t>Retired secretary donated a generator for 24 hours OT service    with a cost of nearly 33 thousand taka</a:t>
            </a:r>
            <a:r>
              <a:rPr lang="en-US" sz="2000" dirty="0" smtClean="0">
                <a:solidFill>
                  <a:prstClr val="black"/>
                </a:solidFill>
                <a:latin typeface="Calibri" pitchFamily="34" charset="0"/>
                <a:cs typeface="Calibri" pitchFamily="34" charset="0"/>
              </a:rPr>
              <a:t>.</a:t>
            </a:r>
          </a:p>
          <a:p>
            <a:pPr marL="457200" indent="-457200">
              <a:buFontTx/>
              <a:buAutoNum type="arabicPeriod"/>
              <a:defRPr/>
            </a:pPr>
            <a:r>
              <a:rPr lang="en-US" sz="2000" dirty="0" smtClean="0">
                <a:solidFill>
                  <a:prstClr val="black"/>
                </a:solidFill>
                <a:latin typeface="Calibri" pitchFamily="34" charset="0"/>
                <a:cs typeface="Calibri" pitchFamily="34" charset="0"/>
              </a:rPr>
              <a:t>Former-chairman of </a:t>
            </a:r>
            <a:r>
              <a:rPr lang="en-US" sz="2000" dirty="0" err="1" smtClean="0">
                <a:solidFill>
                  <a:prstClr val="black"/>
                </a:solidFill>
                <a:latin typeface="Calibri" pitchFamily="34" charset="0"/>
                <a:cs typeface="Calibri" pitchFamily="34" charset="0"/>
              </a:rPr>
              <a:t>Jhenidah</a:t>
            </a:r>
            <a:r>
              <a:rPr lang="en-US" sz="2000" dirty="0">
                <a:solidFill>
                  <a:prstClr val="black"/>
                </a:solidFill>
                <a:latin typeface="Calibri" pitchFamily="34" charset="0"/>
                <a:cs typeface="Calibri" pitchFamily="34" charset="0"/>
              </a:rPr>
              <a:t> </a:t>
            </a:r>
            <a:r>
              <a:rPr lang="en-US" sz="2000" dirty="0" err="1" smtClean="0">
                <a:solidFill>
                  <a:prstClr val="black"/>
                </a:solidFill>
                <a:latin typeface="Calibri" pitchFamily="34" charset="0"/>
                <a:cs typeface="Calibri" pitchFamily="34" charset="0"/>
              </a:rPr>
              <a:t>Pourosova</a:t>
            </a:r>
            <a:r>
              <a:rPr lang="en-US" sz="2000" dirty="0" smtClean="0">
                <a:solidFill>
                  <a:prstClr val="black"/>
                </a:solidFill>
                <a:latin typeface="Calibri" pitchFamily="34" charset="0"/>
                <a:cs typeface="Calibri" pitchFamily="34" charset="0"/>
              </a:rPr>
              <a:t> supports 2 manpower</a:t>
            </a:r>
            <a:endParaRPr lang="en-US" sz="2000" dirty="0">
              <a:solidFill>
                <a:prstClr val="black"/>
              </a:solidFill>
              <a:latin typeface="Calibri" pitchFamily="34" charset="0"/>
              <a:cs typeface="Calibri" pitchFamily="34" charset="0"/>
            </a:endParaRPr>
          </a:p>
          <a:p>
            <a:pPr marL="457200" indent="-457200" algn="just">
              <a:buFontTx/>
              <a:buAutoNum type="arabicPeriod"/>
              <a:defRPr/>
            </a:pPr>
            <a:r>
              <a:rPr lang="en-US" sz="2000" dirty="0" smtClean="0">
                <a:solidFill>
                  <a:prstClr val="black"/>
                </a:solidFill>
                <a:latin typeface="Calibri" pitchFamily="34" charset="0"/>
                <a:cs typeface="Calibri" pitchFamily="34" charset="0"/>
              </a:rPr>
              <a:t>Doctors of the hospital and </a:t>
            </a:r>
            <a:r>
              <a:rPr lang="en-US" sz="2000" dirty="0" err="1" smtClean="0">
                <a:solidFill>
                  <a:prstClr val="black"/>
                </a:solidFill>
                <a:latin typeface="Calibri" pitchFamily="34" charset="0"/>
                <a:cs typeface="Calibri" pitchFamily="34" charset="0"/>
              </a:rPr>
              <a:t>Jhenaidah</a:t>
            </a:r>
            <a:r>
              <a:rPr lang="en-US" sz="2000" dirty="0" smtClean="0">
                <a:solidFill>
                  <a:prstClr val="black"/>
                </a:solidFill>
                <a:latin typeface="Calibri" pitchFamily="34" charset="0"/>
                <a:cs typeface="Calibri" pitchFamily="34" charset="0"/>
              </a:rPr>
              <a:t> town supports 17 man power.</a:t>
            </a:r>
          </a:p>
          <a:p>
            <a:pPr marL="457200" indent="-457200" algn="just">
              <a:defRPr/>
            </a:pPr>
            <a:r>
              <a:rPr lang="en-US" sz="2000" b="1" dirty="0" smtClean="0">
                <a:solidFill>
                  <a:prstClr val="black"/>
                </a:solidFill>
                <a:effectLst>
                  <a:outerShdw blurRad="38100" dist="38100" dir="2700000" algn="tl">
                    <a:srgbClr val="000000">
                      <a:alpha val="43137"/>
                    </a:srgbClr>
                  </a:outerShdw>
                </a:effectLst>
                <a:latin typeface="Calibri" pitchFamily="34" charset="0"/>
                <a:cs typeface="Calibri" pitchFamily="34" charset="0"/>
              </a:rPr>
              <a:t>                                                                  - Dr. </a:t>
            </a:r>
            <a:r>
              <a:rPr lang="en-US" sz="2000" b="1" dirty="0" err="1" smtClean="0">
                <a:solidFill>
                  <a:prstClr val="black"/>
                </a:solidFill>
                <a:effectLst>
                  <a:outerShdw blurRad="38100" dist="38100" dir="2700000" algn="tl">
                    <a:srgbClr val="000000">
                      <a:alpha val="43137"/>
                    </a:srgbClr>
                  </a:outerShdw>
                </a:effectLst>
                <a:latin typeface="Calibri" pitchFamily="34" charset="0"/>
                <a:cs typeface="Calibri" pitchFamily="34" charset="0"/>
              </a:rPr>
              <a:t>Emdad</a:t>
            </a:r>
            <a:endParaRPr lang="en-US" sz="2000" b="1" dirty="0" smtClean="0">
              <a:solidFill>
                <a:srgbClr val="1F497D">
                  <a:lumMod val="75000"/>
                </a:srgbClr>
              </a:solidFill>
              <a:effectLst>
                <a:outerShdw blurRad="38100" dist="38100" dir="2700000" algn="tl">
                  <a:srgbClr val="000000">
                    <a:alpha val="43137"/>
                  </a:srgbClr>
                </a:outerShdw>
              </a:effectLst>
            </a:endParaRPr>
          </a:p>
          <a:p>
            <a:pPr marL="0" algn="just">
              <a:defRPr/>
            </a:pPr>
            <a:endParaRPr lang="en-US" sz="2600" dirty="0" smtClean="0">
              <a:solidFill>
                <a:srgbClr val="1F497D">
                  <a:lumMod val="75000"/>
                </a:srgbClr>
              </a:solidFill>
            </a:endParaRPr>
          </a:p>
          <a:p>
            <a:pPr marL="0" algn="just">
              <a:defRPr/>
            </a:pPr>
            <a:endParaRPr lang="en-US" sz="2600" dirty="0" smtClean="0">
              <a:solidFill>
                <a:srgbClr val="1F497D">
                  <a:lumMod val="75000"/>
                </a:srgbClr>
              </a:solidFill>
            </a:endParaRPr>
          </a:p>
        </p:txBody>
      </p:sp>
    </p:spTree>
    <p:extLst>
      <p:ext uri="{BB962C8B-B14F-4D97-AF65-F5344CB8AC3E}">
        <p14:creationId xmlns:p14="http://schemas.microsoft.com/office/powerpoint/2010/main" val="476838665"/>
      </p:ext>
    </p:extLst>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 name="Content Placeholder 4" descr="Picture5s.png"/>
          <p:cNvPicPr>
            <a:picLocks noGrp="1" noChangeAspect="1"/>
          </p:cNvPicPr>
          <p:nvPr>
            <p:ph idx="1"/>
          </p:nvPr>
        </p:nvPicPr>
        <p:blipFill>
          <a:blip r:embed="rId2"/>
          <a:stretch>
            <a:fillRect/>
          </a:stretch>
        </p:blipFill>
        <p:spPr>
          <a:xfrm>
            <a:off x="3886200" y="27738"/>
            <a:ext cx="5029199" cy="4637926"/>
          </a:xfrm>
        </p:spPr>
      </p:pic>
      <p:sp>
        <p:nvSpPr>
          <p:cNvPr id="4" name="Slide Number Placeholder 3"/>
          <p:cNvSpPr>
            <a:spLocks noGrp="1"/>
          </p:cNvSpPr>
          <p:nvPr>
            <p:ph type="sldNum" sz="quarter" idx="12"/>
          </p:nvPr>
        </p:nvSpPr>
        <p:spPr/>
        <p:txBody>
          <a:bodyPr/>
          <a:lstStyle/>
          <a:p>
            <a:fld id="{1C0DB9A4-7C00-41BB-B303-4E91C20728DD}" type="slidenum">
              <a:rPr lang="en-US" smtClean="0"/>
              <a:pPr/>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a:solidFill>
            <a:schemeClr val="accent1"/>
          </a:solidFill>
        </p:spPr>
        <p:txBody>
          <a:bodyPr rtlCol="0">
            <a:normAutofit fontScale="90000"/>
          </a:bodyPr>
          <a:lstStyle/>
          <a:p>
            <a:pPr eaLnBrk="1" fontAlgn="auto" hangingPunct="1">
              <a:spcAft>
                <a:spcPts val="0"/>
              </a:spcAft>
              <a:defRPr/>
            </a:pPr>
            <a:r>
              <a:rPr lang="en-US" sz="4000" b="1" dirty="0" smtClean="0">
                <a:solidFill>
                  <a:schemeClr val="accent6">
                    <a:lumMod val="20000"/>
                    <a:lumOff val="80000"/>
                  </a:schemeClr>
                </a:solidFill>
              </a:rPr>
              <a:t>Upazila Health  Complex</a:t>
            </a:r>
            <a:br>
              <a:rPr lang="en-US" sz="4000" b="1" dirty="0" smtClean="0">
                <a:solidFill>
                  <a:schemeClr val="accent6">
                    <a:lumMod val="20000"/>
                    <a:lumOff val="80000"/>
                  </a:schemeClr>
                </a:solidFill>
              </a:rPr>
            </a:br>
            <a:r>
              <a:rPr lang="en-US" sz="2800" b="1" dirty="0" smtClean="0">
                <a:solidFill>
                  <a:schemeClr val="accent6">
                    <a:lumMod val="20000"/>
                    <a:lumOff val="80000"/>
                  </a:schemeClr>
                </a:solidFill>
              </a:rPr>
              <a:t>CHOWGACHA , JESSORE.</a:t>
            </a:r>
          </a:p>
        </p:txBody>
      </p:sp>
      <p:sp>
        <p:nvSpPr>
          <p:cNvPr id="31747" name="Rectangle 3"/>
          <p:cNvSpPr>
            <a:spLocks noGrp="1" noChangeArrowheads="1"/>
          </p:cNvSpPr>
          <p:nvPr>
            <p:ph type="body" sz="half" idx="1"/>
          </p:nvPr>
        </p:nvSpPr>
        <p:spPr/>
        <p:txBody>
          <a:bodyPr/>
          <a:lstStyle/>
          <a:p>
            <a:pPr algn="ctr" eaLnBrk="1" hangingPunct="1">
              <a:buFontTx/>
              <a:buNone/>
            </a:pPr>
            <a:endParaRPr lang="en-US" sz="2800" dirty="0" smtClean="0"/>
          </a:p>
          <a:p>
            <a:pPr algn="ctr" eaLnBrk="1" hangingPunct="1">
              <a:buFontTx/>
              <a:buNone/>
            </a:pPr>
            <a:endParaRPr lang="en-US" sz="2800" dirty="0" smtClean="0"/>
          </a:p>
        </p:txBody>
      </p:sp>
      <p:graphicFrame>
        <p:nvGraphicFramePr>
          <p:cNvPr id="31748" name="Object 29"/>
          <p:cNvGraphicFramePr>
            <a:graphicFrameLocks noGrp="1" noChangeAspect="1"/>
          </p:cNvGraphicFramePr>
          <p:nvPr>
            <p:ph sz="half" idx="2"/>
          </p:nvPr>
        </p:nvGraphicFramePr>
        <p:xfrm>
          <a:off x="1876425" y="1658938"/>
          <a:ext cx="5770563" cy="3286125"/>
        </p:xfrm>
        <a:graphic>
          <a:graphicData uri="http://schemas.openxmlformats.org/presentationml/2006/ole">
            <mc:AlternateContent xmlns:mc="http://schemas.openxmlformats.org/markup-compatibility/2006">
              <mc:Choice xmlns:v="urn:schemas-microsoft-com:vml" Requires="v">
                <p:oleObj spid="_x0000_s1035" name="Chart" r:id="rId5" imgW="4667402" imgH="2657551" progId="Excel.Sheet.8">
                  <p:embed/>
                </p:oleObj>
              </mc:Choice>
              <mc:Fallback>
                <p:oleObj name="Chart" r:id="rId5" imgW="4667402" imgH="2657551" progId="Excel.Sheet.8">
                  <p:embed/>
                  <p:pic>
                    <p:nvPicPr>
                      <p:cNvPr id="0" name="Picture 2"/>
                      <p:cNvPicPr>
                        <a:picLocks noGrp="1"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76425" y="1658938"/>
                        <a:ext cx="5770563" cy="3286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2949" name="Rectangle 5"/>
          <p:cNvSpPr>
            <a:spLocks noChangeArrowheads="1"/>
          </p:cNvSpPr>
          <p:nvPr/>
        </p:nvSpPr>
        <p:spPr bwMode="auto">
          <a:xfrm>
            <a:off x="457200" y="1200150"/>
            <a:ext cx="8153400" cy="457200"/>
          </a:xfrm>
          <a:prstGeom prst="rect">
            <a:avLst/>
          </a:prstGeom>
          <a:solidFill>
            <a:srgbClr val="00FF00"/>
          </a:solidFill>
          <a:ln w="9525">
            <a:solidFill>
              <a:schemeClr val="tx1"/>
            </a:solidFill>
            <a:miter lim="800000"/>
            <a:headEnd/>
            <a:tailEnd/>
          </a:ln>
          <a:effectLst/>
        </p:spPr>
        <p:txBody>
          <a:bodyPr anchor="ctr"/>
          <a:lstStyle/>
          <a:p>
            <a:pPr algn="ctr">
              <a:defRPr/>
            </a:pPr>
            <a:r>
              <a:rPr lang="en-US" sz="2400" dirty="0">
                <a:solidFill>
                  <a:srgbClr val="3333CC"/>
                </a:solidFill>
                <a:effectLst>
                  <a:outerShdw blurRad="38100" dist="38100" dir="2700000" algn="tl">
                    <a:srgbClr val="000000"/>
                  </a:outerShdw>
                </a:effectLst>
                <a:latin typeface="Arial" charset="0"/>
                <a:cs typeface="Arial" charset="0"/>
              </a:rPr>
              <a:t>EOC Activities : 1997- 2011 (Hospital Delivery )</a:t>
            </a:r>
          </a:p>
        </p:txBody>
      </p:sp>
    </p:spTree>
    <p:extLst>
      <p:ext uri="{BB962C8B-B14F-4D97-AF65-F5344CB8AC3E}">
        <p14:creationId xmlns:p14="http://schemas.microsoft.com/office/powerpoint/2010/main" val="2888399103"/>
      </p:ext>
    </p:extLst>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solidFill>
            <a:schemeClr val="accent1"/>
          </a:solidFill>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ormAutofit fontScale="90000"/>
          </a:bodyPr>
          <a:lstStyle/>
          <a:p>
            <a:r>
              <a:rPr lang="en-US" sz="3200" b="1" smtClean="0"/>
              <a:t>Upazila Health  Complex</a:t>
            </a:r>
            <a:br>
              <a:rPr lang="en-US" sz="3200" b="1" smtClean="0"/>
            </a:br>
            <a:r>
              <a:rPr lang="en-US" sz="2000" b="1" smtClean="0"/>
              <a:t>CHOWGACHA , JESSORE.</a:t>
            </a:r>
          </a:p>
        </p:txBody>
      </p:sp>
      <p:sp>
        <p:nvSpPr>
          <p:cNvPr id="13315" name="Rectangle 3"/>
          <p:cNvSpPr>
            <a:spLocks noGrp="1" noChangeArrowheads="1"/>
          </p:cNvSpPr>
          <p:nvPr>
            <p:ph type="body" sz="half" idx="1"/>
          </p:nvPr>
        </p:nvSpPr>
        <p:spPr/>
        <p:txBody>
          <a:bodyPr/>
          <a:lstStyle/>
          <a:p>
            <a:pPr algn="ctr">
              <a:buFontTx/>
              <a:buNone/>
            </a:pPr>
            <a:endParaRPr lang="en-US" sz="2800" smtClean="0"/>
          </a:p>
          <a:p>
            <a:pPr algn="ctr">
              <a:buFontTx/>
              <a:buNone/>
            </a:pPr>
            <a:endParaRPr lang="en-US" sz="2800" smtClean="0"/>
          </a:p>
        </p:txBody>
      </p:sp>
      <p:graphicFrame>
        <p:nvGraphicFramePr>
          <p:cNvPr id="13317" name="Object 105"/>
          <p:cNvGraphicFramePr>
            <a:graphicFrameLocks noGrp="1" noChangeAspect="1"/>
          </p:cNvGraphicFramePr>
          <p:nvPr>
            <p:ph sz="half" idx="2"/>
          </p:nvPr>
        </p:nvGraphicFramePr>
        <p:xfrm>
          <a:off x="2303463" y="1828800"/>
          <a:ext cx="5146675" cy="2930525"/>
        </p:xfrm>
        <a:graphic>
          <a:graphicData uri="http://schemas.openxmlformats.org/presentationml/2006/ole">
            <mc:AlternateContent xmlns:mc="http://schemas.openxmlformats.org/markup-compatibility/2006">
              <mc:Choice xmlns:v="urn:schemas-microsoft-com:vml" Requires="v">
                <p:oleObj spid="_x0000_s2059" name="Chart" r:id="rId5" imgW="4667402" imgH="2657551" progId="Excel.Sheet.8">
                  <p:embed/>
                </p:oleObj>
              </mc:Choice>
              <mc:Fallback>
                <p:oleObj name="Chart" r:id="rId5" imgW="4667402" imgH="2657551" progId="Excel.Sheet.8">
                  <p:embed/>
                  <p:pic>
                    <p:nvPicPr>
                      <p:cNvPr id="0" name="Picture 2"/>
                      <p:cNvPicPr>
                        <a:picLocks noGrp="1"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03463" y="1828800"/>
                        <a:ext cx="5146675" cy="293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4996" name="Rectangle 4"/>
          <p:cNvSpPr>
            <a:spLocks noChangeArrowheads="1"/>
          </p:cNvSpPr>
          <p:nvPr/>
        </p:nvSpPr>
        <p:spPr bwMode="auto">
          <a:xfrm>
            <a:off x="457200" y="1200150"/>
            <a:ext cx="8153400" cy="457200"/>
          </a:xfrm>
          <a:prstGeom prst="rect">
            <a:avLst/>
          </a:prstGeom>
          <a:solidFill>
            <a:srgbClr val="00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eaLnBrk="0" hangingPunct="0">
              <a:defRPr/>
            </a:pPr>
            <a:r>
              <a:rPr lang="en-US" sz="2400" dirty="0">
                <a:solidFill>
                  <a:srgbClr val="3333CC"/>
                </a:solidFill>
                <a:effectLst>
                  <a:outerShdw blurRad="38100" dist="38100" dir="2700000" algn="tl">
                    <a:srgbClr val="000000"/>
                  </a:outerShdw>
                </a:effectLst>
              </a:rPr>
              <a:t>EOC Activities : 2000 - 2011 (Caesarian Section)</a:t>
            </a:r>
          </a:p>
        </p:txBody>
      </p:sp>
    </p:spTree>
    <p:extLst>
      <p:ext uri="{BB962C8B-B14F-4D97-AF65-F5344CB8AC3E}">
        <p14:creationId xmlns:p14="http://schemas.microsoft.com/office/powerpoint/2010/main" val="2323327011"/>
      </p:ext>
    </p:extLst>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solidFill>
            <a:schemeClr val="accent1"/>
          </a:solidFill>
        </p:spPr>
        <p:txBody>
          <a:bodyPr>
            <a:normAutofit fontScale="90000"/>
          </a:bodyPr>
          <a:lstStyle/>
          <a:p>
            <a:pPr eaLnBrk="1" hangingPunct="1"/>
            <a:r>
              <a:rPr lang="en-US" sz="3600" b="1" smtClean="0"/>
              <a:t>Upazila Health  Complex</a:t>
            </a:r>
            <a:br>
              <a:rPr lang="en-US" sz="3600" b="1" smtClean="0"/>
            </a:br>
            <a:r>
              <a:rPr lang="en-US" sz="2800" b="1" smtClean="0"/>
              <a:t>CHOWGACHA , JESSORE.</a:t>
            </a:r>
          </a:p>
        </p:txBody>
      </p:sp>
      <p:sp>
        <p:nvSpPr>
          <p:cNvPr id="129027" name="Rectangle 3"/>
          <p:cNvSpPr>
            <a:spLocks noChangeArrowheads="1"/>
          </p:cNvSpPr>
          <p:nvPr/>
        </p:nvSpPr>
        <p:spPr bwMode="auto">
          <a:xfrm>
            <a:off x="457200" y="1143000"/>
            <a:ext cx="8153400" cy="495300"/>
          </a:xfrm>
          <a:prstGeom prst="rect">
            <a:avLst/>
          </a:prstGeom>
          <a:solidFill>
            <a:srgbClr val="00FF00"/>
          </a:solidFill>
          <a:ln w="9525">
            <a:solidFill>
              <a:schemeClr val="tx1"/>
            </a:solidFill>
            <a:miter lim="800000"/>
            <a:headEnd/>
            <a:tailEnd/>
          </a:ln>
          <a:effectLst/>
        </p:spPr>
        <p:txBody>
          <a:bodyPr anchor="ctr"/>
          <a:lstStyle/>
          <a:p>
            <a:pPr algn="ctr">
              <a:defRPr/>
            </a:pPr>
            <a:r>
              <a:rPr lang="en-US" sz="2400">
                <a:solidFill>
                  <a:srgbClr val="3333CC"/>
                </a:solidFill>
                <a:effectLst>
                  <a:outerShdw blurRad="38100" dist="38100" dir="2700000" algn="tl">
                    <a:srgbClr val="000000"/>
                  </a:outerShdw>
                </a:effectLst>
                <a:latin typeface="Arial" charset="0"/>
                <a:cs typeface="Arial" charset="0"/>
              </a:rPr>
              <a:t>Comparative Data of Delivery of best performing EOC center of Khulna Division in 2011</a:t>
            </a:r>
          </a:p>
        </p:txBody>
      </p:sp>
      <p:graphicFrame>
        <p:nvGraphicFramePr>
          <p:cNvPr id="20216" name="Group 760"/>
          <p:cNvGraphicFramePr>
            <a:graphicFrameLocks noGrp="1"/>
          </p:cNvGraphicFramePr>
          <p:nvPr>
            <p:extLst>
              <p:ext uri="{D42A27DB-BD31-4B8C-83A1-F6EECF244321}">
                <p14:modId xmlns:p14="http://schemas.microsoft.com/office/powerpoint/2010/main" val="3442017030"/>
              </p:ext>
            </p:extLst>
          </p:nvPr>
        </p:nvGraphicFramePr>
        <p:xfrm>
          <a:off x="533400" y="1771653"/>
          <a:ext cx="8153400" cy="2634833"/>
        </p:xfrm>
        <a:graphic>
          <a:graphicData uri="http://schemas.openxmlformats.org/drawingml/2006/table">
            <a:tbl>
              <a:tblPr/>
              <a:tblGrid>
                <a:gridCol w="660400"/>
                <a:gridCol w="2336800"/>
                <a:gridCol w="1117600"/>
                <a:gridCol w="1054100"/>
                <a:gridCol w="1041400"/>
                <a:gridCol w="952500"/>
                <a:gridCol w="990600"/>
              </a:tblGrid>
              <a:tr h="72610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a:ln>
                            <a:noFill/>
                          </a:ln>
                          <a:solidFill>
                            <a:schemeClr val="tx1"/>
                          </a:solidFill>
                          <a:effectLst/>
                          <a:latin typeface="Times New Roman" pitchFamily="18" charset="0"/>
                          <a:cs typeface="Times New Roman" pitchFamily="18" charset="0"/>
                        </a:rPr>
                        <a:t>SL</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a:ln>
                            <a:noFill/>
                          </a:ln>
                          <a:solidFill>
                            <a:schemeClr val="tx1"/>
                          </a:solidFill>
                          <a:effectLst/>
                          <a:latin typeface="Times New Roman" pitchFamily="18" charset="0"/>
                          <a:cs typeface="Times New Roman" pitchFamily="18" charset="0"/>
                        </a:rPr>
                        <a:t>No</a:t>
                      </a:r>
                      <a:endParaRPr kumimoji="0" lang="en-US" sz="1700" b="1" i="0" u="none" strike="noStrike" cap="none" normalizeH="0" baseline="0" dirty="0" smtClean="0">
                        <a:ln>
                          <a:noFill/>
                        </a:ln>
                        <a:solidFill>
                          <a:schemeClr val="tx1"/>
                        </a:solidFill>
                        <a:effectLst/>
                        <a:latin typeface="Arial" charset="0"/>
                        <a:cs typeface="Arial" charset="0"/>
                      </a:endParaRPr>
                    </a:p>
                  </a:txBody>
                  <a:tcPr marT="34282" marB="3428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Name of institute</a:t>
                      </a:r>
                      <a:endParaRPr kumimoji="0" lang="en-US" sz="1700" b="1" i="0" u="none" strike="noStrike" cap="none" normalizeH="0" baseline="0" smtClean="0">
                        <a:ln>
                          <a:noFill/>
                        </a:ln>
                        <a:solidFill>
                          <a:schemeClr val="tx1"/>
                        </a:solidFill>
                        <a:effectLst/>
                        <a:latin typeface="Arial" charset="0"/>
                        <a:cs typeface="Arial" charset="0"/>
                      </a:endParaRPr>
                    </a:p>
                  </a:txBody>
                  <a:tcPr marT="34282" marB="3428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NVD</a:t>
                      </a:r>
                      <a:endParaRPr kumimoji="0" lang="en-US" sz="1700" b="1" i="0" u="none" strike="noStrike" cap="none" normalizeH="0" baseline="0" smtClean="0">
                        <a:ln>
                          <a:noFill/>
                        </a:ln>
                        <a:solidFill>
                          <a:schemeClr val="tx1"/>
                        </a:solidFill>
                        <a:effectLst/>
                        <a:latin typeface="Arial" charset="0"/>
                        <a:cs typeface="Arial" charset="0"/>
                      </a:endParaRPr>
                    </a:p>
                  </a:txBody>
                  <a:tcPr marT="34282" marB="3428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Vacuum</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Del.</a:t>
                      </a:r>
                      <a:endParaRPr kumimoji="0" lang="en-US" sz="1700" b="1" i="0" u="none" strike="noStrike" cap="none" normalizeH="0" baseline="0" smtClean="0">
                        <a:ln>
                          <a:noFill/>
                        </a:ln>
                        <a:solidFill>
                          <a:schemeClr val="tx1"/>
                        </a:solidFill>
                        <a:effectLst/>
                        <a:latin typeface="Arial" charset="0"/>
                        <a:cs typeface="Arial" charset="0"/>
                      </a:endParaRPr>
                    </a:p>
                  </a:txBody>
                  <a:tcPr marT="34282" marB="3428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V. </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Breech</a:t>
                      </a:r>
                      <a:endParaRPr kumimoji="0" lang="en-US" sz="1700" b="1" i="0" u="none" strike="noStrike" cap="none" normalizeH="0" baseline="0" smtClean="0">
                        <a:ln>
                          <a:noFill/>
                        </a:ln>
                        <a:solidFill>
                          <a:schemeClr val="tx1"/>
                        </a:solidFill>
                        <a:effectLst/>
                        <a:latin typeface="Arial" charset="0"/>
                        <a:cs typeface="Arial" charset="0"/>
                      </a:endParaRPr>
                    </a:p>
                  </a:txBody>
                  <a:tcPr marT="34282" marB="3428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C. </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Section</a:t>
                      </a:r>
                      <a:endParaRPr kumimoji="0" lang="en-US" sz="1700" b="1" i="0" u="none" strike="noStrike" cap="none" normalizeH="0" baseline="0" smtClean="0">
                        <a:ln>
                          <a:noFill/>
                        </a:ln>
                        <a:solidFill>
                          <a:schemeClr val="tx1"/>
                        </a:solidFill>
                        <a:effectLst/>
                        <a:latin typeface="Arial" charset="0"/>
                        <a:cs typeface="Arial" charset="0"/>
                      </a:endParaRPr>
                    </a:p>
                  </a:txBody>
                  <a:tcPr marT="34282" marB="3428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Total</a:t>
                      </a:r>
                      <a:endParaRPr kumimoji="0" lang="en-US" sz="1700" b="1" i="0" u="none" strike="noStrike" cap="none" normalizeH="0" baseline="0" smtClean="0">
                        <a:ln>
                          <a:noFill/>
                        </a:ln>
                        <a:solidFill>
                          <a:schemeClr val="tx1"/>
                        </a:solidFill>
                        <a:effectLst/>
                        <a:latin typeface="Arial" charset="0"/>
                        <a:cs typeface="Arial" charset="0"/>
                      </a:endParaRPr>
                    </a:p>
                  </a:txBody>
                  <a:tcPr marT="34282" marB="3428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85734">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01.</a:t>
                      </a:r>
                      <a:endParaRPr kumimoji="0" lang="en-US" sz="1700" b="1" i="0" u="none" strike="noStrike" cap="none" normalizeH="0" baseline="0" smtClean="0">
                        <a:ln>
                          <a:noFill/>
                        </a:ln>
                        <a:solidFill>
                          <a:schemeClr val="tx1"/>
                        </a:solidFill>
                        <a:effectLst/>
                        <a:latin typeface="Arial" charset="0"/>
                        <a:cs typeface="Arial" charset="0"/>
                      </a:endParaRPr>
                    </a:p>
                  </a:txBody>
                  <a:tcPr marT="34282" marB="3428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smtClean="0">
                          <a:ln>
                            <a:noFill/>
                          </a:ln>
                          <a:solidFill>
                            <a:schemeClr val="tx1"/>
                          </a:solidFill>
                          <a:effectLst/>
                          <a:latin typeface="Times New Roman" pitchFamily="18" charset="0"/>
                          <a:cs typeface="Times New Roman" pitchFamily="18" charset="0"/>
                        </a:rPr>
                        <a:t>Chowgacha UHC</a:t>
                      </a:r>
                      <a:endParaRPr kumimoji="0" lang="en-US" sz="1700" b="1" i="0" u="none" strike="noStrike" cap="none" normalizeH="0" baseline="0" smtClean="0">
                        <a:ln>
                          <a:noFill/>
                        </a:ln>
                        <a:solidFill>
                          <a:schemeClr val="tx1"/>
                        </a:solidFill>
                        <a:effectLst/>
                        <a:latin typeface="Arial" charset="0"/>
                        <a:cs typeface="Arial" charset="0"/>
                      </a:endParaRPr>
                    </a:p>
                  </a:txBody>
                  <a:tcPr marT="34282" marB="3428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3346</a:t>
                      </a:r>
                      <a:endParaRPr kumimoji="0" lang="en-US" sz="1700" b="1" i="0" u="none" strike="noStrike" cap="none" normalizeH="0" baseline="0" smtClean="0">
                        <a:ln>
                          <a:noFill/>
                        </a:ln>
                        <a:solidFill>
                          <a:schemeClr val="tx1"/>
                        </a:solidFill>
                        <a:effectLst/>
                        <a:latin typeface="Arial" charset="0"/>
                        <a:cs typeface="Arial" charset="0"/>
                      </a:endParaRPr>
                    </a:p>
                  </a:txBody>
                  <a:tcPr marT="34282" marB="3428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34</a:t>
                      </a:r>
                      <a:endParaRPr kumimoji="0" lang="en-US" sz="1700" b="1" i="0" u="none" strike="noStrike" cap="none" normalizeH="0" baseline="0" smtClean="0">
                        <a:ln>
                          <a:noFill/>
                        </a:ln>
                        <a:solidFill>
                          <a:schemeClr val="tx1"/>
                        </a:solidFill>
                        <a:effectLst/>
                        <a:latin typeface="Arial" charset="0"/>
                        <a:cs typeface="Arial" charset="0"/>
                      </a:endParaRPr>
                    </a:p>
                  </a:txBody>
                  <a:tcPr marT="34282" marB="3428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26</a:t>
                      </a:r>
                      <a:endParaRPr kumimoji="0" lang="en-US" sz="1700" b="1" i="0" u="none" strike="noStrike" cap="none" normalizeH="0" baseline="0" smtClean="0">
                        <a:ln>
                          <a:noFill/>
                        </a:ln>
                        <a:solidFill>
                          <a:schemeClr val="tx1"/>
                        </a:solidFill>
                        <a:effectLst/>
                        <a:latin typeface="Arial" charset="0"/>
                        <a:cs typeface="Arial" charset="0"/>
                      </a:endParaRPr>
                    </a:p>
                  </a:txBody>
                  <a:tcPr marT="34282" marB="3428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1007</a:t>
                      </a:r>
                      <a:endParaRPr kumimoji="0" lang="en-US" sz="1700" b="1" i="0" u="none" strike="noStrike" cap="none" normalizeH="0" baseline="0" smtClean="0">
                        <a:ln>
                          <a:noFill/>
                        </a:ln>
                        <a:solidFill>
                          <a:schemeClr val="tx1"/>
                        </a:solidFill>
                        <a:effectLst/>
                        <a:latin typeface="Arial" charset="0"/>
                        <a:cs typeface="Arial" charset="0"/>
                      </a:endParaRPr>
                    </a:p>
                  </a:txBody>
                  <a:tcPr marT="34282" marB="3428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4413</a:t>
                      </a:r>
                      <a:endParaRPr kumimoji="0" lang="en-US" sz="1700" b="1" i="0" u="none" strike="noStrike" cap="none" normalizeH="0" baseline="0" smtClean="0">
                        <a:ln>
                          <a:noFill/>
                        </a:ln>
                        <a:solidFill>
                          <a:schemeClr val="tx1"/>
                        </a:solidFill>
                        <a:effectLst/>
                        <a:latin typeface="Arial" charset="0"/>
                        <a:cs typeface="Arial" charset="0"/>
                      </a:endParaRPr>
                    </a:p>
                  </a:txBody>
                  <a:tcPr marT="34282" marB="3428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85734">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02.</a:t>
                      </a:r>
                      <a:endParaRPr kumimoji="0" lang="en-US" sz="1700" b="1" i="0" u="none" strike="noStrike" cap="none" normalizeH="0" baseline="0" smtClean="0">
                        <a:ln>
                          <a:noFill/>
                        </a:ln>
                        <a:solidFill>
                          <a:schemeClr val="tx1"/>
                        </a:solidFill>
                        <a:effectLst/>
                        <a:latin typeface="Arial" charset="0"/>
                        <a:cs typeface="Arial" charset="0"/>
                      </a:endParaRPr>
                    </a:p>
                  </a:txBody>
                  <a:tcPr marT="34282" marB="3428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smtClean="0">
                          <a:ln>
                            <a:noFill/>
                          </a:ln>
                          <a:solidFill>
                            <a:schemeClr val="tx1"/>
                          </a:solidFill>
                          <a:effectLst/>
                          <a:latin typeface="Times New Roman" pitchFamily="18" charset="0"/>
                          <a:cs typeface="Times New Roman" pitchFamily="18" charset="0"/>
                        </a:rPr>
                        <a:t>Ad-din Hospital Jessore.</a:t>
                      </a:r>
                      <a:endParaRPr kumimoji="0" lang="en-US" sz="1700" b="1" i="0" u="none" strike="noStrike" cap="none" normalizeH="0" baseline="0" smtClean="0">
                        <a:ln>
                          <a:noFill/>
                        </a:ln>
                        <a:solidFill>
                          <a:schemeClr val="tx1"/>
                        </a:solidFill>
                        <a:effectLst/>
                        <a:latin typeface="Arial" charset="0"/>
                        <a:cs typeface="Arial" charset="0"/>
                      </a:endParaRPr>
                    </a:p>
                  </a:txBody>
                  <a:tcPr marT="34282" marB="3428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1124</a:t>
                      </a:r>
                      <a:endParaRPr kumimoji="0" lang="en-US" sz="1700" b="1" i="0" u="none" strike="noStrike" cap="none" normalizeH="0" baseline="0" smtClean="0">
                        <a:ln>
                          <a:noFill/>
                        </a:ln>
                        <a:solidFill>
                          <a:schemeClr val="tx1"/>
                        </a:solidFill>
                        <a:effectLst/>
                        <a:latin typeface="Arial" charset="0"/>
                        <a:cs typeface="Arial" charset="0"/>
                      </a:endParaRPr>
                    </a:p>
                  </a:txBody>
                  <a:tcPr marT="34282" marB="3428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0</a:t>
                      </a:r>
                      <a:endParaRPr kumimoji="0" lang="en-US" sz="1700" b="1" i="0" u="none" strike="noStrike" cap="none" normalizeH="0" baseline="0" smtClean="0">
                        <a:ln>
                          <a:noFill/>
                        </a:ln>
                        <a:solidFill>
                          <a:schemeClr val="tx1"/>
                        </a:solidFill>
                        <a:effectLst/>
                        <a:latin typeface="Arial" charset="0"/>
                        <a:cs typeface="Arial" charset="0"/>
                      </a:endParaRPr>
                    </a:p>
                  </a:txBody>
                  <a:tcPr marT="34282" marB="3428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0</a:t>
                      </a:r>
                      <a:endParaRPr kumimoji="0" lang="en-US" sz="1700" b="1" i="0" u="none" strike="noStrike" cap="none" normalizeH="0" baseline="0" smtClean="0">
                        <a:ln>
                          <a:noFill/>
                        </a:ln>
                        <a:solidFill>
                          <a:schemeClr val="tx1"/>
                        </a:solidFill>
                        <a:effectLst/>
                        <a:latin typeface="Arial" charset="0"/>
                        <a:cs typeface="Arial" charset="0"/>
                      </a:endParaRPr>
                    </a:p>
                  </a:txBody>
                  <a:tcPr marT="34282" marB="3428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1864</a:t>
                      </a:r>
                    </a:p>
                  </a:txBody>
                  <a:tcPr marT="34282" marB="3428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3492</a:t>
                      </a:r>
                      <a:endParaRPr kumimoji="0" lang="en-US" sz="1700" b="1" i="0" u="none" strike="noStrike" cap="none" normalizeH="0" baseline="0" smtClean="0">
                        <a:ln>
                          <a:noFill/>
                        </a:ln>
                        <a:solidFill>
                          <a:schemeClr val="tx1"/>
                        </a:solidFill>
                        <a:effectLst/>
                        <a:latin typeface="Arial" charset="0"/>
                        <a:cs typeface="Arial" charset="0"/>
                      </a:endParaRPr>
                    </a:p>
                  </a:txBody>
                  <a:tcPr marT="34282" marB="3428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34324">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03.</a:t>
                      </a:r>
                      <a:endParaRPr kumimoji="0" lang="en-US" sz="1700" b="1" i="0" u="none" strike="noStrike" cap="none" normalizeH="0" baseline="0" smtClean="0">
                        <a:ln>
                          <a:noFill/>
                        </a:ln>
                        <a:solidFill>
                          <a:schemeClr val="tx1"/>
                        </a:solidFill>
                        <a:effectLst/>
                        <a:latin typeface="Arial" charset="0"/>
                        <a:cs typeface="Arial" charset="0"/>
                      </a:endParaRPr>
                    </a:p>
                  </a:txBody>
                  <a:tcPr marT="34282" marB="3428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smtClean="0">
                          <a:ln>
                            <a:noFill/>
                          </a:ln>
                          <a:solidFill>
                            <a:schemeClr val="tx1"/>
                          </a:solidFill>
                          <a:effectLst/>
                          <a:latin typeface="Times New Roman" pitchFamily="18" charset="0"/>
                          <a:cs typeface="Times New Roman" pitchFamily="18" charset="0"/>
                        </a:rPr>
                        <a:t>Khulna Medical College Hospital</a:t>
                      </a:r>
                    </a:p>
                  </a:txBody>
                  <a:tcPr marT="34282" marB="3428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Arial" charset="0"/>
                          <a:cs typeface="Arial" charset="0"/>
                        </a:rPr>
                        <a:t>1581</a:t>
                      </a:r>
                    </a:p>
                  </a:txBody>
                  <a:tcPr marT="34282" marB="3428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Arial" charset="0"/>
                          <a:cs typeface="Arial" charset="0"/>
                        </a:rPr>
                        <a:t>58</a:t>
                      </a:r>
                    </a:p>
                  </a:txBody>
                  <a:tcPr marT="34282" marB="3428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Arial" charset="0"/>
                          <a:cs typeface="Arial" charset="0"/>
                        </a:rPr>
                        <a:t>18</a:t>
                      </a:r>
                    </a:p>
                  </a:txBody>
                  <a:tcPr marT="34282" marB="3428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Arial" charset="0"/>
                          <a:cs typeface="Arial" charset="0"/>
                        </a:rPr>
                        <a:t>1356</a:t>
                      </a:r>
                    </a:p>
                  </a:txBody>
                  <a:tcPr marT="34282" marB="3428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Arial" charset="0"/>
                          <a:cs typeface="Arial" charset="0"/>
                        </a:rPr>
                        <a:t>3013</a:t>
                      </a:r>
                    </a:p>
                  </a:txBody>
                  <a:tcPr marT="34282" marB="3428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617204">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04.</a:t>
                      </a:r>
                      <a:endParaRPr kumimoji="0" lang="en-US" sz="1700" b="1" i="0" u="none" strike="noStrike" cap="none" normalizeH="0" baseline="0" smtClean="0">
                        <a:ln>
                          <a:noFill/>
                        </a:ln>
                        <a:solidFill>
                          <a:schemeClr val="tx1"/>
                        </a:solidFill>
                        <a:effectLst/>
                        <a:latin typeface="Arial" charset="0"/>
                        <a:cs typeface="Arial" charset="0"/>
                      </a:endParaRPr>
                    </a:p>
                  </a:txBody>
                  <a:tcPr marT="34282" marB="3428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smtClean="0">
                          <a:ln>
                            <a:noFill/>
                          </a:ln>
                          <a:solidFill>
                            <a:schemeClr val="tx1"/>
                          </a:solidFill>
                          <a:effectLst/>
                          <a:latin typeface="Times New Roman" pitchFamily="18" charset="0"/>
                          <a:cs typeface="Times New Roman" pitchFamily="18" charset="0"/>
                        </a:rPr>
                        <a:t>250 bed Hospital, Jessore </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200" b="1" i="0" u="none" strike="noStrike" cap="none" normalizeH="0" baseline="0" smtClean="0">
                        <a:ln>
                          <a:noFill/>
                        </a:ln>
                        <a:solidFill>
                          <a:schemeClr val="tx1"/>
                        </a:solidFill>
                        <a:effectLst/>
                        <a:latin typeface="Times New Roman" pitchFamily="18" charset="0"/>
                        <a:cs typeface="Times New Roman" pitchFamily="18" charset="0"/>
                      </a:endParaRPr>
                    </a:p>
                  </a:txBody>
                  <a:tcPr marT="34282" marB="3428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1327</a:t>
                      </a:r>
                    </a:p>
                  </a:txBody>
                  <a:tcPr marT="34282" marB="3428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2</a:t>
                      </a:r>
                      <a:endParaRPr kumimoji="0" lang="en-US" sz="1700" b="1" i="0" u="none" strike="noStrike" cap="none" normalizeH="0" baseline="0" smtClean="0">
                        <a:ln>
                          <a:noFill/>
                        </a:ln>
                        <a:solidFill>
                          <a:schemeClr val="tx1"/>
                        </a:solidFill>
                        <a:effectLst/>
                        <a:latin typeface="Arial" charset="0"/>
                        <a:cs typeface="Arial" charset="0"/>
                      </a:endParaRPr>
                    </a:p>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700" b="1" i="0" u="none" strike="noStrike" cap="none" normalizeH="0" baseline="0" smtClean="0">
                        <a:ln>
                          <a:noFill/>
                        </a:ln>
                        <a:solidFill>
                          <a:schemeClr val="tx1"/>
                        </a:solidFill>
                        <a:effectLst/>
                        <a:latin typeface="Arial" charset="0"/>
                        <a:cs typeface="Arial" charset="0"/>
                      </a:endParaRPr>
                    </a:p>
                  </a:txBody>
                  <a:tcPr marT="34282" marB="3428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25</a:t>
                      </a:r>
                      <a:endParaRPr kumimoji="0" lang="en-US" sz="1700" b="1" i="0" u="none" strike="noStrike" cap="none" normalizeH="0" baseline="0" smtClean="0">
                        <a:ln>
                          <a:noFill/>
                        </a:ln>
                        <a:solidFill>
                          <a:schemeClr val="tx1"/>
                        </a:solidFill>
                        <a:effectLst/>
                        <a:latin typeface="Arial" charset="0"/>
                        <a:cs typeface="Arial" charset="0"/>
                      </a:endParaRPr>
                    </a:p>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700" b="1" i="0" u="none" strike="noStrike" cap="none" normalizeH="0" baseline="0" smtClean="0">
                        <a:ln>
                          <a:noFill/>
                        </a:ln>
                        <a:solidFill>
                          <a:schemeClr val="tx1"/>
                        </a:solidFill>
                        <a:effectLst/>
                        <a:latin typeface="Arial" charset="0"/>
                        <a:cs typeface="Arial" charset="0"/>
                      </a:endParaRPr>
                    </a:p>
                  </a:txBody>
                  <a:tcPr marT="34282" marB="3428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1498</a:t>
                      </a:r>
                      <a:endParaRPr kumimoji="0" lang="en-US" sz="1700" b="1" i="0" u="none" strike="noStrike" cap="none" normalizeH="0" baseline="0" smtClean="0">
                        <a:ln>
                          <a:noFill/>
                        </a:ln>
                        <a:solidFill>
                          <a:schemeClr val="tx1"/>
                        </a:solidFill>
                        <a:effectLst/>
                        <a:latin typeface="Arial" charset="0"/>
                        <a:cs typeface="Arial" charset="0"/>
                      </a:endParaRPr>
                    </a:p>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700" b="1" i="0" u="none" strike="noStrike" cap="none" normalizeH="0" baseline="0" smtClean="0">
                        <a:ln>
                          <a:noFill/>
                        </a:ln>
                        <a:solidFill>
                          <a:schemeClr val="tx1"/>
                        </a:solidFill>
                        <a:effectLst/>
                        <a:latin typeface="Arial" charset="0"/>
                        <a:cs typeface="Arial" charset="0"/>
                      </a:endParaRPr>
                    </a:p>
                  </a:txBody>
                  <a:tcPr marT="34282" marB="3428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2852</a:t>
                      </a:r>
                      <a:endParaRPr kumimoji="0" lang="en-US" sz="1700" b="1" i="0" u="none" strike="noStrike" cap="none" normalizeH="0" baseline="0" smtClean="0">
                        <a:ln>
                          <a:noFill/>
                        </a:ln>
                        <a:solidFill>
                          <a:schemeClr val="tx1"/>
                        </a:solidFill>
                        <a:effectLst/>
                        <a:latin typeface="Arial" charset="0"/>
                        <a:cs typeface="Arial" charset="0"/>
                      </a:endParaRPr>
                    </a:p>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700" b="1" i="0" u="none" strike="noStrike" cap="none" normalizeH="0" baseline="0" smtClean="0">
                        <a:ln>
                          <a:noFill/>
                        </a:ln>
                        <a:solidFill>
                          <a:schemeClr val="tx1"/>
                        </a:solidFill>
                        <a:effectLst/>
                        <a:latin typeface="Arial" charset="0"/>
                        <a:cs typeface="Arial" charset="0"/>
                      </a:endParaRPr>
                    </a:p>
                  </a:txBody>
                  <a:tcPr marT="34282" marB="3428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85734">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05.</a:t>
                      </a:r>
                      <a:endParaRPr kumimoji="0" lang="en-US" sz="1700" b="1" i="0" u="none" strike="noStrike" cap="none" normalizeH="0" baseline="0" smtClean="0">
                        <a:ln>
                          <a:noFill/>
                        </a:ln>
                        <a:solidFill>
                          <a:schemeClr val="tx1"/>
                        </a:solidFill>
                        <a:effectLst/>
                        <a:latin typeface="Arial" charset="0"/>
                        <a:cs typeface="Arial" charset="0"/>
                      </a:endParaRPr>
                    </a:p>
                  </a:txBody>
                  <a:tcPr marT="34282" marB="3428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smtClean="0">
                          <a:ln>
                            <a:noFill/>
                          </a:ln>
                          <a:solidFill>
                            <a:schemeClr val="tx1"/>
                          </a:solidFill>
                          <a:effectLst/>
                          <a:latin typeface="Times New Roman" pitchFamily="18" charset="0"/>
                          <a:cs typeface="Times New Roman" pitchFamily="18" charset="0"/>
                        </a:rPr>
                        <a:t>250 bed Hospital, Kustia</a:t>
                      </a:r>
                    </a:p>
                  </a:txBody>
                  <a:tcPr marT="34282" marB="3428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Arial" charset="0"/>
                          <a:cs typeface="Arial" charset="0"/>
                        </a:rPr>
                        <a:t>1728</a:t>
                      </a:r>
                    </a:p>
                  </a:txBody>
                  <a:tcPr marT="34282" marB="3428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Arial" charset="0"/>
                          <a:cs typeface="Arial" charset="0"/>
                        </a:rPr>
                        <a:t>0</a:t>
                      </a:r>
                    </a:p>
                  </a:txBody>
                  <a:tcPr marT="34282" marB="3428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Arial" charset="0"/>
                          <a:cs typeface="Arial" charset="0"/>
                        </a:rPr>
                        <a:t>34</a:t>
                      </a:r>
                    </a:p>
                  </a:txBody>
                  <a:tcPr marT="34282" marB="3428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Arial" charset="0"/>
                          <a:cs typeface="Arial" charset="0"/>
                        </a:rPr>
                        <a:t>915</a:t>
                      </a:r>
                    </a:p>
                  </a:txBody>
                  <a:tcPr marT="34282" marB="3428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a:ln>
                            <a:noFill/>
                          </a:ln>
                          <a:solidFill>
                            <a:schemeClr val="tx1"/>
                          </a:solidFill>
                          <a:effectLst/>
                          <a:latin typeface="Arial" charset="0"/>
                          <a:cs typeface="Arial" charset="0"/>
                        </a:rPr>
                        <a:t>2677</a:t>
                      </a:r>
                    </a:p>
                  </a:txBody>
                  <a:tcPr marT="34282" marB="3428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extLst>
      <p:ext uri="{BB962C8B-B14F-4D97-AF65-F5344CB8AC3E}">
        <p14:creationId xmlns:p14="http://schemas.microsoft.com/office/powerpoint/2010/main" val="209196200"/>
      </p:ext>
    </p:extLst>
  </p:cSld>
  <p:clrMapOvr>
    <a:masterClrMapping/>
  </p:clrMapOvr>
  <p:transition spd="slow">
    <p:zoom dir="in"/>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77" name="Rectangle 57"/>
          <p:cNvSpPr>
            <a:spLocks noChangeArrowheads="1"/>
          </p:cNvSpPr>
          <p:nvPr/>
        </p:nvSpPr>
        <p:spPr bwMode="auto">
          <a:xfrm>
            <a:off x="462176" y="737407"/>
            <a:ext cx="8229600" cy="457201"/>
          </a:xfrm>
          <a:prstGeom prst="rect">
            <a:avLst/>
          </a:prstGeom>
          <a:ln>
            <a:headEnd/>
            <a:tailEnd/>
          </a:ln>
          <a:extLst/>
        </p:spPr>
        <p:style>
          <a:lnRef idx="0">
            <a:schemeClr val="accent2"/>
          </a:lnRef>
          <a:fillRef idx="3">
            <a:schemeClr val="accent2"/>
          </a:fillRef>
          <a:effectRef idx="3">
            <a:schemeClr val="accent2"/>
          </a:effectRef>
          <a:fontRef idx="minor">
            <a:schemeClr val="lt1"/>
          </a:fontRef>
        </p:style>
        <p:txBody>
          <a:bodyPr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a:defRPr/>
            </a:pPr>
            <a:r>
              <a:rPr lang="en-US" sz="2400" b="1" dirty="0">
                <a:solidFill>
                  <a:srgbClr val="FFFFFF"/>
                </a:solidFill>
                <a:effectLst>
                  <a:outerShdw blurRad="38100" dist="38100" dir="2700000" algn="tl">
                    <a:srgbClr val="C0C0C0"/>
                  </a:outerShdw>
                </a:effectLst>
              </a:rPr>
              <a:t>Bed Occupancy Rate from 1998 to </a:t>
            </a:r>
            <a:r>
              <a:rPr lang="en-US" sz="2400" b="1" dirty="0" smtClean="0">
                <a:solidFill>
                  <a:srgbClr val="FFFFFF"/>
                </a:solidFill>
                <a:effectLst>
                  <a:outerShdw blurRad="38100" dist="38100" dir="2700000" algn="tl">
                    <a:srgbClr val="C0C0C0"/>
                  </a:outerShdw>
                </a:effectLst>
              </a:rPr>
              <a:t>2019</a:t>
            </a:r>
            <a:endParaRPr lang="en-US" sz="2400" b="1" dirty="0">
              <a:solidFill>
                <a:srgbClr val="FFFFFF"/>
              </a:solidFill>
              <a:effectLst>
                <a:outerShdw blurRad="38100" dist="38100" dir="2700000" algn="tl">
                  <a:srgbClr val="C0C0C0"/>
                </a:outerShdw>
              </a:effectLst>
            </a:endParaRPr>
          </a:p>
        </p:txBody>
      </p:sp>
      <p:pic>
        <p:nvPicPr>
          <p:cNvPr id="42015" name="Title 1"/>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6875" y="-21024"/>
            <a:ext cx="8339138" cy="9870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4544" name="Text Box 32"/>
          <p:cNvSpPr txBox="1">
            <a:spLocks noChangeArrowheads="1"/>
          </p:cNvSpPr>
          <p:nvPr/>
        </p:nvSpPr>
        <p:spPr bwMode="auto">
          <a:xfrm>
            <a:off x="452438" y="171451"/>
            <a:ext cx="8229600" cy="5369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lnSpc>
                <a:spcPct val="90000"/>
              </a:lnSpc>
              <a:defRPr/>
            </a:pPr>
            <a:r>
              <a:rPr lang="en-US" sz="4300" b="1" dirty="0">
                <a:solidFill>
                  <a:srgbClr val="FFFFFF"/>
                </a:solidFill>
                <a:effectLst>
                  <a:outerShdw blurRad="38100" dist="38100" dir="2700000" algn="tl">
                    <a:srgbClr val="C0C0C0"/>
                  </a:outerShdw>
                </a:effectLst>
                <a:latin typeface="Calibri" pitchFamily="34" charset="0"/>
              </a:rPr>
              <a:t>Sadar Hospital, Jhenaidah</a:t>
            </a:r>
          </a:p>
        </p:txBody>
      </p:sp>
      <p:graphicFrame>
        <p:nvGraphicFramePr>
          <p:cNvPr id="3" name="Chart 2"/>
          <p:cNvGraphicFramePr/>
          <p:nvPr>
            <p:extLst>
              <p:ext uri="{D42A27DB-BD31-4B8C-83A1-F6EECF244321}">
                <p14:modId xmlns:p14="http://schemas.microsoft.com/office/powerpoint/2010/main" val="3060224493"/>
              </p:ext>
            </p:extLst>
          </p:nvPr>
        </p:nvGraphicFramePr>
        <p:xfrm>
          <a:off x="381000" y="1257300"/>
          <a:ext cx="8305800" cy="32766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924131276"/>
      </p:ext>
    </p:extLst>
  </p:cSld>
  <p:clrMapOvr>
    <a:masterClrMapping/>
  </p:clrMapOvr>
  <p:transition spd="slow">
    <p:strips dir="ru"/>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57"/>
          <p:cNvSpPr>
            <a:spLocks noGrp="1" noChangeArrowheads="1"/>
          </p:cNvSpPr>
          <p:nvPr>
            <p:ph type="title"/>
          </p:nvPr>
        </p:nvSpPr>
        <p:spPr>
          <a:xfrm>
            <a:off x="304800" y="114302"/>
            <a:ext cx="8534400" cy="491729"/>
          </a:xfrm>
          <a:blipFill>
            <a:blip r:embed="rId2"/>
            <a:tile tx="0" ty="0" sx="100000" sy="100000" flip="none" algn="tl"/>
          </a:blipFill>
          <a:ln>
            <a:headEnd/>
            <a:tailEnd/>
          </a:ln>
        </p:spPr>
        <p:style>
          <a:lnRef idx="1">
            <a:schemeClr val="accent2"/>
          </a:lnRef>
          <a:fillRef idx="3">
            <a:schemeClr val="accent2"/>
          </a:fillRef>
          <a:effectRef idx="2">
            <a:schemeClr val="accent2"/>
          </a:effectRef>
          <a:fontRef idx="minor">
            <a:schemeClr val="lt1"/>
          </a:fontRef>
        </p:style>
        <p:txBody>
          <a:bodyPr rtlCol="0">
            <a:noAutofit/>
          </a:bodyPr>
          <a:lstStyle/>
          <a:p>
            <a:pPr eaLnBrk="1" fontAlgn="auto" hangingPunct="1">
              <a:spcAft>
                <a:spcPts val="0"/>
              </a:spcAft>
              <a:defRPr/>
            </a:pPr>
            <a:r>
              <a:rPr lang="en-US" sz="2800" dirty="0" smtClean="0">
                <a:solidFill>
                  <a:schemeClr val="tx2"/>
                </a:solidFill>
                <a:effectLst>
                  <a:outerShdw blurRad="38100" dist="38100" dir="2700000" algn="tl">
                    <a:srgbClr val="000000"/>
                  </a:outerShdw>
                </a:effectLst>
              </a:rPr>
              <a:t>Emergency + Out Door &amp; Indoor  Service 1998 to 2019</a:t>
            </a:r>
          </a:p>
        </p:txBody>
      </p:sp>
      <p:graphicFrame>
        <p:nvGraphicFramePr>
          <p:cNvPr id="3" name="Chart 2"/>
          <p:cNvGraphicFramePr/>
          <p:nvPr>
            <p:extLst>
              <p:ext uri="{D42A27DB-BD31-4B8C-83A1-F6EECF244321}">
                <p14:modId xmlns:p14="http://schemas.microsoft.com/office/powerpoint/2010/main" val="2407633567"/>
              </p:ext>
            </p:extLst>
          </p:nvPr>
        </p:nvGraphicFramePr>
        <p:xfrm>
          <a:off x="228600" y="914400"/>
          <a:ext cx="8534400" cy="405765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Box 5"/>
          <p:cNvSpPr txBox="1"/>
          <p:nvPr/>
        </p:nvSpPr>
        <p:spPr>
          <a:xfrm>
            <a:off x="304800" y="628652"/>
            <a:ext cx="8610600" cy="307777"/>
          </a:xfrm>
          <a:prstGeom prst="rect">
            <a:avLst/>
          </a:prstGeom>
          <a:blipFill>
            <a:blip r:embed="rId4"/>
            <a:tile tx="0" ty="0" sx="100000" sy="100000" flip="none" algn="tl"/>
          </a:blipFill>
        </p:spPr>
        <p:txBody>
          <a:bodyPr wrap="square" rtlCol="0">
            <a:spAutoFit/>
          </a:bodyPr>
          <a:lstStyle/>
          <a:p>
            <a:pPr algn="ctr"/>
            <a:r>
              <a:rPr lang="en-US" dirty="0" smtClean="0"/>
              <a:t>     </a:t>
            </a:r>
            <a:r>
              <a:rPr lang="en-US" b="1" dirty="0" smtClean="0">
                <a:solidFill>
                  <a:srgbClr val="0070C0"/>
                </a:solidFill>
              </a:rPr>
              <a:t>Emergency + Outdoor visit</a:t>
            </a:r>
            <a:r>
              <a:rPr lang="en-US" dirty="0" smtClean="0"/>
              <a:t>,              </a:t>
            </a:r>
            <a:r>
              <a:rPr lang="en-US" dirty="0" smtClean="0">
                <a:solidFill>
                  <a:schemeClr val="accent1">
                    <a:lumMod val="60000"/>
                    <a:lumOff val="40000"/>
                  </a:schemeClr>
                </a:solidFill>
              </a:rPr>
              <a:t>Indoor (admission)</a:t>
            </a:r>
            <a:endParaRPr lang="en-US" dirty="0">
              <a:solidFill>
                <a:schemeClr val="accent1">
                  <a:lumMod val="60000"/>
                  <a:lumOff val="40000"/>
                </a:schemeClr>
              </a:solidFill>
            </a:endParaRPr>
          </a:p>
        </p:txBody>
      </p:sp>
      <p:sp>
        <p:nvSpPr>
          <p:cNvPr id="7" name="Rectangle 6"/>
          <p:cNvSpPr/>
          <p:nvPr/>
        </p:nvSpPr>
        <p:spPr>
          <a:xfrm>
            <a:off x="1752600" y="742950"/>
            <a:ext cx="152400" cy="1143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5257800" y="742950"/>
            <a:ext cx="152400" cy="15240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0000"/>
              </a:solidFill>
            </a:endParaRPr>
          </a:p>
        </p:txBody>
      </p:sp>
    </p:spTree>
    <p:extLst>
      <p:ext uri="{BB962C8B-B14F-4D97-AF65-F5344CB8AC3E}">
        <p14:creationId xmlns:p14="http://schemas.microsoft.com/office/powerpoint/2010/main" val="1357415189"/>
      </p:ext>
    </p:extLst>
  </p:cSld>
  <p:clrMapOvr>
    <a:masterClrMapping/>
  </p:clrMapOvr>
  <p:transition spd="slow">
    <p:split orient="vert" dir="in"/>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8"/>
          <p:cNvSpPr>
            <a:spLocks noGrp="1" noChangeArrowheads="1"/>
          </p:cNvSpPr>
          <p:nvPr>
            <p:ph type="title"/>
          </p:nvPr>
        </p:nvSpPr>
        <p:spPr>
          <a:xfrm>
            <a:off x="457200" y="742950"/>
            <a:ext cx="8305800" cy="457200"/>
          </a:xfrm>
          <a:ln>
            <a:headEnd/>
            <a:tailEnd/>
          </a:ln>
        </p:spPr>
        <p:style>
          <a:lnRef idx="1">
            <a:schemeClr val="accent2"/>
          </a:lnRef>
          <a:fillRef idx="3">
            <a:schemeClr val="accent2"/>
          </a:fillRef>
          <a:effectRef idx="2">
            <a:schemeClr val="accent2"/>
          </a:effectRef>
          <a:fontRef idx="minor">
            <a:schemeClr val="lt1"/>
          </a:fontRef>
        </p:style>
        <p:txBody>
          <a:bodyPr rtlCol="0">
            <a:normAutofit fontScale="90000"/>
          </a:bodyPr>
          <a:lstStyle/>
          <a:p>
            <a:pPr eaLnBrk="1" fontAlgn="auto" hangingPunct="1">
              <a:spcAft>
                <a:spcPts val="0"/>
              </a:spcAft>
              <a:defRPr/>
            </a:pPr>
            <a:r>
              <a:rPr lang="en-US" sz="2800" b="1" dirty="0" smtClean="0">
                <a:solidFill>
                  <a:srgbClr val="FFFFFF"/>
                </a:solidFill>
              </a:rPr>
              <a:t>Operation Service (Major) 2011 to 2019</a:t>
            </a:r>
          </a:p>
        </p:txBody>
      </p:sp>
      <p:graphicFrame>
        <p:nvGraphicFramePr>
          <p:cNvPr id="2" name="Content Placeholder 3"/>
          <p:cNvGraphicFramePr>
            <a:graphicFrameLocks noGrp="1"/>
          </p:cNvGraphicFramePr>
          <p:nvPr>
            <p:ph idx="1"/>
            <p:extLst>
              <p:ext uri="{D42A27DB-BD31-4B8C-83A1-F6EECF244321}">
                <p14:modId xmlns:p14="http://schemas.microsoft.com/office/powerpoint/2010/main" val="534442999"/>
              </p:ext>
            </p:extLst>
          </p:nvPr>
        </p:nvGraphicFramePr>
        <p:xfrm>
          <a:off x="304800" y="1257300"/>
          <a:ext cx="8686800" cy="3429000"/>
        </p:xfrm>
        <a:graphic>
          <a:graphicData uri="http://schemas.openxmlformats.org/drawingml/2006/chart">
            <c:chart xmlns:c="http://schemas.openxmlformats.org/drawingml/2006/chart" xmlns:r="http://schemas.openxmlformats.org/officeDocument/2006/relationships" r:id="rId2"/>
          </a:graphicData>
        </a:graphic>
      </p:graphicFrame>
      <p:sp>
        <p:nvSpPr>
          <p:cNvPr id="7" name="Title 1"/>
          <p:cNvSpPr txBox="1">
            <a:spLocks/>
          </p:cNvSpPr>
          <p:nvPr/>
        </p:nvSpPr>
        <p:spPr bwMode="auto">
          <a:xfrm>
            <a:off x="457200" y="171451"/>
            <a:ext cx="8305800" cy="536972"/>
          </a:xfrm>
          <a:prstGeom prst="rect">
            <a:avLst/>
          </a:prstGeom>
          <a:gradFill rotWithShape="1">
            <a:gsLst>
              <a:gs pos="0">
                <a:srgbClr val="4BACC6">
                  <a:shade val="51000"/>
                  <a:satMod val="130000"/>
                </a:srgbClr>
              </a:gs>
              <a:gs pos="80000">
                <a:srgbClr val="4BACC6">
                  <a:shade val="93000"/>
                  <a:satMod val="130000"/>
                </a:srgbClr>
              </a:gs>
              <a:gs pos="100000">
                <a:srgbClr val="4BACC6">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xtLst>
            <a:ext uri="{91240B29-F687-4F45-9708-019B960494DF}">
              <a14:hiddenLine xmlns:a14="http://schemas.microsoft.com/office/drawing/2010/main" w="9525">
                <a:solidFill>
                  <a:srgbClr val="000000"/>
                </a:solidFill>
                <a:miter lim="800000"/>
                <a:headEnd/>
                <a:tailEnd/>
              </a14:hiddenLine>
            </a:ext>
          </a:extLst>
        </p:spPr>
        <p:txBody>
          <a:bodyPr anchor="ctr">
            <a:normAutofit fontScale="82500" lnSpcReduction="20000"/>
          </a:bodyPr>
          <a:lstStyle>
            <a:lvl1pPr algn="ctr" rtl="0" eaLnBrk="0" fontAlgn="base" hangingPunct="0">
              <a:spcBef>
                <a:spcPct val="0"/>
              </a:spcBef>
              <a:spcAft>
                <a:spcPct val="0"/>
              </a:spcAft>
              <a:defRPr sz="4400" kern="1200">
                <a:solidFill>
                  <a:schemeClr val="lt1"/>
                </a:solidFill>
                <a:latin typeface="+mn-lt"/>
                <a:ea typeface="+mn-ea"/>
                <a:cs typeface="+mn-cs"/>
              </a:defRPr>
            </a:lvl1pPr>
            <a:lvl2pPr algn="ctr" rtl="0" eaLnBrk="0" fontAlgn="base" hangingPunct="0">
              <a:spcBef>
                <a:spcPct val="0"/>
              </a:spcBef>
              <a:spcAft>
                <a:spcPct val="0"/>
              </a:spcAft>
              <a:defRPr sz="4400">
                <a:solidFill>
                  <a:schemeClr val="lt1"/>
                </a:solidFill>
                <a:latin typeface="+mn-lt"/>
                <a:ea typeface="+mn-ea"/>
                <a:cs typeface="+mn-cs"/>
              </a:defRPr>
            </a:lvl2pPr>
            <a:lvl3pPr algn="ctr" rtl="0" eaLnBrk="0" fontAlgn="base" hangingPunct="0">
              <a:spcBef>
                <a:spcPct val="0"/>
              </a:spcBef>
              <a:spcAft>
                <a:spcPct val="0"/>
              </a:spcAft>
              <a:defRPr sz="4400">
                <a:solidFill>
                  <a:schemeClr val="lt1"/>
                </a:solidFill>
                <a:latin typeface="+mn-lt"/>
                <a:ea typeface="+mn-ea"/>
                <a:cs typeface="+mn-cs"/>
              </a:defRPr>
            </a:lvl3pPr>
            <a:lvl4pPr algn="ctr" rtl="0" eaLnBrk="0" fontAlgn="base" hangingPunct="0">
              <a:spcBef>
                <a:spcPct val="0"/>
              </a:spcBef>
              <a:spcAft>
                <a:spcPct val="0"/>
              </a:spcAft>
              <a:defRPr sz="4400">
                <a:solidFill>
                  <a:schemeClr val="lt1"/>
                </a:solidFill>
                <a:latin typeface="+mn-lt"/>
                <a:ea typeface="+mn-ea"/>
                <a:cs typeface="+mn-cs"/>
              </a:defRPr>
            </a:lvl4pPr>
            <a:lvl5pPr algn="ctr" rtl="0" eaLnBrk="0" fontAlgn="base" hangingPunct="0">
              <a:spcBef>
                <a:spcPct val="0"/>
              </a:spcBef>
              <a:spcAft>
                <a:spcPct val="0"/>
              </a:spcAft>
              <a:defRPr sz="4400">
                <a:solidFill>
                  <a:schemeClr val="lt1"/>
                </a:solidFill>
                <a:latin typeface="+mn-lt"/>
                <a:ea typeface="+mn-ea"/>
                <a:cs typeface="+mn-cs"/>
              </a:defRPr>
            </a:lvl5pPr>
            <a:lvl6pPr marL="457200" algn="ctr" rtl="0" fontAlgn="base">
              <a:spcBef>
                <a:spcPct val="0"/>
              </a:spcBef>
              <a:spcAft>
                <a:spcPct val="0"/>
              </a:spcAft>
              <a:defRPr sz="4400">
                <a:solidFill>
                  <a:schemeClr val="lt1"/>
                </a:solidFill>
                <a:latin typeface="+mn-lt"/>
                <a:ea typeface="+mn-ea"/>
                <a:cs typeface="+mn-cs"/>
              </a:defRPr>
            </a:lvl6pPr>
            <a:lvl7pPr marL="914400" algn="ctr" rtl="0" fontAlgn="base">
              <a:spcBef>
                <a:spcPct val="0"/>
              </a:spcBef>
              <a:spcAft>
                <a:spcPct val="0"/>
              </a:spcAft>
              <a:defRPr sz="4400">
                <a:solidFill>
                  <a:schemeClr val="lt1"/>
                </a:solidFill>
                <a:latin typeface="+mn-lt"/>
                <a:ea typeface="+mn-ea"/>
                <a:cs typeface="+mn-cs"/>
              </a:defRPr>
            </a:lvl7pPr>
            <a:lvl8pPr marL="1371600" algn="ctr" rtl="0" fontAlgn="base">
              <a:spcBef>
                <a:spcPct val="0"/>
              </a:spcBef>
              <a:spcAft>
                <a:spcPct val="0"/>
              </a:spcAft>
              <a:defRPr sz="4400">
                <a:solidFill>
                  <a:schemeClr val="lt1"/>
                </a:solidFill>
                <a:latin typeface="+mn-lt"/>
                <a:ea typeface="+mn-ea"/>
                <a:cs typeface="+mn-cs"/>
              </a:defRPr>
            </a:lvl8pPr>
            <a:lvl9pPr marL="1828800" algn="ctr" rtl="0" fontAlgn="base">
              <a:spcBef>
                <a:spcPct val="0"/>
              </a:spcBef>
              <a:spcAft>
                <a:spcPct val="0"/>
              </a:spcAft>
              <a:defRPr sz="4400">
                <a:solidFill>
                  <a:schemeClr val="lt1"/>
                </a:solidFill>
                <a:latin typeface="+mn-lt"/>
                <a:ea typeface="+mn-ea"/>
                <a:cs typeface="+mn-cs"/>
              </a:defRPr>
            </a:lvl9pPr>
          </a:lstStyle>
          <a:p>
            <a:pPr eaLnBrk="1" fontAlgn="auto" hangingPunct="1">
              <a:spcAft>
                <a:spcPts val="0"/>
              </a:spcAft>
              <a:defRPr/>
            </a:pPr>
            <a:r>
              <a:rPr lang="en-US" b="1" dirty="0" err="1" smtClean="0">
                <a:solidFill>
                  <a:sysClr val="window" lastClr="FFFFFF"/>
                </a:solidFill>
                <a:effectLst>
                  <a:outerShdw blurRad="38100" dist="38100" dir="2700000" algn="tl">
                    <a:srgbClr val="000000">
                      <a:alpha val="43137"/>
                    </a:srgbClr>
                  </a:outerShdw>
                </a:effectLst>
              </a:rPr>
              <a:t>Sadar</a:t>
            </a:r>
            <a:r>
              <a:rPr lang="en-US" b="1" dirty="0" smtClean="0">
                <a:solidFill>
                  <a:sysClr val="window" lastClr="FFFFFF"/>
                </a:solidFill>
                <a:effectLst>
                  <a:outerShdw blurRad="38100" dist="38100" dir="2700000" algn="tl">
                    <a:srgbClr val="000000">
                      <a:alpha val="43137"/>
                    </a:srgbClr>
                  </a:outerShdw>
                </a:effectLst>
              </a:rPr>
              <a:t> </a:t>
            </a:r>
            <a:r>
              <a:rPr lang="en-US" b="1" dirty="0" err="1" smtClean="0">
                <a:solidFill>
                  <a:sysClr val="window" lastClr="FFFFFF"/>
                </a:solidFill>
                <a:effectLst>
                  <a:outerShdw blurRad="38100" dist="38100" dir="2700000" algn="tl">
                    <a:srgbClr val="000000">
                      <a:alpha val="43137"/>
                    </a:srgbClr>
                  </a:outerShdw>
                </a:effectLst>
              </a:rPr>
              <a:t>Hosital</a:t>
            </a:r>
            <a:r>
              <a:rPr lang="en-US" b="1" dirty="0" smtClean="0">
                <a:solidFill>
                  <a:sysClr val="window" lastClr="FFFFFF"/>
                </a:solidFill>
                <a:effectLst>
                  <a:outerShdw blurRad="38100" dist="38100" dir="2700000" algn="tl">
                    <a:srgbClr val="000000">
                      <a:alpha val="43137"/>
                    </a:srgbClr>
                  </a:outerShdw>
                </a:effectLst>
              </a:rPr>
              <a:t>, Jhenaidah</a:t>
            </a:r>
            <a:endParaRPr lang="en-US" b="1" dirty="0">
              <a:solidFill>
                <a:sysClr val="window" lastClr="FFFFFF"/>
              </a:solidFill>
              <a:effectLst>
                <a:outerShdw blurRad="38100" dist="38100" dir="2700000" algn="tl">
                  <a:srgbClr val="000000">
                    <a:alpha val="43137"/>
                  </a:srgbClr>
                </a:outerShdw>
              </a:effectLst>
            </a:endParaRPr>
          </a:p>
        </p:txBody>
      </p:sp>
    </p:spTree>
  </p:cSld>
  <p:clrMapOvr>
    <a:masterClrMapping/>
  </p:clrMapOvr>
  <p:transition spd="slow">
    <p:dissolv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extLst>
              <p:ext uri="{D42A27DB-BD31-4B8C-83A1-F6EECF244321}">
                <p14:modId xmlns:p14="http://schemas.microsoft.com/office/powerpoint/2010/main" val="823681107"/>
              </p:ext>
            </p:extLst>
          </p:nvPr>
        </p:nvGraphicFramePr>
        <p:xfrm>
          <a:off x="152400" y="1028701"/>
          <a:ext cx="8839200" cy="3512121"/>
        </p:xfrm>
        <a:graphic>
          <a:graphicData uri="http://schemas.openxmlformats.org/drawingml/2006/chart">
            <c:chart xmlns:c="http://schemas.openxmlformats.org/drawingml/2006/chart" xmlns:r="http://schemas.openxmlformats.org/officeDocument/2006/relationships" r:id="rId2"/>
          </a:graphicData>
        </a:graphic>
      </p:graphicFrame>
      <p:sp>
        <p:nvSpPr>
          <p:cNvPr id="7" name="Title 1"/>
          <p:cNvSpPr txBox="1">
            <a:spLocks/>
          </p:cNvSpPr>
          <p:nvPr/>
        </p:nvSpPr>
        <p:spPr bwMode="auto">
          <a:xfrm>
            <a:off x="152400" y="0"/>
            <a:ext cx="8991600" cy="571500"/>
          </a:xfrm>
          <a:prstGeom prst="rect">
            <a:avLst/>
          </a:prstGeom>
          <a:gradFill rotWithShape="1">
            <a:gsLst>
              <a:gs pos="0">
                <a:srgbClr val="4BACC6">
                  <a:shade val="51000"/>
                  <a:satMod val="130000"/>
                </a:srgbClr>
              </a:gs>
              <a:gs pos="80000">
                <a:srgbClr val="4BACC6">
                  <a:shade val="93000"/>
                  <a:satMod val="130000"/>
                </a:srgbClr>
              </a:gs>
              <a:gs pos="100000">
                <a:srgbClr val="4BACC6">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xtLst>
            <a:ext uri="{91240B29-F687-4F45-9708-019B960494DF}">
              <a14:hiddenLine xmlns:a14="http://schemas.microsoft.com/office/drawing/2010/main" w="9525">
                <a:solidFill>
                  <a:srgbClr val="000000"/>
                </a:solidFill>
                <a:miter lim="800000"/>
                <a:headEnd/>
                <a:tailEnd/>
              </a14:hiddenLine>
            </a:ext>
          </a:extLst>
        </p:spPr>
        <p:txBody>
          <a:bodyPr anchor="ctr">
            <a:normAutofit fontScale="82500" lnSpcReduction="20000"/>
          </a:bodyPr>
          <a:lstStyle>
            <a:lvl1pPr algn="ctr" rtl="0" eaLnBrk="0" fontAlgn="base" hangingPunct="0">
              <a:spcBef>
                <a:spcPct val="0"/>
              </a:spcBef>
              <a:spcAft>
                <a:spcPct val="0"/>
              </a:spcAft>
              <a:defRPr sz="4400" kern="1200">
                <a:solidFill>
                  <a:schemeClr val="lt1"/>
                </a:solidFill>
                <a:latin typeface="+mn-lt"/>
                <a:ea typeface="+mn-ea"/>
                <a:cs typeface="+mn-cs"/>
              </a:defRPr>
            </a:lvl1pPr>
            <a:lvl2pPr algn="ctr" rtl="0" eaLnBrk="0" fontAlgn="base" hangingPunct="0">
              <a:spcBef>
                <a:spcPct val="0"/>
              </a:spcBef>
              <a:spcAft>
                <a:spcPct val="0"/>
              </a:spcAft>
              <a:defRPr sz="4400">
                <a:solidFill>
                  <a:schemeClr val="lt1"/>
                </a:solidFill>
                <a:latin typeface="+mn-lt"/>
                <a:ea typeface="+mn-ea"/>
                <a:cs typeface="+mn-cs"/>
              </a:defRPr>
            </a:lvl2pPr>
            <a:lvl3pPr algn="ctr" rtl="0" eaLnBrk="0" fontAlgn="base" hangingPunct="0">
              <a:spcBef>
                <a:spcPct val="0"/>
              </a:spcBef>
              <a:spcAft>
                <a:spcPct val="0"/>
              </a:spcAft>
              <a:defRPr sz="4400">
                <a:solidFill>
                  <a:schemeClr val="lt1"/>
                </a:solidFill>
                <a:latin typeface="+mn-lt"/>
                <a:ea typeface="+mn-ea"/>
                <a:cs typeface="+mn-cs"/>
              </a:defRPr>
            </a:lvl3pPr>
            <a:lvl4pPr algn="ctr" rtl="0" eaLnBrk="0" fontAlgn="base" hangingPunct="0">
              <a:spcBef>
                <a:spcPct val="0"/>
              </a:spcBef>
              <a:spcAft>
                <a:spcPct val="0"/>
              </a:spcAft>
              <a:defRPr sz="4400">
                <a:solidFill>
                  <a:schemeClr val="lt1"/>
                </a:solidFill>
                <a:latin typeface="+mn-lt"/>
                <a:ea typeface="+mn-ea"/>
                <a:cs typeface="+mn-cs"/>
              </a:defRPr>
            </a:lvl4pPr>
            <a:lvl5pPr algn="ctr" rtl="0" eaLnBrk="0" fontAlgn="base" hangingPunct="0">
              <a:spcBef>
                <a:spcPct val="0"/>
              </a:spcBef>
              <a:spcAft>
                <a:spcPct val="0"/>
              </a:spcAft>
              <a:defRPr sz="4400">
                <a:solidFill>
                  <a:schemeClr val="lt1"/>
                </a:solidFill>
                <a:latin typeface="+mn-lt"/>
                <a:ea typeface="+mn-ea"/>
                <a:cs typeface="+mn-cs"/>
              </a:defRPr>
            </a:lvl5pPr>
            <a:lvl6pPr marL="457200" algn="ctr" rtl="0" fontAlgn="base">
              <a:spcBef>
                <a:spcPct val="0"/>
              </a:spcBef>
              <a:spcAft>
                <a:spcPct val="0"/>
              </a:spcAft>
              <a:defRPr sz="4400">
                <a:solidFill>
                  <a:schemeClr val="lt1"/>
                </a:solidFill>
                <a:latin typeface="+mn-lt"/>
                <a:ea typeface="+mn-ea"/>
                <a:cs typeface="+mn-cs"/>
              </a:defRPr>
            </a:lvl6pPr>
            <a:lvl7pPr marL="914400" algn="ctr" rtl="0" fontAlgn="base">
              <a:spcBef>
                <a:spcPct val="0"/>
              </a:spcBef>
              <a:spcAft>
                <a:spcPct val="0"/>
              </a:spcAft>
              <a:defRPr sz="4400">
                <a:solidFill>
                  <a:schemeClr val="lt1"/>
                </a:solidFill>
                <a:latin typeface="+mn-lt"/>
                <a:ea typeface="+mn-ea"/>
                <a:cs typeface="+mn-cs"/>
              </a:defRPr>
            </a:lvl7pPr>
            <a:lvl8pPr marL="1371600" algn="ctr" rtl="0" fontAlgn="base">
              <a:spcBef>
                <a:spcPct val="0"/>
              </a:spcBef>
              <a:spcAft>
                <a:spcPct val="0"/>
              </a:spcAft>
              <a:defRPr sz="4400">
                <a:solidFill>
                  <a:schemeClr val="lt1"/>
                </a:solidFill>
                <a:latin typeface="+mn-lt"/>
                <a:ea typeface="+mn-ea"/>
                <a:cs typeface="+mn-cs"/>
              </a:defRPr>
            </a:lvl8pPr>
            <a:lvl9pPr marL="1828800" algn="ctr" rtl="0" fontAlgn="base">
              <a:spcBef>
                <a:spcPct val="0"/>
              </a:spcBef>
              <a:spcAft>
                <a:spcPct val="0"/>
              </a:spcAft>
              <a:defRPr sz="4400">
                <a:solidFill>
                  <a:schemeClr val="lt1"/>
                </a:solidFill>
                <a:latin typeface="+mn-lt"/>
                <a:ea typeface="+mn-ea"/>
                <a:cs typeface="+mn-cs"/>
              </a:defRPr>
            </a:lvl9pPr>
          </a:lstStyle>
          <a:p>
            <a:pPr eaLnBrk="1" fontAlgn="auto" hangingPunct="1">
              <a:spcAft>
                <a:spcPts val="0"/>
              </a:spcAft>
              <a:defRPr/>
            </a:pPr>
            <a:r>
              <a:rPr lang="en-US" b="1" dirty="0" smtClean="0">
                <a:solidFill>
                  <a:sysClr val="window" lastClr="FFFFFF"/>
                </a:solidFill>
                <a:effectLst>
                  <a:outerShdw blurRad="38100" dist="38100" dir="2700000" algn="tl">
                    <a:srgbClr val="000000">
                      <a:alpha val="43137"/>
                    </a:srgbClr>
                  </a:outerShdw>
                </a:effectLst>
              </a:rPr>
              <a:t>Sadar Hospital, Jhenaidah</a:t>
            </a:r>
            <a:endParaRPr lang="en-US" b="1" dirty="0">
              <a:solidFill>
                <a:sysClr val="window" lastClr="FFFFFF"/>
              </a:solidFill>
              <a:effectLst>
                <a:outerShdw blurRad="38100" dist="38100" dir="2700000" algn="tl">
                  <a:srgbClr val="000000">
                    <a:alpha val="43137"/>
                  </a:srgbClr>
                </a:outerShdw>
              </a:effectLst>
            </a:endParaRPr>
          </a:p>
        </p:txBody>
      </p:sp>
      <p:sp>
        <p:nvSpPr>
          <p:cNvPr id="8" name="TextBox 4"/>
          <p:cNvSpPr txBox="1">
            <a:spLocks noChangeArrowheads="1"/>
          </p:cNvSpPr>
          <p:nvPr/>
        </p:nvSpPr>
        <p:spPr bwMode="auto">
          <a:xfrm>
            <a:off x="152400" y="571502"/>
            <a:ext cx="8991600" cy="461665"/>
          </a:xfrm>
          <a:prstGeom prst="rect">
            <a:avLst/>
          </a:prstGeom>
          <a:blipFill>
            <a:blip r:embed="rId3"/>
            <a:tile tx="0" ty="0" sx="100000" sy="100000" flip="none" algn="tl"/>
          </a:blipFill>
          <a:ln/>
          <a:extLst/>
        </p:spPr>
        <p:style>
          <a:lnRef idx="1">
            <a:schemeClr val="accent2"/>
          </a:lnRef>
          <a:fillRef idx="3">
            <a:schemeClr val="accent2"/>
          </a:fillRef>
          <a:effectRef idx="2">
            <a:schemeClr val="accent2"/>
          </a:effectRef>
          <a:fontRef idx="minor">
            <a:schemeClr val="lt1"/>
          </a:fontRef>
        </p:style>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400" b="1" dirty="0" smtClean="0">
                <a:solidFill>
                  <a:srgbClr val="FFFFFF"/>
                </a:solidFill>
              </a:rPr>
              <a:t>Admitted Under 5 children in  indoor from 2014 to 2019</a:t>
            </a:r>
            <a:endParaRPr lang="en-US" sz="2400" dirty="0">
              <a:solidFill>
                <a:srgbClr val="FFFFFF"/>
              </a:solidFill>
            </a:endParaRPr>
          </a:p>
        </p:txBody>
      </p:sp>
    </p:spTree>
    <p:extLst>
      <p:ext uri="{BB962C8B-B14F-4D97-AF65-F5344CB8AC3E}">
        <p14:creationId xmlns:p14="http://schemas.microsoft.com/office/powerpoint/2010/main" val="4163816239"/>
      </p:ext>
    </p:extLst>
  </p:cSld>
  <p:clrMapOvr>
    <a:masterClrMapping/>
  </p:clrMapOvr>
  <p:transition spd="slow">
    <p:blinds dir="vert"/>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1">
            <a:schemeClr val="accent5"/>
          </a:lnRef>
          <a:fillRef idx="2">
            <a:schemeClr val="accent5"/>
          </a:fillRef>
          <a:effectRef idx="1">
            <a:schemeClr val="accent5"/>
          </a:effectRef>
          <a:fontRef idx="minor">
            <a:schemeClr val="dk1"/>
          </a:fontRef>
        </p:style>
        <p:txBody>
          <a:bodyPr/>
          <a:lstStyle/>
          <a:p>
            <a:r>
              <a:rPr lang="en-GB" sz="2400" dirty="0" smtClean="0"/>
              <a:t>Total ANC and Delivery in Jhenaidah District Hospital 2011-2019</a:t>
            </a:r>
            <a:endParaRPr lang="en-GB" sz="2400"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957874172"/>
              </p:ext>
            </p:extLst>
          </p:nvPr>
        </p:nvGraphicFramePr>
        <p:xfrm>
          <a:off x="457200" y="1200151"/>
          <a:ext cx="8229600" cy="339447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202181127"/>
      </p:ext>
    </p:extLst>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742952"/>
            <a:ext cx="9144000" cy="606029"/>
          </a:xfrm>
          <a:blipFill>
            <a:blip r:embed="rId2"/>
            <a:tile tx="0" ty="0" sx="100000" sy="100000" flip="none" algn="tl"/>
          </a:blipFill>
        </p:spPr>
        <p:style>
          <a:lnRef idx="1">
            <a:schemeClr val="accent2"/>
          </a:lnRef>
          <a:fillRef idx="3">
            <a:schemeClr val="accent2"/>
          </a:fillRef>
          <a:effectRef idx="2">
            <a:schemeClr val="accent2"/>
          </a:effectRef>
          <a:fontRef idx="minor">
            <a:schemeClr val="lt1"/>
          </a:fontRef>
        </p:style>
        <p:txBody>
          <a:bodyPr>
            <a:normAutofit fontScale="90000"/>
          </a:bodyPr>
          <a:lstStyle/>
          <a:p>
            <a:pPr>
              <a:defRPr/>
            </a:pPr>
            <a:r>
              <a:rPr lang="en-US" sz="2400" b="1" dirty="0" smtClean="0">
                <a:solidFill>
                  <a:schemeClr val="bg1"/>
                </a:solidFill>
              </a:rPr>
              <a:t/>
            </a:r>
            <a:br>
              <a:rPr lang="en-US" sz="2400" b="1" dirty="0" smtClean="0">
                <a:solidFill>
                  <a:schemeClr val="bg1"/>
                </a:solidFill>
              </a:rPr>
            </a:br>
            <a:r>
              <a:rPr lang="en-US" sz="2400" b="1" dirty="0">
                <a:solidFill>
                  <a:schemeClr val="bg1"/>
                </a:solidFill>
              </a:rPr>
              <a:t/>
            </a:r>
            <a:br>
              <a:rPr lang="en-US" sz="2400" b="1" dirty="0">
                <a:solidFill>
                  <a:schemeClr val="bg1"/>
                </a:solidFill>
              </a:rPr>
            </a:br>
            <a:r>
              <a:rPr lang="en-US" sz="2500" b="1" dirty="0" smtClean="0">
                <a:solidFill>
                  <a:srgbClr val="00B050"/>
                </a:solidFill>
              </a:rPr>
              <a:t>Comparative </a:t>
            </a:r>
            <a:r>
              <a:rPr lang="en-US" sz="2500" b="1" dirty="0">
                <a:solidFill>
                  <a:srgbClr val="00B050"/>
                </a:solidFill>
              </a:rPr>
              <a:t>data of revenue </a:t>
            </a:r>
            <a:r>
              <a:rPr lang="en-US" sz="2500" b="1" dirty="0" smtClean="0">
                <a:solidFill>
                  <a:srgbClr val="00B050"/>
                </a:solidFill>
              </a:rPr>
              <a:t>income </a:t>
            </a:r>
            <a:r>
              <a:rPr lang="en-US" sz="2800" b="1" dirty="0" smtClean="0">
                <a:solidFill>
                  <a:srgbClr val="00B050"/>
                </a:solidFill>
              </a:rPr>
              <a:t>(</a:t>
            </a:r>
            <a:r>
              <a:rPr lang="en-US" sz="2200" b="1" dirty="0" smtClean="0">
                <a:solidFill>
                  <a:srgbClr val="00B050"/>
                </a:solidFill>
              </a:rPr>
              <a:t>in Taka</a:t>
            </a:r>
            <a:r>
              <a:rPr lang="en-US" sz="2800" b="1" dirty="0" smtClean="0">
                <a:solidFill>
                  <a:srgbClr val="00B050"/>
                </a:solidFill>
              </a:rPr>
              <a:t>) from </a:t>
            </a:r>
            <a:r>
              <a:rPr lang="en-US" sz="2600" b="1" dirty="0" smtClean="0">
                <a:solidFill>
                  <a:srgbClr val="00B050"/>
                </a:solidFill>
              </a:rPr>
              <a:t>2015 to 2019</a:t>
            </a:r>
            <a:r>
              <a:rPr lang="en-US" sz="4800" b="1" dirty="0"/>
              <a:t/>
            </a:r>
            <a:br>
              <a:rPr lang="en-US" sz="4800" b="1" dirty="0"/>
            </a:br>
            <a:endParaRPr lang="en-US" sz="5400" b="1" dirty="0"/>
          </a:p>
        </p:txBody>
      </p:sp>
      <p:graphicFrame>
        <p:nvGraphicFramePr>
          <p:cNvPr id="2" name="Content Placeholder 8"/>
          <p:cNvGraphicFramePr>
            <a:graphicFrameLocks noGrp="1"/>
          </p:cNvGraphicFramePr>
          <p:nvPr>
            <p:ph idx="1"/>
            <p:extLst>
              <p:ext uri="{D42A27DB-BD31-4B8C-83A1-F6EECF244321}">
                <p14:modId xmlns:p14="http://schemas.microsoft.com/office/powerpoint/2010/main" val="1780880335"/>
              </p:ext>
            </p:extLst>
          </p:nvPr>
        </p:nvGraphicFramePr>
        <p:xfrm>
          <a:off x="0" y="1314450"/>
          <a:ext cx="9144000" cy="3429000"/>
        </p:xfrm>
        <a:graphic>
          <a:graphicData uri="http://schemas.openxmlformats.org/drawingml/2006/chart">
            <c:chart xmlns:c="http://schemas.openxmlformats.org/drawingml/2006/chart" xmlns:r="http://schemas.openxmlformats.org/officeDocument/2006/relationships" r:id="rId3"/>
          </a:graphicData>
        </a:graphic>
      </p:graphicFrame>
      <p:sp>
        <p:nvSpPr>
          <p:cNvPr id="6" name="Title 1"/>
          <p:cNvSpPr txBox="1">
            <a:spLocks/>
          </p:cNvSpPr>
          <p:nvPr/>
        </p:nvSpPr>
        <p:spPr bwMode="auto">
          <a:xfrm>
            <a:off x="0" y="0"/>
            <a:ext cx="9144000" cy="800100"/>
          </a:xfrm>
          <a:prstGeom prst="rect">
            <a:avLst/>
          </a:prstGeom>
          <a:gradFill rotWithShape="1">
            <a:gsLst>
              <a:gs pos="0">
                <a:srgbClr val="4BACC6">
                  <a:shade val="51000"/>
                  <a:satMod val="130000"/>
                </a:srgbClr>
              </a:gs>
              <a:gs pos="80000">
                <a:srgbClr val="4BACC6">
                  <a:shade val="93000"/>
                  <a:satMod val="130000"/>
                </a:srgbClr>
              </a:gs>
              <a:gs pos="100000">
                <a:srgbClr val="4BACC6">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xtLst>
            <a:ext uri="{91240B29-F687-4F45-9708-019B960494DF}">
              <a14:hiddenLine xmlns:a14="http://schemas.microsoft.com/office/drawing/2010/main" w="9525">
                <a:solidFill>
                  <a:srgbClr val="000000"/>
                </a:solidFill>
                <a:miter lim="800000"/>
                <a:headEnd/>
                <a:tailEnd/>
              </a14:hiddenLine>
            </a:ext>
          </a:extLst>
        </p:spPr>
        <p:txBody>
          <a:bodyPr anchor="ctr">
            <a:normAutofit fontScale="97500"/>
          </a:bodyPr>
          <a:lstStyle>
            <a:lvl1pPr algn="ctr" rtl="0" eaLnBrk="0" fontAlgn="base" hangingPunct="0">
              <a:spcBef>
                <a:spcPct val="0"/>
              </a:spcBef>
              <a:spcAft>
                <a:spcPct val="0"/>
              </a:spcAft>
              <a:defRPr sz="4400" kern="1200">
                <a:solidFill>
                  <a:schemeClr val="lt1"/>
                </a:solidFill>
                <a:latin typeface="+mn-lt"/>
                <a:ea typeface="+mn-ea"/>
                <a:cs typeface="+mn-cs"/>
              </a:defRPr>
            </a:lvl1pPr>
            <a:lvl2pPr algn="ctr" rtl="0" eaLnBrk="0" fontAlgn="base" hangingPunct="0">
              <a:spcBef>
                <a:spcPct val="0"/>
              </a:spcBef>
              <a:spcAft>
                <a:spcPct val="0"/>
              </a:spcAft>
              <a:defRPr sz="4400">
                <a:solidFill>
                  <a:schemeClr val="lt1"/>
                </a:solidFill>
                <a:latin typeface="+mn-lt"/>
                <a:ea typeface="+mn-ea"/>
                <a:cs typeface="+mn-cs"/>
              </a:defRPr>
            </a:lvl2pPr>
            <a:lvl3pPr algn="ctr" rtl="0" eaLnBrk="0" fontAlgn="base" hangingPunct="0">
              <a:spcBef>
                <a:spcPct val="0"/>
              </a:spcBef>
              <a:spcAft>
                <a:spcPct val="0"/>
              </a:spcAft>
              <a:defRPr sz="4400">
                <a:solidFill>
                  <a:schemeClr val="lt1"/>
                </a:solidFill>
                <a:latin typeface="+mn-lt"/>
                <a:ea typeface="+mn-ea"/>
                <a:cs typeface="+mn-cs"/>
              </a:defRPr>
            </a:lvl3pPr>
            <a:lvl4pPr algn="ctr" rtl="0" eaLnBrk="0" fontAlgn="base" hangingPunct="0">
              <a:spcBef>
                <a:spcPct val="0"/>
              </a:spcBef>
              <a:spcAft>
                <a:spcPct val="0"/>
              </a:spcAft>
              <a:defRPr sz="4400">
                <a:solidFill>
                  <a:schemeClr val="lt1"/>
                </a:solidFill>
                <a:latin typeface="+mn-lt"/>
                <a:ea typeface="+mn-ea"/>
                <a:cs typeface="+mn-cs"/>
              </a:defRPr>
            </a:lvl4pPr>
            <a:lvl5pPr algn="ctr" rtl="0" eaLnBrk="0" fontAlgn="base" hangingPunct="0">
              <a:spcBef>
                <a:spcPct val="0"/>
              </a:spcBef>
              <a:spcAft>
                <a:spcPct val="0"/>
              </a:spcAft>
              <a:defRPr sz="4400">
                <a:solidFill>
                  <a:schemeClr val="lt1"/>
                </a:solidFill>
                <a:latin typeface="+mn-lt"/>
                <a:ea typeface="+mn-ea"/>
                <a:cs typeface="+mn-cs"/>
              </a:defRPr>
            </a:lvl5pPr>
            <a:lvl6pPr marL="457200" algn="ctr" rtl="0" fontAlgn="base">
              <a:spcBef>
                <a:spcPct val="0"/>
              </a:spcBef>
              <a:spcAft>
                <a:spcPct val="0"/>
              </a:spcAft>
              <a:defRPr sz="4400">
                <a:solidFill>
                  <a:schemeClr val="lt1"/>
                </a:solidFill>
                <a:latin typeface="+mn-lt"/>
                <a:ea typeface="+mn-ea"/>
                <a:cs typeface="+mn-cs"/>
              </a:defRPr>
            </a:lvl6pPr>
            <a:lvl7pPr marL="914400" algn="ctr" rtl="0" fontAlgn="base">
              <a:spcBef>
                <a:spcPct val="0"/>
              </a:spcBef>
              <a:spcAft>
                <a:spcPct val="0"/>
              </a:spcAft>
              <a:defRPr sz="4400">
                <a:solidFill>
                  <a:schemeClr val="lt1"/>
                </a:solidFill>
                <a:latin typeface="+mn-lt"/>
                <a:ea typeface="+mn-ea"/>
                <a:cs typeface="+mn-cs"/>
              </a:defRPr>
            </a:lvl7pPr>
            <a:lvl8pPr marL="1371600" algn="ctr" rtl="0" fontAlgn="base">
              <a:spcBef>
                <a:spcPct val="0"/>
              </a:spcBef>
              <a:spcAft>
                <a:spcPct val="0"/>
              </a:spcAft>
              <a:defRPr sz="4400">
                <a:solidFill>
                  <a:schemeClr val="lt1"/>
                </a:solidFill>
                <a:latin typeface="+mn-lt"/>
                <a:ea typeface="+mn-ea"/>
                <a:cs typeface="+mn-cs"/>
              </a:defRPr>
            </a:lvl8pPr>
            <a:lvl9pPr marL="1828800" algn="ctr" rtl="0" fontAlgn="base">
              <a:spcBef>
                <a:spcPct val="0"/>
              </a:spcBef>
              <a:spcAft>
                <a:spcPct val="0"/>
              </a:spcAft>
              <a:defRPr sz="4400">
                <a:solidFill>
                  <a:schemeClr val="lt1"/>
                </a:solidFill>
                <a:latin typeface="+mn-lt"/>
                <a:ea typeface="+mn-ea"/>
                <a:cs typeface="+mn-cs"/>
              </a:defRPr>
            </a:lvl9pPr>
          </a:lstStyle>
          <a:p>
            <a:pPr eaLnBrk="1" fontAlgn="auto" hangingPunct="1">
              <a:spcAft>
                <a:spcPts val="0"/>
              </a:spcAft>
              <a:defRPr/>
            </a:pPr>
            <a:r>
              <a:rPr lang="en-US" b="1" dirty="0" smtClean="0">
                <a:solidFill>
                  <a:sysClr val="window" lastClr="FFFFFF"/>
                </a:solidFill>
                <a:effectLst>
                  <a:outerShdw blurRad="38100" dist="38100" dir="2700000" algn="tl">
                    <a:srgbClr val="000000">
                      <a:alpha val="43137"/>
                    </a:srgbClr>
                  </a:outerShdw>
                </a:effectLst>
                <a:latin typeface="Calibri"/>
              </a:rPr>
              <a:t>Sadar Hospital, Jhenaidah</a:t>
            </a:r>
            <a:endParaRPr lang="en-US" b="1" dirty="0">
              <a:solidFill>
                <a:sysClr val="window" lastClr="FFFFFF"/>
              </a:solidFill>
              <a:effectLst>
                <a:outerShdw blurRad="38100" dist="38100" dir="2700000" algn="tl">
                  <a:srgbClr val="000000">
                    <a:alpha val="43137"/>
                  </a:srgbClr>
                </a:outerShdw>
              </a:effectLst>
              <a:latin typeface="Calibri"/>
            </a:endParaRPr>
          </a:p>
        </p:txBody>
      </p:sp>
    </p:spTree>
    <p:extLst>
      <p:ext uri="{BB962C8B-B14F-4D97-AF65-F5344CB8AC3E}">
        <p14:creationId xmlns:p14="http://schemas.microsoft.com/office/powerpoint/2010/main" val="838947691"/>
      </p:ext>
    </p:extLst>
  </p:cSld>
  <p:clrMapOvr>
    <a:masterClrMapping/>
  </p:clrMapOvr>
  <p:transition spd="slow">
    <p:zoom dir="in"/>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style>
          <a:lnRef idx="1">
            <a:schemeClr val="accent5"/>
          </a:lnRef>
          <a:fillRef idx="2">
            <a:schemeClr val="accent5"/>
          </a:fillRef>
          <a:effectRef idx="1">
            <a:schemeClr val="accent5"/>
          </a:effectRef>
          <a:fontRef idx="minor">
            <a:schemeClr val="dk1"/>
          </a:fontRef>
        </p:style>
        <p:txBody>
          <a:bodyPr>
            <a:normAutofit fontScale="90000"/>
          </a:bodyPr>
          <a:lstStyle/>
          <a:p>
            <a:r>
              <a:rPr lang="en-GB" sz="2800" dirty="0" smtClean="0"/>
              <a:t>Comparative data of 4 best performing EOC Centre of </a:t>
            </a:r>
            <a:r>
              <a:rPr lang="en-GB" sz="2800" smtClean="0"/>
              <a:t>Khulna division 2019</a:t>
            </a:r>
            <a:endParaRPr lang="en-GB" sz="2800" dirty="0"/>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9413147"/>
              </p:ext>
            </p:extLst>
          </p:nvPr>
        </p:nvGraphicFramePr>
        <p:xfrm>
          <a:off x="457200" y="1200151"/>
          <a:ext cx="8229600" cy="339447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617225213"/>
      </p:ext>
    </p:extLst>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28" name="Rectangle 2"/>
          <p:cNvSpPr>
            <a:spLocks noGrp="1" noChangeArrowheads="1"/>
          </p:cNvSpPr>
          <p:nvPr>
            <p:ph type="title"/>
          </p:nvPr>
        </p:nvSpPr>
        <p:spPr>
          <a:xfrm>
            <a:off x="457200" y="171450"/>
            <a:ext cx="8229600" cy="742950"/>
          </a:xfrm>
          <a:solidFill>
            <a:srgbClr val="BBE0E3"/>
          </a:solidFill>
        </p:spPr>
        <p:txBody>
          <a:bodyPr>
            <a:normAutofit fontScale="90000"/>
          </a:bodyPr>
          <a:lstStyle/>
          <a:p>
            <a:pPr eaLnBrk="1" hangingPunct="1"/>
            <a:r>
              <a:rPr lang="en-US" sz="3200" b="1" smtClean="0">
                <a:solidFill>
                  <a:srgbClr val="000000"/>
                </a:solidFill>
              </a:rPr>
              <a:t>Upazila Health  Complex</a:t>
            </a:r>
            <a:br>
              <a:rPr lang="en-US" sz="3200" b="1" smtClean="0">
                <a:solidFill>
                  <a:srgbClr val="000000"/>
                </a:solidFill>
              </a:rPr>
            </a:br>
            <a:r>
              <a:rPr lang="en-US" sz="2000" b="1" smtClean="0">
                <a:solidFill>
                  <a:srgbClr val="000000"/>
                </a:solidFill>
              </a:rPr>
              <a:t>CHOWGACHA , JESSORE.</a:t>
            </a:r>
          </a:p>
        </p:txBody>
      </p:sp>
      <p:graphicFrame>
        <p:nvGraphicFramePr>
          <p:cNvPr id="19757" name="Group 301"/>
          <p:cNvGraphicFramePr>
            <a:graphicFrameLocks noGrp="1"/>
          </p:cNvGraphicFramePr>
          <p:nvPr>
            <p:ph sz="half" idx="1"/>
          </p:nvPr>
        </p:nvGraphicFramePr>
        <p:xfrm>
          <a:off x="457203" y="1943101"/>
          <a:ext cx="8153399" cy="2606282"/>
        </p:xfrm>
        <a:graphic>
          <a:graphicData uri="http://schemas.openxmlformats.org/drawingml/2006/table">
            <a:tbl>
              <a:tblPr>
                <a:tableStyleId>{E8B1032C-EA38-4F05-BA0D-38AFFFC7BED3}</a:tableStyleId>
              </a:tblPr>
              <a:tblGrid>
                <a:gridCol w="787865"/>
                <a:gridCol w="3194870"/>
                <a:gridCol w="922497"/>
                <a:gridCol w="930031"/>
                <a:gridCol w="1136341"/>
                <a:gridCol w="1181795"/>
              </a:tblGrid>
              <a:tr h="533258">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u="none" strike="noStrike" cap="none" normalizeH="0" baseline="0" dirty="0" smtClean="0">
                          <a:ln>
                            <a:noFill/>
                          </a:ln>
                          <a:effectLst/>
                        </a:rPr>
                        <a:t>SL</a:t>
                      </a:r>
                    </a:p>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u="none" strike="noStrike" cap="none" normalizeH="0" baseline="0" dirty="0" smtClean="0">
                          <a:ln>
                            <a:noFill/>
                          </a:ln>
                          <a:effectLst/>
                        </a:rPr>
                        <a:t>No</a:t>
                      </a:r>
                      <a:endParaRPr kumimoji="0" lang="en-US" sz="1500" b="1" i="0" u="none" strike="noStrike" cap="none" normalizeH="0" baseline="0" dirty="0" smtClean="0">
                        <a:ln>
                          <a:noFill/>
                        </a:ln>
                        <a:solidFill>
                          <a:schemeClr val="tx1"/>
                        </a:solidFill>
                        <a:effectLst/>
                        <a:latin typeface="Arial" charset="0"/>
                        <a:cs typeface="Arial" charset="0"/>
                      </a:endParaRPr>
                    </a:p>
                  </a:txBody>
                  <a:tcPr marT="34285" marB="34285"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u="none" strike="noStrike" cap="none" normalizeH="0" baseline="0" dirty="0" smtClean="0">
                          <a:ln>
                            <a:noFill/>
                          </a:ln>
                          <a:effectLst/>
                        </a:rPr>
                        <a:t>Name of institute</a:t>
                      </a:r>
                      <a:endParaRPr kumimoji="0" lang="en-US" sz="1500" b="1" i="0" u="none" strike="noStrike" cap="none" normalizeH="0" baseline="0" dirty="0" smtClean="0">
                        <a:ln>
                          <a:noFill/>
                        </a:ln>
                        <a:solidFill>
                          <a:schemeClr val="tx1"/>
                        </a:solidFill>
                        <a:effectLst/>
                        <a:latin typeface="Arial" charset="0"/>
                        <a:cs typeface="Arial" charset="0"/>
                      </a:endParaRPr>
                    </a:p>
                  </a:txBody>
                  <a:tcPr marT="34285" marB="34285"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u="none" strike="noStrike" cap="none" normalizeH="0" baseline="0" dirty="0" smtClean="0">
                          <a:ln>
                            <a:noFill/>
                          </a:ln>
                          <a:effectLst/>
                        </a:rPr>
                        <a:t>ANC</a:t>
                      </a:r>
                      <a:endParaRPr kumimoji="0" lang="en-US" sz="1400" b="1" i="0" u="none" strike="noStrike" cap="none" normalizeH="0" baseline="0" dirty="0" smtClean="0">
                        <a:ln>
                          <a:noFill/>
                        </a:ln>
                        <a:solidFill>
                          <a:schemeClr val="tx1"/>
                        </a:solidFill>
                        <a:effectLst/>
                        <a:latin typeface="+mj-lt"/>
                        <a:cs typeface="Arial" charset="0"/>
                      </a:endParaRPr>
                    </a:p>
                  </a:txBody>
                  <a:tcPr marT="34285" marB="34285"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u="none" strike="noStrike" cap="none" normalizeH="0" baseline="0" dirty="0" smtClean="0">
                          <a:ln>
                            <a:noFill/>
                          </a:ln>
                          <a:effectLst/>
                        </a:rPr>
                        <a:t>NVD</a:t>
                      </a:r>
                      <a:endParaRPr kumimoji="0" lang="en-US" sz="1500" b="1" i="0" u="none" strike="noStrike" cap="none" normalizeH="0" baseline="0" dirty="0" smtClean="0">
                        <a:ln>
                          <a:noFill/>
                        </a:ln>
                        <a:solidFill>
                          <a:schemeClr val="tx1"/>
                        </a:solidFill>
                        <a:effectLst/>
                        <a:latin typeface="Arial" charset="0"/>
                        <a:cs typeface="Arial" charset="0"/>
                      </a:endParaRPr>
                    </a:p>
                  </a:txBody>
                  <a:tcPr marT="34285" marB="34285"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u="none" strike="noStrike" cap="none" normalizeH="0" baseline="0" dirty="0" smtClean="0">
                          <a:ln>
                            <a:noFill/>
                          </a:ln>
                          <a:effectLst/>
                        </a:rPr>
                        <a:t>C. </a:t>
                      </a:r>
                    </a:p>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u="none" strike="noStrike" cap="none" normalizeH="0" baseline="0" dirty="0" smtClean="0">
                          <a:ln>
                            <a:noFill/>
                          </a:ln>
                          <a:effectLst/>
                        </a:rPr>
                        <a:t>Section</a:t>
                      </a:r>
                      <a:endParaRPr kumimoji="0" lang="en-US" sz="1500" b="1" i="0" u="none" strike="noStrike" cap="none" normalizeH="0" baseline="0" dirty="0" smtClean="0">
                        <a:ln>
                          <a:noFill/>
                        </a:ln>
                        <a:solidFill>
                          <a:schemeClr val="tx1"/>
                        </a:solidFill>
                        <a:effectLst/>
                        <a:latin typeface="Arial" charset="0"/>
                        <a:cs typeface="Arial" charset="0"/>
                      </a:endParaRPr>
                    </a:p>
                  </a:txBody>
                  <a:tcPr marT="34285" marB="34285"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u="none" strike="noStrike" cap="none" normalizeH="0" baseline="0" dirty="0" smtClean="0">
                          <a:ln>
                            <a:noFill/>
                          </a:ln>
                          <a:effectLst/>
                        </a:rPr>
                        <a:t>Total</a:t>
                      </a:r>
                      <a:endParaRPr kumimoji="0" lang="en-US" sz="1500" b="1" i="0" u="none" strike="noStrike" cap="none" normalizeH="0" baseline="0" dirty="0" smtClean="0">
                        <a:ln>
                          <a:noFill/>
                        </a:ln>
                        <a:solidFill>
                          <a:schemeClr val="tx1"/>
                        </a:solidFill>
                        <a:effectLst/>
                        <a:latin typeface="Arial" charset="0"/>
                        <a:cs typeface="Arial" charset="0"/>
                      </a:endParaRPr>
                    </a:p>
                  </a:txBody>
                  <a:tcPr marT="34285" marB="34285" horzOverflow="overflow"/>
                </a:tc>
              </a:tr>
              <a:tr h="306623">
                <a:tc>
                  <a:txBody>
                    <a:bodyPr/>
                    <a:lstStyle/>
                    <a:p>
                      <a:pPr marL="0" marR="0" lvl="0" indent="0" algn="ctr" defTabSz="914400" rtl="0" eaLnBrk="1" fontAlgn="base" latinLnBrk="0" hangingPunct="1">
                        <a:lnSpc>
                          <a:spcPct val="100000"/>
                        </a:lnSpc>
                        <a:spcBef>
                          <a:spcPct val="0"/>
                        </a:spcBef>
                        <a:spcAft>
                          <a:spcPct val="0"/>
                        </a:spcAft>
                        <a:buClrTx/>
                        <a:buSzTx/>
                        <a:buFont typeface="+mj-lt"/>
                        <a:buNone/>
                        <a:tabLst/>
                      </a:pPr>
                      <a:r>
                        <a:rPr kumimoji="0" lang="en-US" sz="1400" b="0" i="0" u="none" strike="noStrike" cap="none" normalizeH="0" baseline="0" dirty="0" smtClean="0">
                          <a:ln>
                            <a:noFill/>
                          </a:ln>
                          <a:solidFill>
                            <a:schemeClr val="tx1"/>
                          </a:solidFill>
                          <a:effectLst/>
                          <a:latin typeface="+mn-lt"/>
                          <a:cs typeface="Arial" charset="0"/>
                        </a:rPr>
                        <a:t>01</a:t>
                      </a:r>
                    </a:p>
                  </a:txBody>
                  <a:tcPr marT="34285" marB="34285" horzOverflow="overflow"/>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200" b="1" u="none" strike="noStrike" cap="none" normalizeH="0" baseline="0" dirty="0" smtClean="0">
                          <a:ln>
                            <a:noFill/>
                          </a:ln>
                          <a:effectLst/>
                        </a:rPr>
                        <a:t>Ad-din Hospital Jessore.</a:t>
                      </a:r>
                      <a:endParaRPr kumimoji="0" lang="en-US" sz="1500" b="1" i="0" u="none" strike="noStrike" cap="none" normalizeH="0" baseline="0" dirty="0" smtClean="0">
                        <a:ln>
                          <a:noFill/>
                        </a:ln>
                        <a:solidFill>
                          <a:schemeClr val="tx1"/>
                        </a:solidFill>
                        <a:effectLst/>
                        <a:latin typeface="Arial" charset="0"/>
                        <a:cs typeface="Arial" charset="0"/>
                      </a:endParaRPr>
                    </a:p>
                  </a:txBody>
                  <a:tcPr marT="34285" marB="34285"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a:ln>
                            <a:noFill/>
                          </a:ln>
                          <a:solidFill>
                            <a:schemeClr val="tx1"/>
                          </a:solidFill>
                          <a:effectLst/>
                          <a:latin typeface="+mn-lt"/>
                          <a:cs typeface="Arial" charset="0"/>
                        </a:rPr>
                        <a:t>23981</a:t>
                      </a:r>
                    </a:p>
                  </a:txBody>
                  <a:tcPr marT="34285" marB="34285"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a:ln>
                            <a:noFill/>
                          </a:ln>
                          <a:solidFill>
                            <a:schemeClr val="tx1"/>
                          </a:solidFill>
                          <a:effectLst/>
                          <a:latin typeface="+mn-lt"/>
                          <a:cs typeface="Arial" charset="0"/>
                        </a:rPr>
                        <a:t>640</a:t>
                      </a:r>
                    </a:p>
                  </a:txBody>
                  <a:tcPr marT="34285" marB="34285"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a:ln>
                            <a:noFill/>
                          </a:ln>
                          <a:solidFill>
                            <a:schemeClr val="tx1"/>
                          </a:solidFill>
                          <a:effectLst/>
                          <a:latin typeface="+mn-lt"/>
                          <a:cs typeface="Times New Roman" pitchFamily="18" charset="0"/>
                        </a:rPr>
                        <a:t>3075</a:t>
                      </a:r>
                    </a:p>
                  </a:txBody>
                  <a:tcPr marT="34285" marB="34285"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a:ln>
                            <a:noFill/>
                          </a:ln>
                          <a:solidFill>
                            <a:schemeClr val="tx1"/>
                          </a:solidFill>
                          <a:effectLst/>
                          <a:latin typeface="+mn-lt"/>
                          <a:cs typeface="Arial" charset="0"/>
                        </a:rPr>
                        <a:t>3715</a:t>
                      </a:r>
                    </a:p>
                  </a:txBody>
                  <a:tcPr marT="34285" marB="34285" horzOverflow="overflow"/>
                </a:tc>
              </a:tr>
              <a:tr h="306623">
                <a:tc>
                  <a:txBody>
                    <a:bodyPr/>
                    <a:lstStyle/>
                    <a:p>
                      <a:pPr algn="ctr"/>
                      <a:r>
                        <a:rPr lang="en-US" sz="1400" dirty="0" smtClean="0"/>
                        <a:t>02</a:t>
                      </a:r>
                      <a:endParaRPr lang="en-US" sz="1400" dirty="0"/>
                    </a:p>
                  </a:txBody>
                  <a:tcPr marT="34285" marB="34285" horzOverflow="overflow"/>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200" b="1" u="none" strike="noStrike" cap="none" normalizeH="0" baseline="0" dirty="0" err="1" smtClean="0">
                          <a:ln>
                            <a:noFill/>
                          </a:ln>
                          <a:effectLst/>
                        </a:rPr>
                        <a:t>Jhenaidah</a:t>
                      </a:r>
                      <a:r>
                        <a:rPr kumimoji="0" lang="en-US" sz="1200" b="1" u="none" strike="noStrike" cap="none" normalizeH="0" baseline="0" dirty="0" smtClean="0">
                          <a:ln>
                            <a:noFill/>
                          </a:ln>
                          <a:effectLst/>
                        </a:rPr>
                        <a:t> </a:t>
                      </a:r>
                      <a:r>
                        <a:rPr kumimoji="0" lang="en-US" sz="1200" b="1" u="none" strike="noStrike" cap="none" normalizeH="0" baseline="0" dirty="0" err="1" smtClean="0">
                          <a:ln>
                            <a:noFill/>
                          </a:ln>
                          <a:effectLst/>
                        </a:rPr>
                        <a:t>Sadar</a:t>
                      </a:r>
                      <a:r>
                        <a:rPr kumimoji="0" lang="en-US" sz="1200" b="1" u="none" strike="noStrike" cap="none" normalizeH="0" baseline="0" dirty="0" smtClean="0">
                          <a:ln>
                            <a:noFill/>
                          </a:ln>
                          <a:effectLst/>
                        </a:rPr>
                        <a:t> Hospital</a:t>
                      </a:r>
                      <a:endParaRPr kumimoji="0" lang="en-US" sz="1200" b="1" i="0" u="none" strike="noStrike" cap="none" normalizeH="0" baseline="0" dirty="0" smtClean="0">
                        <a:ln>
                          <a:noFill/>
                        </a:ln>
                        <a:solidFill>
                          <a:schemeClr val="tx1"/>
                        </a:solidFill>
                        <a:effectLst/>
                        <a:latin typeface="+mn-lt"/>
                        <a:cs typeface="Arial" charset="0"/>
                      </a:endParaRPr>
                    </a:p>
                  </a:txBody>
                  <a:tcPr marT="34285" marB="34285"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1" u="none" strike="noStrike" cap="none" normalizeH="0" baseline="0" dirty="0" smtClean="0">
                          <a:ln>
                            <a:noFill/>
                          </a:ln>
                          <a:effectLst/>
                        </a:rPr>
                        <a:t>15360</a:t>
                      </a:r>
                      <a:endParaRPr kumimoji="0" lang="en-US" sz="1400" b="1" i="0" u="none" strike="noStrike" cap="none" normalizeH="0" baseline="0" dirty="0" smtClean="0">
                        <a:ln>
                          <a:noFill/>
                        </a:ln>
                        <a:solidFill>
                          <a:schemeClr val="tx1"/>
                        </a:solidFill>
                        <a:effectLst/>
                        <a:latin typeface="+mn-lt"/>
                        <a:cs typeface="Arial" charset="0"/>
                      </a:endParaRPr>
                    </a:p>
                  </a:txBody>
                  <a:tcPr marT="34285" marB="34285"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1" u="none" strike="noStrike" cap="none" normalizeH="0" baseline="0" dirty="0" smtClean="0">
                          <a:ln>
                            <a:noFill/>
                          </a:ln>
                          <a:effectLst/>
                        </a:rPr>
                        <a:t>1839</a:t>
                      </a:r>
                      <a:endParaRPr kumimoji="0" lang="en-US" sz="1400" b="1" i="0" u="none" strike="noStrike" cap="none" normalizeH="0" baseline="0" dirty="0" smtClean="0">
                        <a:ln>
                          <a:noFill/>
                        </a:ln>
                        <a:solidFill>
                          <a:schemeClr val="tx1"/>
                        </a:solidFill>
                        <a:effectLst/>
                        <a:latin typeface="+mn-lt"/>
                        <a:cs typeface="Arial" charset="0"/>
                      </a:endParaRPr>
                    </a:p>
                  </a:txBody>
                  <a:tcPr marT="34285" marB="34285"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1" u="none" strike="noStrike" cap="none" normalizeH="0" baseline="0" dirty="0" smtClean="0">
                          <a:ln>
                            <a:noFill/>
                          </a:ln>
                          <a:effectLst/>
                        </a:rPr>
                        <a:t>1143</a:t>
                      </a:r>
                      <a:endParaRPr kumimoji="0" lang="en-US" sz="1400" b="1" i="0" u="none" strike="noStrike" cap="none" normalizeH="0" baseline="0" dirty="0" smtClean="0">
                        <a:ln>
                          <a:noFill/>
                        </a:ln>
                        <a:solidFill>
                          <a:schemeClr val="tx1"/>
                        </a:solidFill>
                        <a:effectLst/>
                        <a:latin typeface="+mn-lt"/>
                        <a:cs typeface="Arial" charset="0"/>
                      </a:endParaRPr>
                    </a:p>
                  </a:txBody>
                  <a:tcPr marT="34285" marB="34285"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1" u="none" strike="noStrike" cap="none" normalizeH="0" baseline="0" dirty="0" smtClean="0">
                          <a:ln>
                            <a:noFill/>
                          </a:ln>
                          <a:effectLst/>
                        </a:rPr>
                        <a:t>2997</a:t>
                      </a:r>
                      <a:endParaRPr kumimoji="0" lang="en-US" sz="1400" b="1" i="0" u="none" strike="noStrike" cap="none" normalizeH="0" baseline="0" dirty="0" smtClean="0">
                        <a:ln>
                          <a:noFill/>
                        </a:ln>
                        <a:solidFill>
                          <a:schemeClr val="tx1"/>
                        </a:solidFill>
                        <a:effectLst/>
                        <a:latin typeface="+mn-lt"/>
                        <a:cs typeface="Arial" charset="0"/>
                      </a:endParaRPr>
                    </a:p>
                  </a:txBody>
                  <a:tcPr marT="34285" marB="34285" horzOverflow="overflow"/>
                </a:tc>
              </a:tr>
              <a:tr h="306623">
                <a:tc>
                  <a:txBody>
                    <a:bodyPr/>
                    <a:lstStyle/>
                    <a:p>
                      <a:pPr algn="ctr"/>
                      <a:r>
                        <a:rPr lang="en-US" sz="1400" dirty="0" smtClean="0"/>
                        <a:t>03</a:t>
                      </a:r>
                      <a:endParaRPr lang="en-US" sz="1400" dirty="0"/>
                    </a:p>
                  </a:txBody>
                  <a:tcPr marT="34285" marB="34285" horzOverflow="overflow"/>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200" b="1" u="none" strike="noStrike" cap="none" normalizeH="0" baseline="0" dirty="0" smtClean="0">
                          <a:ln>
                            <a:noFill/>
                          </a:ln>
                          <a:effectLst/>
                        </a:rPr>
                        <a:t>250 bed Hospital, Jessore </a:t>
                      </a:r>
                    </a:p>
                  </a:txBody>
                  <a:tcPr marT="34285" marB="34285"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1" u="none" strike="noStrike" cap="none" normalizeH="0" baseline="0" dirty="0" smtClean="0">
                          <a:ln>
                            <a:noFill/>
                          </a:ln>
                          <a:effectLst/>
                        </a:rPr>
                        <a:t>13152</a:t>
                      </a:r>
                      <a:endParaRPr kumimoji="0" lang="en-US" sz="1400" b="1" i="0" u="none" strike="noStrike" cap="none" normalizeH="0" baseline="0" dirty="0" smtClean="0">
                        <a:ln>
                          <a:noFill/>
                        </a:ln>
                        <a:solidFill>
                          <a:schemeClr val="tx1"/>
                        </a:solidFill>
                        <a:effectLst/>
                        <a:latin typeface="Times New Roman" pitchFamily="18" charset="0"/>
                        <a:cs typeface="Times New Roman" pitchFamily="18" charset="0"/>
                      </a:endParaRPr>
                    </a:p>
                  </a:txBody>
                  <a:tcPr marT="34285" marB="34285"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1" u="none" strike="noStrike" cap="none" normalizeH="0" baseline="0" dirty="0" smtClean="0">
                          <a:ln>
                            <a:noFill/>
                          </a:ln>
                          <a:effectLst/>
                        </a:rPr>
                        <a:t>1327</a:t>
                      </a:r>
                      <a:endParaRPr kumimoji="0" lang="en-US" sz="1400" b="1" i="0" u="none" strike="noStrike" cap="none" normalizeH="0" baseline="0" dirty="0" smtClean="0">
                        <a:ln>
                          <a:noFill/>
                        </a:ln>
                        <a:solidFill>
                          <a:schemeClr val="tx1"/>
                        </a:solidFill>
                        <a:effectLst/>
                        <a:latin typeface="Times New Roman" pitchFamily="18" charset="0"/>
                        <a:cs typeface="Times New Roman" pitchFamily="18" charset="0"/>
                      </a:endParaRPr>
                    </a:p>
                  </a:txBody>
                  <a:tcPr marT="34285" marB="34285"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1" u="none" strike="noStrike" cap="none" normalizeH="0" baseline="0" dirty="0" smtClean="0">
                          <a:ln>
                            <a:noFill/>
                          </a:ln>
                          <a:effectLst/>
                        </a:rPr>
                        <a:t>1778</a:t>
                      </a:r>
                      <a:endParaRPr kumimoji="0" lang="en-US" sz="1500" b="1" u="none" strike="noStrike" cap="none" normalizeH="0" baseline="0" dirty="0" smtClean="0">
                        <a:ln>
                          <a:noFill/>
                        </a:ln>
                        <a:effectLst/>
                      </a:endParaRPr>
                    </a:p>
                  </a:txBody>
                  <a:tcPr marT="34285" marB="34285"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1" u="none" strike="noStrike" cap="none" normalizeH="0" baseline="0" dirty="0" smtClean="0">
                          <a:ln>
                            <a:noFill/>
                          </a:ln>
                          <a:effectLst/>
                        </a:rPr>
                        <a:t>2967</a:t>
                      </a:r>
                      <a:endParaRPr kumimoji="0" lang="en-US" sz="1500" b="1" u="none" strike="noStrike" cap="none" normalizeH="0" baseline="0" dirty="0" smtClean="0">
                        <a:ln>
                          <a:noFill/>
                        </a:ln>
                        <a:effectLst/>
                      </a:endParaRPr>
                    </a:p>
                  </a:txBody>
                  <a:tcPr marT="34285" marB="34285" horzOverflow="overflow"/>
                </a:tc>
              </a:tr>
              <a:tr h="306623">
                <a:tc>
                  <a:txBody>
                    <a:bodyPr/>
                    <a:lstStyle/>
                    <a:p>
                      <a:pPr algn="ctr"/>
                      <a:r>
                        <a:rPr lang="en-US" sz="1400" dirty="0" smtClean="0"/>
                        <a:t>04</a:t>
                      </a:r>
                      <a:endParaRPr lang="en-US" sz="1400" dirty="0"/>
                    </a:p>
                  </a:txBody>
                  <a:tcPr marT="34285" marB="34285" horzOverflow="overflow"/>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200" b="1" u="none" strike="noStrike" cap="none" normalizeH="0" baseline="0" dirty="0" smtClean="0">
                          <a:ln>
                            <a:noFill/>
                          </a:ln>
                          <a:effectLst/>
                        </a:rPr>
                        <a:t>Chowgacha UHC</a:t>
                      </a:r>
                      <a:endParaRPr kumimoji="0" lang="en-US" sz="1500" b="1" i="0" u="none" strike="noStrike" cap="none" normalizeH="0" baseline="0" dirty="0" smtClean="0">
                        <a:ln>
                          <a:noFill/>
                        </a:ln>
                        <a:solidFill>
                          <a:schemeClr val="tx1"/>
                        </a:solidFill>
                        <a:effectLst/>
                        <a:latin typeface="Arial" charset="0"/>
                        <a:cs typeface="Arial" charset="0"/>
                      </a:endParaRPr>
                    </a:p>
                  </a:txBody>
                  <a:tcPr marT="34285" marB="34285"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1" u="none" strike="noStrike" cap="none" normalizeH="0" baseline="0" dirty="0" smtClean="0">
                          <a:ln>
                            <a:noFill/>
                          </a:ln>
                          <a:effectLst/>
                        </a:rPr>
                        <a:t>18650</a:t>
                      </a:r>
                      <a:endParaRPr kumimoji="0" lang="en-US" sz="1400" b="1" i="0" u="none" strike="noStrike" cap="none" normalizeH="0" baseline="0" dirty="0" smtClean="0">
                        <a:ln>
                          <a:noFill/>
                        </a:ln>
                        <a:solidFill>
                          <a:schemeClr val="tx1"/>
                        </a:solidFill>
                        <a:effectLst/>
                        <a:latin typeface="+mn-lt"/>
                        <a:cs typeface="Arial" charset="0"/>
                      </a:endParaRPr>
                    </a:p>
                  </a:txBody>
                  <a:tcPr marT="34285" marB="34285"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1" u="none" strike="noStrike" cap="none" normalizeH="0" baseline="0" dirty="0" smtClean="0">
                          <a:ln>
                            <a:noFill/>
                          </a:ln>
                          <a:effectLst/>
                        </a:rPr>
                        <a:t>2163</a:t>
                      </a:r>
                      <a:endParaRPr kumimoji="0" lang="en-US" sz="1500" b="1" i="0" u="none" strike="noStrike" cap="none" normalizeH="0" baseline="0" dirty="0" smtClean="0">
                        <a:ln>
                          <a:noFill/>
                        </a:ln>
                        <a:solidFill>
                          <a:schemeClr val="tx1"/>
                        </a:solidFill>
                        <a:effectLst/>
                        <a:latin typeface="Arial" charset="0"/>
                        <a:cs typeface="Arial" charset="0"/>
                      </a:endParaRPr>
                    </a:p>
                  </a:txBody>
                  <a:tcPr marT="34285" marB="34285"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1" u="none" strike="noStrike" cap="none" normalizeH="0" baseline="0" dirty="0" smtClean="0">
                          <a:ln>
                            <a:noFill/>
                          </a:ln>
                          <a:effectLst/>
                        </a:rPr>
                        <a:t>759</a:t>
                      </a:r>
                      <a:endParaRPr kumimoji="0" lang="en-US" sz="1500" b="1" i="0" u="none" strike="noStrike" cap="none" normalizeH="0" baseline="0" dirty="0" smtClean="0">
                        <a:ln>
                          <a:noFill/>
                        </a:ln>
                        <a:solidFill>
                          <a:schemeClr val="tx1"/>
                        </a:solidFill>
                        <a:effectLst/>
                        <a:latin typeface="Arial" charset="0"/>
                        <a:cs typeface="Arial" charset="0"/>
                      </a:endParaRPr>
                    </a:p>
                  </a:txBody>
                  <a:tcPr marT="34285" marB="34285"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1" u="none" strike="noStrike" cap="none" normalizeH="0" baseline="0" dirty="0" smtClean="0">
                          <a:ln>
                            <a:noFill/>
                          </a:ln>
                          <a:effectLst/>
                        </a:rPr>
                        <a:t>2922</a:t>
                      </a:r>
                      <a:endParaRPr kumimoji="0" lang="en-US" sz="1500" b="1" i="0" u="none" strike="noStrike" cap="none" normalizeH="0" baseline="0" dirty="0" smtClean="0">
                        <a:ln>
                          <a:noFill/>
                        </a:ln>
                        <a:solidFill>
                          <a:schemeClr val="tx1"/>
                        </a:solidFill>
                        <a:effectLst/>
                        <a:latin typeface="Arial" charset="0"/>
                        <a:cs typeface="Arial" charset="0"/>
                      </a:endParaRPr>
                    </a:p>
                  </a:txBody>
                  <a:tcPr marT="34285" marB="34285" horzOverflow="overflow"/>
                </a:tc>
              </a:tr>
              <a:tr h="434366">
                <a:tc>
                  <a:txBody>
                    <a:bodyPr/>
                    <a:lstStyle/>
                    <a:p>
                      <a:pPr algn="ctr"/>
                      <a:r>
                        <a:rPr lang="en-US" sz="1400" dirty="0" smtClean="0"/>
                        <a:t>05</a:t>
                      </a:r>
                      <a:endParaRPr lang="en-US" sz="1400" dirty="0"/>
                    </a:p>
                  </a:txBody>
                  <a:tcPr marT="34285" marB="34285" horzOverflow="overflow"/>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200" b="1" u="none" strike="noStrike" cap="none" normalizeH="0" baseline="0" dirty="0" smtClean="0">
                          <a:ln>
                            <a:noFill/>
                          </a:ln>
                          <a:effectLst/>
                        </a:rPr>
                        <a:t>Khulna Medical College Hospital</a:t>
                      </a:r>
                      <a:endParaRPr kumimoji="0" lang="en-US" sz="1200" b="1" i="0" u="none" strike="noStrike" cap="none" normalizeH="0" baseline="0" dirty="0" smtClean="0">
                        <a:ln>
                          <a:noFill/>
                        </a:ln>
                        <a:solidFill>
                          <a:schemeClr val="tx1"/>
                        </a:solidFill>
                        <a:effectLst/>
                        <a:latin typeface="Times New Roman" pitchFamily="18" charset="0"/>
                        <a:cs typeface="Times New Roman" pitchFamily="18" charset="0"/>
                      </a:endParaRPr>
                    </a:p>
                  </a:txBody>
                  <a:tcPr marT="34285" marB="34285"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1" u="none" strike="noStrike" cap="none" normalizeH="0" baseline="0" dirty="0" smtClean="0">
                          <a:ln>
                            <a:noFill/>
                          </a:ln>
                          <a:effectLst/>
                        </a:rPr>
                        <a:t>6977</a:t>
                      </a:r>
                      <a:endParaRPr kumimoji="0" lang="en-US" sz="1400" b="1" i="0" u="none" strike="noStrike" cap="none" normalizeH="0" baseline="0" dirty="0" smtClean="0">
                        <a:ln>
                          <a:noFill/>
                        </a:ln>
                        <a:solidFill>
                          <a:schemeClr val="tx1"/>
                        </a:solidFill>
                        <a:effectLst/>
                        <a:latin typeface="+mn-lt"/>
                        <a:cs typeface="Arial" charset="0"/>
                      </a:endParaRPr>
                    </a:p>
                  </a:txBody>
                  <a:tcPr marT="34285" marB="34285"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1" u="none" strike="noStrike" cap="none" normalizeH="0" baseline="0" dirty="0" smtClean="0">
                          <a:ln>
                            <a:noFill/>
                          </a:ln>
                          <a:effectLst/>
                        </a:rPr>
                        <a:t>1455</a:t>
                      </a:r>
                      <a:endParaRPr kumimoji="0" lang="en-US" sz="1400" b="1" i="0" u="none" strike="noStrike" cap="none" normalizeH="0" baseline="0" dirty="0" smtClean="0">
                        <a:ln>
                          <a:noFill/>
                        </a:ln>
                        <a:solidFill>
                          <a:schemeClr val="tx1"/>
                        </a:solidFill>
                        <a:effectLst/>
                        <a:latin typeface="+mn-lt"/>
                        <a:cs typeface="Arial" charset="0"/>
                      </a:endParaRPr>
                    </a:p>
                  </a:txBody>
                  <a:tcPr marT="34285" marB="34285"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1" u="none" strike="noStrike" cap="none" normalizeH="0" baseline="0" dirty="0" smtClean="0">
                          <a:ln>
                            <a:noFill/>
                          </a:ln>
                          <a:effectLst/>
                        </a:rPr>
                        <a:t>1228</a:t>
                      </a:r>
                      <a:endParaRPr kumimoji="0" lang="en-US" sz="1400" b="1" i="0" u="none" strike="noStrike" cap="none" normalizeH="0" baseline="0" dirty="0" smtClean="0">
                        <a:ln>
                          <a:noFill/>
                        </a:ln>
                        <a:solidFill>
                          <a:schemeClr val="tx1"/>
                        </a:solidFill>
                        <a:effectLst/>
                        <a:latin typeface="+mn-lt"/>
                        <a:cs typeface="Arial" charset="0"/>
                      </a:endParaRPr>
                    </a:p>
                  </a:txBody>
                  <a:tcPr marT="34285" marB="34285"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1" u="none" strike="noStrike" cap="none" normalizeH="0" baseline="0" dirty="0" smtClean="0">
                          <a:ln>
                            <a:noFill/>
                          </a:ln>
                          <a:effectLst/>
                        </a:rPr>
                        <a:t>2683</a:t>
                      </a:r>
                      <a:endParaRPr kumimoji="0" lang="en-US" sz="1400" b="1" i="0" u="none" strike="noStrike" cap="none" normalizeH="0" baseline="0" dirty="0" smtClean="0">
                        <a:ln>
                          <a:noFill/>
                        </a:ln>
                        <a:solidFill>
                          <a:schemeClr val="tx1"/>
                        </a:solidFill>
                        <a:effectLst/>
                        <a:latin typeface="+mn-lt"/>
                        <a:cs typeface="Arial" charset="0"/>
                      </a:endParaRPr>
                    </a:p>
                  </a:txBody>
                  <a:tcPr marT="34285" marB="34285" horzOverflow="overflow"/>
                </a:tc>
              </a:tr>
              <a:tr h="412166">
                <a:tc>
                  <a:txBody>
                    <a:bodyPr/>
                    <a:lstStyle/>
                    <a:p>
                      <a:pPr algn="ctr"/>
                      <a:r>
                        <a:rPr lang="en-US" sz="1400" dirty="0" smtClean="0"/>
                        <a:t>06</a:t>
                      </a:r>
                      <a:endParaRPr lang="en-US" sz="1400" dirty="0"/>
                    </a:p>
                  </a:txBody>
                  <a:tcPr marT="34285" marB="34285" horzOverflow="overflow"/>
                </a:tc>
                <a:tc>
                  <a:txBody>
                    <a:bodyPr/>
                    <a:lstStyle/>
                    <a:p>
                      <a:r>
                        <a:rPr lang="en-GB" sz="1200" b="1" dirty="0" smtClean="0"/>
                        <a:t>250</a:t>
                      </a:r>
                      <a:r>
                        <a:rPr lang="en-GB" sz="1200" b="1" baseline="0" dirty="0" smtClean="0"/>
                        <a:t> Bedded Hospital, </a:t>
                      </a:r>
                      <a:r>
                        <a:rPr lang="en-GB" sz="1200" b="1" baseline="0" dirty="0" err="1" smtClean="0"/>
                        <a:t>Kushtia</a:t>
                      </a:r>
                      <a:endParaRPr lang="en-GB" sz="1200" b="1" dirty="0"/>
                    </a:p>
                  </a:txBody>
                  <a:tcPr marT="34285" marB="34285" horzOverflow="overflow"/>
                </a:tc>
                <a:tc>
                  <a:txBody>
                    <a:bodyPr/>
                    <a:lstStyle/>
                    <a:p>
                      <a:pPr algn="ctr"/>
                      <a:r>
                        <a:rPr lang="en-GB" sz="1400" b="1" dirty="0" smtClean="0"/>
                        <a:t>4735</a:t>
                      </a:r>
                      <a:endParaRPr lang="en-GB" sz="1400" b="1" dirty="0">
                        <a:latin typeface="+mn-lt"/>
                      </a:endParaRPr>
                    </a:p>
                  </a:txBody>
                  <a:tcPr marT="34285" marB="34285" horzOverflow="overflow"/>
                </a:tc>
                <a:tc>
                  <a:txBody>
                    <a:bodyPr/>
                    <a:lstStyle/>
                    <a:p>
                      <a:pPr algn="ctr"/>
                      <a:r>
                        <a:rPr lang="en-GB" sz="1400" b="1" dirty="0" smtClean="0"/>
                        <a:t>1595</a:t>
                      </a:r>
                      <a:endParaRPr lang="en-GB" sz="1400" b="1" dirty="0">
                        <a:latin typeface="+mn-lt"/>
                      </a:endParaRPr>
                    </a:p>
                  </a:txBody>
                  <a:tcPr marT="34285" marB="34285" horzOverflow="overflow"/>
                </a:tc>
                <a:tc>
                  <a:txBody>
                    <a:bodyPr/>
                    <a:lstStyle/>
                    <a:p>
                      <a:pPr algn="ctr"/>
                      <a:r>
                        <a:rPr lang="en-GB" sz="1400" b="1" dirty="0" smtClean="0"/>
                        <a:t>919</a:t>
                      </a:r>
                      <a:endParaRPr lang="en-GB" sz="1400" b="1" dirty="0">
                        <a:latin typeface="+mn-lt"/>
                      </a:endParaRPr>
                    </a:p>
                  </a:txBody>
                  <a:tcPr marT="34285" marB="34285" horzOverflow="overflow"/>
                </a:tc>
                <a:tc>
                  <a:txBody>
                    <a:bodyPr/>
                    <a:lstStyle/>
                    <a:p>
                      <a:pPr algn="ctr"/>
                      <a:r>
                        <a:rPr lang="en-GB" sz="1400" b="1" baseline="0" dirty="0" smtClean="0"/>
                        <a:t>2514</a:t>
                      </a:r>
                      <a:endParaRPr lang="en-GB" sz="1400" b="1" dirty="0">
                        <a:latin typeface="+mn-lt"/>
                      </a:endParaRPr>
                    </a:p>
                  </a:txBody>
                  <a:tcPr marT="34285" marB="34285" horzOverflow="overflow"/>
                </a:tc>
              </a:tr>
            </a:tbl>
          </a:graphicData>
        </a:graphic>
      </p:graphicFrame>
      <p:sp>
        <p:nvSpPr>
          <p:cNvPr id="32829" name="Rectangle 4"/>
          <p:cNvSpPr>
            <a:spLocks noChangeArrowheads="1"/>
          </p:cNvSpPr>
          <p:nvPr/>
        </p:nvSpPr>
        <p:spPr bwMode="auto">
          <a:xfrm>
            <a:off x="457200" y="1085850"/>
            <a:ext cx="8153400" cy="742950"/>
          </a:xfrm>
          <a:prstGeom prst="rect">
            <a:avLst/>
          </a:prstGeom>
          <a:solidFill>
            <a:srgbClr val="00FF00"/>
          </a:solidFill>
          <a:ln w="9525">
            <a:solidFill>
              <a:srgbClr val="000000"/>
            </a:solidFill>
            <a:miter lim="800000"/>
            <a:headEnd/>
            <a:tailEnd/>
          </a:ln>
        </p:spPr>
        <p:txBody>
          <a:bodyPr anchor="ctr"/>
          <a:lstStyle/>
          <a:p>
            <a:pPr algn="ctr"/>
            <a:r>
              <a:rPr lang="en-US" sz="2400">
                <a:solidFill>
                  <a:srgbClr val="3333CC"/>
                </a:solidFill>
              </a:rPr>
              <a:t>Comparative Data of Delivery of best performing EOC center of Khulna Division in 2017</a:t>
            </a:r>
          </a:p>
        </p:txBody>
      </p:sp>
    </p:spTree>
    <p:extLst>
      <p:ext uri="{BB962C8B-B14F-4D97-AF65-F5344CB8AC3E}">
        <p14:creationId xmlns:p14="http://schemas.microsoft.com/office/powerpoint/2010/main" val="1071307987"/>
      </p:ext>
    </p:extLst>
  </p:cSld>
  <p:clrMapOvr>
    <a:masterClrMapping/>
  </p:clrMapOvr>
  <p:transition spd="slow">
    <p:zoom dir="in"/>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Title 1"/>
          <p:cNvSpPr>
            <a:spLocks noGrp="1"/>
          </p:cNvSpPr>
          <p:nvPr>
            <p:ph type="title" sz="quarter"/>
          </p:nvPr>
        </p:nvSpPr>
        <p:spPr>
          <a:xfrm>
            <a:off x="228600" y="114300"/>
            <a:ext cx="8686800" cy="342900"/>
          </a:xfrm>
          <a:solidFill>
            <a:srgbClr val="006600"/>
          </a:solidFill>
        </p:spPr>
        <p:txBody>
          <a:bodyPr rtlCol="0">
            <a:normAutofit fontScale="90000"/>
          </a:bodyPr>
          <a:lstStyle/>
          <a:p>
            <a:pPr eaLnBrk="1" fontAlgn="auto" hangingPunct="1">
              <a:spcAft>
                <a:spcPts val="0"/>
              </a:spcAft>
              <a:defRPr/>
            </a:pPr>
            <a:r>
              <a:rPr lang="en-US" sz="2800" b="1" dirty="0" smtClean="0">
                <a:solidFill>
                  <a:schemeClr val="bg1"/>
                </a:solidFill>
              </a:rPr>
              <a:t>Changes in EOC Ward</a:t>
            </a:r>
          </a:p>
        </p:txBody>
      </p:sp>
      <p:pic>
        <p:nvPicPr>
          <p:cNvPr id="45059" name="Picture 19"/>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304800" y="571500"/>
            <a:ext cx="3886200" cy="2057400"/>
          </a:xfrm>
          <a:noFill/>
        </p:spPr>
      </p:pic>
      <p:pic>
        <p:nvPicPr>
          <p:cNvPr id="45060" name="Picture 20"/>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4878388" y="571500"/>
            <a:ext cx="4037012" cy="1972866"/>
          </a:xfrm>
          <a:noFill/>
        </p:spPr>
      </p:pic>
      <p:pic>
        <p:nvPicPr>
          <p:cNvPr id="45061" name="コンテンツ プレースホルダ 4" descr="②.jpg"/>
          <p:cNvPicPr>
            <a:picLocks noGrp="1" noChangeAspect="1"/>
          </p:cNvPicPr>
          <p:nvPr>
            <p:ph sz="quarter" idx="3"/>
          </p:nvPr>
        </p:nvPicPr>
        <p:blipFill>
          <a:blip r:embed="rId4">
            <a:extLst>
              <a:ext uri="{28A0092B-C50C-407E-A947-70E740481C1C}">
                <a14:useLocalDpi xmlns:a14="http://schemas.microsoft.com/office/drawing/2010/main" val="0"/>
              </a:ext>
            </a:extLst>
          </a:blip>
          <a:srcRect/>
          <a:stretch>
            <a:fillRect/>
          </a:stretch>
        </p:blipFill>
        <p:spPr>
          <a:xfrm>
            <a:off x="304800" y="2743200"/>
            <a:ext cx="3886200" cy="2286000"/>
          </a:xfrm>
        </p:spPr>
      </p:pic>
      <p:pic>
        <p:nvPicPr>
          <p:cNvPr id="45062" name="Picture 16"/>
          <p:cNvPicPr>
            <a:picLocks noGrp="1" noChangeAspect="1" noChangeArrowheads="1"/>
          </p:cNvPicPr>
          <p:nvPr>
            <p:ph sz="quarter" idx="4"/>
          </p:nvPr>
        </p:nvPicPr>
        <p:blipFill>
          <a:blip r:embed="rId5">
            <a:extLst>
              <a:ext uri="{28A0092B-C50C-407E-A947-70E740481C1C}">
                <a14:useLocalDpi xmlns:a14="http://schemas.microsoft.com/office/drawing/2010/main" val="0"/>
              </a:ext>
            </a:extLst>
          </a:blip>
          <a:srcRect/>
          <a:stretch>
            <a:fillRect/>
          </a:stretch>
        </p:blipFill>
        <p:spPr>
          <a:xfrm>
            <a:off x="5029200" y="2832498"/>
            <a:ext cx="3733800" cy="2145506"/>
          </a:xfrm>
          <a:noFill/>
        </p:spPr>
      </p:pic>
      <p:sp>
        <p:nvSpPr>
          <p:cNvPr id="45063" name="Right Arrow 2"/>
          <p:cNvSpPr>
            <a:spLocks noChangeArrowheads="1"/>
          </p:cNvSpPr>
          <p:nvPr/>
        </p:nvSpPr>
        <p:spPr bwMode="auto">
          <a:xfrm>
            <a:off x="4298950" y="1485900"/>
            <a:ext cx="457200" cy="285750"/>
          </a:xfrm>
          <a:prstGeom prst="rightArrow">
            <a:avLst>
              <a:gd name="adj1" fmla="val 50000"/>
              <a:gd name="adj2" fmla="val 50000"/>
            </a:avLst>
          </a:prstGeom>
          <a:solidFill>
            <a:srgbClr val="C00000"/>
          </a:solidFill>
          <a:ln w="9525" algn="ctr">
            <a:solidFill>
              <a:schemeClr val="tx1"/>
            </a:solidFill>
            <a:round/>
            <a:headEnd/>
            <a:tailEnd/>
          </a:ln>
        </p:spPr>
        <p:txBody>
          <a:bodyPr/>
          <a:lstStyle/>
          <a:p>
            <a:endParaRPr lang="en-US">
              <a:solidFill>
                <a:srgbClr val="000000"/>
              </a:solidFill>
            </a:endParaRPr>
          </a:p>
        </p:txBody>
      </p:sp>
      <p:sp>
        <p:nvSpPr>
          <p:cNvPr id="45064" name="Right Arrow 11"/>
          <p:cNvSpPr>
            <a:spLocks noChangeArrowheads="1"/>
          </p:cNvSpPr>
          <p:nvPr/>
        </p:nvSpPr>
        <p:spPr bwMode="auto">
          <a:xfrm>
            <a:off x="4298950" y="3615929"/>
            <a:ext cx="457200" cy="285750"/>
          </a:xfrm>
          <a:prstGeom prst="rightArrow">
            <a:avLst>
              <a:gd name="adj1" fmla="val 50000"/>
              <a:gd name="adj2" fmla="val 50000"/>
            </a:avLst>
          </a:prstGeom>
          <a:solidFill>
            <a:srgbClr val="C00000"/>
          </a:solidFill>
          <a:ln w="9525" algn="ctr">
            <a:solidFill>
              <a:schemeClr val="tx1"/>
            </a:solidFill>
            <a:round/>
            <a:headEnd/>
            <a:tailEnd/>
          </a:ln>
        </p:spPr>
        <p:txBody>
          <a:bodyPr/>
          <a:lstStyle/>
          <a:p>
            <a:endParaRPr lang="en-US">
              <a:solidFill>
                <a:srgbClr val="000000"/>
              </a:solidFill>
            </a:endParaRPr>
          </a:p>
        </p:txBody>
      </p:sp>
      <p:sp>
        <p:nvSpPr>
          <p:cNvPr id="45065" name="Rectangle 8"/>
          <p:cNvSpPr>
            <a:spLocks noChangeArrowheads="1"/>
          </p:cNvSpPr>
          <p:nvPr/>
        </p:nvSpPr>
        <p:spPr bwMode="auto">
          <a:xfrm>
            <a:off x="4938713" y="2894412"/>
            <a:ext cx="60305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b="1">
                <a:solidFill>
                  <a:srgbClr val="FF0000"/>
                </a:solidFill>
              </a:rPr>
              <a:t>After</a:t>
            </a:r>
            <a:endParaRPr lang="en-US">
              <a:solidFill>
                <a:srgbClr val="FF0000"/>
              </a:solidFill>
            </a:endParaRPr>
          </a:p>
        </p:txBody>
      </p:sp>
      <p:sp>
        <p:nvSpPr>
          <p:cNvPr id="45066" name="Rectangle 7"/>
          <p:cNvSpPr>
            <a:spLocks noChangeArrowheads="1"/>
          </p:cNvSpPr>
          <p:nvPr/>
        </p:nvSpPr>
        <p:spPr bwMode="auto">
          <a:xfrm>
            <a:off x="304801" y="2743202"/>
            <a:ext cx="7521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b="1">
                <a:solidFill>
                  <a:srgbClr val="FF0000"/>
                </a:solidFill>
              </a:rPr>
              <a:t>Before</a:t>
            </a:r>
            <a:endParaRPr lang="en-US">
              <a:solidFill>
                <a:srgbClr val="FF0000"/>
              </a:solidFill>
            </a:endParaRPr>
          </a:p>
        </p:txBody>
      </p:sp>
      <p:sp>
        <p:nvSpPr>
          <p:cNvPr id="45067" name="Rectangle 1"/>
          <p:cNvSpPr>
            <a:spLocks noChangeArrowheads="1"/>
          </p:cNvSpPr>
          <p:nvPr/>
        </p:nvSpPr>
        <p:spPr bwMode="auto">
          <a:xfrm>
            <a:off x="333376" y="601268"/>
            <a:ext cx="7521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b="1">
                <a:solidFill>
                  <a:srgbClr val="FF0000"/>
                </a:solidFill>
              </a:rPr>
              <a:t>Before</a:t>
            </a:r>
            <a:endParaRPr lang="en-US">
              <a:solidFill>
                <a:srgbClr val="000000"/>
              </a:solidFill>
            </a:endParaRPr>
          </a:p>
        </p:txBody>
      </p:sp>
      <p:sp>
        <p:nvSpPr>
          <p:cNvPr id="45068" name="Rectangle 9"/>
          <p:cNvSpPr>
            <a:spLocks noChangeArrowheads="1"/>
          </p:cNvSpPr>
          <p:nvPr/>
        </p:nvSpPr>
        <p:spPr bwMode="auto">
          <a:xfrm>
            <a:off x="4930775" y="557215"/>
            <a:ext cx="60305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b="1">
                <a:solidFill>
                  <a:srgbClr val="FF0000"/>
                </a:solidFill>
              </a:rPr>
              <a:t>After</a:t>
            </a:r>
            <a:endParaRPr lang="en-US">
              <a:solidFill>
                <a:srgbClr val="FF0000"/>
              </a:solidFill>
            </a:endParaRPr>
          </a:p>
        </p:txBody>
      </p:sp>
    </p:spTree>
  </p:cSld>
  <p:clrMapOvr>
    <a:masterClrMapping/>
  </p:clrMapOvr>
  <p:transition spd="med">
    <p:zoom dir="in"/>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2"/>
          <p:cNvPicPr>
            <a:picLocks noChangeAspect="1" noChangeArrowheads="1"/>
          </p:cNvPicPr>
          <p:nvPr/>
        </p:nvPicPr>
        <p:blipFill>
          <a:blip r:embed="rId2"/>
          <a:srcRect/>
          <a:stretch>
            <a:fillRect/>
          </a:stretch>
        </p:blipFill>
        <p:spPr bwMode="auto">
          <a:xfrm>
            <a:off x="5029200" y="2800350"/>
            <a:ext cx="3886200" cy="2228850"/>
          </a:xfrm>
          <a:prstGeom prst="rect">
            <a:avLst/>
          </a:prstGeom>
          <a:noFill/>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Content Placeholder 4"/>
          <p:cNvPicPr>
            <a:picLocks noChangeAspect="1"/>
          </p:cNvPicPr>
          <p:nvPr/>
        </p:nvPicPr>
        <p:blipFill>
          <a:blip r:embed="rId3"/>
          <a:stretch>
            <a:fillRect/>
          </a:stretch>
        </p:blipFill>
        <p:spPr bwMode="auto">
          <a:xfrm>
            <a:off x="88900" y="2800350"/>
            <a:ext cx="4102100" cy="2214563"/>
          </a:xfrm>
          <a:prstGeom prst="rect">
            <a:avLst/>
          </a:prstGeom>
          <a:noFill/>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Title 1"/>
          <p:cNvSpPr txBox="1">
            <a:spLocks/>
          </p:cNvSpPr>
          <p:nvPr/>
        </p:nvSpPr>
        <p:spPr bwMode="auto">
          <a:xfrm>
            <a:off x="228600" y="114300"/>
            <a:ext cx="8686800" cy="342900"/>
          </a:xfrm>
          <a:prstGeom prst="rect">
            <a:avLst/>
          </a:prstGeom>
          <a:solidFill>
            <a:srgbClr val="0066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rmAutofit fontScale="67500" lnSpcReduction="20000"/>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eaLnBrk="1" fontAlgn="auto" hangingPunct="1">
              <a:spcAft>
                <a:spcPts val="0"/>
              </a:spcAft>
              <a:defRPr/>
            </a:pPr>
            <a:r>
              <a:rPr lang="en-US" sz="2800" b="1" smtClean="0">
                <a:solidFill>
                  <a:schemeClr val="bg1"/>
                </a:solidFill>
              </a:rPr>
              <a:t>Changes in Surgery &amp; Pediatric Word</a:t>
            </a:r>
            <a:endParaRPr lang="en-US" sz="2800" b="1" dirty="0" smtClean="0">
              <a:solidFill>
                <a:schemeClr val="bg1"/>
              </a:solidFill>
            </a:endParaRPr>
          </a:p>
        </p:txBody>
      </p:sp>
      <p:pic>
        <p:nvPicPr>
          <p:cNvPr id="21" name="Picture 2"/>
          <p:cNvPicPr>
            <a:picLocks noChangeAspect="1" noChangeArrowheads="1"/>
          </p:cNvPicPr>
          <p:nvPr/>
        </p:nvPicPr>
        <p:blipFill>
          <a:blip r:embed="rId4"/>
          <a:srcRect/>
          <a:stretch>
            <a:fillRect/>
          </a:stretch>
        </p:blipFill>
        <p:spPr bwMode="auto">
          <a:xfrm>
            <a:off x="117475" y="571500"/>
            <a:ext cx="4038600" cy="2000250"/>
          </a:xfrm>
          <a:prstGeom prst="rect">
            <a:avLst/>
          </a:prstGeom>
          <a:noFill/>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 name="Picture 3"/>
          <p:cNvPicPr>
            <a:picLocks noChangeAspect="1" noChangeArrowheads="1"/>
          </p:cNvPicPr>
          <p:nvPr/>
        </p:nvPicPr>
        <p:blipFill>
          <a:blip r:embed="rId5"/>
          <a:srcRect/>
          <a:stretch>
            <a:fillRect/>
          </a:stretch>
        </p:blipFill>
        <p:spPr bwMode="auto">
          <a:xfrm>
            <a:off x="4876800" y="571500"/>
            <a:ext cx="4038600" cy="2000250"/>
          </a:xfrm>
          <a:prstGeom prst="rect">
            <a:avLst/>
          </a:prstGeom>
          <a:noFill/>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 name="Right Arrow 2"/>
          <p:cNvSpPr>
            <a:spLocks noChangeArrowheads="1"/>
          </p:cNvSpPr>
          <p:nvPr/>
        </p:nvSpPr>
        <p:spPr bwMode="auto">
          <a:xfrm>
            <a:off x="4333875" y="1485900"/>
            <a:ext cx="457200" cy="285750"/>
          </a:xfrm>
          <a:prstGeom prst="rightArrow">
            <a:avLst>
              <a:gd name="adj1" fmla="val 50000"/>
              <a:gd name="adj2" fmla="val 50000"/>
            </a:avLst>
          </a:prstGeom>
          <a:solidFill>
            <a:srgbClr val="C00000"/>
          </a:solidFill>
          <a:ln w="9525" algn="ctr">
            <a:solidFill>
              <a:schemeClr val="tx1"/>
            </a:solidFill>
            <a:round/>
            <a:headEnd/>
            <a:tailEnd/>
          </a:ln>
        </p:spPr>
        <p:txBody>
          <a:bodyPr/>
          <a:lstStyle/>
          <a:p>
            <a:pPr eaLnBrk="0" hangingPunct="0"/>
            <a:endParaRPr lang="en-US">
              <a:solidFill>
                <a:srgbClr val="000000"/>
              </a:solidFill>
            </a:endParaRPr>
          </a:p>
        </p:txBody>
      </p:sp>
      <p:pic>
        <p:nvPicPr>
          <p:cNvPr id="24" name="Picture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24363" y="3714750"/>
            <a:ext cx="476250" cy="315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 name="Picture 1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2388" y="571502"/>
            <a:ext cx="1146175" cy="420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 name="Picture 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8901" y="2913460"/>
            <a:ext cx="1146175" cy="420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 name="Picture 1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810130" y="2721770"/>
            <a:ext cx="1146175" cy="420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 name="Picture 1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746629" y="457202"/>
            <a:ext cx="1146175" cy="420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zoom dir="in"/>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13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48205" y="413150"/>
            <a:ext cx="4754563" cy="27158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16"/>
          <p:cNvPicPr>
            <a:picLocks noGrp="1" noChangeAspect="1" noChangeArrowheads="1"/>
          </p:cNvPicPr>
          <p:nvPr>
            <p:ph sz="quarter" idx="1"/>
          </p:nvPr>
        </p:nvPicPr>
        <p:blipFill>
          <a:blip r:embed="rId3"/>
          <a:srcRect/>
          <a:stretch>
            <a:fillRect/>
          </a:stretch>
        </p:blipFill>
        <p:spPr>
          <a:xfrm>
            <a:off x="187327" y="529830"/>
            <a:ext cx="3978275" cy="2255044"/>
          </a:xfrm>
          <a:effectLst>
            <a:outerShdw blurRad="292100" dist="139700" dir="2700000" algn="tl" rotWithShape="0">
              <a:srgbClr val="333333">
                <a:alpha val="65000"/>
              </a:srgbClr>
            </a:outerShdw>
          </a:effectLst>
        </p:spPr>
      </p:pic>
      <p:sp>
        <p:nvSpPr>
          <p:cNvPr id="48132" name="Title 1"/>
          <p:cNvSpPr txBox="1">
            <a:spLocks/>
          </p:cNvSpPr>
          <p:nvPr/>
        </p:nvSpPr>
        <p:spPr bwMode="auto">
          <a:xfrm>
            <a:off x="152400" y="114300"/>
            <a:ext cx="8839200" cy="342900"/>
          </a:xfrm>
          <a:prstGeom prst="rect">
            <a:avLst/>
          </a:prstGeom>
          <a:solidFill>
            <a:srgbClr val="0066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a:r>
              <a:rPr lang="en-US" sz="2800" b="1" dirty="0" smtClean="0">
                <a:solidFill>
                  <a:srgbClr val="FFFFFF"/>
                </a:solidFill>
              </a:rPr>
              <a:t>Waste </a:t>
            </a:r>
            <a:r>
              <a:rPr lang="en-US" sz="2800" b="1" dirty="0">
                <a:solidFill>
                  <a:srgbClr val="FFFFFF"/>
                </a:solidFill>
              </a:rPr>
              <a:t>Management &amp; Campus Protection</a:t>
            </a:r>
          </a:p>
        </p:txBody>
      </p:sp>
      <p:sp>
        <p:nvSpPr>
          <p:cNvPr id="48133" name="Right Arrow 8"/>
          <p:cNvSpPr>
            <a:spLocks noChangeArrowheads="1"/>
          </p:cNvSpPr>
          <p:nvPr/>
        </p:nvSpPr>
        <p:spPr bwMode="auto">
          <a:xfrm>
            <a:off x="4267200" y="1485900"/>
            <a:ext cx="457200" cy="285750"/>
          </a:xfrm>
          <a:prstGeom prst="rightArrow">
            <a:avLst>
              <a:gd name="adj1" fmla="val 50000"/>
              <a:gd name="adj2" fmla="val 50000"/>
            </a:avLst>
          </a:prstGeom>
          <a:solidFill>
            <a:srgbClr val="C00000"/>
          </a:solidFill>
          <a:ln w="9525" algn="ctr">
            <a:solidFill>
              <a:schemeClr val="tx1"/>
            </a:solidFill>
            <a:round/>
            <a:headEnd/>
            <a:tailEnd/>
          </a:ln>
        </p:spPr>
        <p:txBody>
          <a:bodyPr/>
          <a:lstStyle/>
          <a:p>
            <a:endParaRPr lang="en-US">
              <a:solidFill>
                <a:srgbClr val="FFFFFF"/>
              </a:solidFill>
            </a:endParaRPr>
          </a:p>
        </p:txBody>
      </p:sp>
      <p:sp>
        <p:nvSpPr>
          <p:cNvPr id="48134" name="Right Arrow 9"/>
          <p:cNvSpPr>
            <a:spLocks noChangeArrowheads="1"/>
          </p:cNvSpPr>
          <p:nvPr/>
        </p:nvSpPr>
        <p:spPr bwMode="auto">
          <a:xfrm>
            <a:off x="4267200" y="3657600"/>
            <a:ext cx="457200" cy="285750"/>
          </a:xfrm>
          <a:prstGeom prst="rightArrow">
            <a:avLst>
              <a:gd name="adj1" fmla="val 50000"/>
              <a:gd name="adj2" fmla="val 50000"/>
            </a:avLst>
          </a:prstGeom>
          <a:solidFill>
            <a:srgbClr val="C00000"/>
          </a:solidFill>
          <a:ln w="9525" algn="ctr">
            <a:solidFill>
              <a:schemeClr val="tx1"/>
            </a:solidFill>
            <a:round/>
            <a:headEnd/>
            <a:tailEnd/>
          </a:ln>
        </p:spPr>
        <p:txBody>
          <a:bodyPr/>
          <a:lstStyle/>
          <a:p>
            <a:endParaRPr lang="en-US">
              <a:solidFill>
                <a:srgbClr val="FFFFFF"/>
              </a:solidFill>
            </a:endParaRPr>
          </a:p>
        </p:txBody>
      </p:sp>
      <p:sp>
        <p:nvSpPr>
          <p:cNvPr id="16393" name="Rectangle 10"/>
          <p:cNvSpPr>
            <a:spLocks noChangeArrowheads="1"/>
          </p:cNvSpPr>
          <p:nvPr/>
        </p:nvSpPr>
        <p:spPr bwMode="auto">
          <a:xfrm>
            <a:off x="169865" y="626271"/>
            <a:ext cx="681597" cy="307777"/>
          </a:xfrm>
          <a:prstGeom prst="rect">
            <a:avLst/>
          </a:prstGeom>
          <a:noFill/>
          <a:ln/>
        </p:spPr>
        <p:style>
          <a:lnRef idx="3">
            <a:schemeClr val="lt1"/>
          </a:lnRef>
          <a:fillRef idx="1">
            <a:schemeClr val="accent4"/>
          </a:fillRef>
          <a:effectRef idx="1">
            <a:schemeClr val="accent4"/>
          </a:effectRef>
          <a:fontRef idx="minor">
            <a:schemeClr val="lt1"/>
          </a:fontRef>
        </p:style>
        <p:txBody>
          <a:bodyPr wrap="none">
            <a:spAutoFit/>
          </a:bodyPr>
          <a:lstStyle/>
          <a:p>
            <a:pPr>
              <a:defRPr/>
            </a:pPr>
            <a:r>
              <a:rPr lang="en-US" b="1" dirty="0">
                <a:solidFill>
                  <a:srgbClr val="FF0000"/>
                </a:solidFill>
              </a:rPr>
              <a:t>Before</a:t>
            </a:r>
            <a:endParaRPr lang="en-US" dirty="0">
              <a:solidFill>
                <a:srgbClr val="FF0000"/>
              </a:solidFill>
            </a:endParaRPr>
          </a:p>
        </p:txBody>
      </p:sp>
      <p:sp>
        <p:nvSpPr>
          <p:cNvPr id="16396" name="Rectangle 13"/>
          <p:cNvSpPr>
            <a:spLocks noChangeArrowheads="1"/>
          </p:cNvSpPr>
          <p:nvPr/>
        </p:nvSpPr>
        <p:spPr bwMode="auto">
          <a:xfrm>
            <a:off x="4899025" y="582219"/>
            <a:ext cx="566181" cy="307777"/>
          </a:xfrm>
          <a:prstGeom prst="rect">
            <a:avLst/>
          </a:prstGeom>
          <a:noFill/>
          <a:ln/>
        </p:spPr>
        <p:style>
          <a:lnRef idx="3">
            <a:schemeClr val="lt1"/>
          </a:lnRef>
          <a:fillRef idx="1">
            <a:schemeClr val="accent6"/>
          </a:fillRef>
          <a:effectRef idx="1">
            <a:schemeClr val="accent6"/>
          </a:effectRef>
          <a:fontRef idx="minor">
            <a:schemeClr val="lt1"/>
          </a:fontRef>
        </p:style>
        <p:txBody>
          <a:bodyPr wrap="none">
            <a:spAutoFit/>
          </a:bodyPr>
          <a:lstStyle/>
          <a:p>
            <a:pPr>
              <a:defRPr/>
            </a:pPr>
            <a:r>
              <a:rPr lang="en-US" b="1" dirty="0">
                <a:solidFill>
                  <a:srgbClr val="FF0000"/>
                </a:solidFill>
              </a:rPr>
              <a:t>After</a:t>
            </a:r>
            <a:endParaRPr lang="en-US" dirty="0">
              <a:solidFill>
                <a:srgbClr val="FF0000"/>
              </a:solidFill>
            </a:endParaRPr>
          </a:p>
        </p:txBody>
      </p:sp>
      <p:pic>
        <p:nvPicPr>
          <p:cNvPr id="89097" name="Picture 15"/>
          <p:cNvPicPr>
            <a:picLocks noChangeAspect="1" noChangeArrowheads="1"/>
          </p:cNvPicPr>
          <p:nvPr/>
        </p:nvPicPr>
        <p:blipFill>
          <a:blip r:embed="rId4"/>
          <a:srcRect/>
          <a:stretch>
            <a:fillRect/>
          </a:stretch>
        </p:blipFill>
        <p:spPr bwMode="auto">
          <a:xfrm>
            <a:off x="152400" y="2892028"/>
            <a:ext cx="4013200" cy="2137172"/>
          </a:xfrm>
          <a:prstGeom prst="rect">
            <a:avLst/>
          </a:prstGeom>
          <a:ln>
            <a:noFill/>
          </a:ln>
          <a:effectLst>
            <a:outerShdw blurRad="292100" dist="139700" dir="2700000" algn="tl" rotWithShape="0">
              <a:srgbClr val="333333">
                <a:alpha val="65000"/>
              </a:srgbClr>
            </a:outerShdw>
          </a:effectLst>
          <a:extLst/>
        </p:spPr>
      </p:pic>
      <p:pic>
        <p:nvPicPr>
          <p:cNvPr id="89098" name="Picture 16"/>
          <p:cNvPicPr>
            <a:picLocks noChangeAspect="1" noChangeArrowheads="1"/>
          </p:cNvPicPr>
          <p:nvPr/>
        </p:nvPicPr>
        <p:blipFill>
          <a:blip r:embed="rId5"/>
          <a:srcRect/>
          <a:stretch>
            <a:fillRect/>
          </a:stretch>
        </p:blipFill>
        <p:spPr bwMode="auto">
          <a:xfrm>
            <a:off x="4876800" y="2892028"/>
            <a:ext cx="4114800" cy="2137172"/>
          </a:xfrm>
          <a:prstGeom prst="rect">
            <a:avLst/>
          </a:prstGeom>
          <a:ln>
            <a:noFill/>
          </a:ln>
          <a:effectLst>
            <a:outerShdw blurRad="292100" dist="139700" dir="2700000" algn="tl" rotWithShape="0">
              <a:srgbClr val="333333">
                <a:alpha val="65000"/>
              </a:srgbClr>
            </a:outerShdw>
          </a:effectLst>
          <a:extLst/>
        </p:spPr>
      </p:pic>
      <p:sp>
        <p:nvSpPr>
          <p:cNvPr id="16394" name="Rectangle 11"/>
          <p:cNvSpPr>
            <a:spLocks noChangeArrowheads="1"/>
          </p:cNvSpPr>
          <p:nvPr/>
        </p:nvSpPr>
        <p:spPr bwMode="auto">
          <a:xfrm>
            <a:off x="169865" y="2914652"/>
            <a:ext cx="681597" cy="307777"/>
          </a:xfrm>
          <a:prstGeom prst="rect">
            <a:avLst/>
          </a:prstGeom>
          <a:noFill/>
          <a:ln/>
        </p:spPr>
        <p:style>
          <a:lnRef idx="3">
            <a:schemeClr val="lt1"/>
          </a:lnRef>
          <a:fillRef idx="1">
            <a:schemeClr val="dk1"/>
          </a:fillRef>
          <a:effectRef idx="1">
            <a:schemeClr val="dk1"/>
          </a:effectRef>
          <a:fontRef idx="minor">
            <a:schemeClr val="lt1"/>
          </a:fontRef>
        </p:style>
        <p:txBody>
          <a:bodyPr wrap="none">
            <a:spAutoFit/>
          </a:bodyPr>
          <a:lstStyle/>
          <a:p>
            <a:pPr>
              <a:defRPr/>
            </a:pPr>
            <a:r>
              <a:rPr lang="en-US" b="1" dirty="0">
                <a:solidFill>
                  <a:srgbClr val="FF0000"/>
                </a:solidFill>
              </a:rPr>
              <a:t>Before</a:t>
            </a:r>
            <a:endParaRPr lang="en-US" dirty="0">
              <a:solidFill>
                <a:srgbClr val="FF0000"/>
              </a:solidFill>
            </a:endParaRPr>
          </a:p>
        </p:txBody>
      </p:sp>
      <p:sp>
        <p:nvSpPr>
          <p:cNvPr id="16395" name="Rectangle 12"/>
          <p:cNvSpPr>
            <a:spLocks noChangeArrowheads="1"/>
          </p:cNvSpPr>
          <p:nvPr/>
        </p:nvSpPr>
        <p:spPr bwMode="auto">
          <a:xfrm>
            <a:off x="4899025" y="2913462"/>
            <a:ext cx="566181" cy="307777"/>
          </a:xfrm>
          <a:prstGeom prst="rect">
            <a:avLst/>
          </a:prstGeom>
          <a:noFill/>
          <a:ln/>
        </p:spPr>
        <p:style>
          <a:lnRef idx="3">
            <a:schemeClr val="lt1"/>
          </a:lnRef>
          <a:fillRef idx="1">
            <a:schemeClr val="accent2"/>
          </a:fillRef>
          <a:effectRef idx="1">
            <a:schemeClr val="accent2"/>
          </a:effectRef>
          <a:fontRef idx="minor">
            <a:schemeClr val="lt1"/>
          </a:fontRef>
        </p:style>
        <p:txBody>
          <a:bodyPr wrap="none">
            <a:spAutoFit/>
          </a:bodyPr>
          <a:lstStyle/>
          <a:p>
            <a:pPr>
              <a:defRPr/>
            </a:pPr>
            <a:r>
              <a:rPr lang="en-US" b="1" dirty="0">
                <a:solidFill>
                  <a:srgbClr val="FF0000"/>
                </a:solidFill>
              </a:rPr>
              <a:t>After</a:t>
            </a:r>
            <a:endParaRPr lang="en-US" dirty="0">
              <a:solidFill>
                <a:srgbClr val="FF0000"/>
              </a:solidFill>
            </a:endParaRPr>
          </a:p>
        </p:txBody>
      </p:sp>
    </p:spTree>
  </p:cSld>
  <p:clrMapOvr>
    <a:masterClrMapping/>
  </p:clrMapOvr>
  <p:transition spd="slow">
    <p:zoom dir="in"/>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2" name="Title 1"/>
          <p:cNvSpPr>
            <a:spLocks noGrp="1"/>
          </p:cNvSpPr>
          <p:nvPr>
            <p:ph type="title" sz="quarter"/>
          </p:nvPr>
        </p:nvSpPr>
        <p:spPr>
          <a:xfrm>
            <a:off x="228600" y="205978"/>
            <a:ext cx="8534400" cy="422672"/>
          </a:xfrm>
          <a:solidFill>
            <a:srgbClr val="006600"/>
          </a:solidFill>
        </p:spPr>
        <p:txBody>
          <a:bodyPr rtlCol="0">
            <a:normAutofit fontScale="90000"/>
          </a:bodyPr>
          <a:lstStyle/>
          <a:p>
            <a:pPr eaLnBrk="1" fontAlgn="auto" hangingPunct="1">
              <a:spcAft>
                <a:spcPts val="0"/>
              </a:spcAft>
              <a:defRPr/>
            </a:pPr>
            <a:r>
              <a:rPr lang="en-US" sz="2000" b="1" dirty="0" smtClean="0">
                <a:solidFill>
                  <a:srgbClr val="FFFFFF"/>
                </a:solidFill>
                <a:latin typeface="Arial" charset="0"/>
                <a:cs typeface="Arial" charset="0"/>
              </a:rPr>
              <a:t>Use of direction sign, labeling of rooms, clean latrine and waste segregation</a:t>
            </a:r>
          </a:p>
        </p:txBody>
      </p:sp>
      <p:pic>
        <p:nvPicPr>
          <p:cNvPr id="51203" name="Content Placeholder 6"/>
          <p:cNvPicPr>
            <a:picLocks noGrp="1" noChangeAspect="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304800" y="814389"/>
            <a:ext cx="4114800" cy="1928813"/>
          </a:xfrm>
        </p:spPr>
      </p:pic>
      <p:pic>
        <p:nvPicPr>
          <p:cNvPr id="51204" name="Content Placeholder 9"/>
          <p:cNvPicPr>
            <a:picLocks noGrp="1" noChangeAspect="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4724400" y="800100"/>
            <a:ext cx="3968750" cy="1943100"/>
          </a:xfrm>
        </p:spPr>
      </p:pic>
      <p:pic>
        <p:nvPicPr>
          <p:cNvPr id="51205" name="Picture 6"/>
          <p:cNvPicPr>
            <a:picLocks noGrp="1" noChangeAspect="1" noChangeArrowheads="1"/>
          </p:cNvPicPr>
          <p:nvPr>
            <p:ph sz="quarter" idx="3"/>
          </p:nvPr>
        </p:nvPicPr>
        <p:blipFill>
          <a:blip r:embed="rId4">
            <a:extLst>
              <a:ext uri="{28A0092B-C50C-407E-A947-70E740481C1C}">
                <a14:useLocalDpi xmlns:a14="http://schemas.microsoft.com/office/drawing/2010/main" val="0"/>
              </a:ext>
            </a:extLst>
          </a:blip>
          <a:srcRect/>
          <a:stretch>
            <a:fillRect/>
          </a:stretch>
        </p:blipFill>
        <p:spPr>
          <a:xfrm>
            <a:off x="381000" y="2971800"/>
            <a:ext cx="4038600" cy="1969294"/>
          </a:xfrm>
          <a:noFill/>
        </p:spPr>
      </p:pic>
      <p:pic>
        <p:nvPicPr>
          <p:cNvPr id="51206"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21230" y="2971801"/>
            <a:ext cx="3965575" cy="1993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07" name="Rectangle 4"/>
          <p:cNvSpPr>
            <a:spLocks noChangeArrowheads="1"/>
          </p:cNvSpPr>
          <p:nvPr/>
        </p:nvSpPr>
        <p:spPr bwMode="auto">
          <a:xfrm>
            <a:off x="304802" y="857252"/>
            <a:ext cx="1952779" cy="307777"/>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p>
            <a:r>
              <a:rPr lang="en-US" b="1">
                <a:solidFill>
                  <a:srgbClr val="FF0000"/>
                </a:solidFill>
              </a:rPr>
              <a:t>Use of direction sign</a:t>
            </a:r>
            <a:endParaRPr lang="en-US">
              <a:solidFill>
                <a:srgbClr val="FF0000"/>
              </a:solidFill>
            </a:endParaRPr>
          </a:p>
        </p:txBody>
      </p:sp>
      <p:sp>
        <p:nvSpPr>
          <p:cNvPr id="51208" name="Rectangle 5"/>
          <p:cNvSpPr>
            <a:spLocks noChangeArrowheads="1"/>
          </p:cNvSpPr>
          <p:nvPr/>
        </p:nvSpPr>
        <p:spPr bwMode="auto">
          <a:xfrm>
            <a:off x="4941889" y="857252"/>
            <a:ext cx="1734770" cy="307777"/>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p>
            <a:pPr eaLnBrk="1" hangingPunct="1"/>
            <a:r>
              <a:rPr lang="en-US" b="1">
                <a:solidFill>
                  <a:srgbClr val="FF0000"/>
                </a:solidFill>
              </a:rPr>
              <a:t>Labeling of rooms</a:t>
            </a:r>
          </a:p>
        </p:txBody>
      </p:sp>
      <p:sp>
        <p:nvSpPr>
          <p:cNvPr id="15" name="Rectangle 10"/>
          <p:cNvSpPr>
            <a:spLocks noChangeArrowheads="1"/>
          </p:cNvSpPr>
          <p:nvPr/>
        </p:nvSpPr>
        <p:spPr bwMode="auto">
          <a:xfrm>
            <a:off x="457200" y="2999187"/>
            <a:ext cx="1981200" cy="307777"/>
          </a:xfrm>
          <a:prstGeom prst="rect">
            <a:avLst/>
          </a:prstGeom>
          <a:noFill/>
          <a:ln>
            <a:solidFill>
              <a:schemeClr val="bg1"/>
            </a:solidFill>
          </a:ln>
        </p:spPr>
        <p:style>
          <a:lnRef idx="3">
            <a:schemeClr val="lt1"/>
          </a:lnRef>
          <a:fillRef idx="1">
            <a:schemeClr val="accent4"/>
          </a:fillRef>
          <a:effectRef idx="1">
            <a:schemeClr val="accent4"/>
          </a:effectRef>
          <a:fontRef idx="minor">
            <a:schemeClr val="lt1"/>
          </a:fontRef>
        </p:style>
        <p:txBody>
          <a:bodyPr>
            <a:spAutoFit/>
          </a:bodyPr>
          <a:lstStyle/>
          <a:p>
            <a:pPr>
              <a:defRPr/>
            </a:pPr>
            <a:r>
              <a:rPr lang="en-US" b="1" dirty="0">
                <a:solidFill>
                  <a:srgbClr val="FF0000"/>
                </a:solidFill>
              </a:rPr>
              <a:t>waist segregation</a:t>
            </a:r>
            <a:endParaRPr lang="en-US" dirty="0">
              <a:solidFill>
                <a:srgbClr val="FF0000"/>
              </a:solidFill>
            </a:endParaRPr>
          </a:p>
        </p:txBody>
      </p:sp>
      <p:sp>
        <p:nvSpPr>
          <p:cNvPr id="51210" name="Rectangle 8"/>
          <p:cNvSpPr>
            <a:spLocks noChangeArrowheads="1"/>
          </p:cNvSpPr>
          <p:nvPr/>
        </p:nvSpPr>
        <p:spPr bwMode="auto">
          <a:xfrm>
            <a:off x="4702175" y="3015856"/>
            <a:ext cx="1258678" cy="307777"/>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p>
            <a:pPr eaLnBrk="1" hangingPunct="1"/>
            <a:r>
              <a:rPr lang="en-US" b="1">
                <a:solidFill>
                  <a:srgbClr val="FF0000"/>
                </a:solidFill>
              </a:rPr>
              <a:t>Clean latrine</a:t>
            </a:r>
            <a:endParaRPr lang="en-US">
              <a:solidFill>
                <a:srgbClr val="FF0000"/>
              </a:solidFill>
            </a:endParaRPr>
          </a:p>
        </p:txBody>
      </p:sp>
    </p:spTree>
  </p:cSld>
  <p:clrMapOvr>
    <a:masterClrMapping/>
  </p:clrMapOvr>
  <p:transition spd="slow">
    <p:zoom dir="in"/>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p:cNvSpPr>
            <a:spLocks noGrp="1"/>
          </p:cNvSpPr>
          <p:nvPr>
            <p:ph type="title" sz="quarter"/>
          </p:nvPr>
        </p:nvSpPr>
        <p:spPr>
          <a:xfrm>
            <a:off x="228600" y="205978"/>
            <a:ext cx="8458200" cy="422672"/>
          </a:xfrm>
          <a:solidFill>
            <a:srgbClr val="006600"/>
          </a:solidFill>
        </p:spPr>
        <p:txBody>
          <a:bodyPr/>
          <a:lstStyle/>
          <a:p>
            <a:pPr eaLnBrk="1" hangingPunct="1"/>
            <a:r>
              <a:rPr lang="en-US" sz="1800" b="1" smtClean="0">
                <a:solidFill>
                  <a:srgbClr val="FFFFFF"/>
                </a:solidFill>
                <a:latin typeface="Arial" pitchFamily="34" charset="0"/>
                <a:cs typeface="Arial" pitchFamily="34" charset="0"/>
              </a:rPr>
              <a:t>Use of color code, alignment of picture &amp; continuous big cleaning day</a:t>
            </a:r>
          </a:p>
        </p:txBody>
      </p:sp>
      <p:pic>
        <p:nvPicPr>
          <p:cNvPr id="52227" name="Content Placeholder 9"/>
          <p:cNvPicPr>
            <a:picLocks noGrp="1" noChangeAspect="1"/>
          </p:cNvPicPr>
          <p:nvPr>
            <p:ph sz="quarter" idx="1"/>
          </p:nvPr>
        </p:nvPicPr>
        <p:blipFill>
          <a:blip r:embed="rId3">
            <a:extLst>
              <a:ext uri="{28A0092B-C50C-407E-A947-70E740481C1C}">
                <a14:useLocalDpi xmlns:a14="http://schemas.microsoft.com/office/drawing/2010/main" val="0"/>
              </a:ext>
            </a:extLst>
          </a:blip>
          <a:srcRect/>
          <a:stretch>
            <a:fillRect/>
          </a:stretch>
        </p:blipFill>
        <p:spPr>
          <a:xfrm>
            <a:off x="4724400" y="772718"/>
            <a:ext cx="3962400" cy="1952625"/>
          </a:xfrm>
        </p:spPr>
      </p:pic>
      <p:pic>
        <p:nvPicPr>
          <p:cNvPr id="52228" name="Content Placeholder 11"/>
          <p:cNvPicPr>
            <a:picLocks noGrp="1" noChangeAspect="1"/>
          </p:cNvPicPr>
          <p:nvPr>
            <p:ph sz="quarter" idx="2"/>
          </p:nvPr>
        </p:nvPicPr>
        <p:blipFill>
          <a:blip r:embed="rId4">
            <a:extLst>
              <a:ext uri="{28A0092B-C50C-407E-A947-70E740481C1C}">
                <a14:useLocalDpi xmlns:a14="http://schemas.microsoft.com/office/drawing/2010/main" val="0"/>
              </a:ext>
            </a:extLst>
          </a:blip>
          <a:srcRect/>
          <a:stretch>
            <a:fillRect/>
          </a:stretch>
        </p:blipFill>
        <p:spPr>
          <a:xfrm>
            <a:off x="304803" y="751287"/>
            <a:ext cx="4132263" cy="1956197"/>
          </a:xfrm>
        </p:spPr>
      </p:pic>
      <p:pic>
        <p:nvPicPr>
          <p:cNvPr id="52229" name="Picture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4800" y="2857502"/>
            <a:ext cx="4114800" cy="2181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30" name="Rectangle 4"/>
          <p:cNvSpPr>
            <a:spLocks noChangeArrowheads="1"/>
          </p:cNvSpPr>
          <p:nvPr/>
        </p:nvSpPr>
        <p:spPr bwMode="auto">
          <a:xfrm>
            <a:off x="304801" y="2984900"/>
            <a:ext cx="2023311" cy="307777"/>
          </a:xfrm>
          <a:prstGeom prst="rect">
            <a:avLst/>
          </a:prstGeom>
          <a:noFill/>
          <a:ln w="2857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p>
            <a:r>
              <a:rPr lang="en-US" b="1">
                <a:solidFill>
                  <a:srgbClr val="FFFF00"/>
                </a:solidFill>
              </a:rPr>
              <a:t>Alignment of pictures</a:t>
            </a:r>
            <a:endParaRPr lang="en-US">
              <a:solidFill>
                <a:srgbClr val="FFFF00"/>
              </a:solidFill>
            </a:endParaRPr>
          </a:p>
        </p:txBody>
      </p:sp>
      <p:sp>
        <p:nvSpPr>
          <p:cNvPr id="52231" name="Rectangle 4"/>
          <p:cNvSpPr>
            <a:spLocks noChangeArrowheads="1"/>
          </p:cNvSpPr>
          <p:nvPr/>
        </p:nvSpPr>
        <p:spPr bwMode="auto">
          <a:xfrm>
            <a:off x="304800" y="751287"/>
            <a:ext cx="1119217" cy="307777"/>
          </a:xfrm>
          <a:prstGeom prst="rect">
            <a:avLst/>
          </a:prstGeom>
          <a:noFill/>
          <a:ln w="2857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p>
            <a:r>
              <a:rPr lang="en-US" b="1">
                <a:solidFill>
                  <a:srgbClr val="FFFF00"/>
                </a:solidFill>
              </a:rPr>
              <a:t>Color code</a:t>
            </a:r>
            <a:endParaRPr lang="en-US">
              <a:solidFill>
                <a:srgbClr val="FFFF00"/>
              </a:solidFill>
            </a:endParaRPr>
          </a:p>
        </p:txBody>
      </p:sp>
      <p:sp>
        <p:nvSpPr>
          <p:cNvPr id="52232" name="Rectangle 4"/>
          <p:cNvSpPr>
            <a:spLocks noChangeArrowheads="1"/>
          </p:cNvSpPr>
          <p:nvPr/>
        </p:nvSpPr>
        <p:spPr bwMode="auto">
          <a:xfrm>
            <a:off x="4876804" y="751287"/>
            <a:ext cx="1119217" cy="307777"/>
          </a:xfrm>
          <a:prstGeom prst="rect">
            <a:avLst/>
          </a:prstGeom>
          <a:noFill/>
          <a:ln w="2857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p>
            <a:r>
              <a:rPr lang="en-US" b="1">
                <a:solidFill>
                  <a:srgbClr val="FFFF00"/>
                </a:solidFill>
              </a:rPr>
              <a:t>Color code</a:t>
            </a:r>
            <a:endParaRPr lang="en-US">
              <a:solidFill>
                <a:srgbClr val="FFFF00"/>
              </a:solidFill>
            </a:endParaRPr>
          </a:p>
        </p:txBody>
      </p:sp>
      <p:pic>
        <p:nvPicPr>
          <p:cNvPr id="13"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24400" y="2857500"/>
            <a:ext cx="4038600" cy="2181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zoom dir="in"/>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250" name="Content Placeholder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69876" y="457200"/>
            <a:ext cx="3997325" cy="2178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51" name="Content Placeholder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54000" y="2800350"/>
            <a:ext cx="4013200" cy="22014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52" name="Content Placeholder 3"/>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495805" y="2800350"/>
            <a:ext cx="3997325" cy="22014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10"/>
          <p:cNvSpPr>
            <a:spLocks noChangeArrowheads="1"/>
          </p:cNvSpPr>
          <p:nvPr/>
        </p:nvSpPr>
        <p:spPr bwMode="auto">
          <a:xfrm>
            <a:off x="284162" y="502446"/>
            <a:ext cx="1378904" cy="307777"/>
          </a:xfrm>
          <a:prstGeom prst="rect">
            <a:avLst/>
          </a:prstGeom>
          <a:noFill/>
          <a:ln/>
        </p:spPr>
        <p:style>
          <a:lnRef idx="3">
            <a:schemeClr val="lt1"/>
          </a:lnRef>
          <a:fillRef idx="1">
            <a:schemeClr val="accent4"/>
          </a:fillRef>
          <a:effectRef idx="1">
            <a:schemeClr val="accent4"/>
          </a:effectRef>
          <a:fontRef idx="minor">
            <a:schemeClr val="lt1"/>
          </a:fontRef>
        </p:style>
        <p:txBody>
          <a:bodyPr wrap="none">
            <a:spAutoFit/>
          </a:bodyPr>
          <a:lstStyle/>
          <a:p>
            <a:pPr>
              <a:defRPr/>
            </a:pPr>
            <a:r>
              <a:rPr lang="en-US" b="1" dirty="0">
                <a:solidFill>
                  <a:srgbClr val="FFFF00"/>
                </a:solidFill>
              </a:rPr>
              <a:t>Reception room</a:t>
            </a:r>
            <a:endParaRPr lang="en-US" dirty="0">
              <a:solidFill>
                <a:srgbClr val="FFFF00"/>
              </a:solidFill>
            </a:endParaRPr>
          </a:p>
        </p:txBody>
      </p:sp>
      <p:sp>
        <p:nvSpPr>
          <p:cNvPr id="11" name="Rectangle 10"/>
          <p:cNvSpPr>
            <a:spLocks noChangeArrowheads="1"/>
          </p:cNvSpPr>
          <p:nvPr/>
        </p:nvSpPr>
        <p:spPr bwMode="auto">
          <a:xfrm>
            <a:off x="239713" y="2821783"/>
            <a:ext cx="2048959" cy="307777"/>
          </a:xfrm>
          <a:prstGeom prst="rect">
            <a:avLst/>
          </a:prstGeom>
          <a:noFill/>
          <a:ln/>
        </p:spPr>
        <p:style>
          <a:lnRef idx="3">
            <a:schemeClr val="lt1"/>
          </a:lnRef>
          <a:fillRef idx="1">
            <a:schemeClr val="accent4"/>
          </a:fillRef>
          <a:effectRef idx="1">
            <a:schemeClr val="accent4"/>
          </a:effectRef>
          <a:fontRef idx="minor">
            <a:schemeClr val="lt1"/>
          </a:fontRef>
        </p:style>
        <p:txBody>
          <a:bodyPr wrap="none">
            <a:spAutoFit/>
          </a:bodyPr>
          <a:lstStyle/>
          <a:p>
            <a:pPr>
              <a:defRPr/>
            </a:pPr>
            <a:r>
              <a:rPr lang="en-US" b="1" dirty="0">
                <a:solidFill>
                  <a:srgbClr val="FFFF00"/>
                </a:solidFill>
              </a:rPr>
              <a:t>Health education session</a:t>
            </a:r>
            <a:endParaRPr lang="en-US" dirty="0">
              <a:solidFill>
                <a:srgbClr val="FFFF00"/>
              </a:solidFill>
            </a:endParaRPr>
          </a:p>
        </p:txBody>
      </p:sp>
      <p:sp>
        <p:nvSpPr>
          <p:cNvPr id="12" name="Rectangle 10"/>
          <p:cNvSpPr>
            <a:spLocks noChangeArrowheads="1"/>
          </p:cNvSpPr>
          <p:nvPr/>
        </p:nvSpPr>
        <p:spPr bwMode="auto">
          <a:xfrm>
            <a:off x="4459293" y="2821783"/>
            <a:ext cx="2020105" cy="307777"/>
          </a:xfrm>
          <a:prstGeom prst="rect">
            <a:avLst/>
          </a:prstGeom>
          <a:noFill/>
          <a:ln/>
        </p:spPr>
        <p:style>
          <a:lnRef idx="3">
            <a:schemeClr val="lt1"/>
          </a:lnRef>
          <a:fillRef idx="1">
            <a:schemeClr val="accent4"/>
          </a:fillRef>
          <a:effectRef idx="1">
            <a:schemeClr val="accent4"/>
          </a:effectRef>
          <a:fontRef idx="minor">
            <a:schemeClr val="lt1"/>
          </a:fontRef>
        </p:style>
        <p:txBody>
          <a:bodyPr wrap="none">
            <a:spAutoFit/>
          </a:bodyPr>
          <a:lstStyle/>
          <a:p>
            <a:pPr>
              <a:defRPr/>
            </a:pPr>
            <a:r>
              <a:rPr lang="en-US" b="1" dirty="0">
                <a:solidFill>
                  <a:schemeClr val="tx1"/>
                </a:solidFill>
              </a:rPr>
              <a:t>Community engagement</a:t>
            </a:r>
            <a:endParaRPr lang="en-US" dirty="0">
              <a:solidFill>
                <a:schemeClr val="tx1"/>
              </a:solidFill>
            </a:endParaRPr>
          </a:p>
        </p:txBody>
      </p:sp>
      <p:sp>
        <p:nvSpPr>
          <p:cNvPr id="13" name="Title 1"/>
          <p:cNvSpPr>
            <a:spLocks noGrp="1"/>
          </p:cNvSpPr>
          <p:nvPr>
            <p:ph type="title"/>
          </p:nvPr>
        </p:nvSpPr>
        <p:spPr>
          <a:xfrm>
            <a:off x="269875" y="28577"/>
            <a:ext cx="8229600" cy="367903"/>
          </a:xfrm>
          <a:solidFill>
            <a:srgbClr val="0C7E17"/>
          </a:solidFill>
          <a:ln>
            <a:solidFill>
              <a:schemeClr val="bg1"/>
            </a:solidFill>
          </a:ln>
        </p:spPr>
        <p:style>
          <a:lnRef idx="2">
            <a:schemeClr val="accent3"/>
          </a:lnRef>
          <a:fillRef idx="1">
            <a:schemeClr val="lt1"/>
          </a:fillRef>
          <a:effectRef idx="0">
            <a:schemeClr val="accent3"/>
          </a:effectRef>
          <a:fontRef idx="minor">
            <a:schemeClr val="dk1"/>
          </a:fontRef>
        </p:style>
        <p:txBody>
          <a:bodyPr rtlCol="0">
            <a:normAutofit fontScale="90000"/>
          </a:bodyPr>
          <a:lstStyle/>
          <a:p>
            <a:pPr eaLnBrk="1" fontAlgn="auto" hangingPunct="1">
              <a:spcAft>
                <a:spcPts val="0"/>
              </a:spcAft>
              <a:defRPr/>
            </a:pPr>
            <a:r>
              <a:rPr lang="en-US" sz="2400" dirty="0" smtClean="0">
                <a:solidFill>
                  <a:schemeClr val="bg1"/>
                </a:solidFill>
                <a:latin typeface="Arial" pitchFamily="34" charset="0"/>
                <a:cs typeface="Arial" pitchFamily="34" charset="0"/>
              </a:rPr>
              <a:t>Innovative activities of Jhenaidah </a:t>
            </a:r>
            <a:r>
              <a:rPr lang="en-US" sz="2400" dirty="0" err="1" smtClean="0">
                <a:solidFill>
                  <a:schemeClr val="bg1"/>
                </a:solidFill>
                <a:latin typeface="Arial" pitchFamily="34" charset="0"/>
                <a:cs typeface="Arial" pitchFamily="34" charset="0"/>
              </a:rPr>
              <a:t>Sadar</a:t>
            </a:r>
            <a:r>
              <a:rPr lang="en-US" sz="2400" dirty="0" smtClean="0">
                <a:solidFill>
                  <a:schemeClr val="bg1"/>
                </a:solidFill>
                <a:latin typeface="Arial" pitchFamily="34" charset="0"/>
                <a:cs typeface="Arial" pitchFamily="34" charset="0"/>
              </a:rPr>
              <a:t> Hospital - 1</a:t>
            </a:r>
            <a:endParaRPr lang="en-US" sz="2400" dirty="0">
              <a:solidFill>
                <a:schemeClr val="bg1"/>
              </a:solidFill>
              <a:latin typeface="Arial" pitchFamily="34" charset="0"/>
              <a:cs typeface="Arial" pitchFamily="34" charset="0"/>
            </a:endParaRPr>
          </a:p>
        </p:txBody>
      </p:sp>
      <p:pic>
        <p:nvPicPr>
          <p:cNvPr id="53257" name="Content Placeholder 3"/>
          <p:cNvPicPr>
            <a:picLocks noGrp="1" noChangeAspect="1"/>
          </p:cNvPicPr>
          <p:nvPr>
            <p:ph idx="1"/>
          </p:nvPr>
        </p:nvPicPr>
        <p:blipFill>
          <a:blip r:embed="rId5">
            <a:extLst>
              <a:ext uri="{28A0092B-C50C-407E-A947-70E740481C1C}">
                <a14:useLocalDpi xmlns:a14="http://schemas.microsoft.com/office/drawing/2010/main" val="0"/>
              </a:ext>
            </a:extLst>
          </a:blip>
          <a:srcRect/>
          <a:stretch>
            <a:fillRect/>
          </a:stretch>
        </p:blipFill>
        <p:spPr>
          <a:xfrm>
            <a:off x="4486275" y="457200"/>
            <a:ext cx="4006850" cy="2178844"/>
          </a:xfrm>
        </p:spPr>
      </p:pic>
      <p:sp>
        <p:nvSpPr>
          <p:cNvPr id="15" name="Rectangle 10"/>
          <p:cNvSpPr>
            <a:spLocks noChangeArrowheads="1"/>
          </p:cNvSpPr>
          <p:nvPr/>
        </p:nvSpPr>
        <p:spPr bwMode="auto">
          <a:xfrm>
            <a:off x="4495804" y="483396"/>
            <a:ext cx="1917513" cy="307777"/>
          </a:xfrm>
          <a:prstGeom prst="rect">
            <a:avLst/>
          </a:prstGeom>
          <a:noFill/>
          <a:ln/>
        </p:spPr>
        <p:style>
          <a:lnRef idx="3">
            <a:schemeClr val="lt1"/>
          </a:lnRef>
          <a:fillRef idx="1">
            <a:schemeClr val="accent4"/>
          </a:fillRef>
          <a:effectRef idx="1">
            <a:schemeClr val="accent4"/>
          </a:effectRef>
          <a:fontRef idx="minor">
            <a:schemeClr val="lt1"/>
          </a:fontRef>
        </p:style>
        <p:txBody>
          <a:bodyPr wrap="none">
            <a:spAutoFit/>
          </a:bodyPr>
          <a:lstStyle/>
          <a:p>
            <a:pPr>
              <a:defRPr/>
            </a:pPr>
            <a:r>
              <a:rPr lang="en-US" b="1" dirty="0">
                <a:solidFill>
                  <a:srgbClr val="FFFF00"/>
                </a:solidFill>
              </a:rPr>
              <a:t>Creation  of nursing aid</a:t>
            </a:r>
            <a:endParaRPr lang="en-US" dirty="0">
              <a:solidFill>
                <a:srgbClr val="FFFF00"/>
              </a:solidFill>
            </a:endParaRPr>
          </a:p>
        </p:txBody>
      </p:sp>
    </p:spTree>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486276" y="635794"/>
            <a:ext cx="4652963" cy="211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6" descr="G:\101MSDCF 1\DSC02621.JPG"/>
          <p:cNvPicPr>
            <a:picLocks noGrp="1" noChangeAspect="1" noChangeArrowheads="1"/>
          </p:cNvPicPr>
          <p:nvPr>
            <p:ph sz="quarter" idx="1"/>
          </p:nvPr>
        </p:nvPicPr>
        <p:blipFill>
          <a:blip r:embed="rId3" cstate="print">
            <a:extLst>
              <a:ext uri="{28A0092B-C50C-407E-A947-70E740481C1C}">
                <a14:useLocalDpi xmlns:a14="http://schemas.microsoft.com/office/drawing/2010/main" val="0"/>
              </a:ext>
            </a:extLst>
          </a:blip>
          <a:srcRect/>
          <a:stretch>
            <a:fillRect/>
          </a:stretch>
        </p:blipFill>
        <p:spPr>
          <a:xfrm>
            <a:off x="0" y="628650"/>
            <a:ext cx="4343400" cy="2146697"/>
          </a:xfrm>
        </p:spPr>
      </p:pic>
      <p:pic>
        <p:nvPicPr>
          <p:cNvPr id="7"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288" y="2986089"/>
            <a:ext cx="4329112" cy="2157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86278" y="2971800"/>
            <a:ext cx="4662489" cy="217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itle 1"/>
          <p:cNvSpPr>
            <a:spLocks noGrp="1"/>
          </p:cNvSpPr>
          <p:nvPr>
            <p:ph type="title"/>
          </p:nvPr>
        </p:nvSpPr>
        <p:spPr>
          <a:xfrm>
            <a:off x="0" y="32150"/>
            <a:ext cx="9144000" cy="367903"/>
          </a:xfrm>
          <a:solidFill>
            <a:srgbClr val="0C7E17"/>
          </a:solidFill>
          <a:ln>
            <a:solidFill>
              <a:schemeClr val="bg1"/>
            </a:solidFill>
          </a:ln>
        </p:spPr>
        <p:style>
          <a:lnRef idx="2">
            <a:schemeClr val="accent3"/>
          </a:lnRef>
          <a:fillRef idx="1">
            <a:schemeClr val="lt1"/>
          </a:fillRef>
          <a:effectRef idx="0">
            <a:schemeClr val="accent3"/>
          </a:effectRef>
          <a:fontRef idx="minor">
            <a:schemeClr val="dk1"/>
          </a:fontRef>
        </p:style>
        <p:txBody>
          <a:bodyPr rtlCol="0">
            <a:normAutofit fontScale="90000"/>
          </a:bodyPr>
          <a:lstStyle/>
          <a:p>
            <a:pPr eaLnBrk="1" fontAlgn="auto" hangingPunct="1">
              <a:spcAft>
                <a:spcPts val="0"/>
              </a:spcAft>
              <a:defRPr/>
            </a:pPr>
            <a:r>
              <a:rPr lang="en-US" sz="2400" dirty="0" smtClean="0">
                <a:solidFill>
                  <a:schemeClr val="bg1"/>
                </a:solidFill>
                <a:latin typeface="Arial" pitchFamily="34" charset="0"/>
                <a:cs typeface="Arial" pitchFamily="34" charset="0"/>
              </a:rPr>
              <a:t>Involvement of MP, District </a:t>
            </a:r>
            <a:r>
              <a:rPr lang="en-US" sz="2400" dirty="0">
                <a:solidFill>
                  <a:schemeClr val="bg1"/>
                </a:solidFill>
                <a:latin typeface="Arial" pitchFamily="34" charset="0"/>
                <a:cs typeface="Arial" pitchFamily="34" charset="0"/>
              </a:rPr>
              <a:t>A</a:t>
            </a:r>
            <a:r>
              <a:rPr lang="en-US" sz="2400" dirty="0" smtClean="0">
                <a:solidFill>
                  <a:schemeClr val="bg1"/>
                </a:solidFill>
                <a:latin typeface="Arial" pitchFamily="34" charset="0"/>
                <a:cs typeface="Arial" pitchFamily="34" charset="0"/>
              </a:rPr>
              <a:t>dministrator &amp; Mayor in </a:t>
            </a:r>
            <a:r>
              <a:rPr lang="en-US" sz="2400" dirty="0" err="1" smtClean="0">
                <a:solidFill>
                  <a:schemeClr val="bg1"/>
                </a:solidFill>
                <a:latin typeface="Arial" pitchFamily="34" charset="0"/>
                <a:cs typeface="Arial" pitchFamily="34" charset="0"/>
              </a:rPr>
              <a:t>Sadar</a:t>
            </a:r>
            <a:r>
              <a:rPr lang="en-US" sz="2400" dirty="0" smtClean="0">
                <a:solidFill>
                  <a:schemeClr val="bg1"/>
                </a:solidFill>
                <a:latin typeface="Arial" pitchFamily="34" charset="0"/>
                <a:cs typeface="Arial" pitchFamily="34" charset="0"/>
              </a:rPr>
              <a:t> Hospital</a:t>
            </a:r>
            <a:endParaRPr lang="en-US" sz="2400"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4120986247"/>
      </p:ext>
    </p:extLst>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Content Placeholder 6"/>
          <p:cNvPicPr>
            <a:picLocks noGrp="1" noChangeAspect="1"/>
          </p:cNvPicPr>
          <p:nvPr>
            <p:ph sz="quarter" idx="1"/>
          </p:nvPr>
        </p:nvPicPr>
        <p:blipFill>
          <a:blip r:embed="rId2"/>
          <a:stretch>
            <a:fillRect/>
          </a:stretch>
        </p:blipFill>
        <p:spPr>
          <a:xfrm>
            <a:off x="58738" y="571501"/>
            <a:ext cx="4367212" cy="2071688"/>
          </a:xfrm>
          <a:effectLst>
            <a:outerShdw blurRad="292100" dist="139700" dir="2700000" algn="tl" rotWithShape="0">
              <a:srgbClr val="333333">
                <a:alpha val="65000"/>
              </a:srgbClr>
            </a:outerShdw>
          </a:effectLst>
        </p:spPr>
      </p:pic>
      <p:pic>
        <p:nvPicPr>
          <p:cNvPr id="13" name="Picture 16"/>
          <p:cNvPicPr>
            <a:picLocks noGrp="1" noChangeAspect="1" noChangeArrowheads="1"/>
          </p:cNvPicPr>
          <p:nvPr>
            <p:ph sz="quarter" idx="2"/>
          </p:nvPr>
        </p:nvPicPr>
        <p:blipFill>
          <a:blip r:embed="rId3"/>
          <a:stretch>
            <a:fillRect/>
          </a:stretch>
        </p:blipFill>
        <p:spPr>
          <a:xfrm>
            <a:off x="5083175" y="2909888"/>
            <a:ext cx="3925888" cy="2182416"/>
          </a:xfrm>
          <a:effectLst>
            <a:outerShdw blurRad="292100" dist="139700" dir="2700000" algn="tl" rotWithShape="0">
              <a:srgbClr val="333333">
                <a:alpha val="65000"/>
              </a:srgbClr>
            </a:outerShdw>
          </a:effectLst>
        </p:spPr>
      </p:pic>
      <p:sp>
        <p:nvSpPr>
          <p:cNvPr id="56324" name="Title 1"/>
          <p:cNvSpPr txBox="1">
            <a:spLocks/>
          </p:cNvSpPr>
          <p:nvPr/>
        </p:nvSpPr>
        <p:spPr bwMode="auto">
          <a:xfrm>
            <a:off x="152400" y="114300"/>
            <a:ext cx="8839200" cy="342900"/>
          </a:xfrm>
          <a:prstGeom prst="rect">
            <a:avLst/>
          </a:prstGeom>
          <a:solidFill>
            <a:srgbClr val="0066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a:r>
              <a:rPr lang="en-US" sz="2800">
                <a:solidFill>
                  <a:schemeClr val="bg1"/>
                </a:solidFill>
              </a:rPr>
              <a:t>Improved pediatric word by local initiative</a:t>
            </a:r>
            <a:endParaRPr lang="en-US" sz="2800" b="1">
              <a:solidFill>
                <a:schemeClr val="bg1"/>
              </a:solidFill>
            </a:endParaRPr>
          </a:p>
        </p:txBody>
      </p:sp>
      <p:pic>
        <p:nvPicPr>
          <p:cNvPr id="56325"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00600" y="457201"/>
            <a:ext cx="4675188" cy="2452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16"/>
          <p:cNvPicPr>
            <a:picLocks noChangeAspect="1" noChangeArrowheads="1"/>
          </p:cNvPicPr>
          <p:nvPr/>
        </p:nvPicPr>
        <p:blipFill>
          <a:blip r:embed="rId5"/>
          <a:stretch>
            <a:fillRect/>
          </a:stretch>
        </p:blipFill>
        <p:spPr bwMode="auto">
          <a:xfrm>
            <a:off x="152400" y="2799160"/>
            <a:ext cx="4267200" cy="2293144"/>
          </a:xfrm>
          <a:prstGeom prst="rect">
            <a:avLst/>
          </a:prstGeom>
          <a:ln>
            <a:noFill/>
          </a:ln>
          <a:effectLst>
            <a:outerShdw blurRad="292100" dist="139700" dir="2700000" algn="tl" rotWithShape="0">
              <a:srgbClr val="333333">
                <a:alpha val="65000"/>
              </a:srgbClr>
            </a:outerShdw>
          </a:effectLst>
          <a:extLst/>
        </p:spPr>
      </p:pic>
    </p:spTree>
  </p:cSld>
  <p:clrMapOvr>
    <a:masterClrMapping/>
  </p:clrMapOvr>
  <p:transition spd="slow">
    <p:zoom dir="in"/>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p:cNvSpPr>
            <a:spLocks noGrp="1"/>
          </p:cNvSpPr>
          <p:nvPr>
            <p:ph type="ctrTitle"/>
          </p:nvPr>
        </p:nvSpPr>
        <p:spPr>
          <a:xfrm>
            <a:off x="228600" y="57150"/>
            <a:ext cx="8631238" cy="342900"/>
          </a:xfrm>
          <a:solidFill>
            <a:srgbClr val="006600"/>
          </a:solidFill>
        </p:spPr>
        <p:txBody>
          <a:bodyPr rtlCol="0">
            <a:normAutofit fontScale="90000"/>
          </a:bodyPr>
          <a:lstStyle/>
          <a:p>
            <a:pPr eaLnBrk="1" fontAlgn="auto" hangingPunct="1">
              <a:spcAft>
                <a:spcPts val="0"/>
              </a:spcAft>
              <a:defRPr/>
            </a:pPr>
            <a:r>
              <a:rPr lang="en-US" sz="3600" dirty="0" smtClean="0">
                <a:solidFill>
                  <a:schemeClr val="bg1"/>
                </a:solidFill>
              </a:rPr>
              <a:t>Hospital Environment</a:t>
            </a:r>
          </a:p>
        </p:txBody>
      </p:sp>
      <p:pic>
        <p:nvPicPr>
          <p:cNvPr id="57347" name="Picture 3" descr="11"/>
          <p:cNvPicPr>
            <a:picLocks noGrp="1" noChangeAspect="1" noChangeArrowheads="1"/>
          </p:cNvPicPr>
          <p:nvPr>
            <p:ph sz="quarter" idx="4294967295"/>
          </p:nvPr>
        </p:nvPicPr>
        <p:blipFill>
          <a:blip r:embed="rId2">
            <a:extLst>
              <a:ext uri="{28A0092B-C50C-407E-A947-70E740481C1C}">
                <a14:useLocalDpi xmlns:a14="http://schemas.microsoft.com/office/drawing/2010/main" val="0"/>
              </a:ext>
            </a:extLst>
          </a:blip>
          <a:srcRect/>
          <a:stretch>
            <a:fillRect/>
          </a:stretch>
        </p:blipFill>
        <p:spPr>
          <a:xfrm>
            <a:off x="0" y="2877740"/>
            <a:ext cx="4502150" cy="2245520"/>
          </a:xfrm>
        </p:spPr>
      </p:pic>
      <p:pic>
        <p:nvPicPr>
          <p:cNvPr id="57348" name="Picture 2" descr="DSC02561"/>
          <p:cNvPicPr>
            <a:picLocks noGrp="1" noChangeAspect="1" noChangeArrowheads="1"/>
          </p:cNvPicPr>
          <p:nvPr>
            <p:ph sz="quarter" idx="4294967295"/>
          </p:nvPr>
        </p:nvPicPr>
        <p:blipFill>
          <a:blip r:embed="rId3">
            <a:extLst>
              <a:ext uri="{28A0092B-C50C-407E-A947-70E740481C1C}">
                <a14:useLocalDpi xmlns:a14="http://schemas.microsoft.com/office/drawing/2010/main" val="0"/>
              </a:ext>
            </a:extLst>
          </a:blip>
          <a:srcRect/>
          <a:stretch>
            <a:fillRect/>
          </a:stretch>
        </p:blipFill>
        <p:spPr>
          <a:xfrm>
            <a:off x="4876800" y="525067"/>
            <a:ext cx="4267200" cy="2202656"/>
          </a:xfrm>
        </p:spPr>
      </p:pic>
      <p:pic>
        <p:nvPicPr>
          <p:cNvPr id="57349" name="Picture 2" descr="G:\G\Dr Emdad\Photos- Jhenaidah\22-6-15\New folder\New folder\District hospital. Jhenaidah by GMB Akash (56).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576" y="513160"/>
            <a:ext cx="4524375" cy="2230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350" name="Picture 7" descr="G:\101MSDCF\DSC02710.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76800" y="2877741"/>
            <a:ext cx="4267200" cy="22657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zoom dir="in"/>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itle 1"/>
          <p:cNvSpPr>
            <a:spLocks noGrp="1"/>
          </p:cNvSpPr>
          <p:nvPr>
            <p:ph type="title"/>
          </p:nvPr>
        </p:nvSpPr>
        <p:spPr>
          <a:xfrm>
            <a:off x="152400" y="114300"/>
            <a:ext cx="8763000" cy="342900"/>
          </a:xfrm>
          <a:solidFill>
            <a:srgbClr val="006600"/>
          </a:solidFill>
        </p:spPr>
        <p:txBody>
          <a:bodyPr rtlCol="0">
            <a:normAutofit fontScale="90000"/>
          </a:bodyPr>
          <a:lstStyle/>
          <a:p>
            <a:pPr eaLnBrk="1" fontAlgn="auto" hangingPunct="1">
              <a:spcAft>
                <a:spcPts val="0"/>
              </a:spcAft>
              <a:defRPr/>
            </a:pPr>
            <a:r>
              <a:rPr lang="en-US" sz="2800" b="1" dirty="0" smtClean="0">
                <a:solidFill>
                  <a:schemeClr val="bg1"/>
                </a:solidFill>
              </a:rPr>
              <a:t>Changes in Office and Hospital </a:t>
            </a:r>
            <a:r>
              <a:rPr lang="en-US" sz="2800" b="1" dirty="0">
                <a:solidFill>
                  <a:schemeClr val="bg1"/>
                </a:solidFill>
              </a:rPr>
              <a:t>I</a:t>
            </a:r>
            <a:r>
              <a:rPr lang="en-US" sz="2800" b="1" dirty="0" smtClean="0">
                <a:solidFill>
                  <a:schemeClr val="bg1"/>
                </a:solidFill>
              </a:rPr>
              <a:t>nternal </a:t>
            </a:r>
            <a:r>
              <a:rPr lang="en-US" sz="2800" b="1" dirty="0">
                <a:solidFill>
                  <a:schemeClr val="bg1"/>
                </a:solidFill>
              </a:rPr>
              <a:t>E</a:t>
            </a:r>
            <a:r>
              <a:rPr lang="en-US" sz="2800" b="1" dirty="0" smtClean="0">
                <a:solidFill>
                  <a:schemeClr val="bg1"/>
                </a:solidFill>
              </a:rPr>
              <a:t>nvironment</a:t>
            </a:r>
          </a:p>
        </p:txBody>
      </p:sp>
      <p:pic>
        <p:nvPicPr>
          <p:cNvPr id="23" name="Content Placeholder 4"/>
          <p:cNvPicPr>
            <a:picLocks noGrp="1" noChangeAspect="1"/>
          </p:cNvPicPr>
          <p:nvPr>
            <p:ph sz="half" idx="1"/>
          </p:nvPr>
        </p:nvPicPr>
        <p:blipFill>
          <a:blip r:embed="rId2"/>
          <a:stretch>
            <a:fillRect/>
          </a:stretch>
        </p:blipFill>
        <p:spPr>
          <a:xfrm>
            <a:off x="4832350" y="2836069"/>
            <a:ext cx="3994150" cy="2190750"/>
          </a:xfrm>
          <a:effectLst>
            <a:outerShdw blurRad="292100" dist="139700" dir="2700000" algn="tl" rotWithShape="0">
              <a:srgbClr val="333333">
                <a:alpha val="65000"/>
              </a:srgbClr>
            </a:outerShdw>
          </a:effectLst>
        </p:spPr>
      </p:pic>
      <p:pic>
        <p:nvPicPr>
          <p:cNvPr id="49156" name="Picture 12"/>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14290" y="628650"/>
            <a:ext cx="4021137" cy="2057400"/>
          </a:xfrm>
        </p:spPr>
      </p:pic>
      <p:pic>
        <p:nvPicPr>
          <p:cNvPr id="49157" name="Picture 11"/>
          <p:cNvPicPr>
            <a:picLocks noGrp="1" noChangeAspect="1" noChangeArrowheads="1"/>
          </p:cNvPicPr>
          <p:nvPr>
            <p:ph sz="quarter" idx="4294967295"/>
          </p:nvPr>
        </p:nvPicPr>
        <p:blipFill>
          <a:blip r:embed="rId4">
            <a:extLst>
              <a:ext uri="{28A0092B-C50C-407E-A947-70E740481C1C}">
                <a14:useLocalDpi xmlns:a14="http://schemas.microsoft.com/office/drawing/2010/main" val="0"/>
              </a:ext>
            </a:extLst>
          </a:blip>
          <a:srcRect/>
          <a:stretch>
            <a:fillRect/>
          </a:stretch>
        </p:blipFill>
        <p:spPr>
          <a:xfrm>
            <a:off x="4846638" y="666750"/>
            <a:ext cx="4297362" cy="1962150"/>
          </a:xfrm>
        </p:spPr>
      </p:pic>
      <p:pic>
        <p:nvPicPr>
          <p:cNvPr id="25" name="Content Placeholder 6"/>
          <p:cNvPicPr>
            <a:picLocks noGrp="1" noChangeAspect="1"/>
          </p:cNvPicPr>
          <p:nvPr>
            <p:ph sz="quarter" idx="4294967295"/>
          </p:nvPr>
        </p:nvPicPr>
        <p:blipFill>
          <a:blip r:embed="rId5"/>
          <a:stretch>
            <a:fillRect/>
          </a:stretch>
        </p:blipFill>
        <p:spPr>
          <a:xfrm>
            <a:off x="0" y="2833687"/>
            <a:ext cx="4038600" cy="2233613"/>
          </a:xfrm>
          <a:effectLst>
            <a:outerShdw blurRad="292100" dist="139700" dir="2700000" algn="tl" rotWithShape="0">
              <a:srgbClr val="333333">
                <a:alpha val="65000"/>
              </a:srgbClr>
            </a:outerShdw>
          </a:effectLst>
        </p:spPr>
      </p:pic>
      <p:sp>
        <p:nvSpPr>
          <p:cNvPr id="10" name="Rectangle 10"/>
          <p:cNvSpPr>
            <a:spLocks noChangeArrowheads="1"/>
          </p:cNvSpPr>
          <p:nvPr/>
        </p:nvSpPr>
        <p:spPr bwMode="auto">
          <a:xfrm>
            <a:off x="76200" y="728665"/>
            <a:ext cx="1066800" cy="307777"/>
          </a:xfrm>
          <a:prstGeom prst="rect">
            <a:avLst/>
          </a:prstGeom>
          <a:noFill/>
          <a:ln/>
        </p:spPr>
        <p:style>
          <a:lnRef idx="3">
            <a:schemeClr val="lt1"/>
          </a:lnRef>
          <a:fillRef idx="1">
            <a:schemeClr val="accent4"/>
          </a:fillRef>
          <a:effectRef idx="1">
            <a:schemeClr val="accent4"/>
          </a:effectRef>
          <a:fontRef idx="minor">
            <a:schemeClr val="lt1"/>
          </a:fontRef>
        </p:style>
        <p:txBody>
          <a:bodyPr>
            <a:spAutoFit/>
          </a:bodyPr>
          <a:lstStyle/>
          <a:p>
            <a:pPr>
              <a:defRPr/>
            </a:pPr>
            <a:r>
              <a:rPr lang="en-US" b="1" dirty="0">
                <a:solidFill>
                  <a:srgbClr val="FF0000"/>
                </a:solidFill>
              </a:rPr>
              <a:t>Before</a:t>
            </a:r>
            <a:endParaRPr lang="en-US" dirty="0">
              <a:solidFill>
                <a:srgbClr val="FF0000"/>
              </a:solidFill>
            </a:endParaRPr>
          </a:p>
        </p:txBody>
      </p:sp>
      <p:sp>
        <p:nvSpPr>
          <p:cNvPr id="11" name="Rectangle 10"/>
          <p:cNvSpPr>
            <a:spLocks noChangeArrowheads="1"/>
          </p:cNvSpPr>
          <p:nvPr/>
        </p:nvSpPr>
        <p:spPr bwMode="auto">
          <a:xfrm>
            <a:off x="4846641" y="752477"/>
            <a:ext cx="566181" cy="307777"/>
          </a:xfrm>
          <a:prstGeom prst="rect">
            <a:avLst/>
          </a:prstGeom>
          <a:noFill/>
          <a:ln/>
        </p:spPr>
        <p:style>
          <a:lnRef idx="3">
            <a:schemeClr val="lt1"/>
          </a:lnRef>
          <a:fillRef idx="1">
            <a:schemeClr val="accent4"/>
          </a:fillRef>
          <a:effectRef idx="1">
            <a:schemeClr val="accent4"/>
          </a:effectRef>
          <a:fontRef idx="minor">
            <a:schemeClr val="lt1"/>
          </a:fontRef>
        </p:style>
        <p:txBody>
          <a:bodyPr wrap="none">
            <a:spAutoFit/>
          </a:bodyPr>
          <a:lstStyle/>
          <a:p>
            <a:pPr>
              <a:defRPr/>
            </a:pPr>
            <a:r>
              <a:rPr lang="en-US" b="1" dirty="0">
                <a:solidFill>
                  <a:srgbClr val="FF0000"/>
                </a:solidFill>
              </a:rPr>
              <a:t>After</a:t>
            </a:r>
            <a:endParaRPr lang="en-US" dirty="0">
              <a:solidFill>
                <a:srgbClr val="FF0000"/>
              </a:solidFill>
            </a:endParaRPr>
          </a:p>
        </p:txBody>
      </p:sp>
      <p:sp>
        <p:nvSpPr>
          <p:cNvPr id="24" name="Rectangle 23"/>
          <p:cNvSpPr>
            <a:spLocks noChangeArrowheads="1"/>
          </p:cNvSpPr>
          <p:nvPr/>
        </p:nvSpPr>
        <p:spPr bwMode="auto">
          <a:xfrm>
            <a:off x="4897442" y="2950371"/>
            <a:ext cx="566181" cy="307777"/>
          </a:xfrm>
          <a:prstGeom prst="rect">
            <a:avLst/>
          </a:prstGeom>
          <a:noFill/>
          <a:ln w="38100" cap="flat" cmpd="sng" algn="ctr">
            <a:solidFill>
              <a:sysClr val="window" lastClr="FFFFFF"/>
            </a:solidFill>
            <a:prstDash val="solid"/>
          </a:ln>
          <a:effectLst>
            <a:outerShdw blurRad="40000" dist="20000" dir="5400000" rotWithShape="0">
              <a:srgbClr val="000000">
                <a:alpha val="38000"/>
              </a:srgbClr>
            </a:outerShdw>
          </a:effectLst>
        </p:spPr>
        <p:txBody>
          <a:bodyPr wrap="none">
            <a:spAutoFit/>
          </a:bodyPr>
          <a:lstStyle/>
          <a:p>
            <a:pPr fontAlgn="auto">
              <a:spcBef>
                <a:spcPts val="0"/>
              </a:spcBef>
              <a:spcAft>
                <a:spcPts val="0"/>
              </a:spcAft>
              <a:defRPr/>
            </a:pPr>
            <a:r>
              <a:rPr lang="en-US" b="1" kern="0" dirty="0">
                <a:solidFill>
                  <a:srgbClr val="FF0000"/>
                </a:solidFill>
                <a:latin typeface="Calibri"/>
                <a:cs typeface="+mn-cs"/>
              </a:rPr>
              <a:t>After</a:t>
            </a:r>
            <a:endParaRPr lang="en-US" kern="0" dirty="0">
              <a:solidFill>
                <a:srgbClr val="FF0000"/>
              </a:solidFill>
              <a:latin typeface="Calibri"/>
              <a:cs typeface="+mn-cs"/>
            </a:endParaRPr>
          </a:p>
        </p:txBody>
      </p:sp>
      <p:sp>
        <p:nvSpPr>
          <p:cNvPr id="26" name="Rectangle 10"/>
          <p:cNvSpPr>
            <a:spLocks noChangeArrowheads="1"/>
          </p:cNvSpPr>
          <p:nvPr/>
        </p:nvSpPr>
        <p:spPr bwMode="auto">
          <a:xfrm>
            <a:off x="76200" y="2921796"/>
            <a:ext cx="903288" cy="307777"/>
          </a:xfrm>
          <a:prstGeom prst="rect">
            <a:avLst/>
          </a:prstGeom>
          <a:noFill/>
          <a:ln w="38100" cap="flat" cmpd="sng" algn="ctr">
            <a:solidFill>
              <a:sysClr val="window" lastClr="FFFFFF"/>
            </a:solidFill>
            <a:prstDash val="solid"/>
          </a:ln>
          <a:effectLst>
            <a:outerShdw blurRad="40000" dist="20000" dir="5400000" rotWithShape="0">
              <a:srgbClr val="000000">
                <a:alpha val="38000"/>
              </a:srgbClr>
            </a:outerShdw>
          </a:effectLst>
        </p:spPr>
        <p:txBody>
          <a:bodyPr>
            <a:spAutoFit/>
          </a:bodyPr>
          <a:lstStyle/>
          <a:p>
            <a:pPr fontAlgn="auto">
              <a:spcBef>
                <a:spcPts val="0"/>
              </a:spcBef>
              <a:spcAft>
                <a:spcPts val="0"/>
              </a:spcAft>
              <a:defRPr/>
            </a:pPr>
            <a:r>
              <a:rPr lang="en-US" b="1" kern="0" dirty="0">
                <a:solidFill>
                  <a:srgbClr val="FF0000"/>
                </a:solidFill>
                <a:latin typeface="Calibri"/>
                <a:cs typeface="+mn-cs"/>
              </a:rPr>
              <a:t>Before</a:t>
            </a:r>
            <a:endParaRPr lang="en-US" kern="0" dirty="0">
              <a:solidFill>
                <a:srgbClr val="FF0000"/>
              </a:solidFill>
              <a:latin typeface="Calibri"/>
              <a:cs typeface="+mn-cs"/>
            </a:endParaRPr>
          </a:p>
        </p:txBody>
      </p:sp>
    </p:spTree>
  </p:cSld>
  <p:clrMapOvr>
    <a:masterClrMapping/>
  </p:clrMapOvr>
  <p:transition spd="slow">
    <p:zoom dir="in"/>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a:xfrm>
            <a:off x="0" y="0"/>
            <a:ext cx="9144000" cy="685800"/>
          </a:xfrm>
          <a:prstGeom prst="rect">
            <a:avLst/>
          </a:prstGeom>
          <a:solidFill>
            <a:schemeClr val="accent2">
              <a:lumMod val="40000"/>
              <a:lumOff val="60000"/>
            </a:schemeClr>
          </a:solidFill>
          <a:ln>
            <a:noFill/>
          </a:ln>
          <a:effectLst/>
          <a:scene3d>
            <a:camera prst="orthographicFront">
              <a:rot lat="0" lon="0" rev="0"/>
            </a:camera>
            <a:lightRig rig="contrasting" dir="t">
              <a:rot lat="0" lon="0" rev="7800000"/>
            </a:lightRig>
          </a:scene3d>
          <a:sp3d>
            <a:bevelT w="139700" h="139700"/>
          </a:sp3d>
        </p:spPr>
        <p:style>
          <a:lnRef idx="1">
            <a:schemeClr val="accent5"/>
          </a:lnRef>
          <a:fillRef idx="3">
            <a:schemeClr val="accent5"/>
          </a:fillRef>
          <a:effectRef idx="2">
            <a:schemeClr val="accent5"/>
          </a:effectRef>
          <a:fontRef idx="minor">
            <a:schemeClr val="lt1"/>
          </a:fontRef>
        </p:style>
        <p:txBody>
          <a:bodyPr anchor="ctr"/>
          <a:lstStyle/>
          <a:p>
            <a:pPr algn="ctr" fontAlgn="auto">
              <a:spcAft>
                <a:spcPts val="0"/>
              </a:spcAft>
              <a:defRPr/>
            </a:pPr>
            <a:r>
              <a:rPr lang="en-US" altLang="ja-JP" sz="3600" b="1" dirty="0" err="1" smtClean="0">
                <a:solidFill>
                  <a:schemeClr val="tx2">
                    <a:lumMod val="25000"/>
                  </a:schemeClr>
                </a:solidFill>
                <a:latin typeface="Nikosh" pitchFamily="2" charset="0"/>
                <a:ea typeface="+mj-ea"/>
                <a:cs typeface="Nikosh" pitchFamily="2" charset="0"/>
              </a:rPr>
              <a:t>মডেল</a:t>
            </a:r>
            <a:r>
              <a:rPr lang="en-US" altLang="ja-JP" sz="3600" b="1" dirty="0" smtClean="0">
                <a:solidFill>
                  <a:schemeClr val="tx2">
                    <a:lumMod val="25000"/>
                  </a:schemeClr>
                </a:solidFill>
                <a:latin typeface="Nikosh" pitchFamily="2" charset="0"/>
                <a:ea typeface="+mj-ea"/>
                <a:cs typeface="Nikosh" pitchFamily="2" charset="0"/>
              </a:rPr>
              <a:t> </a:t>
            </a:r>
            <a:r>
              <a:rPr lang="en-US" altLang="ja-JP" sz="3600" b="1" dirty="0" err="1" smtClean="0">
                <a:solidFill>
                  <a:schemeClr val="tx2">
                    <a:lumMod val="25000"/>
                  </a:schemeClr>
                </a:solidFill>
                <a:latin typeface="Nikosh" pitchFamily="2" charset="0"/>
                <a:ea typeface="+mj-ea"/>
                <a:cs typeface="Nikosh" pitchFamily="2" charset="0"/>
              </a:rPr>
              <a:t>বাস্তবায়নের</a:t>
            </a:r>
            <a:r>
              <a:rPr lang="en-US" altLang="ja-JP" sz="3600" b="1" dirty="0" smtClean="0">
                <a:solidFill>
                  <a:schemeClr val="tx2">
                    <a:lumMod val="25000"/>
                  </a:schemeClr>
                </a:solidFill>
                <a:latin typeface="Nikosh" pitchFamily="2" charset="0"/>
                <a:ea typeface="+mj-ea"/>
                <a:cs typeface="Nikosh" pitchFamily="2" charset="0"/>
              </a:rPr>
              <a:t> </a:t>
            </a:r>
            <a:r>
              <a:rPr lang="en-US" altLang="ja-JP" sz="3600" b="1" dirty="0" err="1" smtClean="0">
                <a:solidFill>
                  <a:schemeClr val="tx2">
                    <a:lumMod val="25000"/>
                  </a:schemeClr>
                </a:solidFill>
                <a:latin typeface="Nikosh" pitchFamily="2" charset="0"/>
                <a:ea typeface="+mj-ea"/>
                <a:cs typeface="Nikosh" pitchFamily="2" charset="0"/>
              </a:rPr>
              <a:t>পরে</a:t>
            </a:r>
            <a:r>
              <a:rPr lang="en-US" altLang="ja-JP" sz="3600" b="1" dirty="0" smtClean="0">
                <a:solidFill>
                  <a:schemeClr val="tx2">
                    <a:lumMod val="25000"/>
                  </a:schemeClr>
                </a:solidFill>
                <a:latin typeface="Nikosh" pitchFamily="2" charset="0"/>
                <a:ea typeface="+mj-ea"/>
                <a:cs typeface="Nikosh" pitchFamily="2" charset="0"/>
              </a:rPr>
              <a:t> </a:t>
            </a:r>
            <a:r>
              <a:rPr lang="en-US" altLang="ja-JP" sz="3600" b="1" dirty="0" err="1" smtClean="0">
                <a:solidFill>
                  <a:schemeClr val="tx2">
                    <a:lumMod val="25000"/>
                  </a:schemeClr>
                </a:solidFill>
                <a:latin typeface="Nikosh" pitchFamily="2" charset="0"/>
                <a:ea typeface="+mj-ea"/>
                <a:cs typeface="Nikosh" pitchFamily="2" charset="0"/>
              </a:rPr>
              <a:t>সার্বিক</a:t>
            </a:r>
            <a:r>
              <a:rPr lang="en-US" altLang="ja-JP" sz="3600" b="1" dirty="0" smtClean="0">
                <a:solidFill>
                  <a:schemeClr val="tx2">
                    <a:lumMod val="25000"/>
                  </a:schemeClr>
                </a:solidFill>
                <a:latin typeface="Nikosh" pitchFamily="2" charset="0"/>
                <a:ea typeface="+mj-ea"/>
                <a:cs typeface="Nikosh" pitchFamily="2" charset="0"/>
              </a:rPr>
              <a:t> </a:t>
            </a:r>
            <a:r>
              <a:rPr lang="en-US" altLang="ja-JP" sz="3600" b="1" dirty="0" err="1" smtClean="0">
                <a:solidFill>
                  <a:schemeClr val="tx2">
                    <a:lumMod val="25000"/>
                  </a:schemeClr>
                </a:solidFill>
                <a:latin typeface="Nikosh" pitchFamily="2" charset="0"/>
                <a:ea typeface="+mj-ea"/>
                <a:cs typeface="Nikosh" pitchFamily="2" charset="0"/>
              </a:rPr>
              <a:t>উন্নতি</a:t>
            </a:r>
            <a:r>
              <a:rPr lang="en-US" altLang="ja-JP" sz="3600" b="1" dirty="0" smtClean="0">
                <a:solidFill>
                  <a:schemeClr val="tx2">
                    <a:lumMod val="25000"/>
                  </a:schemeClr>
                </a:solidFill>
                <a:latin typeface="Nikosh" pitchFamily="2" charset="0"/>
                <a:ea typeface="+mj-ea"/>
                <a:cs typeface="Nikosh" pitchFamily="2" charset="0"/>
              </a:rPr>
              <a:t> </a:t>
            </a:r>
            <a:endParaRPr lang="en-US" altLang="ja-JP" sz="3600" b="1" dirty="0">
              <a:solidFill>
                <a:schemeClr val="tx2">
                  <a:lumMod val="25000"/>
                </a:schemeClr>
              </a:solidFill>
              <a:latin typeface="Nikosh" pitchFamily="2" charset="0"/>
              <a:ea typeface="+mj-ea"/>
              <a:cs typeface="Nikosh" pitchFamily="2" charset="0"/>
            </a:endParaRPr>
          </a:p>
        </p:txBody>
      </p:sp>
      <p:sp>
        <p:nvSpPr>
          <p:cNvPr id="20" name="Rectangle 31"/>
          <p:cNvSpPr txBox="1">
            <a:spLocks noChangeArrowheads="1"/>
          </p:cNvSpPr>
          <p:nvPr/>
        </p:nvSpPr>
        <p:spPr bwMode="auto">
          <a:xfrm>
            <a:off x="0" y="685800"/>
            <a:ext cx="9144000" cy="4457700"/>
          </a:xfrm>
          <a:prstGeom prst="rect">
            <a:avLst/>
          </a:prstGeom>
          <a:solidFill>
            <a:schemeClr val="accent1">
              <a:lumMod val="60000"/>
              <a:lumOff val="40000"/>
            </a:schemeClr>
          </a:solidFill>
          <a:ln w="38100">
            <a:solidFill>
              <a:schemeClr val="accent1"/>
            </a:solidFill>
            <a:miter lim="800000"/>
            <a:headEnd/>
            <a:tailEnd/>
          </a:ln>
        </p:spPr>
        <p:txBody>
          <a:bodyPr/>
          <a:lstStyle>
            <a:lvl1pPr marL="90488">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marL="0" algn="just">
              <a:buFont typeface="Wingdings" pitchFamily="2" charset="2"/>
              <a:buChar char="Ø"/>
              <a:defRPr/>
            </a:pPr>
            <a:r>
              <a:rPr lang="en-US" b="1" dirty="0" smtClean="0">
                <a:solidFill>
                  <a:schemeClr val="tx2">
                    <a:lumMod val="75000"/>
                  </a:schemeClr>
                </a:solidFill>
              </a:rPr>
              <a:t> </a:t>
            </a:r>
            <a:r>
              <a:rPr lang="en-US" sz="2800" b="1" dirty="0" err="1" smtClean="0">
                <a:solidFill>
                  <a:schemeClr val="tx1">
                    <a:lumMod val="95000"/>
                    <a:lumOff val="5000"/>
                  </a:schemeClr>
                </a:solidFill>
                <a:latin typeface="Nikosh" pitchFamily="2" charset="0"/>
                <a:cs typeface="Nikosh" pitchFamily="2" charset="0"/>
              </a:rPr>
              <a:t>স্থানীয়</a:t>
            </a:r>
            <a:r>
              <a:rPr lang="en-US" sz="2800" b="1" dirty="0" smtClean="0">
                <a:solidFill>
                  <a:schemeClr val="tx1">
                    <a:lumMod val="95000"/>
                    <a:lumOff val="5000"/>
                  </a:schemeClr>
                </a:solidFill>
                <a:latin typeface="Nikosh" pitchFamily="2" charset="0"/>
                <a:cs typeface="Nikosh" pitchFamily="2" charset="0"/>
              </a:rPr>
              <a:t> </a:t>
            </a:r>
            <a:r>
              <a:rPr lang="en-US" sz="2800" b="1" dirty="0" err="1" smtClean="0">
                <a:solidFill>
                  <a:schemeClr val="tx1">
                    <a:lumMod val="95000"/>
                    <a:lumOff val="5000"/>
                  </a:schemeClr>
                </a:solidFill>
                <a:latin typeface="Nikosh" pitchFamily="2" charset="0"/>
                <a:cs typeface="Nikosh" pitchFamily="2" charset="0"/>
              </a:rPr>
              <a:t>জনগণের</a:t>
            </a:r>
            <a:r>
              <a:rPr lang="en-US" sz="2800" b="1" dirty="0" smtClean="0">
                <a:solidFill>
                  <a:schemeClr val="tx1">
                    <a:lumMod val="95000"/>
                    <a:lumOff val="5000"/>
                  </a:schemeClr>
                </a:solidFill>
                <a:latin typeface="Nikosh" pitchFamily="2" charset="0"/>
                <a:cs typeface="Nikosh" pitchFamily="2" charset="0"/>
              </a:rPr>
              <a:t> </a:t>
            </a:r>
            <a:r>
              <a:rPr lang="en-US" sz="2800" b="1" dirty="0" err="1" smtClean="0">
                <a:solidFill>
                  <a:schemeClr val="tx1">
                    <a:lumMod val="95000"/>
                    <a:lumOff val="5000"/>
                  </a:schemeClr>
                </a:solidFill>
                <a:latin typeface="Nikosh" pitchFamily="2" charset="0"/>
                <a:cs typeface="Nikosh" pitchFamily="2" charset="0"/>
              </a:rPr>
              <a:t>সার্বিক</a:t>
            </a:r>
            <a:r>
              <a:rPr lang="en-US" sz="2800" b="1" dirty="0" smtClean="0">
                <a:solidFill>
                  <a:schemeClr val="tx1">
                    <a:lumMod val="95000"/>
                    <a:lumOff val="5000"/>
                  </a:schemeClr>
                </a:solidFill>
                <a:latin typeface="Nikosh" pitchFamily="2" charset="0"/>
                <a:cs typeface="Nikosh" pitchFamily="2" charset="0"/>
              </a:rPr>
              <a:t> </a:t>
            </a:r>
            <a:r>
              <a:rPr lang="en-US" sz="2800" b="1" dirty="0" err="1" smtClean="0">
                <a:solidFill>
                  <a:schemeClr val="tx1">
                    <a:lumMod val="95000"/>
                    <a:lumOff val="5000"/>
                  </a:schemeClr>
                </a:solidFill>
                <a:latin typeface="Nikosh" pitchFamily="2" charset="0"/>
                <a:cs typeface="Nikosh" pitchFamily="2" charset="0"/>
              </a:rPr>
              <a:t>অংশগ্রহণ</a:t>
            </a:r>
            <a:r>
              <a:rPr lang="en-US" sz="2800" b="1" dirty="0" smtClean="0">
                <a:solidFill>
                  <a:schemeClr val="tx1">
                    <a:lumMod val="95000"/>
                    <a:lumOff val="5000"/>
                  </a:schemeClr>
                </a:solidFill>
                <a:latin typeface="Nikosh" pitchFamily="2" charset="0"/>
                <a:cs typeface="Nikosh" pitchFamily="2" charset="0"/>
              </a:rPr>
              <a:t> </a:t>
            </a:r>
          </a:p>
          <a:p>
            <a:pPr marL="0" algn="just">
              <a:buFont typeface="Wingdings" pitchFamily="2" charset="2"/>
              <a:buChar char="Ø"/>
              <a:defRPr/>
            </a:pPr>
            <a:r>
              <a:rPr lang="en-US" sz="2800" b="1" dirty="0" err="1" smtClean="0">
                <a:solidFill>
                  <a:schemeClr val="tx1">
                    <a:lumMod val="95000"/>
                    <a:lumOff val="5000"/>
                  </a:schemeClr>
                </a:solidFill>
                <a:latin typeface="Nikosh" pitchFamily="2" charset="0"/>
                <a:cs typeface="Nikosh" pitchFamily="2" charset="0"/>
              </a:rPr>
              <a:t>পরিস্কার</a:t>
            </a:r>
            <a:r>
              <a:rPr lang="en-US" sz="2800" b="1" dirty="0" smtClean="0">
                <a:solidFill>
                  <a:schemeClr val="tx1">
                    <a:lumMod val="95000"/>
                    <a:lumOff val="5000"/>
                  </a:schemeClr>
                </a:solidFill>
                <a:latin typeface="Nikosh" pitchFamily="2" charset="0"/>
                <a:cs typeface="Nikosh" pitchFamily="2" charset="0"/>
              </a:rPr>
              <a:t> </a:t>
            </a:r>
            <a:r>
              <a:rPr lang="en-US" sz="2800" b="1" dirty="0" err="1" smtClean="0">
                <a:solidFill>
                  <a:schemeClr val="tx1">
                    <a:lumMod val="95000"/>
                    <a:lumOff val="5000"/>
                  </a:schemeClr>
                </a:solidFill>
                <a:latin typeface="Nikosh" pitchFamily="2" charset="0"/>
                <a:cs typeface="Nikosh" pitchFamily="2" charset="0"/>
              </a:rPr>
              <a:t>পরিচ্ছন্নতার</a:t>
            </a:r>
            <a:r>
              <a:rPr lang="en-US" sz="2800" b="1" dirty="0" smtClean="0">
                <a:solidFill>
                  <a:schemeClr val="tx1">
                    <a:lumMod val="95000"/>
                    <a:lumOff val="5000"/>
                  </a:schemeClr>
                </a:solidFill>
                <a:latin typeface="Nikosh" pitchFamily="2" charset="0"/>
                <a:cs typeface="Nikosh" pitchFamily="2" charset="0"/>
              </a:rPr>
              <a:t> </a:t>
            </a:r>
            <a:r>
              <a:rPr lang="en-US" sz="2800" b="1" dirty="0" err="1" smtClean="0">
                <a:solidFill>
                  <a:schemeClr val="tx1">
                    <a:lumMod val="95000"/>
                    <a:lumOff val="5000"/>
                  </a:schemeClr>
                </a:solidFill>
                <a:latin typeface="Nikosh" pitchFamily="2" charset="0"/>
                <a:cs typeface="Nikosh" pitchFamily="2" charset="0"/>
              </a:rPr>
              <a:t>উন্নতি</a:t>
            </a:r>
            <a:r>
              <a:rPr lang="en-US" sz="2800" b="1" dirty="0" smtClean="0">
                <a:solidFill>
                  <a:schemeClr val="tx1">
                    <a:lumMod val="95000"/>
                    <a:lumOff val="5000"/>
                  </a:schemeClr>
                </a:solidFill>
                <a:latin typeface="Nikosh" pitchFamily="2" charset="0"/>
                <a:cs typeface="Nikosh" pitchFamily="2" charset="0"/>
              </a:rPr>
              <a:t> </a:t>
            </a:r>
            <a:r>
              <a:rPr lang="en-US" sz="2800" b="1" dirty="0" err="1" smtClean="0">
                <a:solidFill>
                  <a:schemeClr val="tx1">
                    <a:lumMod val="95000"/>
                    <a:lumOff val="5000"/>
                  </a:schemeClr>
                </a:solidFill>
                <a:latin typeface="Nikosh" pitchFamily="2" charset="0"/>
                <a:cs typeface="Nikosh" pitchFamily="2" charset="0"/>
              </a:rPr>
              <a:t>এবং</a:t>
            </a:r>
            <a:r>
              <a:rPr lang="en-US" sz="2800" b="1" dirty="0" smtClean="0">
                <a:solidFill>
                  <a:schemeClr val="tx1">
                    <a:lumMod val="95000"/>
                    <a:lumOff val="5000"/>
                  </a:schemeClr>
                </a:solidFill>
                <a:latin typeface="Nikosh" pitchFamily="2" charset="0"/>
                <a:cs typeface="Nikosh" pitchFamily="2" charset="0"/>
              </a:rPr>
              <a:t> </a:t>
            </a:r>
            <a:r>
              <a:rPr lang="en-US" sz="2800" b="1" dirty="0" err="1" smtClean="0">
                <a:solidFill>
                  <a:schemeClr val="tx1">
                    <a:lumMod val="95000"/>
                    <a:lumOff val="5000"/>
                  </a:schemeClr>
                </a:solidFill>
                <a:latin typeface="Nikosh" pitchFamily="2" charset="0"/>
                <a:cs typeface="Nikosh" pitchFamily="2" charset="0"/>
              </a:rPr>
              <a:t>সৌন্দর্যবর্ধন</a:t>
            </a:r>
            <a:r>
              <a:rPr lang="en-US" sz="2800" b="1" dirty="0" smtClean="0">
                <a:solidFill>
                  <a:schemeClr val="tx1">
                    <a:lumMod val="95000"/>
                    <a:lumOff val="5000"/>
                  </a:schemeClr>
                </a:solidFill>
                <a:latin typeface="Nikosh" pitchFamily="2" charset="0"/>
                <a:cs typeface="Nikosh" pitchFamily="2" charset="0"/>
              </a:rPr>
              <a:t> </a:t>
            </a:r>
          </a:p>
          <a:p>
            <a:pPr marL="0" algn="just">
              <a:buFont typeface="Wingdings" pitchFamily="2" charset="2"/>
              <a:buChar char="Ø"/>
              <a:defRPr/>
            </a:pPr>
            <a:r>
              <a:rPr lang="en-US" sz="2800" b="1" dirty="0" err="1" smtClean="0">
                <a:solidFill>
                  <a:schemeClr val="tx1">
                    <a:lumMod val="95000"/>
                    <a:lumOff val="5000"/>
                  </a:schemeClr>
                </a:solidFill>
                <a:latin typeface="Nikosh" pitchFamily="2" charset="0"/>
                <a:cs typeface="Nikosh" pitchFamily="2" charset="0"/>
              </a:rPr>
              <a:t>এক্সরে</a:t>
            </a:r>
            <a:r>
              <a:rPr lang="en-US" sz="2800" b="1" dirty="0" smtClean="0">
                <a:solidFill>
                  <a:schemeClr val="tx1">
                    <a:lumMod val="95000"/>
                    <a:lumOff val="5000"/>
                  </a:schemeClr>
                </a:solidFill>
                <a:latin typeface="Nikosh" pitchFamily="2" charset="0"/>
                <a:cs typeface="Nikosh" pitchFamily="2" charset="0"/>
              </a:rPr>
              <a:t>, </a:t>
            </a:r>
            <a:r>
              <a:rPr lang="en-US" sz="2800" b="1" dirty="0" err="1" smtClean="0">
                <a:solidFill>
                  <a:schemeClr val="tx1">
                    <a:lumMod val="95000"/>
                    <a:lumOff val="5000"/>
                  </a:schemeClr>
                </a:solidFill>
                <a:latin typeface="Nikosh" pitchFamily="2" charset="0"/>
                <a:cs typeface="Nikosh" pitchFamily="2" charset="0"/>
              </a:rPr>
              <a:t>বায়োকেমিস্ট্রি</a:t>
            </a:r>
            <a:r>
              <a:rPr lang="en-US" sz="2800" b="1" dirty="0" smtClean="0">
                <a:solidFill>
                  <a:schemeClr val="tx1">
                    <a:lumMod val="95000"/>
                    <a:lumOff val="5000"/>
                  </a:schemeClr>
                </a:solidFill>
                <a:latin typeface="Nikosh" pitchFamily="2" charset="0"/>
                <a:cs typeface="Nikosh" pitchFamily="2" charset="0"/>
              </a:rPr>
              <a:t> </a:t>
            </a:r>
            <a:r>
              <a:rPr lang="en-US" sz="2800" b="1" dirty="0" err="1" smtClean="0">
                <a:solidFill>
                  <a:schemeClr val="tx1">
                    <a:lumMod val="95000"/>
                    <a:lumOff val="5000"/>
                  </a:schemeClr>
                </a:solidFill>
                <a:latin typeface="Nikosh" pitchFamily="2" charset="0"/>
                <a:cs typeface="Nikosh" pitchFamily="2" charset="0"/>
              </a:rPr>
              <a:t>ল্যাবের</a:t>
            </a:r>
            <a:r>
              <a:rPr lang="en-US" sz="2800" b="1" dirty="0" smtClean="0">
                <a:solidFill>
                  <a:schemeClr val="tx1">
                    <a:lumMod val="95000"/>
                    <a:lumOff val="5000"/>
                  </a:schemeClr>
                </a:solidFill>
                <a:latin typeface="Nikosh" pitchFamily="2" charset="0"/>
                <a:cs typeface="Nikosh" pitchFamily="2" charset="0"/>
              </a:rPr>
              <a:t> </a:t>
            </a:r>
            <a:r>
              <a:rPr lang="en-US" sz="2800" b="1" dirty="0" err="1" smtClean="0">
                <a:solidFill>
                  <a:schemeClr val="tx1">
                    <a:lumMod val="95000"/>
                    <a:lumOff val="5000"/>
                  </a:schemeClr>
                </a:solidFill>
                <a:latin typeface="Nikosh" pitchFamily="2" charset="0"/>
                <a:cs typeface="Nikosh" pitchFamily="2" charset="0"/>
              </a:rPr>
              <a:t>ব্যবস্থা</a:t>
            </a:r>
            <a:r>
              <a:rPr lang="en-US" sz="2800" b="1" dirty="0" smtClean="0">
                <a:solidFill>
                  <a:schemeClr val="tx1">
                    <a:lumMod val="95000"/>
                    <a:lumOff val="5000"/>
                  </a:schemeClr>
                </a:solidFill>
                <a:latin typeface="Nikosh" pitchFamily="2" charset="0"/>
                <a:cs typeface="Nikosh" pitchFamily="2" charset="0"/>
              </a:rPr>
              <a:t> </a:t>
            </a:r>
          </a:p>
          <a:p>
            <a:pPr marL="0" algn="just">
              <a:buFont typeface="Wingdings" pitchFamily="2" charset="2"/>
              <a:buChar char="Ø"/>
              <a:defRPr/>
            </a:pPr>
            <a:r>
              <a:rPr lang="en-US" sz="2800" b="1" dirty="0" err="1" smtClean="0">
                <a:solidFill>
                  <a:schemeClr val="tx1">
                    <a:lumMod val="95000"/>
                    <a:lumOff val="5000"/>
                  </a:schemeClr>
                </a:solidFill>
                <a:latin typeface="Nikosh" pitchFamily="2" charset="0"/>
                <a:cs typeface="Nikosh" pitchFamily="2" charset="0"/>
              </a:rPr>
              <a:t>নিরাপত্তা</a:t>
            </a:r>
            <a:r>
              <a:rPr lang="en-US" sz="2800" b="1" dirty="0" smtClean="0">
                <a:solidFill>
                  <a:schemeClr val="tx1">
                    <a:lumMod val="95000"/>
                    <a:lumOff val="5000"/>
                  </a:schemeClr>
                </a:solidFill>
                <a:latin typeface="Nikosh" pitchFamily="2" charset="0"/>
                <a:cs typeface="Nikosh" pitchFamily="2" charset="0"/>
              </a:rPr>
              <a:t> </a:t>
            </a:r>
            <a:r>
              <a:rPr lang="en-US" sz="2800" b="1" dirty="0" err="1" smtClean="0">
                <a:solidFill>
                  <a:schemeClr val="tx1">
                    <a:lumMod val="95000"/>
                    <a:lumOff val="5000"/>
                  </a:schemeClr>
                </a:solidFill>
                <a:latin typeface="Nikosh" pitchFamily="2" charset="0"/>
                <a:cs typeface="Nikosh" pitchFamily="2" charset="0"/>
              </a:rPr>
              <a:t>বৃদ্ধি</a:t>
            </a:r>
            <a:r>
              <a:rPr lang="en-US" sz="2800" b="1" dirty="0" smtClean="0">
                <a:solidFill>
                  <a:schemeClr val="tx1">
                    <a:lumMod val="95000"/>
                    <a:lumOff val="5000"/>
                  </a:schemeClr>
                </a:solidFill>
                <a:latin typeface="Nikosh" pitchFamily="2" charset="0"/>
                <a:cs typeface="Nikosh" pitchFamily="2" charset="0"/>
              </a:rPr>
              <a:t> </a:t>
            </a:r>
          </a:p>
          <a:p>
            <a:pPr marL="0" algn="just">
              <a:buFont typeface="Wingdings" pitchFamily="2" charset="2"/>
              <a:buChar char="Ø"/>
              <a:defRPr/>
            </a:pPr>
            <a:r>
              <a:rPr lang="en-US" sz="2800" b="1" dirty="0" err="1" smtClean="0">
                <a:solidFill>
                  <a:schemeClr val="tx1">
                    <a:lumMod val="95000"/>
                    <a:lumOff val="5000"/>
                  </a:schemeClr>
                </a:solidFill>
                <a:latin typeface="Nikosh" pitchFamily="2" charset="0"/>
                <a:cs typeface="Nikosh" pitchFamily="2" charset="0"/>
              </a:rPr>
              <a:t>উন্নত</a:t>
            </a:r>
            <a:r>
              <a:rPr lang="en-US" sz="2800" b="1" dirty="0" smtClean="0">
                <a:solidFill>
                  <a:schemeClr val="tx1">
                    <a:lumMod val="95000"/>
                    <a:lumOff val="5000"/>
                  </a:schemeClr>
                </a:solidFill>
                <a:latin typeface="Nikosh" pitchFamily="2" charset="0"/>
                <a:cs typeface="Nikosh" pitchFamily="2" charset="0"/>
              </a:rPr>
              <a:t> </a:t>
            </a:r>
            <a:r>
              <a:rPr lang="en-US" sz="2800" b="1" dirty="0" err="1" smtClean="0">
                <a:solidFill>
                  <a:schemeClr val="tx1">
                    <a:lumMod val="95000"/>
                    <a:lumOff val="5000"/>
                  </a:schemeClr>
                </a:solidFill>
                <a:latin typeface="Nikosh" pitchFamily="2" charset="0"/>
                <a:cs typeface="Nikosh" pitchFamily="2" charset="0"/>
              </a:rPr>
              <a:t>আর্থিক</a:t>
            </a:r>
            <a:r>
              <a:rPr lang="en-US" sz="2800" b="1" dirty="0" smtClean="0">
                <a:solidFill>
                  <a:schemeClr val="tx1">
                    <a:lumMod val="95000"/>
                    <a:lumOff val="5000"/>
                  </a:schemeClr>
                </a:solidFill>
                <a:latin typeface="Nikosh" pitchFamily="2" charset="0"/>
                <a:cs typeface="Nikosh" pitchFamily="2" charset="0"/>
              </a:rPr>
              <a:t> </a:t>
            </a:r>
            <a:r>
              <a:rPr lang="en-US" sz="2800" b="1" dirty="0" err="1" smtClean="0">
                <a:solidFill>
                  <a:schemeClr val="tx1">
                    <a:lumMod val="95000"/>
                    <a:lumOff val="5000"/>
                  </a:schemeClr>
                </a:solidFill>
                <a:latin typeface="Nikosh" pitchFamily="2" charset="0"/>
                <a:cs typeface="Nikosh" pitchFamily="2" charset="0"/>
              </a:rPr>
              <a:t>ব্যবস্থাপনা</a:t>
            </a:r>
            <a:endParaRPr lang="en-US" sz="2800" b="1" dirty="0" smtClean="0">
              <a:solidFill>
                <a:schemeClr val="tx1">
                  <a:lumMod val="95000"/>
                  <a:lumOff val="5000"/>
                </a:schemeClr>
              </a:solidFill>
              <a:latin typeface="Nikosh" pitchFamily="2" charset="0"/>
              <a:cs typeface="Nikosh" pitchFamily="2" charset="0"/>
            </a:endParaRPr>
          </a:p>
          <a:p>
            <a:pPr marL="0" algn="just">
              <a:buFont typeface="Wingdings" pitchFamily="2" charset="2"/>
              <a:buChar char="Ø"/>
              <a:defRPr/>
            </a:pPr>
            <a:r>
              <a:rPr lang="en-US" sz="2800" b="1" dirty="0" err="1" smtClean="0">
                <a:solidFill>
                  <a:schemeClr val="tx1">
                    <a:lumMod val="95000"/>
                    <a:lumOff val="5000"/>
                  </a:schemeClr>
                </a:solidFill>
                <a:latin typeface="Nikosh" pitchFamily="2" charset="0"/>
                <a:cs typeface="Nikosh" pitchFamily="2" charset="0"/>
              </a:rPr>
              <a:t>মডেল</a:t>
            </a:r>
            <a:r>
              <a:rPr lang="en-US" sz="2800" b="1" dirty="0" smtClean="0">
                <a:solidFill>
                  <a:schemeClr val="tx1">
                    <a:lumMod val="95000"/>
                    <a:lumOff val="5000"/>
                  </a:schemeClr>
                </a:solidFill>
                <a:latin typeface="Nikosh" pitchFamily="2" charset="0"/>
                <a:cs typeface="Nikosh" pitchFamily="2" charset="0"/>
              </a:rPr>
              <a:t> </a:t>
            </a:r>
            <a:r>
              <a:rPr lang="en-US" sz="2800" b="1" dirty="0" err="1" smtClean="0">
                <a:solidFill>
                  <a:schemeClr val="tx1">
                    <a:lumMod val="95000"/>
                    <a:lumOff val="5000"/>
                  </a:schemeClr>
                </a:solidFill>
                <a:latin typeface="Nikosh" pitchFamily="2" charset="0"/>
                <a:cs typeface="Nikosh" pitchFamily="2" charset="0"/>
              </a:rPr>
              <a:t>জেলা</a:t>
            </a:r>
            <a:r>
              <a:rPr lang="en-US" sz="2800" b="1" dirty="0" smtClean="0">
                <a:solidFill>
                  <a:schemeClr val="tx1">
                    <a:lumMod val="95000"/>
                    <a:lumOff val="5000"/>
                  </a:schemeClr>
                </a:solidFill>
                <a:latin typeface="Nikosh" pitchFamily="2" charset="0"/>
                <a:cs typeface="Nikosh" pitchFamily="2" charset="0"/>
              </a:rPr>
              <a:t> </a:t>
            </a:r>
            <a:r>
              <a:rPr lang="en-US" sz="2800" b="1" dirty="0" err="1" smtClean="0">
                <a:solidFill>
                  <a:schemeClr val="tx1">
                    <a:lumMod val="95000"/>
                    <a:lumOff val="5000"/>
                  </a:schemeClr>
                </a:solidFill>
                <a:latin typeface="Nikosh" pitchFamily="2" charset="0"/>
                <a:cs typeface="Nikosh" pitchFamily="2" charset="0"/>
              </a:rPr>
              <a:t>হাসপাতালের</a:t>
            </a:r>
            <a:r>
              <a:rPr lang="en-US" sz="2800" b="1" dirty="0" smtClean="0">
                <a:solidFill>
                  <a:schemeClr val="tx1">
                    <a:lumMod val="95000"/>
                    <a:lumOff val="5000"/>
                  </a:schemeClr>
                </a:solidFill>
                <a:latin typeface="Nikosh" pitchFamily="2" charset="0"/>
                <a:cs typeface="Nikosh" pitchFamily="2" charset="0"/>
              </a:rPr>
              <a:t> </a:t>
            </a:r>
            <a:r>
              <a:rPr lang="en-US" sz="2800" b="1" dirty="0" err="1" smtClean="0">
                <a:solidFill>
                  <a:schemeClr val="tx1">
                    <a:lumMod val="95000"/>
                    <a:lumOff val="5000"/>
                  </a:schemeClr>
                </a:solidFill>
                <a:latin typeface="Nikosh" pitchFamily="2" charset="0"/>
                <a:cs typeface="Nikosh" pitchFamily="2" charset="0"/>
              </a:rPr>
              <a:t>পাইলটিং</a:t>
            </a:r>
            <a:r>
              <a:rPr lang="en-US" sz="2800" b="1" dirty="0" smtClean="0">
                <a:solidFill>
                  <a:schemeClr val="tx1">
                    <a:lumMod val="95000"/>
                    <a:lumOff val="5000"/>
                  </a:schemeClr>
                </a:solidFill>
                <a:latin typeface="Nikosh" pitchFamily="2" charset="0"/>
                <a:cs typeface="Nikosh" pitchFamily="2" charset="0"/>
              </a:rPr>
              <a:t> </a:t>
            </a:r>
          </a:p>
          <a:p>
            <a:pPr marL="0" algn="just">
              <a:buFont typeface="Wingdings" pitchFamily="2" charset="2"/>
              <a:buChar char="Ø"/>
              <a:defRPr/>
            </a:pPr>
            <a:r>
              <a:rPr lang="en-US" sz="2800" b="1" dirty="0" err="1" smtClean="0">
                <a:solidFill>
                  <a:schemeClr val="tx1">
                    <a:lumMod val="95000"/>
                    <a:lumOff val="5000"/>
                  </a:schemeClr>
                </a:solidFill>
                <a:latin typeface="Nikosh" pitchFamily="2" charset="0"/>
                <a:cs typeface="Nikosh" pitchFamily="2" charset="0"/>
              </a:rPr>
              <a:t>উন্নত</a:t>
            </a:r>
            <a:r>
              <a:rPr lang="en-US" sz="2800" b="1" dirty="0" smtClean="0">
                <a:solidFill>
                  <a:schemeClr val="tx1">
                    <a:lumMod val="95000"/>
                    <a:lumOff val="5000"/>
                  </a:schemeClr>
                </a:solidFill>
                <a:latin typeface="Nikosh" pitchFamily="2" charset="0"/>
                <a:cs typeface="Nikosh" pitchFamily="2" charset="0"/>
              </a:rPr>
              <a:t> </a:t>
            </a:r>
            <a:r>
              <a:rPr lang="en-US" sz="2800" b="1" dirty="0" err="1" smtClean="0">
                <a:solidFill>
                  <a:schemeClr val="tx1">
                    <a:lumMod val="95000"/>
                    <a:lumOff val="5000"/>
                  </a:schemeClr>
                </a:solidFill>
                <a:latin typeface="Nikosh" pitchFamily="2" charset="0"/>
                <a:cs typeface="Nikosh" pitchFamily="2" charset="0"/>
              </a:rPr>
              <a:t>গেট-পাশ</a:t>
            </a:r>
            <a:r>
              <a:rPr lang="en-US" sz="2800" b="1" dirty="0" smtClean="0">
                <a:solidFill>
                  <a:schemeClr val="tx1">
                    <a:lumMod val="95000"/>
                    <a:lumOff val="5000"/>
                  </a:schemeClr>
                </a:solidFill>
                <a:latin typeface="Nikosh" pitchFamily="2" charset="0"/>
                <a:cs typeface="Nikosh" pitchFamily="2" charset="0"/>
              </a:rPr>
              <a:t> </a:t>
            </a:r>
            <a:r>
              <a:rPr lang="en-US" sz="2800" b="1" dirty="0" err="1" smtClean="0">
                <a:solidFill>
                  <a:schemeClr val="tx1">
                    <a:lumMod val="95000"/>
                    <a:lumOff val="5000"/>
                  </a:schemeClr>
                </a:solidFill>
                <a:latin typeface="Nikosh" pitchFamily="2" charset="0"/>
                <a:cs typeface="Nikosh" pitchFamily="2" charset="0"/>
              </a:rPr>
              <a:t>ব্যবস্থাপনা</a:t>
            </a:r>
            <a:endParaRPr lang="en-US" sz="2800" b="1" dirty="0" smtClean="0">
              <a:solidFill>
                <a:schemeClr val="tx1">
                  <a:lumMod val="95000"/>
                  <a:lumOff val="5000"/>
                </a:schemeClr>
              </a:solidFill>
              <a:latin typeface="Nikosh" pitchFamily="2" charset="0"/>
              <a:cs typeface="Nikosh" pitchFamily="2" charset="0"/>
            </a:endParaRPr>
          </a:p>
          <a:p>
            <a:pPr marL="0" algn="just">
              <a:buFont typeface="Wingdings" pitchFamily="2" charset="2"/>
              <a:buChar char="Ø"/>
              <a:defRPr/>
            </a:pPr>
            <a:r>
              <a:rPr lang="en-US" sz="2800" b="1" dirty="0" smtClean="0">
                <a:solidFill>
                  <a:schemeClr val="tx1">
                    <a:lumMod val="95000"/>
                    <a:lumOff val="5000"/>
                  </a:schemeClr>
                </a:solidFill>
                <a:latin typeface="Nikosh" pitchFamily="2" charset="0"/>
                <a:cs typeface="Nikosh" pitchFamily="2" charset="0"/>
              </a:rPr>
              <a:t>২০১৩-২০১৯ </a:t>
            </a:r>
            <a:r>
              <a:rPr lang="en-US" sz="2800" b="1" dirty="0" err="1" smtClean="0">
                <a:solidFill>
                  <a:schemeClr val="tx1">
                    <a:lumMod val="95000"/>
                    <a:lumOff val="5000"/>
                  </a:schemeClr>
                </a:solidFill>
                <a:latin typeface="Nikosh" pitchFamily="2" charset="0"/>
                <a:cs typeface="Nikosh" pitchFamily="2" charset="0"/>
              </a:rPr>
              <a:t>সাল</a:t>
            </a:r>
            <a:r>
              <a:rPr lang="en-US" sz="2800" b="1" dirty="0" smtClean="0">
                <a:solidFill>
                  <a:schemeClr val="tx1">
                    <a:lumMod val="95000"/>
                    <a:lumOff val="5000"/>
                  </a:schemeClr>
                </a:solidFill>
                <a:latin typeface="Nikosh" pitchFamily="2" charset="0"/>
                <a:cs typeface="Nikosh" pitchFamily="2" charset="0"/>
              </a:rPr>
              <a:t> </a:t>
            </a:r>
            <a:r>
              <a:rPr lang="en-US" sz="2800" b="1" dirty="0" err="1" smtClean="0">
                <a:solidFill>
                  <a:schemeClr val="tx1">
                    <a:lumMod val="95000"/>
                    <a:lumOff val="5000"/>
                  </a:schemeClr>
                </a:solidFill>
                <a:latin typeface="Nikosh" pitchFamily="2" charset="0"/>
                <a:cs typeface="Nikosh" pitchFamily="2" charset="0"/>
              </a:rPr>
              <a:t>পর্যন্ত</a:t>
            </a:r>
            <a:r>
              <a:rPr lang="en-US" sz="2800" b="1" dirty="0" smtClean="0">
                <a:solidFill>
                  <a:schemeClr val="tx1">
                    <a:lumMod val="95000"/>
                    <a:lumOff val="5000"/>
                  </a:schemeClr>
                </a:solidFill>
                <a:latin typeface="Nikosh" pitchFamily="2" charset="0"/>
                <a:cs typeface="Nikosh" pitchFamily="2" charset="0"/>
              </a:rPr>
              <a:t> </a:t>
            </a:r>
            <a:r>
              <a:rPr lang="en-US" sz="2800" b="1" dirty="0" err="1" smtClean="0">
                <a:solidFill>
                  <a:schemeClr val="tx1">
                    <a:lumMod val="95000"/>
                    <a:lumOff val="5000"/>
                  </a:schemeClr>
                </a:solidFill>
                <a:latin typeface="Nikosh" pitchFamily="2" charset="0"/>
                <a:cs typeface="Nikosh" pitchFamily="2" charset="0"/>
              </a:rPr>
              <a:t>বিভিন্ন</a:t>
            </a:r>
            <a:r>
              <a:rPr lang="en-US" sz="2800" b="1" dirty="0" smtClean="0">
                <a:solidFill>
                  <a:schemeClr val="tx1">
                    <a:lumMod val="95000"/>
                    <a:lumOff val="5000"/>
                  </a:schemeClr>
                </a:solidFill>
                <a:latin typeface="Nikosh" pitchFamily="2" charset="0"/>
                <a:cs typeface="Nikosh" pitchFamily="2" charset="0"/>
              </a:rPr>
              <a:t> </a:t>
            </a:r>
            <a:r>
              <a:rPr lang="en-US" sz="2800" b="1" dirty="0" err="1" smtClean="0">
                <a:solidFill>
                  <a:schemeClr val="tx1">
                    <a:lumMod val="95000"/>
                    <a:lumOff val="5000"/>
                  </a:schemeClr>
                </a:solidFill>
                <a:latin typeface="Nikosh" pitchFamily="2" charset="0"/>
                <a:cs typeface="Nikosh" pitchFamily="2" charset="0"/>
              </a:rPr>
              <a:t>পুরস্কার</a:t>
            </a:r>
            <a:r>
              <a:rPr lang="en-US" sz="2800" b="1" dirty="0" smtClean="0">
                <a:solidFill>
                  <a:schemeClr val="tx1">
                    <a:lumMod val="95000"/>
                    <a:lumOff val="5000"/>
                  </a:schemeClr>
                </a:solidFill>
                <a:latin typeface="Nikosh" pitchFamily="2" charset="0"/>
                <a:cs typeface="Nikosh" pitchFamily="2" charset="0"/>
              </a:rPr>
              <a:t> </a:t>
            </a:r>
            <a:r>
              <a:rPr lang="en-US" sz="2800" b="1" dirty="0" err="1" smtClean="0">
                <a:solidFill>
                  <a:schemeClr val="tx1">
                    <a:lumMod val="95000"/>
                    <a:lumOff val="5000"/>
                  </a:schemeClr>
                </a:solidFill>
                <a:latin typeface="Nikosh" pitchFamily="2" charset="0"/>
                <a:cs typeface="Nikosh" pitchFamily="2" charset="0"/>
              </a:rPr>
              <a:t>অর্জন</a:t>
            </a:r>
            <a:r>
              <a:rPr lang="en-US" sz="2800" b="1" dirty="0" smtClean="0">
                <a:solidFill>
                  <a:schemeClr val="tx1">
                    <a:lumMod val="95000"/>
                    <a:lumOff val="5000"/>
                  </a:schemeClr>
                </a:solidFill>
                <a:latin typeface="Nikosh" pitchFamily="2" charset="0"/>
                <a:cs typeface="Nikosh" pitchFamily="2" charset="0"/>
              </a:rPr>
              <a:t> </a:t>
            </a:r>
          </a:p>
          <a:p>
            <a:pPr marL="0" algn="just">
              <a:buFont typeface="Wingdings" pitchFamily="2" charset="2"/>
              <a:buChar char="Ø"/>
              <a:defRPr/>
            </a:pPr>
            <a:r>
              <a:rPr lang="en-US" sz="2800" b="1" dirty="0" err="1" smtClean="0">
                <a:solidFill>
                  <a:schemeClr val="tx1">
                    <a:lumMod val="95000"/>
                    <a:lumOff val="5000"/>
                  </a:schemeClr>
                </a:solidFill>
                <a:latin typeface="Nikosh" pitchFamily="2" charset="0"/>
                <a:cs typeface="Nikosh" pitchFamily="2" charset="0"/>
              </a:rPr>
              <a:t>সার্বিক</a:t>
            </a:r>
            <a:r>
              <a:rPr lang="en-US" sz="2800" b="1" dirty="0" smtClean="0">
                <a:solidFill>
                  <a:schemeClr val="tx1">
                    <a:lumMod val="95000"/>
                    <a:lumOff val="5000"/>
                  </a:schemeClr>
                </a:solidFill>
                <a:latin typeface="Nikosh" pitchFamily="2" charset="0"/>
                <a:cs typeface="Nikosh" pitchFamily="2" charset="0"/>
              </a:rPr>
              <a:t> </a:t>
            </a:r>
            <a:r>
              <a:rPr lang="en-US" sz="2800" b="1" dirty="0" err="1" smtClean="0">
                <a:solidFill>
                  <a:schemeClr val="tx1">
                    <a:lumMod val="95000"/>
                    <a:lumOff val="5000"/>
                  </a:schemeClr>
                </a:solidFill>
                <a:latin typeface="Nikosh" pitchFamily="2" charset="0"/>
                <a:cs typeface="Nikosh" pitchFamily="2" charset="0"/>
              </a:rPr>
              <a:t>পারফরমেন্স</a:t>
            </a:r>
            <a:r>
              <a:rPr lang="en-US" sz="2800" b="1" dirty="0" smtClean="0">
                <a:solidFill>
                  <a:schemeClr val="tx1">
                    <a:lumMod val="95000"/>
                    <a:lumOff val="5000"/>
                  </a:schemeClr>
                </a:solidFill>
                <a:latin typeface="Nikosh" pitchFamily="2" charset="0"/>
                <a:cs typeface="Nikosh" pitchFamily="2" charset="0"/>
              </a:rPr>
              <a:t> </a:t>
            </a:r>
            <a:r>
              <a:rPr lang="en-US" sz="2800" b="1" dirty="0" err="1" smtClean="0">
                <a:solidFill>
                  <a:schemeClr val="tx1">
                    <a:lumMod val="95000"/>
                    <a:lumOff val="5000"/>
                  </a:schemeClr>
                </a:solidFill>
                <a:latin typeface="Nikosh" pitchFamily="2" charset="0"/>
                <a:cs typeface="Nikosh" pitchFamily="2" charset="0"/>
              </a:rPr>
              <a:t>এর</a:t>
            </a:r>
            <a:r>
              <a:rPr lang="en-US" sz="2800" b="1" dirty="0" smtClean="0">
                <a:solidFill>
                  <a:schemeClr val="tx1">
                    <a:lumMod val="95000"/>
                    <a:lumOff val="5000"/>
                  </a:schemeClr>
                </a:solidFill>
                <a:latin typeface="Nikosh" pitchFamily="2" charset="0"/>
                <a:cs typeface="Nikosh" pitchFamily="2" charset="0"/>
              </a:rPr>
              <a:t> </a:t>
            </a:r>
            <a:r>
              <a:rPr lang="en-US" sz="2800" b="1" dirty="0" err="1" smtClean="0">
                <a:solidFill>
                  <a:schemeClr val="tx1">
                    <a:lumMod val="95000"/>
                    <a:lumOff val="5000"/>
                  </a:schemeClr>
                </a:solidFill>
                <a:latin typeface="Nikosh" pitchFamily="2" charset="0"/>
                <a:cs typeface="Nikosh" pitchFamily="2" charset="0"/>
              </a:rPr>
              <a:t>উন্নতি</a:t>
            </a:r>
            <a:r>
              <a:rPr lang="en-US" sz="2800" b="1" dirty="0" smtClean="0">
                <a:solidFill>
                  <a:schemeClr val="tx1">
                    <a:lumMod val="95000"/>
                    <a:lumOff val="5000"/>
                  </a:schemeClr>
                </a:solidFill>
                <a:latin typeface="Nikosh" pitchFamily="2" charset="0"/>
                <a:cs typeface="Nikosh" pitchFamily="2" charset="0"/>
              </a:rPr>
              <a:t> </a:t>
            </a:r>
            <a:r>
              <a:rPr lang="en-US" sz="2800" b="1" dirty="0" err="1" smtClean="0">
                <a:solidFill>
                  <a:schemeClr val="tx1">
                    <a:lumMod val="95000"/>
                    <a:lumOff val="5000"/>
                  </a:schemeClr>
                </a:solidFill>
                <a:latin typeface="Nikosh" pitchFamily="2" charset="0"/>
                <a:cs typeface="Nikosh" pitchFamily="2" charset="0"/>
              </a:rPr>
              <a:t>এবং</a:t>
            </a:r>
            <a:r>
              <a:rPr lang="en-US" sz="2800" b="1" dirty="0" smtClean="0">
                <a:solidFill>
                  <a:schemeClr val="tx1">
                    <a:lumMod val="95000"/>
                    <a:lumOff val="5000"/>
                  </a:schemeClr>
                </a:solidFill>
                <a:latin typeface="Nikosh" pitchFamily="2" charset="0"/>
                <a:cs typeface="Nikosh" pitchFamily="2" charset="0"/>
              </a:rPr>
              <a:t> </a:t>
            </a:r>
            <a:r>
              <a:rPr lang="en-US" sz="2800" b="1" dirty="0" err="1" smtClean="0">
                <a:solidFill>
                  <a:schemeClr val="tx1">
                    <a:lumMod val="95000"/>
                    <a:lumOff val="5000"/>
                  </a:schemeClr>
                </a:solidFill>
                <a:latin typeface="Nikosh" pitchFamily="2" charset="0"/>
                <a:cs typeface="Nikosh" pitchFamily="2" charset="0"/>
              </a:rPr>
              <a:t>সন্তুষ্টি</a:t>
            </a:r>
            <a:r>
              <a:rPr lang="en-US" sz="2800" b="1" dirty="0" smtClean="0">
                <a:solidFill>
                  <a:schemeClr val="tx1">
                    <a:lumMod val="95000"/>
                    <a:lumOff val="5000"/>
                  </a:schemeClr>
                </a:solidFill>
                <a:latin typeface="Nikosh" pitchFamily="2" charset="0"/>
                <a:cs typeface="Nikosh" pitchFamily="2" charset="0"/>
              </a:rPr>
              <a:t> </a:t>
            </a:r>
            <a:r>
              <a:rPr lang="en-US" sz="2800" b="1" dirty="0" err="1" smtClean="0">
                <a:solidFill>
                  <a:schemeClr val="tx1">
                    <a:lumMod val="95000"/>
                    <a:lumOff val="5000"/>
                  </a:schemeClr>
                </a:solidFill>
                <a:latin typeface="Nikosh" pitchFamily="2" charset="0"/>
                <a:cs typeface="Nikosh" pitchFamily="2" charset="0"/>
              </a:rPr>
              <a:t>অর্জন</a:t>
            </a:r>
            <a:r>
              <a:rPr lang="en-US" sz="2800" b="1" dirty="0" smtClean="0">
                <a:solidFill>
                  <a:schemeClr val="tx1">
                    <a:lumMod val="95000"/>
                    <a:lumOff val="5000"/>
                  </a:schemeClr>
                </a:solidFill>
                <a:latin typeface="Nikosh" pitchFamily="2" charset="0"/>
                <a:cs typeface="Nikosh" pitchFamily="2" charset="0"/>
              </a:rPr>
              <a:t> </a:t>
            </a:r>
          </a:p>
          <a:p>
            <a:pPr marL="0" algn="just">
              <a:buFont typeface="Wingdings" pitchFamily="2" charset="2"/>
              <a:buChar char="Ø"/>
              <a:defRPr/>
            </a:pPr>
            <a:endParaRPr lang="en-US" sz="2000" b="1" dirty="0" smtClean="0">
              <a:solidFill>
                <a:schemeClr val="tx1">
                  <a:lumMod val="95000"/>
                  <a:lumOff val="5000"/>
                </a:schemeClr>
              </a:solidFill>
              <a:latin typeface="Nikosh" pitchFamily="2" charset="0"/>
              <a:cs typeface="Nikosh" pitchFamily="2" charset="0"/>
            </a:endParaRPr>
          </a:p>
          <a:p>
            <a:pPr marL="0" algn="just">
              <a:buFont typeface="Wingdings" pitchFamily="2" charset="2"/>
              <a:buChar char="Ø"/>
              <a:defRPr/>
            </a:pPr>
            <a:endParaRPr lang="en-US" b="1" dirty="0">
              <a:solidFill>
                <a:schemeClr val="tx2">
                  <a:lumMod val="75000"/>
                </a:schemeClr>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0">
                                            <p:bg/>
                                          </p:spTgt>
                                        </p:tgtEl>
                                        <p:attrNameLst>
                                          <p:attrName>style.visibility</p:attrName>
                                        </p:attrNameLst>
                                      </p:cBhvr>
                                      <p:to>
                                        <p:strVal val="visible"/>
                                      </p:to>
                                    </p:set>
                                    <p:anim calcmode="lin" valueType="num">
                                      <p:cBhvr additive="base">
                                        <p:cTn id="7" dur="500" fill="hold"/>
                                        <p:tgtEl>
                                          <p:spTgt spid="20">
                                            <p:bg/>
                                          </p:spTgt>
                                        </p:tgtEl>
                                        <p:attrNameLst>
                                          <p:attrName>ppt_x</p:attrName>
                                        </p:attrNameLst>
                                      </p:cBhvr>
                                      <p:tavLst>
                                        <p:tav tm="0">
                                          <p:val>
                                            <p:strVal val="#ppt_x"/>
                                          </p:val>
                                        </p:tav>
                                        <p:tav tm="100000">
                                          <p:val>
                                            <p:strVal val="#ppt_x"/>
                                          </p:val>
                                        </p:tav>
                                      </p:tavLst>
                                    </p:anim>
                                    <p:anim calcmode="lin" valueType="num">
                                      <p:cBhvr additive="base">
                                        <p:cTn id="8" dur="500" fill="hold"/>
                                        <p:tgtEl>
                                          <p:spTgt spid="20">
                                            <p:bg/>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0">
                                            <p:txEl>
                                              <p:pRg st="0" end="0"/>
                                            </p:txEl>
                                          </p:spTgt>
                                        </p:tgtEl>
                                        <p:attrNameLst>
                                          <p:attrName>style.visibility</p:attrName>
                                        </p:attrNameLst>
                                      </p:cBhvr>
                                      <p:to>
                                        <p:strVal val="visible"/>
                                      </p:to>
                                    </p:set>
                                    <p:anim calcmode="lin" valueType="num">
                                      <p:cBhvr additive="base">
                                        <p:cTn id="13" dur="500" fill="hold"/>
                                        <p:tgtEl>
                                          <p:spTgt spid="20">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0">
                                            <p:txEl>
                                              <p:pRg st="1" end="1"/>
                                            </p:txEl>
                                          </p:spTgt>
                                        </p:tgtEl>
                                        <p:attrNameLst>
                                          <p:attrName>style.visibility</p:attrName>
                                        </p:attrNameLst>
                                      </p:cBhvr>
                                      <p:to>
                                        <p:strVal val="visible"/>
                                      </p:to>
                                    </p:set>
                                    <p:anim calcmode="lin" valueType="num">
                                      <p:cBhvr additive="base">
                                        <p:cTn id="19" dur="500" fill="hold"/>
                                        <p:tgtEl>
                                          <p:spTgt spid="20">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0">
                                            <p:txEl>
                                              <p:pRg st="2" end="2"/>
                                            </p:txEl>
                                          </p:spTgt>
                                        </p:tgtEl>
                                        <p:attrNameLst>
                                          <p:attrName>style.visibility</p:attrName>
                                        </p:attrNameLst>
                                      </p:cBhvr>
                                      <p:to>
                                        <p:strVal val="visible"/>
                                      </p:to>
                                    </p:set>
                                    <p:anim calcmode="lin" valueType="num">
                                      <p:cBhvr additive="base">
                                        <p:cTn id="25" dur="500" fill="hold"/>
                                        <p:tgtEl>
                                          <p:spTgt spid="20">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0">
                                            <p:txEl>
                                              <p:pRg st="3" end="3"/>
                                            </p:txEl>
                                          </p:spTgt>
                                        </p:tgtEl>
                                        <p:attrNameLst>
                                          <p:attrName>style.visibility</p:attrName>
                                        </p:attrNameLst>
                                      </p:cBhvr>
                                      <p:to>
                                        <p:strVal val="visible"/>
                                      </p:to>
                                    </p:set>
                                    <p:anim calcmode="lin" valueType="num">
                                      <p:cBhvr additive="base">
                                        <p:cTn id="31" dur="500" fill="hold"/>
                                        <p:tgtEl>
                                          <p:spTgt spid="20">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0">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0">
                                            <p:txEl>
                                              <p:pRg st="4" end="4"/>
                                            </p:txEl>
                                          </p:spTgt>
                                        </p:tgtEl>
                                        <p:attrNameLst>
                                          <p:attrName>style.visibility</p:attrName>
                                        </p:attrNameLst>
                                      </p:cBhvr>
                                      <p:to>
                                        <p:strVal val="visible"/>
                                      </p:to>
                                    </p:set>
                                    <p:anim calcmode="lin" valueType="num">
                                      <p:cBhvr additive="base">
                                        <p:cTn id="37" dur="500" fill="hold"/>
                                        <p:tgtEl>
                                          <p:spTgt spid="20">
                                            <p:txEl>
                                              <p:pRg st="4" end="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0">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20">
                                            <p:txEl>
                                              <p:pRg st="5" end="5"/>
                                            </p:txEl>
                                          </p:spTgt>
                                        </p:tgtEl>
                                        <p:attrNameLst>
                                          <p:attrName>style.visibility</p:attrName>
                                        </p:attrNameLst>
                                      </p:cBhvr>
                                      <p:to>
                                        <p:strVal val="visible"/>
                                      </p:to>
                                    </p:set>
                                    <p:anim calcmode="lin" valueType="num">
                                      <p:cBhvr additive="base">
                                        <p:cTn id="43" dur="500" fill="hold"/>
                                        <p:tgtEl>
                                          <p:spTgt spid="20">
                                            <p:txEl>
                                              <p:pRg st="5" end="5"/>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20">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20">
                                            <p:txEl>
                                              <p:pRg st="6" end="6"/>
                                            </p:txEl>
                                          </p:spTgt>
                                        </p:tgtEl>
                                        <p:attrNameLst>
                                          <p:attrName>style.visibility</p:attrName>
                                        </p:attrNameLst>
                                      </p:cBhvr>
                                      <p:to>
                                        <p:strVal val="visible"/>
                                      </p:to>
                                    </p:set>
                                    <p:anim calcmode="lin" valueType="num">
                                      <p:cBhvr additive="base">
                                        <p:cTn id="49" dur="500" fill="hold"/>
                                        <p:tgtEl>
                                          <p:spTgt spid="20">
                                            <p:txEl>
                                              <p:pRg st="6" end="6"/>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20">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20">
                                            <p:txEl>
                                              <p:pRg st="7" end="7"/>
                                            </p:txEl>
                                          </p:spTgt>
                                        </p:tgtEl>
                                        <p:attrNameLst>
                                          <p:attrName>style.visibility</p:attrName>
                                        </p:attrNameLst>
                                      </p:cBhvr>
                                      <p:to>
                                        <p:strVal val="visible"/>
                                      </p:to>
                                    </p:set>
                                    <p:anim calcmode="lin" valueType="num">
                                      <p:cBhvr additive="base">
                                        <p:cTn id="55" dur="500" fill="hold"/>
                                        <p:tgtEl>
                                          <p:spTgt spid="20">
                                            <p:txEl>
                                              <p:pRg st="7" end="7"/>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20">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20">
                                            <p:txEl>
                                              <p:pRg st="8" end="8"/>
                                            </p:txEl>
                                          </p:spTgt>
                                        </p:tgtEl>
                                        <p:attrNameLst>
                                          <p:attrName>style.visibility</p:attrName>
                                        </p:attrNameLst>
                                      </p:cBhvr>
                                      <p:to>
                                        <p:strVal val="visible"/>
                                      </p:to>
                                    </p:set>
                                    <p:anim calcmode="lin" valueType="num">
                                      <p:cBhvr additive="base">
                                        <p:cTn id="61" dur="500" fill="hold"/>
                                        <p:tgtEl>
                                          <p:spTgt spid="20">
                                            <p:txEl>
                                              <p:pRg st="8" end="8"/>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20">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uild="p"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idx="2"/>
          </p:nvPr>
        </p:nvSpPr>
        <p:spPr/>
        <p:txBody>
          <a:bodyPr/>
          <a:lstStyle/>
          <a:p>
            <a:endParaRPr lang="en-US"/>
          </a:p>
        </p:txBody>
      </p:sp>
      <p:sp>
        <p:nvSpPr>
          <p:cNvPr id="5" name="Slide Number Placeholder 4"/>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33</a:t>
            </a:fld>
            <a:endParaRPr lang="en"/>
          </a:p>
        </p:txBody>
      </p:sp>
      <p:pic>
        <p:nvPicPr>
          <p:cNvPr id="6" name="Picture 5" descr="Screenshot (57).png"/>
          <p:cNvPicPr>
            <a:picLocks noChangeAspect="1"/>
          </p:cNvPicPr>
          <p:nvPr/>
        </p:nvPicPr>
        <p:blipFill>
          <a:blip r:embed="rId2"/>
          <a:stretch>
            <a:fillRect/>
          </a:stretch>
        </p:blipFill>
        <p:spPr>
          <a:xfrm>
            <a:off x="4114800" y="133350"/>
            <a:ext cx="4889044" cy="4876800"/>
          </a:xfrm>
          <a:prstGeom prst="rect">
            <a:avLst/>
          </a:prstGeom>
        </p:spPr>
      </p:pic>
      <p:sp>
        <p:nvSpPr>
          <p:cNvPr id="7" name="Rounded Rectangle 6"/>
          <p:cNvSpPr/>
          <p:nvPr/>
        </p:nvSpPr>
        <p:spPr>
          <a:xfrm>
            <a:off x="457200" y="1200150"/>
            <a:ext cx="3581400" cy="2133600"/>
          </a:xfrm>
          <a:prstGeom prst="roundRect">
            <a:avLst/>
          </a:prstGeom>
          <a:gradFill flip="none" rotWithShape="1">
            <a:gsLst>
              <a:gs pos="0">
                <a:srgbClr val="DDEBCF"/>
              </a:gs>
              <a:gs pos="50000">
                <a:srgbClr val="9CB86E"/>
              </a:gs>
              <a:gs pos="100000">
                <a:srgbClr val="156B13"/>
              </a:gs>
            </a:gsLst>
            <a:path path="circle">
              <a:fillToRect l="100000" b="100000"/>
            </a:path>
            <a:tileRect t="-100000" r="-100000"/>
          </a:gradFill>
          <a:ln>
            <a:gradFill>
              <a:gsLst>
                <a:gs pos="0">
                  <a:srgbClr val="FFFFFF">
                    <a:alpha val="5000"/>
                  </a:srgbClr>
                </a:gs>
                <a:gs pos="7001">
                  <a:srgbClr val="E6E6E6"/>
                </a:gs>
                <a:gs pos="32001">
                  <a:srgbClr val="7D8496"/>
                </a:gs>
                <a:gs pos="47000">
                  <a:srgbClr val="E6E6E6"/>
                </a:gs>
                <a:gs pos="85001">
                  <a:srgbClr val="7D8496"/>
                </a:gs>
                <a:gs pos="100000">
                  <a:srgbClr val="E6E6E6"/>
                </a:gs>
              </a:gsLst>
              <a:lin ang="5400000" scaled="0"/>
            </a:gradFill>
          </a:ln>
          <a:effectLst>
            <a:innerShdw blurRad="63500" dist="50800" dir="27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err="1" smtClean="0">
                <a:solidFill>
                  <a:schemeClr val="tx1"/>
                </a:solidFill>
                <a:latin typeface="Times New Roman" pitchFamily="18" charset="0"/>
                <a:cs typeface="Times New Roman" pitchFamily="18" charset="0"/>
              </a:rPr>
              <a:t>সরকারি</a:t>
            </a:r>
            <a:r>
              <a:rPr lang="en-US" sz="2800" b="1" dirty="0" smtClean="0">
                <a:solidFill>
                  <a:schemeClr val="tx1"/>
                </a:solidFill>
                <a:latin typeface="Times New Roman" pitchFamily="18" charset="0"/>
                <a:cs typeface="Times New Roman" pitchFamily="18" charset="0"/>
              </a:rPr>
              <a:t> </a:t>
            </a:r>
            <a:r>
              <a:rPr lang="en-US" sz="2800" b="1" dirty="0" err="1" smtClean="0">
                <a:solidFill>
                  <a:schemeClr val="tx1"/>
                </a:solidFill>
                <a:latin typeface="Times New Roman" pitchFamily="18" charset="0"/>
                <a:cs typeface="Times New Roman" pitchFamily="18" charset="0"/>
              </a:rPr>
              <a:t>পরিকল্পনা</a:t>
            </a:r>
            <a:r>
              <a:rPr lang="en-US" sz="2800" b="1" dirty="0" smtClean="0">
                <a:solidFill>
                  <a:schemeClr val="tx1"/>
                </a:solidFill>
                <a:latin typeface="Times New Roman" pitchFamily="18" charset="0"/>
                <a:cs typeface="Times New Roman" pitchFamily="18" charset="0"/>
              </a:rPr>
              <a:t> </a:t>
            </a:r>
            <a:r>
              <a:rPr lang="en-US" sz="2800" b="1" dirty="0" err="1" smtClean="0">
                <a:solidFill>
                  <a:schemeClr val="tx1"/>
                </a:solidFill>
                <a:latin typeface="Times New Roman" pitchFamily="18" charset="0"/>
                <a:cs typeface="Times New Roman" pitchFamily="18" charset="0"/>
              </a:rPr>
              <a:t>এবং</a:t>
            </a:r>
            <a:r>
              <a:rPr lang="en-US" sz="2800" b="1" dirty="0" smtClean="0">
                <a:solidFill>
                  <a:schemeClr val="tx1"/>
                </a:solidFill>
                <a:latin typeface="Times New Roman" pitchFamily="18" charset="0"/>
                <a:cs typeface="Times New Roman" pitchFamily="18" charset="0"/>
              </a:rPr>
              <a:t> </a:t>
            </a:r>
            <a:r>
              <a:rPr lang="en-US" sz="2800" b="1" dirty="0" err="1" smtClean="0">
                <a:solidFill>
                  <a:schemeClr val="tx1"/>
                </a:solidFill>
                <a:latin typeface="Times New Roman" pitchFamily="18" charset="0"/>
                <a:cs typeface="Times New Roman" pitchFamily="18" charset="0"/>
              </a:rPr>
              <a:t>নির্দেশনা</a:t>
            </a:r>
            <a:r>
              <a:rPr lang="en-US" sz="2800" b="1" dirty="0" smtClean="0">
                <a:solidFill>
                  <a:schemeClr val="tx1"/>
                </a:solidFill>
                <a:latin typeface="Times New Roman" pitchFamily="18" charset="0"/>
                <a:cs typeface="Times New Roman" pitchFamily="18" charset="0"/>
              </a:rPr>
              <a:t> </a:t>
            </a:r>
            <a:endParaRPr lang="en-US" sz="2800" b="1" dirty="0">
              <a:solidFill>
                <a:schemeClr val="tx1"/>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p:txBody>
          <a:bodyPr/>
          <a:lstStyle/>
          <a:p>
            <a:endParaRPr lang="en-US"/>
          </a:p>
        </p:txBody>
      </p:sp>
      <p:sp>
        <p:nvSpPr>
          <p:cNvPr id="4" name="Text Placeholder 3"/>
          <p:cNvSpPr>
            <a:spLocks noGrp="1"/>
          </p:cNvSpPr>
          <p:nvPr>
            <p:ph type="body" idx="2"/>
          </p:nvPr>
        </p:nvSpPr>
        <p:spPr/>
        <p:txBody>
          <a:bodyPr/>
          <a:lstStyle/>
          <a:p>
            <a:endParaRPr lang="en-US"/>
          </a:p>
        </p:txBody>
      </p:sp>
      <p:sp>
        <p:nvSpPr>
          <p:cNvPr id="5" name="Slide Number Placeholder 4"/>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34</a:t>
            </a:fld>
            <a:endParaRPr lang="en"/>
          </a:p>
        </p:txBody>
      </p:sp>
      <p:pic>
        <p:nvPicPr>
          <p:cNvPr id="6" name="Picture 5" descr="Screenshot (58).png"/>
          <p:cNvPicPr>
            <a:picLocks noChangeAspect="1"/>
          </p:cNvPicPr>
          <p:nvPr/>
        </p:nvPicPr>
        <p:blipFill>
          <a:blip r:embed="rId2"/>
          <a:stretch>
            <a:fillRect/>
          </a:stretch>
        </p:blipFill>
        <p:spPr>
          <a:xfrm>
            <a:off x="1673819" y="0"/>
            <a:ext cx="5796362" cy="5143500"/>
          </a:xfrm>
          <a:prstGeom prst="rect">
            <a:avLst/>
          </a:prstGeom>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p:txBody>
          <a:bodyPr/>
          <a:lstStyle/>
          <a:p>
            <a:endParaRPr lang="en-US"/>
          </a:p>
        </p:txBody>
      </p:sp>
      <p:sp>
        <p:nvSpPr>
          <p:cNvPr id="4" name="Text Placeholder 3"/>
          <p:cNvSpPr>
            <a:spLocks noGrp="1"/>
          </p:cNvSpPr>
          <p:nvPr>
            <p:ph type="body" idx="2"/>
          </p:nvPr>
        </p:nvSpPr>
        <p:spPr/>
        <p:txBody>
          <a:bodyPr/>
          <a:lstStyle/>
          <a:p>
            <a:endParaRPr lang="en-US"/>
          </a:p>
        </p:txBody>
      </p:sp>
      <p:sp>
        <p:nvSpPr>
          <p:cNvPr id="5" name="Slide Number Placeholder 4"/>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35</a:t>
            </a:fld>
            <a:endParaRPr lang="en"/>
          </a:p>
        </p:txBody>
      </p:sp>
      <p:pic>
        <p:nvPicPr>
          <p:cNvPr id="6" name="Picture 5" descr="Screenshot (59).png"/>
          <p:cNvPicPr>
            <a:picLocks noChangeAspect="1"/>
          </p:cNvPicPr>
          <p:nvPr/>
        </p:nvPicPr>
        <p:blipFill>
          <a:blip r:embed="rId2"/>
          <a:stretch>
            <a:fillRect/>
          </a:stretch>
        </p:blipFill>
        <p:spPr>
          <a:xfrm>
            <a:off x="0" y="285750"/>
            <a:ext cx="9144000" cy="4572000"/>
          </a:xfrm>
          <a:prstGeom prst="rect">
            <a:avLst/>
          </a:prstGeom>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p:txBody>
          <a:bodyPr/>
          <a:lstStyle/>
          <a:p>
            <a:endParaRPr lang="en-US"/>
          </a:p>
        </p:txBody>
      </p:sp>
      <p:sp>
        <p:nvSpPr>
          <p:cNvPr id="4" name="Text Placeholder 3"/>
          <p:cNvSpPr>
            <a:spLocks noGrp="1"/>
          </p:cNvSpPr>
          <p:nvPr>
            <p:ph type="body" idx="2"/>
          </p:nvPr>
        </p:nvSpPr>
        <p:spPr/>
        <p:txBody>
          <a:bodyPr/>
          <a:lstStyle/>
          <a:p>
            <a:endParaRPr lang="en-US"/>
          </a:p>
        </p:txBody>
      </p:sp>
      <p:sp>
        <p:nvSpPr>
          <p:cNvPr id="5" name="Slide Number Placeholder 4"/>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36</a:t>
            </a:fld>
            <a:endParaRPr lang="en"/>
          </a:p>
        </p:txBody>
      </p:sp>
      <p:pic>
        <p:nvPicPr>
          <p:cNvPr id="6" name="Picture 5" descr="Screenshot (60.png"/>
          <p:cNvPicPr>
            <a:picLocks noChangeAspect="1"/>
          </p:cNvPicPr>
          <p:nvPr/>
        </p:nvPicPr>
        <p:blipFill>
          <a:blip r:embed="rId2"/>
          <a:stretch>
            <a:fillRect/>
          </a:stretch>
        </p:blipFill>
        <p:spPr>
          <a:xfrm>
            <a:off x="1404688" y="0"/>
            <a:ext cx="6334627" cy="5143500"/>
          </a:xfrm>
          <a:prstGeom prst="rect">
            <a:avLst/>
          </a:prstGeom>
          <a:ln>
            <a:noFill/>
          </a:ln>
          <a:effectLst/>
          <a:scene3d>
            <a:camera prst="orthographicFront">
              <a:rot lat="0" lon="0" rev="0"/>
            </a:camera>
            <a:lightRig rig="contrasting" dir="t">
              <a:rot lat="0" lon="0" rev="7800000"/>
            </a:lightRig>
          </a:scene3d>
          <a:sp3d>
            <a:bevelT w="139700" h="139700"/>
          </a:sp3d>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25" name="Google Shape;325;p33"/>
          <p:cNvSpPr txBox="1">
            <a:spLocks noGrp="1"/>
          </p:cNvSpPr>
          <p:nvPr>
            <p:ph type="ctrTitle" idx="4294967295"/>
          </p:nvPr>
        </p:nvSpPr>
        <p:spPr>
          <a:xfrm>
            <a:off x="4876800" y="666750"/>
            <a:ext cx="3581400" cy="1159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6000" b="1" dirty="0"/>
              <a:t>Thanks!</a:t>
            </a:r>
            <a:endParaRPr sz="6000" b="1" dirty="0"/>
          </a:p>
        </p:txBody>
      </p:sp>
      <p:sp>
        <p:nvSpPr>
          <p:cNvPr id="326" name="Google Shape;326;p33"/>
          <p:cNvSpPr txBox="1">
            <a:spLocks noGrp="1"/>
          </p:cNvSpPr>
          <p:nvPr>
            <p:ph type="subTitle" idx="4294967295"/>
          </p:nvPr>
        </p:nvSpPr>
        <p:spPr>
          <a:xfrm>
            <a:off x="4648200" y="1885950"/>
            <a:ext cx="4074343" cy="7848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sz="3600" dirty="0"/>
              <a:t>ANY QUESTIONS?</a:t>
            </a:r>
            <a:endParaRPr sz="3600" dirty="0"/>
          </a:p>
        </p:txBody>
      </p:sp>
      <p:sp>
        <p:nvSpPr>
          <p:cNvPr id="327" name="Google Shape;327;p33"/>
          <p:cNvSpPr txBox="1">
            <a:spLocks noGrp="1"/>
          </p:cNvSpPr>
          <p:nvPr>
            <p:ph type="body" idx="4294967295"/>
          </p:nvPr>
        </p:nvSpPr>
        <p:spPr>
          <a:xfrm flipH="1">
            <a:off x="4620800" y="4476750"/>
            <a:ext cx="103600" cy="762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endParaRPr sz="1800" dirty="0"/>
          </a:p>
        </p:txBody>
      </p:sp>
      <p:sp>
        <p:nvSpPr>
          <p:cNvPr id="328" name="Google Shape;328;p33"/>
          <p:cNvSpPr txBox="1">
            <a:spLocks noGrp="1"/>
          </p:cNvSpPr>
          <p:nvPr>
            <p:ph type="sldNum" idx="12"/>
          </p:nvPr>
        </p:nvSpPr>
        <p:spPr>
          <a:xfrm>
            <a:off x="8523157" y="4641567"/>
            <a:ext cx="461100" cy="2919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37</a:t>
            </a:fld>
            <a:endParaRPr/>
          </a:p>
        </p:txBody>
      </p:sp>
      <p:pic>
        <p:nvPicPr>
          <p:cNvPr id="6" name="Picture 5" descr="little-girl-medical-check-up-male-pediatrician-doctor-little-girl-medical-check-up-male-pediatrician-doctor-vector-100383909.jpg"/>
          <p:cNvPicPr>
            <a:picLocks noChangeAspect="1"/>
          </p:cNvPicPr>
          <p:nvPr/>
        </p:nvPicPr>
        <p:blipFill>
          <a:blip r:embed="rId3"/>
          <a:stretch>
            <a:fillRect/>
          </a:stretch>
        </p:blipFill>
        <p:spPr>
          <a:xfrm>
            <a:off x="381000" y="361950"/>
            <a:ext cx="4038600" cy="3276600"/>
          </a:xfrm>
          <a:prstGeom prst="rect">
            <a:avLst/>
          </a:prstGeom>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Valentine template">
  <a:themeElements>
    <a:clrScheme name="Custom 347">
      <a:dk1>
        <a:srgbClr val="000000"/>
      </a:dk1>
      <a:lt1>
        <a:srgbClr val="FFFFFF"/>
      </a:lt1>
      <a:dk2>
        <a:srgbClr val="565F6F"/>
      </a:dk2>
      <a:lt2>
        <a:srgbClr val="DFE3E9"/>
      </a:lt2>
      <a:accent1>
        <a:srgbClr val="3D85C6"/>
      </a:accent1>
      <a:accent2>
        <a:srgbClr val="6FA8DC"/>
      </a:accent2>
      <a:accent3>
        <a:srgbClr val="9FC5E8"/>
      </a:accent3>
      <a:accent4>
        <a:srgbClr val="CFE2F3"/>
      </a:accent4>
      <a:accent5>
        <a:srgbClr val="D9D9D9"/>
      </a:accent5>
      <a:accent6>
        <a:srgbClr val="999999"/>
      </a:accent6>
      <a:hlink>
        <a:srgbClr val="FFFFFF"/>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354</TotalTime>
  <Words>1380</Words>
  <Application>Microsoft Office PowerPoint</Application>
  <PresentationFormat>On-screen Show (16:9)</PresentationFormat>
  <Paragraphs>301</Paragraphs>
  <Slides>37</Slides>
  <Notes>11</Notes>
  <HiddenSlides>0</HiddenSlides>
  <MMClips>0</MMClips>
  <ScaleCrop>false</ScaleCrop>
  <HeadingPairs>
    <vt:vector size="8" baseType="variant">
      <vt:variant>
        <vt:lpstr>Fonts Used</vt:lpstr>
      </vt:variant>
      <vt:variant>
        <vt:i4>9</vt:i4>
      </vt:variant>
      <vt:variant>
        <vt:lpstr>Theme</vt:lpstr>
      </vt:variant>
      <vt:variant>
        <vt:i4>2</vt:i4>
      </vt:variant>
      <vt:variant>
        <vt:lpstr>Embedded OLE Servers</vt:lpstr>
      </vt:variant>
      <vt:variant>
        <vt:i4>1</vt:i4>
      </vt:variant>
      <vt:variant>
        <vt:lpstr>Slide Titles</vt:lpstr>
      </vt:variant>
      <vt:variant>
        <vt:i4>37</vt:i4>
      </vt:variant>
    </vt:vector>
  </HeadingPairs>
  <TitlesOfParts>
    <vt:vector size="49" baseType="lpstr">
      <vt:lpstr>Arial</vt:lpstr>
      <vt:lpstr>ＭＳ Ｐゴシック</vt:lpstr>
      <vt:lpstr>Nikosh</vt:lpstr>
      <vt:lpstr>Calibri</vt:lpstr>
      <vt:lpstr>Cousine</vt:lpstr>
      <vt:lpstr>Andalus</vt:lpstr>
      <vt:lpstr>Times New Roman</vt:lpstr>
      <vt:lpstr>Wingdings</vt:lpstr>
      <vt:lpstr>Book Antiqua</vt:lpstr>
      <vt:lpstr>Valentine template</vt:lpstr>
      <vt:lpstr>Office Theme</vt:lpstr>
      <vt:lpstr>Chart</vt:lpstr>
      <vt:lpstr>A brief PRESENTATION </vt:lpstr>
      <vt:lpstr>চৌগাছা-ঝিনাইদহ মডেল</vt:lpstr>
      <vt:lpstr>PowerPoint Presentation</vt:lpstr>
      <vt:lpstr>চৌগাছা- ঝিনাইদহ মডেলের ইতিহাস </vt:lpstr>
      <vt:lpstr>চৌগাছা- ঝিনাইদহ মডেলের ইতিহাস </vt:lpstr>
      <vt:lpstr>চৌগাছা- ঝিনাইদহ মডেলের ইতিহাস </vt:lpstr>
      <vt:lpstr>PowerPoint Presentation</vt:lpstr>
      <vt:lpstr>চৌগাছা-ঝিনাইদহ মডেল এর পূর্বে ঝিনাইদহ সদর হাসপাতালের মূল সমস্যাসমূহ (২০১২)  </vt:lpstr>
      <vt:lpstr>PowerPoint Presentation</vt:lpstr>
      <vt:lpstr>PowerPoint Presentation</vt:lpstr>
      <vt:lpstr>Upazila Health  Complex CHOWGACHA , JESSORE.</vt:lpstr>
      <vt:lpstr>Upazila Health  Complex CHOWGACHA , JESSORE.</vt:lpstr>
      <vt:lpstr>Upazila Health  Complex CHOWGACHA , JESSORE.</vt:lpstr>
      <vt:lpstr>PowerPoint Presentation</vt:lpstr>
      <vt:lpstr>Emergency + Out Door &amp; Indoor  Service 1998 to 2019</vt:lpstr>
      <vt:lpstr>Operation Service (Major) 2011 to 2019</vt:lpstr>
      <vt:lpstr>PowerPoint Presentation</vt:lpstr>
      <vt:lpstr>Total ANC and Delivery in Jhenaidah District Hospital 2011-2019</vt:lpstr>
      <vt:lpstr>  Comparative data of revenue income (in Taka) from 2015 to 2019 </vt:lpstr>
      <vt:lpstr>Comparative data of 4 best performing EOC Centre of Khulna division 2019</vt:lpstr>
      <vt:lpstr>Upazila Health  Complex CHOWGACHA , JESSORE.</vt:lpstr>
      <vt:lpstr>Changes in EOC Ward</vt:lpstr>
      <vt:lpstr>PowerPoint Presentation</vt:lpstr>
      <vt:lpstr>PowerPoint Presentation</vt:lpstr>
      <vt:lpstr>Use of direction sign, labeling of rooms, clean latrine and waste segregation</vt:lpstr>
      <vt:lpstr>Use of color code, alignment of picture &amp; continuous big cleaning day</vt:lpstr>
      <vt:lpstr>Innovative activities of Jhenaidah Sadar Hospital - 1</vt:lpstr>
      <vt:lpstr>Involvement of MP, District Administrator &amp; Mayor in Sadar Hospital</vt:lpstr>
      <vt:lpstr>PowerPoint Presentation</vt:lpstr>
      <vt:lpstr>Hospital Environment</vt:lpstr>
      <vt:lpstr>Changes in Office and Hospital Internal Environment</vt:lpstr>
      <vt:lpstr>PowerPoint Presentation</vt:lpstr>
      <vt:lpstr>PowerPoint Presentation</vt:lpstr>
      <vt:lpstr>PowerPoint Presentation</vt:lpstr>
      <vt:lpstr>PowerPoint Presentation</vt:lpstr>
      <vt:lpstr>PowerPoint Presentation</vt:lpstr>
      <vt:lpstr>Thanks!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Chowgacha UHC &amp; Jhenaidah Sadar Hospital (C-J) Model</dc:title>
  <dc:creator>hp</dc:creator>
  <cp:lastModifiedBy>Emdad</cp:lastModifiedBy>
  <cp:revision>45</cp:revision>
  <dcterms:modified xsi:type="dcterms:W3CDTF">2020-11-05T06:00:09Z</dcterms:modified>
</cp:coreProperties>
</file>