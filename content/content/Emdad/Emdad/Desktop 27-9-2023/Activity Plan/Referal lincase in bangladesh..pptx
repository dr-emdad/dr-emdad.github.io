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523" r:id="rId4"/>
    <p:sldId id="524" r:id="rId5"/>
    <p:sldId id="525" r:id="rId6"/>
    <p:sldId id="526" r:id="rId7"/>
    <p:sldId id="509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48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EE73A-1CE6-42D4-8B39-CA9114C8CC5E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C05CA-162B-417C-A3C9-195CE85C3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34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7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C67B8E3-97D5-42CB-9E66-0C32C6EC3114}" type="datetimeFigureOut">
              <a:rPr lang="en-US" smtClean="0"/>
              <a:t>7/24/2022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7772400" cy="2187674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Effective referral system in Bangladesh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475" y="3703177"/>
            <a:ext cx="7854696" cy="1752600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Dr. Md. </a:t>
            </a:r>
            <a:r>
              <a:rPr lang="en-US" dirty="0" err="1"/>
              <a:t>Emdadul</a:t>
            </a:r>
            <a:r>
              <a:rPr lang="en-US" dirty="0"/>
              <a:t> Haque</a:t>
            </a:r>
          </a:p>
          <a:p>
            <a:pPr algn="ctr"/>
            <a:r>
              <a:rPr lang="en-US" dirty="0"/>
              <a:t>National Consultant( HEU)</a:t>
            </a:r>
          </a:p>
        </p:txBody>
      </p:sp>
    </p:spTree>
    <p:extLst>
      <p:ext uri="{BB962C8B-B14F-4D97-AF65-F5344CB8AC3E}">
        <p14:creationId xmlns:p14="http://schemas.microsoft.com/office/powerpoint/2010/main" val="2783486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 algn="l"/>
            <a:r>
              <a:rPr lang="en-US" dirty="0"/>
              <a:t>What is the importance referral system in Bangladesh.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8058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District hospital is over loaded. Bed occupancy rate is &gt;250%. More than 1500 patients/day for OPD. So specialist services hampered . So severely ill patient service is neglected.</a:t>
            </a:r>
          </a:p>
          <a:p>
            <a:endParaRPr lang="en-US" dirty="0"/>
          </a:p>
          <a:p>
            <a:r>
              <a:rPr lang="en-US" dirty="0"/>
              <a:t> Nearly 30 thousand core taka/year(Foreign currency) loss in abroad in for treatment purposes.</a:t>
            </a:r>
          </a:p>
          <a:p>
            <a:endParaRPr lang="en-US" dirty="0"/>
          </a:p>
          <a:p>
            <a:r>
              <a:rPr lang="en-US" dirty="0"/>
              <a:t>Many of the patients are going to private chamber ,because of very low patients satisfactions rate.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Health tourism is not possible due to lack of efficiency of the health service  system</a:t>
            </a:r>
          </a:p>
          <a:p>
            <a:r>
              <a:rPr lang="en-US" dirty="0"/>
              <a:t>Human resources need assessment is not possible.</a:t>
            </a:r>
          </a:p>
        </p:txBody>
      </p:sp>
    </p:spTree>
    <p:extLst>
      <p:ext uri="{BB962C8B-B14F-4D97-AF65-F5344CB8AC3E}">
        <p14:creationId xmlns:p14="http://schemas.microsoft.com/office/powerpoint/2010/main" val="2754473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 algn="l"/>
            <a:r>
              <a:rPr lang="en-US" dirty="0"/>
              <a:t>Latest referral system with beds in Bangladesh.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Community Clinic</a:t>
            </a:r>
            <a:r>
              <a:rPr lang="en-US" dirty="0">
                <a:sym typeface="Wingdings" panose="05000000000000000000" pitchFamily="2" charset="2"/>
              </a:rPr>
              <a:t> Union H&amp;FWC UHC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   ( o )                              (0)                 (5o/100)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Dist. Hospital  Medical College Hospital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( 100/250)                (250 /500)</a:t>
            </a:r>
          </a:p>
          <a:p>
            <a:pPr marL="0" indent="0">
              <a:buNone/>
            </a:pPr>
            <a:r>
              <a:rPr lang="en-US" dirty="0"/>
              <a:t>Super specialist Hospital.</a:t>
            </a:r>
          </a:p>
          <a:p>
            <a:pPr marL="0" indent="0">
              <a:buNone/>
            </a:pPr>
            <a:r>
              <a:rPr lang="en-US" dirty="0"/>
              <a:t>               (500)</a:t>
            </a:r>
          </a:p>
        </p:txBody>
      </p:sp>
    </p:spTree>
    <p:extLst>
      <p:ext uri="{BB962C8B-B14F-4D97-AF65-F5344CB8AC3E}">
        <p14:creationId xmlns:p14="http://schemas.microsoft.com/office/powerpoint/2010/main" val="3268938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 algn="l"/>
            <a:r>
              <a:rPr lang="en-US" dirty="0"/>
              <a:t> Proposed referral system with beds in Bangladesh.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Community Clinic</a:t>
            </a:r>
            <a:r>
              <a:rPr lang="en-US" dirty="0">
                <a:sym typeface="Wingdings" panose="05000000000000000000" pitchFamily="2" charset="2"/>
              </a:rPr>
              <a:t> Union H&amp;FWC UHC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   ( o )                              (15)                 (50,100)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Dist. Hospital  Medical College Hospital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( 100,250)                (250,500)</a:t>
            </a:r>
          </a:p>
          <a:p>
            <a:pPr marL="0" indent="0">
              <a:buNone/>
            </a:pPr>
            <a:r>
              <a:rPr lang="en-US" dirty="0"/>
              <a:t>Super specialist Hospital.</a:t>
            </a:r>
          </a:p>
          <a:p>
            <a:pPr marL="0" indent="0">
              <a:buNone/>
            </a:pPr>
            <a:r>
              <a:rPr lang="en-US" dirty="0"/>
              <a:t>               (500)</a:t>
            </a:r>
          </a:p>
          <a:p>
            <a:pPr marL="0" indent="0">
              <a:buNone/>
            </a:pPr>
            <a:r>
              <a:rPr lang="en-US" dirty="0"/>
              <a:t>**There should be a UHC  with 100 bedded Hospital  in  district </a:t>
            </a:r>
            <a:r>
              <a:rPr lang="en-US" dirty="0" err="1"/>
              <a:t>sadar</a:t>
            </a:r>
            <a:r>
              <a:rPr lang="en-US" dirty="0"/>
              <a:t> </a:t>
            </a:r>
            <a:r>
              <a:rPr lang="en-US" dirty="0" err="1"/>
              <a:t>upizilla</a:t>
            </a:r>
            <a:r>
              <a:rPr lang="en-US" dirty="0"/>
              <a:t> &amp; 100 </a:t>
            </a:r>
            <a:r>
              <a:rPr lang="en-US" dirty="0" err="1"/>
              <a:t>beded</a:t>
            </a:r>
            <a:r>
              <a:rPr lang="en-US" dirty="0"/>
              <a:t> Hospital in </a:t>
            </a:r>
            <a:r>
              <a:rPr lang="en-US" dirty="0" err="1"/>
              <a:t>Powrosova</a:t>
            </a:r>
            <a:r>
              <a:rPr lang="en-US" dirty="0"/>
              <a:t> with one word H&amp;FWC in every word under DGHS.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794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 algn="l"/>
            <a:r>
              <a:rPr lang="en-US" dirty="0"/>
              <a:t> Proposed referral system HR in Bangladesh.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Community Clinic  </a:t>
            </a:r>
            <a:r>
              <a:rPr lang="en-US" dirty="0">
                <a:sym typeface="Wingdings" panose="05000000000000000000" pitchFamily="2" charset="2"/>
              </a:rPr>
              <a:t> Union H&amp;FWC            UHC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(1,SACMO)  (3,Assist surg+15,Nurses,15 bed)  (50/100)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Dist. Hospital  Medical College Hospital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( 100/250)                (250/500)          </a:t>
            </a:r>
            <a:r>
              <a:rPr lang="en-US" dirty="0"/>
              <a:t>Super spec. Hospital.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(500)</a:t>
            </a:r>
          </a:p>
          <a:p>
            <a:pPr marL="0" indent="0">
              <a:buNone/>
            </a:pPr>
            <a:r>
              <a:rPr lang="en-US" dirty="0"/>
              <a:t>**There should be a UHC  with 100bedded Hospital  in  district </a:t>
            </a:r>
            <a:r>
              <a:rPr lang="en-US" dirty="0" err="1"/>
              <a:t>sadar</a:t>
            </a:r>
            <a:r>
              <a:rPr lang="en-US" dirty="0"/>
              <a:t> </a:t>
            </a:r>
            <a:r>
              <a:rPr lang="en-US" dirty="0" err="1"/>
              <a:t>upazilla</a:t>
            </a:r>
            <a:r>
              <a:rPr lang="en-US" dirty="0"/>
              <a:t> &amp; 100 </a:t>
            </a:r>
            <a:r>
              <a:rPr lang="en-US" dirty="0" err="1"/>
              <a:t>beded</a:t>
            </a:r>
            <a:r>
              <a:rPr lang="en-US" dirty="0"/>
              <a:t> Hospital in </a:t>
            </a:r>
            <a:r>
              <a:rPr lang="en-US" dirty="0" err="1"/>
              <a:t>Powrosova</a:t>
            </a:r>
            <a:r>
              <a:rPr lang="en-US" dirty="0"/>
              <a:t> with one ward H&amp;FWC in every word under DGHS.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479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 algn="l"/>
            <a:r>
              <a:rPr lang="en-US" dirty="0"/>
              <a:t> Proposed referral system HR in Bangladesh.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**In </a:t>
            </a:r>
            <a:r>
              <a:rPr lang="en-US" dirty="0" err="1"/>
              <a:t>powrosova</a:t>
            </a:r>
            <a:r>
              <a:rPr lang="en-US" dirty="0"/>
              <a:t> &amp; in city corporation there should be a primary  health care network under DGHS like primary  education. Which will be work as  primary referral system. Local govt. dept. will serve the environmental health, water supply, sanitation, waste management&amp; vector control.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83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8852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Thank You</a:t>
            </a:r>
          </a:p>
          <a:p>
            <a:endParaRPr lang="en-US" dirty="0"/>
          </a:p>
        </p:txBody>
      </p:sp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105826" y="1556792"/>
            <a:ext cx="6932347" cy="4389437"/>
          </a:xfrm>
        </p:spPr>
      </p:pic>
    </p:spTree>
    <p:extLst>
      <p:ext uri="{BB962C8B-B14F-4D97-AF65-F5344CB8AC3E}">
        <p14:creationId xmlns:p14="http://schemas.microsoft.com/office/powerpoint/2010/main" val="3259945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268</TotalTime>
  <Words>417</Words>
  <Application>Microsoft Office PowerPoint</Application>
  <PresentationFormat>On-screen Show (4:3)</PresentationFormat>
  <Paragraphs>52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Constantia</vt:lpstr>
      <vt:lpstr>Wingdings 2</vt:lpstr>
      <vt:lpstr>Flow</vt:lpstr>
      <vt:lpstr>Effective referral system in Bangladesh</vt:lpstr>
      <vt:lpstr>What is the importance referral system in Bangladesh.</vt:lpstr>
      <vt:lpstr>Latest referral system with beds in Bangladesh. </vt:lpstr>
      <vt:lpstr> Proposed referral system with beds in Bangladesh. </vt:lpstr>
      <vt:lpstr> Proposed referral system HR in Bangladesh. </vt:lpstr>
      <vt:lpstr> Proposed referral system HR in Bangladesh. </vt:lpstr>
      <vt:lpstr>                                         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Importance of Healthcare Quality</dc:title>
  <dc:creator>Emdad</dc:creator>
  <cp:lastModifiedBy>Dell</cp:lastModifiedBy>
  <cp:revision>51</cp:revision>
  <dcterms:created xsi:type="dcterms:W3CDTF">2016-09-12T00:18:27Z</dcterms:created>
  <dcterms:modified xsi:type="dcterms:W3CDTF">2022-07-24T08:04:32Z</dcterms:modified>
</cp:coreProperties>
</file>