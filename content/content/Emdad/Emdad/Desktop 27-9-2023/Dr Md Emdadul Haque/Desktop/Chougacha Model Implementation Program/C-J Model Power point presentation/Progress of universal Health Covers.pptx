
<file path=[Content_Types].xml><?xml version="1.0" encoding="utf-8"?>
<Types xmlns="http://schemas.openxmlformats.org/package/2006/content-types"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5"/>
  </p:notesMasterIdLst>
  <p:sldIdLst>
    <p:sldId id="546" r:id="rId2"/>
    <p:sldId id="550" r:id="rId3"/>
    <p:sldId id="551" r:id="rId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85" autoAdjust="0"/>
    <p:restoredTop sz="94206" autoAdjust="0"/>
  </p:normalViewPr>
  <p:slideViewPr>
    <p:cSldViewPr>
      <p:cViewPr varScale="1">
        <p:scale>
          <a:sx n="80" d="100"/>
          <a:sy n="80" d="100"/>
        </p:scale>
        <p:origin x="128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5/7/2023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2023/5/7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</p:sldLayoutIdLst>
  <p:transition spd="slow">
    <p:zoom dir="in"/>
    <p:sndAc>
      <p:stSnd>
        <p:snd r:embed="rId14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374794"/>
              </p:ext>
            </p:extLst>
          </p:nvPr>
        </p:nvGraphicFramePr>
        <p:xfrm>
          <a:off x="0" y="838200"/>
          <a:ext cx="9144000" cy="625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476">
                  <a:extLst>
                    <a:ext uri="{9D8B030D-6E8A-4147-A177-3AD203B41FA5}">
                      <a16:colId xmlns:a16="http://schemas.microsoft.com/office/drawing/2014/main" val="1629112992"/>
                    </a:ext>
                  </a:extLst>
                </a:gridCol>
                <a:gridCol w="1589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No2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 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  <a:p>
                      <a:r>
                        <a:rPr lang="en-US" sz="1800" dirty="0"/>
                        <a:t>2030.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CPR(Contractive Prevalence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831029"/>
                  </a:ext>
                </a:extLst>
              </a:tr>
              <a:tr h="264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TFR(Total Fertility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3168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rate( 15-19)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/1000 fertile couple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1800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MMR( Maternal mortality ratio) 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ANC(Ante natal care) 4</a:t>
                      </a:r>
                      <a:r>
                        <a:rPr kumimoji="0" lang="en-US" sz="1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36.9%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7885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Delivery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64561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Institutional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49%(2018)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906082"/>
                  </a:ext>
                </a:extLst>
              </a:tr>
              <a:tr h="406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 (Neonatal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IMR(Infant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580856"/>
                  </a:ext>
                </a:extLst>
              </a:tr>
              <a:tr h="314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 (Under 5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64581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Immunization Coverages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06131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Malnutrition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Stunting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Health-seeking behavior for Pneumonia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501573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70572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200" b="1" baseline="30000" dirty="0"/>
            </a:br>
            <a:r>
              <a:rPr lang="en-US" altLang="en-US" sz="3200" b="1" baseline="30000" dirty="0"/>
              <a:t> </a:t>
            </a:r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2380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374806"/>
              </p:ext>
            </p:extLst>
          </p:nvPr>
        </p:nvGraphicFramePr>
        <p:xfrm>
          <a:off x="0" y="914400"/>
          <a:ext cx="9144000" cy="661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2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796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161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6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.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case detection rate/100000 pop(Bacteriologically conform new pulmonary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97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All forms of TB case detection rate/100000 pop (New + Relapse)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&lt;10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MDR</a:t>
                      </a:r>
                      <a:r>
                        <a:rPr kumimoji="0" 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(Multi drug resistant)-TB treatment Success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81%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2724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6.0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HIV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Use of bed nets for malaria prevention(%)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Sanitation coverage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9-12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NCD(30-69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 % of total death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50.25%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387127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 (Road traffic accident)     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838918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Tobacco Smoking(Smoked or smokeless formed) rate(%)15+years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34.70%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03419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9000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182865"/>
              </p:ext>
            </p:extLst>
          </p:nvPr>
        </p:nvGraphicFramePr>
        <p:xfrm>
          <a:off x="609600" y="1219200"/>
          <a:ext cx="8396725" cy="476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49%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14.1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Gov. Hospital access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rate(Non- Govt)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 worker density(Doctors ,nurses &amp; midwifes, paramedics )/1000 population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2408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Doctors.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Nurses &amp; midwifes.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 &amp;Vaccines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83240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36613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94700" cy="85725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5470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8325</TotalTime>
  <Words>456</Words>
  <Application>Microsoft Office PowerPoint</Application>
  <PresentationFormat>On-screen Show (4:3)</PresentationFormat>
  <Paragraphs>162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  Progress of Universal Health Coverage</vt:lpstr>
      <vt:lpstr>Progress of Universal Health Coverage</vt:lpstr>
      <vt:lpstr>Progress of Universal  Health Coverage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1145</cp:revision>
  <cp:lastPrinted>2017-03-18T23:47:54Z</cp:lastPrinted>
  <dcterms:created xsi:type="dcterms:W3CDTF">2013-05-05T09:56:19Z</dcterms:created>
  <dcterms:modified xsi:type="dcterms:W3CDTF">2023-05-07T11:02:52Z</dcterms:modified>
</cp:coreProperties>
</file>