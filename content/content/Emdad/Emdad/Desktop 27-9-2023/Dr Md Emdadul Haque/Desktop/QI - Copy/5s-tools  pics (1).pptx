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8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69A6B-E826-45F6-AA2F-25F52EA79BF1}" type="datetimeFigureOut">
              <a:rPr lang="en-US" smtClean="0"/>
              <a:pPr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C51CB-632D-4E08-A67E-AD5CE9A3264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69A6B-E826-45F6-AA2F-25F52EA79BF1}" type="datetimeFigureOut">
              <a:rPr lang="en-US" smtClean="0"/>
              <a:pPr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C51CB-632D-4E08-A67E-AD5CE9A3264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69A6B-E826-45F6-AA2F-25F52EA79BF1}" type="datetimeFigureOut">
              <a:rPr lang="en-US" smtClean="0"/>
              <a:pPr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C51CB-632D-4E08-A67E-AD5CE9A3264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69A6B-E826-45F6-AA2F-25F52EA79BF1}" type="datetimeFigureOut">
              <a:rPr lang="en-US" smtClean="0"/>
              <a:pPr/>
              <a:t>11/9/2022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C51CB-632D-4E08-A67E-AD5CE9A3264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69A6B-E826-45F6-AA2F-25F52EA79BF1}" type="datetimeFigureOut">
              <a:rPr lang="en-US" smtClean="0"/>
              <a:pPr/>
              <a:t>11/9/2022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C51CB-632D-4E08-A67E-AD5CE9A3264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69A6B-E826-45F6-AA2F-25F52EA79BF1}" type="datetimeFigureOut">
              <a:rPr lang="en-US" smtClean="0"/>
              <a:pPr/>
              <a:t>11/9/2022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C51CB-632D-4E08-A67E-AD5CE9A3264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69A6B-E826-45F6-AA2F-25F52EA79BF1}" type="datetimeFigureOut">
              <a:rPr lang="en-US" smtClean="0"/>
              <a:pPr/>
              <a:t>11/9/2022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C51CB-632D-4E08-A67E-AD5CE9A3264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69A6B-E826-45F6-AA2F-25F52EA79BF1}" type="datetimeFigureOut">
              <a:rPr lang="en-US" smtClean="0"/>
              <a:pPr/>
              <a:t>11/9/2022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C51CB-632D-4E08-A67E-AD5CE9A3264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69A6B-E826-45F6-AA2F-25F52EA79BF1}" type="datetimeFigureOut">
              <a:rPr lang="en-US" smtClean="0"/>
              <a:pPr/>
              <a:t>11/9/2022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C51CB-632D-4E08-A67E-AD5CE9A3264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69A6B-E826-45F6-AA2F-25F52EA79BF1}" type="datetimeFigureOut">
              <a:rPr lang="en-US" smtClean="0"/>
              <a:pPr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C51CB-632D-4E08-A67E-AD5CE9A3264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69A6B-E826-45F6-AA2F-25F52EA79BF1}" type="datetimeFigureOut">
              <a:rPr lang="en-US" smtClean="0"/>
              <a:pPr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C51CB-632D-4E08-A67E-AD5CE9A3264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C69A6B-E826-45F6-AA2F-25F52EA79BF1}" type="datetimeFigureOut">
              <a:rPr lang="en-US" smtClean="0"/>
              <a:pPr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C51CB-632D-4E08-A67E-AD5CE9A3264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e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0"/>
            <a:ext cx="8153400" cy="6400800"/>
          </a:xfrm>
        </p:spPr>
        <p:txBody>
          <a:bodyPr>
            <a:normAutofit fontScale="90000"/>
          </a:bodyPr>
          <a:lstStyle/>
          <a:p>
            <a:pPr>
              <a:lnSpc>
                <a:spcPct val="80000"/>
              </a:lnSpc>
            </a:pPr>
            <a:r>
              <a:rPr lang="en-US" sz="11500" b="1" u="sng" dirty="0" smtClean="0">
                <a:solidFill>
                  <a:srgbClr val="FF0000"/>
                </a:solidFill>
              </a:rPr>
              <a:t/>
            </a:r>
            <a:br>
              <a:rPr lang="en-US" sz="11500" b="1" u="sng" dirty="0" smtClean="0">
                <a:solidFill>
                  <a:srgbClr val="FF0000"/>
                </a:solidFill>
              </a:rPr>
            </a:br>
            <a:r>
              <a:rPr lang="en-US" sz="11500" b="1" u="sng" dirty="0" smtClean="0">
                <a:solidFill>
                  <a:srgbClr val="FF0000"/>
                </a:solidFill>
              </a:rPr>
              <a:t>Tools of 5s</a:t>
            </a:r>
            <a:br>
              <a:rPr lang="en-US" sz="11500" b="1" u="sng" dirty="0" smtClean="0">
                <a:solidFill>
                  <a:srgbClr val="FF0000"/>
                </a:solidFill>
              </a:rPr>
            </a:br>
            <a:r>
              <a:rPr lang="en-US" sz="11500" b="1" u="sng" smtClean="0">
                <a:solidFill>
                  <a:srgbClr val="FF0000"/>
                </a:solidFill>
              </a:rPr>
              <a:t/>
            </a:r>
            <a:br>
              <a:rPr lang="en-US" sz="11500" b="1" u="sng" smtClean="0">
                <a:solidFill>
                  <a:srgbClr val="FF0000"/>
                </a:solidFill>
              </a:rPr>
            </a:br>
            <a:r>
              <a:rPr lang="en-US" altLang="en-US" sz="4000" dirty="0" smtClean="0">
                <a:cs typeface="SutonnyOMJ" pitchFamily="2" charset="0"/>
              </a:rPr>
              <a:t/>
            </a:r>
            <a:br>
              <a:rPr lang="en-US" altLang="en-US" sz="4000" dirty="0" smtClean="0">
                <a:cs typeface="SutonnyOMJ" pitchFamily="2" charset="0"/>
              </a:rPr>
            </a:br>
            <a:r>
              <a:rPr lang="en-US" altLang="en-US" sz="4000" dirty="0" err="1" smtClean="0">
                <a:latin typeface="SutonnyOMJ" pitchFamily="2" charset="0"/>
                <a:cs typeface="SutonnyOMJ" pitchFamily="2" charset="0"/>
              </a:rPr>
              <a:t>কোয়ালিটি</a:t>
            </a:r>
            <a:r>
              <a:rPr lang="en-US" altLang="en-US" sz="4000" dirty="0" smtClean="0">
                <a:latin typeface="SutonnyOMJ" pitchFamily="2" charset="0"/>
                <a:cs typeface="SutonnyOMJ" pitchFamily="2" charset="0"/>
              </a:rPr>
              <a:t> </a:t>
            </a:r>
            <a:r>
              <a:rPr lang="en-US" altLang="en-US" sz="4000" dirty="0" err="1" smtClean="0">
                <a:latin typeface="SutonnyOMJ" pitchFamily="2" charset="0"/>
                <a:cs typeface="SutonnyOMJ" pitchFamily="2" charset="0"/>
              </a:rPr>
              <a:t>ইমপ্রুভমেন্ট</a:t>
            </a:r>
            <a:r>
              <a:rPr lang="en-US" altLang="en-US" sz="4000" dirty="0" smtClean="0">
                <a:latin typeface="SutonnyOMJ" pitchFamily="2" charset="0"/>
                <a:cs typeface="SutonnyOMJ" pitchFamily="2" charset="0"/>
              </a:rPr>
              <a:t> </a:t>
            </a:r>
            <a:r>
              <a:rPr lang="en-US" altLang="en-US" sz="4000" dirty="0" err="1" smtClean="0">
                <a:latin typeface="SutonnyOMJ" pitchFamily="2" charset="0"/>
                <a:cs typeface="SutonnyOMJ" pitchFamily="2" charset="0"/>
              </a:rPr>
              <a:t>সেক্রেটারিয়েট</a:t>
            </a:r>
            <a:r>
              <a:rPr lang="en-US" altLang="en-US" sz="4000" dirty="0" smtClean="0">
                <a:latin typeface="SutonnyOMJ" pitchFamily="2" charset="0"/>
                <a:cs typeface="SutonnyOMJ" pitchFamily="2" charset="0"/>
              </a:rPr>
              <a:t>  </a:t>
            </a:r>
            <a:br>
              <a:rPr lang="en-US" altLang="en-US" sz="4000" dirty="0" smtClean="0">
                <a:latin typeface="SutonnyOMJ" pitchFamily="2" charset="0"/>
                <a:cs typeface="SutonnyOMJ" pitchFamily="2" charset="0"/>
              </a:rPr>
            </a:br>
            <a:r>
              <a:rPr lang="en-US" altLang="en-US" sz="4000" dirty="0" err="1" smtClean="0">
                <a:latin typeface="SutonnyOMJ" pitchFamily="2" charset="0"/>
                <a:cs typeface="SutonnyOMJ" pitchFamily="2" charset="0"/>
              </a:rPr>
              <a:t>স্বাস্থ্য</a:t>
            </a:r>
            <a:r>
              <a:rPr lang="en-US" altLang="en-US" sz="4000" dirty="0" smtClean="0">
                <a:latin typeface="SutonnyOMJ" pitchFamily="2" charset="0"/>
                <a:cs typeface="SutonnyOMJ" pitchFamily="2" charset="0"/>
              </a:rPr>
              <a:t> </a:t>
            </a:r>
            <a:r>
              <a:rPr lang="en-US" altLang="en-US" sz="4000" dirty="0" err="1" smtClean="0">
                <a:latin typeface="SutonnyOMJ" pitchFamily="2" charset="0"/>
                <a:cs typeface="SutonnyOMJ" pitchFamily="2" charset="0"/>
              </a:rPr>
              <a:t>অর্থনীতি</a:t>
            </a:r>
            <a:r>
              <a:rPr lang="en-US" altLang="en-US" sz="4000" dirty="0" smtClean="0">
                <a:latin typeface="SutonnyOMJ" pitchFamily="2" charset="0"/>
                <a:cs typeface="SutonnyOMJ" pitchFamily="2" charset="0"/>
              </a:rPr>
              <a:t> </a:t>
            </a:r>
            <a:r>
              <a:rPr lang="en-US" altLang="en-US" sz="4000" dirty="0" err="1" smtClean="0">
                <a:latin typeface="SutonnyOMJ" pitchFamily="2" charset="0"/>
                <a:cs typeface="SutonnyOMJ" pitchFamily="2" charset="0"/>
              </a:rPr>
              <a:t>ইউনিট</a:t>
            </a:r>
            <a:r>
              <a:rPr lang="en-US" altLang="en-US" sz="4000" dirty="0" smtClean="0">
                <a:latin typeface="SutonnyOMJ" pitchFamily="2" charset="0"/>
                <a:cs typeface="SutonnyOMJ" pitchFamily="2" charset="0"/>
              </a:rPr>
              <a:t> </a:t>
            </a:r>
            <a:br>
              <a:rPr lang="en-US" altLang="en-US" sz="4000" dirty="0" smtClean="0">
                <a:latin typeface="SutonnyOMJ" pitchFamily="2" charset="0"/>
                <a:cs typeface="SutonnyOMJ" pitchFamily="2" charset="0"/>
              </a:rPr>
            </a:br>
            <a:r>
              <a:rPr lang="en-US" altLang="en-US" sz="4000" dirty="0" err="1" smtClean="0">
                <a:latin typeface="SutonnyOMJ" pitchFamily="2" charset="0"/>
                <a:cs typeface="SutonnyOMJ" pitchFamily="2" charset="0"/>
              </a:rPr>
              <a:t>স্বাস্থ্য</a:t>
            </a:r>
            <a:r>
              <a:rPr lang="en-US" altLang="en-US" sz="4000" dirty="0" smtClean="0">
                <a:latin typeface="SutonnyOMJ" pitchFamily="2" charset="0"/>
                <a:cs typeface="SutonnyOMJ" pitchFamily="2" charset="0"/>
              </a:rPr>
              <a:t> ও </a:t>
            </a:r>
            <a:r>
              <a:rPr lang="en-US" altLang="en-US" sz="4000" dirty="0" err="1" smtClean="0">
                <a:latin typeface="SutonnyOMJ" pitchFamily="2" charset="0"/>
                <a:cs typeface="SutonnyOMJ" pitchFamily="2" charset="0"/>
              </a:rPr>
              <a:t>পরিবার</a:t>
            </a:r>
            <a:r>
              <a:rPr lang="en-US" altLang="en-US" sz="4000" dirty="0" smtClean="0">
                <a:latin typeface="SutonnyOMJ" pitchFamily="2" charset="0"/>
                <a:cs typeface="SutonnyOMJ" pitchFamily="2" charset="0"/>
              </a:rPr>
              <a:t> </a:t>
            </a:r>
            <a:r>
              <a:rPr lang="en-US" altLang="en-US" sz="4000" dirty="0" err="1" smtClean="0">
                <a:latin typeface="SutonnyOMJ" pitchFamily="2" charset="0"/>
                <a:cs typeface="SutonnyOMJ" pitchFamily="2" charset="0"/>
              </a:rPr>
              <a:t>কল্যাণ</a:t>
            </a:r>
            <a:r>
              <a:rPr lang="en-US" altLang="en-US" sz="4000" dirty="0" smtClean="0">
                <a:latin typeface="SutonnyOMJ" pitchFamily="2" charset="0"/>
                <a:cs typeface="SutonnyOMJ" pitchFamily="2" charset="0"/>
              </a:rPr>
              <a:t> </a:t>
            </a:r>
            <a:r>
              <a:rPr lang="en-US" altLang="en-US" sz="4000" dirty="0" err="1" smtClean="0">
                <a:latin typeface="SutonnyOMJ" pitchFamily="2" charset="0"/>
                <a:cs typeface="SutonnyOMJ" pitchFamily="2" charset="0"/>
              </a:rPr>
              <a:t>মন্ত্রণালয়</a:t>
            </a:r>
            <a:r>
              <a:rPr lang="en-US" altLang="en-US" sz="4000" dirty="0" smtClean="0">
                <a:latin typeface="SutonnyOMJ" pitchFamily="2" charset="0"/>
                <a:cs typeface="SutonnyOMJ" pitchFamily="2" charset="0"/>
              </a:rPr>
              <a:t> </a:t>
            </a:r>
            <a:r>
              <a:rPr lang="en-US" altLang="en-US" sz="9600" dirty="0" smtClean="0">
                <a:latin typeface="SutonnyOMJ" pitchFamily="2" charset="0"/>
                <a:cs typeface="SutonnyOMJ" pitchFamily="2" charset="0"/>
              </a:rPr>
              <a:t/>
            </a:r>
            <a:br>
              <a:rPr lang="en-US" altLang="en-US" sz="9600" dirty="0" smtClean="0">
                <a:latin typeface="SutonnyOMJ" pitchFamily="2" charset="0"/>
                <a:cs typeface="SutonnyOMJ" pitchFamily="2" charset="0"/>
              </a:rPr>
            </a:br>
            <a:endParaRPr lang="en-US" sz="11500" b="1" u="sng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43000"/>
            <a:ext cx="1295400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u="sng" dirty="0" smtClean="0"/>
              <a:t>TAGGING </a:t>
            </a:r>
            <a:endParaRPr lang="en-US" b="1" u="sng" dirty="0"/>
          </a:p>
        </p:txBody>
      </p:sp>
      <p:pic>
        <p:nvPicPr>
          <p:cNvPr id="5" name="Picture 4" descr="C:\Users\HP\Desktop\DSC01023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0"/>
            <a:ext cx="2286000" cy="3352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pic>
      <p:pic>
        <p:nvPicPr>
          <p:cNvPr id="6" name="Picture 5" descr="C:\Users\HP\Desktop\DSC01019.JPG"/>
          <p:cNvPicPr/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3962400" y="0"/>
            <a:ext cx="2362200" cy="3352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</p:pic>
      <p:pic>
        <p:nvPicPr>
          <p:cNvPr id="7" name="Picture 6" descr="C:\Users\HP\Desktop\DSC01027.JPG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53200" y="0"/>
            <a:ext cx="2362200" cy="3352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0" y="4572000"/>
            <a:ext cx="1295400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u="sng" dirty="0" smtClean="0"/>
              <a:t>LEBELING </a:t>
            </a:r>
            <a:endParaRPr lang="en-US" b="1" u="sng" dirty="0"/>
          </a:p>
        </p:txBody>
      </p:sp>
      <p:pic>
        <p:nvPicPr>
          <p:cNvPr id="9" name="Picture 8" descr="C:\Users\HP\Desktop\DSC09418.JPG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47800" y="3657600"/>
            <a:ext cx="35814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 descr="store 1"/>
          <p:cNvPicPr/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410200" y="3657600"/>
            <a:ext cx="35814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66800"/>
            <a:ext cx="1295400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u="sng" dirty="0" smtClean="0"/>
              <a:t>SYMBLE </a:t>
            </a:r>
            <a:endParaRPr lang="en-US" b="1" u="sng" dirty="0"/>
          </a:p>
        </p:txBody>
      </p:sp>
      <p:sp>
        <p:nvSpPr>
          <p:cNvPr id="3" name="Rectangle 2"/>
          <p:cNvSpPr/>
          <p:nvPr/>
        </p:nvSpPr>
        <p:spPr>
          <a:xfrm>
            <a:off x="0" y="4495800"/>
            <a:ext cx="1295400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u="sng" dirty="0" smtClean="0"/>
              <a:t>DIRRECTION</a:t>
            </a:r>
            <a:r>
              <a:rPr lang="en-US" sz="2000" b="1" u="sng" dirty="0" smtClean="0"/>
              <a:t> </a:t>
            </a:r>
            <a:endParaRPr lang="en-US" b="1" u="sng" dirty="0"/>
          </a:p>
        </p:txBody>
      </p:sp>
      <p:pic>
        <p:nvPicPr>
          <p:cNvPr id="4" name="Picture 3" descr="C:\Users\acer\Desktop\best picture\DSCN4839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0"/>
            <a:ext cx="3733800" cy="3080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D:\Desktop\1st TQM Review WS\DSC01049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3581400"/>
            <a:ext cx="3733800" cy="3276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0" descr="C:\Users\HP\Desktop\DH-PIc-29.5.13\DSC00749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38800" y="3581400"/>
            <a:ext cx="3352800" cy="32766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pic>
      <p:pic>
        <p:nvPicPr>
          <p:cNvPr id="2050" name="Picture 39" descr="F:\TQM POWER\DSC05568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638800" y="0"/>
            <a:ext cx="32766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:\TQM pic-20.5.13\DSC09649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0"/>
            <a:ext cx="34290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0" y="1066800"/>
            <a:ext cx="1295400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u="sng" dirty="0" smtClean="0"/>
              <a:t>ALIGNMENT</a:t>
            </a:r>
            <a:r>
              <a:rPr lang="en-US" sz="2000" b="1" u="sng" dirty="0" smtClean="0"/>
              <a:t> </a:t>
            </a:r>
            <a:endParaRPr lang="en-US" b="1" u="sng" dirty="0"/>
          </a:p>
        </p:txBody>
      </p:sp>
      <p:pic>
        <p:nvPicPr>
          <p:cNvPr id="5" name="Picture 4" descr="DSC_7810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0" y="0"/>
            <a:ext cx="3581400" cy="3048000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</p:pic>
      <p:pic>
        <p:nvPicPr>
          <p:cNvPr id="6" name="Picture 4" descr="C:\Documents and Settings\半田　祐二朗\My Documents\My Pictures\08065S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352800"/>
            <a:ext cx="5486400" cy="3352800"/>
          </a:xfrm>
          <a:prstGeom prst="rect">
            <a:avLst/>
          </a:prstGeom>
          <a:noFill/>
          <a:ln w="76200">
            <a:solidFill>
              <a:srgbClr val="FFFF99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0" y="4572000"/>
            <a:ext cx="1295400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u="sng" dirty="0" smtClean="0"/>
              <a:t>LEFT TO RIGHT ORDER</a:t>
            </a:r>
            <a:r>
              <a:rPr lang="en-US" sz="2000" b="1" u="sng" dirty="0" smtClean="0"/>
              <a:t> </a:t>
            </a:r>
            <a:endParaRPr lang="en-US" b="1" u="sng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953000"/>
            <a:ext cx="1295400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u="sng" dirty="0" smtClean="0"/>
              <a:t>TOP TO BOTTOM ORDER</a:t>
            </a:r>
            <a:endParaRPr lang="en-US" b="1" u="sng" dirty="0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95400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u="sng" dirty="0" smtClean="0"/>
              <a:t>ASCENDING ORDER</a:t>
            </a:r>
            <a:endParaRPr lang="en-US" sz="1400" b="1" u="sng" dirty="0"/>
          </a:p>
        </p:txBody>
      </p:sp>
      <p:pic>
        <p:nvPicPr>
          <p:cNvPr id="4" name="Picture 3" descr="I:\DCIM\102NIKON\DSC08271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3581400"/>
            <a:ext cx="54102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C:\Users\Dr.Salauddin\Desktop\DSC08825.JPG"/>
          <p:cNvPicPr/>
          <p:nvPr/>
        </p:nvPicPr>
        <p:blipFill>
          <a:blip r:embed="rId3" cstate="print"/>
          <a:srcRect t="-328" r="-223" b="-655"/>
          <a:stretch>
            <a:fillRect/>
          </a:stretch>
        </p:blipFill>
        <p:spPr bwMode="auto">
          <a:xfrm>
            <a:off x="1447800" y="0"/>
            <a:ext cx="54864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43000"/>
            <a:ext cx="1295400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u="sng" dirty="0" smtClean="0"/>
              <a:t>ZONES</a:t>
            </a:r>
            <a:endParaRPr lang="en-US" sz="1200" b="1" u="sng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/>
          </a:blip>
          <a:stretch>
            <a:fillRect/>
          </a:stretch>
        </p:blipFill>
        <p:spPr>
          <a:xfrm>
            <a:off x="1447800" y="0"/>
            <a:ext cx="3733800" cy="3276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Picture 3" descr="H:\TQM Pic-19.5.13\DSC09568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10200" y="0"/>
            <a:ext cx="3581400" cy="32766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0" y="4876800"/>
            <a:ext cx="1295400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u="sng" dirty="0" smtClean="0"/>
              <a:t>INSTRUCTIONS</a:t>
            </a:r>
            <a:endParaRPr lang="en-US" sz="1000" b="1" u="sng" dirty="0"/>
          </a:p>
        </p:txBody>
      </p:sp>
      <p:pic>
        <p:nvPicPr>
          <p:cNvPr id="7" name="Content Placeholder 2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5410200" y="3810000"/>
            <a:ext cx="3581400" cy="3048000"/>
          </a:xfrm>
          <a:prstGeom prst="rect">
            <a:avLst/>
          </a:prstGeom>
        </p:spPr>
      </p:pic>
      <p:pic>
        <p:nvPicPr>
          <p:cNvPr id="8" name="Picture 3" descr="DSC0368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810000"/>
            <a:ext cx="3733800" cy="3048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43000"/>
            <a:ext cx="1295400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u="sng" dirty="0" smtClean="0"/>
              <a:t>NUMBERING</a:t>
            </a:r>
            <a:endParaRPr lang="en-US" sz="1050" b="1" u="sng" dirty="0"/>
          </a:p>
        </p:txBody>
      </p:sp>
      <p:sp>
        <p:nvSpPr>
          <p:cNvPr id="3" name="Rectangle 2"/>
          <p:cNvSpPr/>
          <p:nvPr/>
        </p:nvSpPr>
        <p:spPr>
          <a:xfrm>
            <a:off x="0" y="4876800"/>
            <a:ext cx="1295400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u="sng" dirty="0" smtClean="0"/>
              <a:t>COLOUR CODE</a:t>
            </a:r>
            <a:endParaRPr lang="en-US" sz="1100" b="1" u="sng" dirty="0"/>
          </a:p>
        </p:txBody>
      </p:sp>
      <p:pic>
        <p:nvPicPr>
          <p:cNvPr id="4" name="Picture 3" descr="DSC0285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76200"/>
            <a:ext cx="6400800" cy="3048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68" descr="J:\Picture SH\DSC0469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47800" y="3355975"/>
            <a:ext cx="3581400" cy="3502025"/>
          </a:xfrm>
          <a:prstGeom prst="rect">
            <a:avLst/>
          </a:pr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86400" y="3352800"/>
            <a:ext cx="3428999" cy="3505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43000"/>
            <a:ext cx="1295400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u="sng" dirty="0" smtClean="0"/>
              <a:t>X &amp; Y AXIS</a:t>
            </a:r>
            <a:endParaRPr lang="en-US" sz="1200" b="1" u="sng" dirty="0"/>
          </a:p>
        </p:txBody>
      </p:sp>
      <p:sp>
        <p:nvSpPr>
          <p:cNvPr id="3" name="Rectangle 2"/>
          <p:cNvSpPr/>
          <p:nvPr/>
        </p:nvSpPr>
        <p:spPr>
          <a:xfrm>
            <a:off x="0" y="4191000"/>
            <a:ext cx="1295400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u="sng" dirty="0" smtClean="0"/>
              <a:t>NUMBERING</a:t>
            </a:r>
            <a:endParaRPr lang="en-US" sz="1050" b="1" u="sng" dirty="0"/>
          </a:p>
        </p:txBody>
      </p:sp>
      <p:pic>
        <p:nvPicPr>
          <p:cNvPr id="1026" name="Picture 2" descr="E:\DCIM\100CANON\IMG_11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152400"/>
            <a:ext cx="35814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7" descr="DSC0376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57800" y="152400"/>
            <a:ext cx="3505200" cy="2895600"/>
          </a:xfrm>
          <a:prstGeom prst="rect">
            <a:avLst/>
          </a:pr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27" name="Picture 18" descr="C:\Users\Dr.Salauddin\Desktop\DSC04559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47800" y="3429000"/>
            <a:ext cx="35814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13" descr="E:\DH PICs -TQM\TQM pic-25.5.13-Ramiz\DSC00646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257800" y="3429000"/>
            <a:ext cx="35814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800600"/>
            <a:ext cx="1295400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u="sng" dirty="0" smtClean="0"/>
              <a:t>SIGNBOARD</a:t>
            </a:r>
            <a:endParaRPr lang="en-US" sz="1400" b="1" u="sng" dirty="0"/>
          </a:p>
        </p:txBody>
      </p:sp>
      <p:pic>
        <p:nvPicPr>
          <p:cNvPr id="3074" name="Picture 4" descr="D:\Pic TQM\TQM Jessore Rie\DSC04037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3505200"/>
            <a:ext cx="35814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5" descr="D:\Pic TQM\Satkhira DH photos\Picture\DSC0051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57800" y="3505200"/>
            <a:ext cx="3724325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0" y="990600"/>
            <a:ext cx="1295400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u="sng" dirty="0" smtClean="0"/>
              <a:t>SAFTY SIGN</a:t>
            </a:r>
            <a:endParaRPr lang="en-US" sz="1600" b="1" u="sng" dirty="0"/>
          </a:p>
        </p:txBody>
      </p:sp>
      <p:pic>
        <p:nvPicPr>
          <p:cNvPr id="3076" name="Picture 1" descr="C:\Users\acer\Desktop\best picture\DSCN4839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0" y="228600"/>
            <a:ext cx="34290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9" descr="D:\Desktop\1st TQM Review WS\DSC01049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181600" y="228600"/>
            <a:ext cx="37338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28</Words>
  <Application>Microsoft Office PowerPoint</Application>
  <PresentationFormat>On-screen Show (4:3)</PresentationFormat>
  <Paragraphs>17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 Tools of 5s   কোয়ালিটি ইমপ্রুভমেন্ট সেক্রেটারিয়েট   স্বাস্থ্য অর্থনীতি ইউনিট  স্বাস্থ্য ও পরিবার কল্যাণ মন্ত্রণালয়  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HP</dc:creator>
  <cp:lastModifiedBy>DR. NAZMUL</cp:lastModifiedBy>
  <cp:revision>22</cp:revision>
  <dcterms:created xsi:type="dcterms:W3CDTF">2016-12-12T08:08:32Z</dcterms:created>
  <dcterms:modified xsi:type="dcterms:W3CDTF">2022-11-09T08:09:03Z</dcterms:modified>
</cp:coreProperties>
</file>