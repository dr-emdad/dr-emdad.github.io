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83F0-0D4F-44E5-BBAF-E6B09FF9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5F0-B9C2-49DC-9969-C94CD3F77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B36A0-10C0-4207-A29D-99209934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E275F-4621-4317-95EF-C1A7A379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9E8F-8250-4D04-AD62-04781B31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9E0E-0997-4C1D-A226-98409539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66F7-3160-4F82-95D2-94B4545B0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24CC9-B3DE-4F26-9D3C-CCBBAA4D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B7B4-8CD7-4CAB-B676-EAEBDEFF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459D8-2A91-48F6-9FE0-B008DC8D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6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8797-F0B3-4C0B-B6C2-15095BE6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AEC9-AEDA-493C-B145-860FA5C4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9D3B-4DB2-4D9F-BBB3-53990223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3FA5-24AB-4EB3-A38A-120781C8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91C0-E6B8-49DA-9E96-E79F05D6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3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E127-22D1-4BAB-9A4F-F0A5EE72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8FCC8-A794-4354-8CDC-4ECE43A5E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4A0FD-F7DF-45B5-9DCB-209699503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DC968-A88E-42F8-A13F-90BBFC42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62CC9-E205-4F5B-B6BF-7BCB77C5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24275-425D-4575-807C-446EC3E7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0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F1D5-135C-4467-B226-A932D017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91C9-A1F5-49EB-AD6C-ABC963FD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445C9-9A01-429C-BB33-A7FF76A13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6C21E-A77C-4D02-8E84-1F10B86B1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1641A-B170-4E16-AE08-3B5252399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4B23A-0B5A-4725-AB4E-3CA60C11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F198F-CDC1-47A5-B2A8-15AFCB81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1FC4C-0504-408F-977A-FC27E170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0CEB-260F-47FC-9D3C-D4BBD909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82DB3-E044-4EF2-9021-06AB9C2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0B8FD-33AB-4C1E-AFAC-1A50C089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7D63A-A0E8-4722-8146-22D059C4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0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95A3C-1387-4F89-B3CD-0AE05B19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F3C0D-F7AF-41CA-A78D-608110EA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69F8C-9B4A-4CC4-A306-075BBA0D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7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1844-8934-41BE-BD7F-F26F89F1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9242-5870-4AE4-A647-66683987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F5610-5CC6-4E86-8B3A-3CD53DEB4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52E81-C589-42AD-A5E4-A074C45E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9002-988C-484E-8B0D-5F323B53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2DD02-8599-4F7F-AC91-430529B5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9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1AD1-400C-4A5E-B46D-BC697CDE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2C13-3D0A-4CE0-9608-807E903CA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A9B69-85DF-4F13-89F4-B7A9754C5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81C4A-17F6-4C3E-8117-06134FA5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BE01-DF84-49E3-9B4C-4C979249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6F8ED-7D6F-4E28-83D3-5956E6F4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6F11-FBA3-4D4A-9F78-ED216B69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254DF-B3C5-4952-813C-EBC2A0EC7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1C5B-0835-478A-8953-AB0DFC82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EDDB-1659-4CE7-8772-B9ACCBA4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FE565-3973-437F-9612-22320A12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E5E3D-4046-4134-87FE-278EA5C7D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A4F48-6B77-4FB4-87ED-42D1D41A3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70703-7208-42A6-AC06-9E93A69B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E89D3-802A-45BC-AC68-9C5BF659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61726-6B43-4583-BE96-C4AF8F03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252D5-E7EB-4B56-897E-6FE292876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E242-3314-4DCA-A59C-9CDAFA0A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0BCA3-DEDA-4473-AF98-475DFDBFB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E28BB-AE5D-4A2F-AACA-C43CC357A700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8A4FF-B118-497C-81D5-E309E1D98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F2DC3-9A2C-4712-9E75-E63D8EC96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5FAF6-0C0E-4CD3-BD76-DD8D813C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6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69FE63-5A13-4B90-9784-22EECEDDF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4674" y="4174656"/>
            <a:ext cx="7553325" cy="10831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B555EA6-139B-4D34-B8A4-4F1142133E73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8E8BE9D-F5B2-4943-8BC9-045C79194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2" y="596503"/>
            <a:ext cx="7553325" cy="566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1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53B161-10ED-410D-875E-47D762B538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78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5A692E-D736-4B62-A00D-D7A0DF4DE7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87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9E95690-C6F4-4953-AB15-6F0FC5D462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60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8D4FD6D-3277-45D8-AED1-6B91B29696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239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2CBC16D-3CD9-4B20-9F52-37BB0213D8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53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5A138AA-FC17-42A6-9F64-C92D7798E0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636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CFFE1AE-C2F5-4E13-B604-88BC14BD43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8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51A09D1-75AE-4408-8602-A52DFA01D1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995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F4E5EB3-AE4D-4CC9-8A72-63DB722949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863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437D7D2-EF64-464A-BDAA-62CAE807F2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00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77BFD66-F622-4AB0-AEB3-D037D59F07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25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3905DE7-6887-4206-A7EB-8F790163EB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812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EBD7-E404-408F-94F6-66232A4D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E3ECB-BC03-429E-B265-0FEA9E5F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4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7C3B-E6A4-4BE5-B88F-B9E34849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40" name="Picture 4" descr="Ramgoti 16">
            <a:extLst>
              <a:ext uri="{FF2B5EF4-FFF2-40B4-BE49-F238E27FC236}">
                <a16:creationId xmlns:a16="http://schemas.microsoft.com/office/drawing/2014/main" id="{4514924E-4C72-469B-A737-DBBB54C42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2" y="873125"/>
            <a:ext cx="4943475" cy="561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8984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4" name="Picture 4" descr="Ramgoti 17">
            <a:extLst>
              <a:ext uri="{FF2B5EF4-FFF2-40B4-BE49-F238E27FC236}">
                <a16:creationId xmlns:a16="http://schemas.microsoft.com/office/drawing/2014/main" id="{B4C7BDD5-56B0-4DC5-B9DB-6DE18D9F9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2" y="1233488"/>
            <a:ext cx="2978150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4178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7" name="Picture 3" descr="Ramgoti%2018">
            <a:extLst>
              <a:ext uri="{FF2B5EF4-FFF2-40B4-BE49-F238E27FC236}">
                <a16:creationId xmlns:a16="http://schemas.microsoft.com/office/drawing/2014/main" id="{2AC390C7-B540-4146-A069-6C80402AE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018" y="1392237"/>
            <a:ext cx="3001963" cy="463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2861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Ramgoti%2020">
            <a:extLst>
              <a:ext uri="{FF2B5EF4-FFF2-40B4-BE49-F238E27FC236}">
                <a16:creationId xmlns:a16="http://schemas.microsoft.com/office/drawing/2014/main" id="{4F7BF212-5784-42F3-8106-4936BF4D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3" y="1169988"/>
            <a:ext cx="2962275" cy="532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486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IMG_20220802_111722">
            <a:extLst>
              <a:ext uri="{FF2B5EF4-FFF2-40B4-BE49-F238E27FC236}">
                <a16:creationId xmlns:a16="http://schemas.microsoft.com/office/drawing/2014/main" id="{3DF92DF2-B733-4311-94A4-40F31DA46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743" y="1318418"/>
            <a:ext cx="5624513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5650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47747-198E-424C-AE28-ED43107AF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1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651-30FC-4182-87C1-C5F8CC20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47747-198E-424C-AE28-ED43107AF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9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2022-09-16T15:27:42Z</dcterms:created>
  <dcterms:modified xsi:type="dcterms:W3CDTF">2022-09-16T15:58:25Z</dcterms:modified>
</cp:coreProperties>
</file>