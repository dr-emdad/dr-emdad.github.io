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xlsx" ContentType="application/vnd.openxmlformats-officedocument.spreadsheetml.sheet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theme/theme2.xml" ContentType="application/vnd.openxmlformats-officedocument.theme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theme/theme3.xml" ContentType="application/vnd.openxmlformats-officedocument.theme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52.xml" ContentType="application/vnd.openxmlformats-officedocument.presentationml.slideLayout+xml"/>
  <Override PartName="/ppt/slideLayouts/slideLayout53.xml" ContentType="application/vnd.openxmlformats-officedocument.presentationml.slideLayout+xml"/>
  <Override PartName="/ppt/theme/theme4.xml" ContentType="application/vnd.openxmlformats-officedocument.theme+xml"/>
  <Override PartName="/ppt/theme/theme5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notesSlides/notesSlide7.xml" ContentType="application/vnd.openxmlformats-officedocument.presentationml.notesSlide+xml"/>
  <Override PartName="/ppt/charts/chart3.xml" ContentType="application/vnd.openxmlformats-officedocument.drawingml.chart+xml"/>
  <Override PartName="/ppt/notesSlides/notesSlide8.xml" ContentType="application/vnd.openxmlformats-officedocument.presentationml.notesSlide+xml"/>
  <Override PartName="/ppt/charts/chart4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843" r:id="rId1"/>
    <p:sldMasterId id="2147483909" r:id="rId2"/>
    <p:sldMasterId id="2147484020" r:id="rId3"/>
    <p:sldMasterId id="2147484036" r:id="rId4"/>
  </p:sldMasterIdLst>
  <p:notesMasterIdLst>
    <p:notesMasterId r:id="rId27"/>
  </p:notesMasterIdLst>
  <p:sldIdLst>
    <p:sldId id="332" r:id="rId5"/>
    <p:sldId id="403" r:id="rId6"/>
    <p:sldId id="309" r:id="rId7"/>
    <p:sldId id="376" r:id="rId8"/>
    <p:sldId id="401" r:id="rId9"/>
    <p:sldId id="402" r:id="rId10"/>
    <p:sldId id="326" r:id="rId11"/>
    <p:sldId id="327" r:id="rId12"/>
    <p:sldId id="346" r:id="rId13"/>
    <p:sldId id="337" r:id="rId14"/>
    <p:sldId id="404" r:id="rId15"/>
    <p:sldId id="405" r:id="rId16"/>
    <p:sldId id="406" r:id="rId17"/>
    <p:sldId id="407" r:id="rId18"/>
    <p:sldId id="408" r:id="rId19"/>
    <p:sldId id="409" r:id="rId20"/>
    <p:sldId id="410" r:id="rId21"/>
    <p:sldId id="411" r:id="rId22"/>
    <p:sldId id="412" r:id="rId23"/>
    <p:sldId id="348" r:id="rId24"/>
    <p:sldId id="334" r:id="rId25"/>
    <p:sldId id="344" r:id="rId26"/>
  </p:sldIdLst>
  <p:sldSz cx="9144000" cy="6858000" type="screen4x3"/>
  <p:notesSz cx="7010400" cy="9296400"/>
  <p:defaultTextStyle>
    <a:defPPr>
      <a:defRPr lang="en-US"/>
    </a:defPPr>
    <a:lvl1pPr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itchFamily="34" charset="0"/>
        <a:ea typeface="+mn-ea"/>
        <a:cs typeface="Arial" pitchFamily="34" charset="0"/>
      </a:defRPr>
    </a:lvl1pPr>
    <a:lvl2pPr marL="4572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itchFamily="34" charset="0"/>
        <a:ea typeface="+mn-ea"/>
        <a:cs typeface="Arial" pitchFamily="34" charset="0"/>
      </a:defRPr>
    </a:lvl2pPr>
    <a:lvl3pPr marL="9144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itchFamily="34" charset="0"/>
        <a:ea typeface="+mn-ea"/>
        <a:cs typeface="Arial" pitchFamily="34" charset="0"/>
      </a:defRPr>
    </a:lvl3pPr>
    <a:lvl4pPr marL="13716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itchFamily="34" charset="0"/>
        <a:ea typeface="+mn-ea"/>
        <a:cs typeface="Arial" pitchFamily="34" charset="0"/>
      </a:defRPr>
    </a:lvl4pPr>
    <a:lvl5pPr marL="18288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itchFamily="34" charset="0"/>
        <a:ea typeface="+mn-ea"/>
        <a:cs typeface="Arial" pitchFamily="34" charset="0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pitchFamily="34" charset="0"/>
        <a:ea typeface="+mn-ea"/>
        <a:cs typeface="Arial" pitchFamily="34" charset="0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pitchFamily="34" charset="0"/>
        <a:ea typeface="+mn-ea"/>
        <a:cs typeface="Arial" pitchFamily="34" charset="0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pitchFamily="34" charset="0"/>
        <a:ea typeface="+mn-ea"/>
        <a:cs typeface="Arial" pitchFamily="34" charset="0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pitchFamily="34" charset="0"/>
        <a:ea typeface="+mn-ea"/>
        <a:cs typeface="Arial" pitchFamily="34" charset="0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0" name="Windows User" initials="WU" lastIdx="1" clrIdx="0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useTimings="0">
    <p:present/>
    <p:sldAll/>
    <p:penClr>
      <a:srgbClr val="FF0000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0"/>
      </p:ext>
    </p:extLst>
  </p:showPr>
  <p:clrMru>
    <a:srgbClr val="0C7E17"/>
    <a:srgbClr val="3EEE00"/>
    <a:srgbClr val="33CC3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F2DE63D5-997A-4646-A377-4702673A728D}" styleName="Light Style 2 - Accent 3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</a:tcStyle>
    </a:band1H>
    <a:band1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1V>
    <a:band2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3"/>
        </a:fillRef>
      </a:tcStyle>
    </a:firstRow>
  </a:tblStyle>
  <a:tblStyle styleId="{8799B23B-EC83-4686-B30A-512413B5E67A}" styleName="Light Style 3 - Accent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 w="12700" cmpd="sng">
              <a:solidFill>
                <a:schemeClr val="accent3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  <a:tblStyle styleId="{1FECB4D8-DB02-4DC6-A0A2-4F2EBAE1DC90}" styleName="Medium Style 1 - Accent 3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3">
              <a:tint val="20000"/>
            </a:schemeClr>
          </a:solidFill>
        </a:fill>
      </a:tcStyle>
    </a:band1H>
    <a:band1V>
      <a:tcStyle>
        <a:tcBdr/>
        <a:fill>
          <a:solidFill>
            <a:schemeClr val="accent3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3"/>
          </a:solidFill>
        </a:fill>
      </a:tcStyle>
    </a:firstRow>
  </a:tblStyle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7DF18680-E054-41AD-8BC1-D1AEF772440D}" styleName="Medium Style 2 - Accent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D7AC3CCA-C797-4891-BE02-D94E43425B78}" styleName="Medium Style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 w="12700" cmpd="sng">
              <a:solidFill>
                <a:schemeClr val="dk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dk1"/>
              </a:solidFill>
            </a:ln>
          </a:top>
        </a:tcBdr>
        <a:fill>
          <a:solidFill>
            <a:schemeClr val="dk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dk1">
              <a:tint val="20000"/>
            </a:schemeClr>
          </a:solidFill>
        </a:fill>
      </a:tcStyle>
    </a:firstRow>
  </a:tblStyle>
  <a:tblStyle styleId="{C4B1156A-380E-4F78-BDF5-A606A8083BF9}" styleName="Medium Style 4 - Accent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4"/>
              </a:solidFill>
            </a:ln>
          </a:left>
          <a:right>
            <a:ln w="12700" cmpd="sng">
              <a:solidFill>
                <a:schemeClr val="accent4"/>
              </a:solidFill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 w="12700" cmpd="sng">
              <a:solidFill>
                <a:schemeClr val="accent4"/>
              </a:solidFill>
            </a:ln>
          </a:insideH>
          <a:insideV>
            <a:ln w="12700" cmpd="sng">
              <a:solidFill>
                <a:schemeClr val="accent4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4"/>
              </a:solidFill>
            </a:ln>
          </a:top>
        </a:tcBdr>
        <a:fill>
          <a:solidFill>
            <a:schemeClr val="accent4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4">
              <a:tint val="20000"/>
            </a:schemeClr>
          </a:solidFill>
        </a:fill>
      </a:tcStyle>
    </a:firstRow>
  </a:tblStyle>
  <a:tblStyle styleId="{69CF1AB2-1976-4502-BF36-3FF5EA218861}" styleName="Medium Style 4 - Accent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1"/>
              </a:solidFill>
            </a:ln>
          </a:top>
        </a:tcBdr>
        <a:fill>
          <a:solidFill>
            <a:schemeClr val="accent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1">
              <a:tint val="20000"/>
            </a:schemeClr>
          </a:solidFill>
        </a:fill>
      </a:tcStyle>
    </a:firstRow>
  </a:tblStyle>
  <a:tblStyle styleId="{22838BEF-8BB2-4498-84A7-C5851F593DF1}" styleName="Medium Style 4 - Accent 5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 w="12700" cmpd="sng">
              <a:solidFill>
                <a:schemeClr val="accent5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5"/>
              </a:solidFill>
            </a:ln>
          </a:top>
        </a:tcBdr>
        <a:fill>
          <a:solidFill>
            <a:schemeClr val="accent5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5">
              <a:tint val="20000"/>
            </a:schemeClr>
          </a:solidFill>
        </a:fill>
      </a:tcStyle>
    </a:firstRow>
  </a:tblStyle>
  <a:tblStyle styleId="{35758FB7-9AC5-4552-8A53-C91805E547FA}" styleName="Themed Style 1 - Accent 5">
    <a:tblBg>
      <a:fillRef idx="2">
        <a:schemeClr val="accent5"/>
      </a:fillRef>
      <a:effectRef idx="1">
        <a:schemeClr val="accent5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Ref idx="1">
              <a:schemeClr val="accent5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</a:tcBdr>
        <a:fill>
          <a:solidFill>
            <a:schemeClr val="accent5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5"/>
            </a:lnRef>
          </a:left>
          <a:right>
            <a:lnRef idx="2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2">
              <a:schemeClr val="accent5"/>
            </a:lnRef>
          </a:top>
          <a:bottom>
            <a:lnRef idx="2">
              <a:schemeClr val="accent5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5"/>
          </a:solidFill>
        </a:fill>
      </a:tcStyle>
    </a:firstRow>
  </a:tblStyle>
  <a:tblStyle styleId="{69C7853C-536D-4A76-A0AE-DD22124D55A5}" styleName="Themed Style 1 - Accent 3">
    <a:tblBg>
      <a:fillRef idx="2">
        <a:schemeClr val="accent3"/>
      </a:fillRef>
      <a:effectRef idx="1">
        <a:schemeClr val="accent3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Ref idx="1">
              <a:schemeClr val="accent3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  <a:fill>
          <a:solidFill>
            <a:schemeClr val="accent3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3"/>
            </a:lnRef>
          </a:left>
          <a:right>
            <a:lnRef idx="2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2">
              <a:schemeClr val="accent3"/>
            </a:lnRef>
          </a:top>
          <a:bottom>
            <a:lnRef idx="2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3"/>
          </a:solidFill>
        </a:fill>
      </a:tcStyle>
    </a:firstRow>
  </a:tblStyle>
  <a:tblStyle styleId="{3C2FFA5D-87B4-456A-9821-1D502468CF0F}" styleName="Themed Style 1 - Accent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  <a:tblStyle styleId="{BDBED569-4797-4DF1-A0F4-6AAB3CD982D8}" styleName="Light Style 3 - Accent 5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 w="12700" cmpd="sng">
              <a:solidFill>
                <a:schemeClr val="accent5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20000"/>
            </a:schemeClr>
          </a:solidFill>
        </a:fill>
      </a:tcStyle>
    </a:band1H>
    <a:band1V>
      <a:tcStyle>
        <a:tcBdr/>
        <a:fill>
          <a:solidFill>
            <a:schemeClr val="accent5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5"/>
              </a:solidFill>
            </a:ln>
          </a:bottom>
        </a:tcBdr>
        <a:fill>
          <a:noFill/>
        </a:fill>
      </a:tcStyle>
    </a:firstRow>
  </a:tblStyle>
  <a:tblStyle styleId="{37CE84F3-28C3-443E-9E96-99CF82512B78}" styleName="Dark Style 1 - Accent 2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2"/>
          </a:solidFill>
        </a:fill>
      </a:tcStyle>
    </a:wholeTbl>
    <a:band1H>
      <a:tcStyle>
        <a:tcBdr/>
        <a:fill>
          <a:solidFill>
            <a:schemeClr val="accent2">
              <a:shade val="60000"/>
            </a:schemeClr>
          </a:solidFill>
        </a:fill>
      </a:tcStyle>
    </a:band1H>
    <a:band1V>
      <a:tcStyle>
        <a:tcBdr/>
        <a:fill>
          <a:solidFill>
            <a:schemeClr val="accent2">
              <a:shade val="6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accent2">
              <a:shade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accent2">
              <a:shade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accent2">
              <a:shade val="4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0029" autoAdjust="0"/>
    <p:restoredTop sz="87290" autoAdjust="0"/>
  </p:normalViewPr>
  <p:slideViewPr>
    <p:cSldViewPr>
      <p:cViewPr varScale="1">
        <p:scale>
          <a:sx n="100" d="100"/>
          <a:sy n="100" d="100"/>
        </p:scale>
        <p:origin x="2238" y="72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186" y="39348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slide" Target="slides/slide22.xml"/><Relationship Id="rId3" Type="http://schemas.openxmlformats.org/officeDocument/2006/relationships/slideMaster" Target="slideMasters/slideMaster3.xml"/><Relationship Id="rId21" Type="http://schemas.openxmlformats.org/officeDocument/2006/relationships/slide" Target="slides/slide17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slide" Target="slides/slide21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29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slide" Target="slides/slide20.xml"/><Relationship Id="rId32" Type="http://schemas.openxmlformats.org/officeDocument/2006/relationships/tableStyles" Target="tableStyles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commentAuthors" Target="commentAuthors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31" Type="http://schemas.openxmlformats.org/officeDocument/2006/relationships/theme" Target="theme/theme1.xml"/><Relationship Id="rId4" Type="http://schemas.openxmlformats.org/officeDocument/2006/relationships/slideMaster" Target="slideMasters/slideMaster4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notesMaster" Target="notesMasters/notesMaster1.xml"/><Relationship Id="rId30" Type="http://schemas.openxmlformats.org/officeDocument/2006/relationships/viewProps" Target="viewProps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_rels/chart2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3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4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3.xlsx"/><Relationship Id="rId2" Type="http://schemas.microsoft.com/office/2011/relationships/chartColorStyle" Target="colors1.xml"/><Relationship Id="rId1" Type="http://schemas.microsoft.com/office/2011/relationships/chartStyle" Target="style1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31"/>
    </mc:Choice>
    <mc:Fallback>
      <c:style val="31"/>
    </mc:Fallback>
  </mc:AlternateContent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Bed Occupacy Rate</c:v>
                </c:pt>
              </c:strCache>
            </c:strRef>
          </c:tx>
          <c:spPr>
            <a:gradFill rotWithShape="1">
              <a:gsLst>
                <a:gs pos="0">
                  <a:schemeClr val="accent1">
                    <a:shade val="51000"/>
                    <a:satMod val="130000"/>
                  </a:schemeClr>
                </a:gs>
                <a:gs pos="80000">
                  <a:schemeClr val="accent1">
                    <a:shade val="93000"/>
                    <a:satMod val="130000"/>
                  </a:schemeClr>
                </a:gs>
                <a:gs pos="100000">
                  <a:schemeClr val="accent1">
                    <a:shade val="94000"/>
                    <a:satMod val="135000"/>
                  </a:schemeClr>
                </a:gs>
              </a:gsLst>
              <a:lin ang="16200000" scaled="0"/>
            </a:gradFill>
            <a:ln>
              <a:noFill/>
            </a:ln>
            <a:effectLst>
              <a:outerShdw blurRad="40000" dist="23000" dir="5400000" rotWithShape="0">
                <a:srgbClr val="000000">
                  <a:alpha val="35000"/>
                </a:srgbClr>
              </a:outerShdw>
            </a:effectLst>
            <a:scene3d>
              <a:camera prst="orthographicFront">
                <a:rot lat="0" lon="0" rev="0"/>
              </a:camera>
              <a:lightRig rig="threePt" dir="t">
                <a:rot lat="0" lon="0" rev="1200000"/>
              </a:lightRig>
            </a:scene3d>
            <a:sp3d>
              <a:bevelT w="63500" h="25400"/>
            </a:sp3d>
          </c:spPr>
          <c:invertIfNegative val="0"/>
          <c:dLbls>
            <c:spPr>
              <a:noFill/>
              <a:ln>
                <a:noFill/>
              </a:ln>
              <a:effectLst/>
            </c:sp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0"/>
              </c:ext>
            </c:extLst>
          </c:dLbls>
          <c:cat>
            <c:numRef>
              <c:f>Sheet1!$A$2:$A$6</c:f>
              <c:numCache>
                <c:formatCode>General</c:formatCode>
                <c:ptCount val="5"/>
                <c:pt idx="0">
                  <c:v>2017</c:v>
                </c:pt>
                <c:pt idx="1">
                  <c:v>2018</c:v>
                </c:pt>
                <c:pt idx="2">
                  <c:v>2019</c:v>
                </c:pt>
                <c:pt idx="3">
                  <c:v>2020</c:v>
                </c:pt>
                <c:pt idx="4">
                  <c:v>2021</c:v>
                </c:pt>
              </c:numCache>
            </c:numRef>
          </c:cat>
          <c:val>
            <c:numRef>
              <c:f>Sheet1!$B$2:$B$6</c:f>
              <c:numCache>
                <c:formatCode>0%</c:formatCode>
                <c:ptCount val="5"/>
                <c:pt idx="0">
                  <c:v>0.55000000000000004</c:v>
                </c:pt>
                <c:pt idx="1">
                  <c:v>0.57999999999999996</c:v>
                </c:pt>
                <c:pt idx="2">
                  <c:v>0.69</c:v>
                </c:pt>
                <c:pt idx="3">
                  <c:v>0.78</c:v>
                </c:pt>
                <c:pt idx="4">
                  <c:v>0.83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3AF0-4EC3-8B7B-D897AC087530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axId val="132081536"/>
        <c:axId val="132083072"/>
      </c:barChart>
      <c:catAx>
        <c:axId val="132081536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nextTo"/>
        <c:crossAx val="132083072"/>
        <c:crosses val="autoZero"/>
        <c:auto val="1"/>
        <c:lblAlgn val="ctr"/>
        <c:lblOffset val="100"/>
        <c:noMultiLvlLbl val="0"/>
      </c:catAx>
      <c:valAx>
        <c:axId val="132083072"/>
        <c:scaling>
          <c:orientation val="minMax"/>
        </c:scaling>
        <c:delete val="0"/>
        <c:axPos val="l"/>
        <c:majorGridlines/>
        <c:numFmt formatCode="0%" sourceLinked="1"/>
        <c:majorTickMark val="out"/>
        <c:minorTickMark val="none"/>
        <c:tickLblPos val="nextTo"/>
        <c:crossAx val="132081536"/>
        <c:crosses val="autoZero"/>
        <c:crossBetween val="between"/>
      </c:valAx>
    </c:plotArea>
    <c:plotVisOnly val="1"/>
    <c:dispBlanksAs val="gap"/>
    <c:showDLblsOverMax val="0"/>
  </c:chart>
  <c:txPr>
    <a:bodyPr/>
    <a:lstStyle/>
    <a:p>
      <a:pPr>
        <a:defRPr sz="1800" b="1"/>
      </a:pPr>
      <a:endParaRPr lang="en-US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18"/>
    </mc:Choice>
    <mc:Fallback>
      <c:style val="18"/>
    </mc:Fallback>
  </mc:AlternateContent>
  <c:chart>
    <c:autoTitleDeleted val="0"/>
    <c:plotArea>
      <c:layout>
        <c:manualLayout>
          <c:layoutTarget val="inner"/>
          <c:xMode val="edge"/>
          <c:yMode val="edge"/>
          <c:x val="0.12141903990973091"/>
          <c:y val="4.4409667541557306E-2"/>
          <c:w val="0.65834289989452255"/>
          <c:h val="0.84475240594925638"/>
        </c:manualLayout>
      </c:layout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Emergency &amp; Outdoors</c:v>
                </c:pt>
              </c:strCache>
            </c:strRef>
          </c:tx>
          <c:invertIfNegative val="0"/>
          <c:dLbls>
            <c:spPr>
              <a:noFill/>
              <a:ln>
                <a:noFill/>
              </a:ln>
              <a:effectLst/>
            </c:sp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0"/>
              </c:ext>
            </c:extLst>
          </c:dLbls>
          <c:cat>
            <c:numRef>
              <c:f>Sheet1!$A$2:$A$6</c:f>
              <c:numCache>
                <c:formatCode>General</c:formatCode>
                <c:ptCount val="5"/>
                <c:pt idx="0">
                  <c:v>2017</c:v>
                </c:pt>
                <c:pt idx="1">
                  <c:v>2018</c:v>
                </c:pt>
                <c:pt idx="2">
                  <c:v>2019</c:v>
                </c:pt>
                <c:pt idx="3">
                  <c:v>2020</c:v>
                </c:pt>
                <c:pt idx="4">
                  <c:v>2021</c:v>
                </c:pt>
              </c:numCache>
            </c:numRef>
          </c:cat>
          <c:val>
            <c:numRef>
              <c:f>Sheet1!$B$2:$B$6</c:f>
              <c:numCache>
                <c:formatCode>General</c:formatCode>
                <c:ptCount val="5"/>
                <c:pt idx="0">
                  <c:v>2160</c:v>
                </c:pt>
                <c:pt idx="1">
                  <c:v>2220</c:v>
                </c:pt>
                <c:pt idx="2">
                  <c:v>2328</c:v>
                </c:pt>
                <c:pt idx="3">
                  <c:v>2220</c:v>
                </c:pt>
                <c:pt idx="4">
                  <c:v>3211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B2EC-45CC-8C31-9F6FA0932767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Indoor</c:v>
                </c:pt>
              </c:strCache>
            </c:strRef>
          </c:tx>
          <c:invertIfNegative val="0"/>
          <c:dLbls>
            <c:spPr>
              <a:noFill/>
              <a:ln>
                <a:noFill/>
              </a:ln>
              <a:effectLst/>
            </c:sp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0"/>
              </c:ext>
            </c:extLst>
          </c:dLbls>
          <c:cat>
            <c:numRef>
              <c:f>Sheet1!$A$2:$A$6</c:f>
              <c:numCache>
                <c:formatCode>General</c:formatCode>
                <c:ptCount val="5"/>
                <c:pt idx="0">
                  <c:v>2017</c:v>
                </c:pt>
                <c:pt idx="1">
                  <c:v>2018</c:v>
                </c:pt>
                <c:pt idx="2">
                  <c:v>2019</c:v>
                </c:pt>
                <c:pt idx="3">
                  <c:v>2020</c:v>
                </c:pt>
                <c:pt idx="4">
                  <c:v>2021</c:v>
                </c:pt>
              </c:numCache>
            </c:numRef>
          </c:cat>
          <c:val>
            <c:numRef>
              <c:f>Sheet1!$C$2:$C$6</c:f>
              <c:numCache>
                <c:formatCode>General</c:formatCode>
                <c:ptCount val="5"/>
                <c:pt idx="0">
                  <c:v>1760</c:v>
                </c:pt>
                <c:pt idx="1">
                  <c:v>1881</c:v>
                </c:pt>
                <c:pt idx="2">
                  <c:v>1969</c:v>
                </c:pt>
                <c:pt idx="3">
                  <c:v>1757</c:v>
                </c:pt>
                <c:pt idx="4">
                  <c:v>2535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B2EC-45CC-8C31-9F6FA0932767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Outdoor</c:v>
                </c:pt>
              </c:strCache>
            </c:strRef>
          </c:tx>
          <c:invertIfNegative val="0"/>
          <c:cat>
            <c:numRef>
              <c:f>Sheet1!$A$2:$A$6</c:f>
              <c:numCache>
                <c:formatCode>General</c:formatCode>
                <c:ptCount val="5"/>
                <c:pt idx="0">
                  <c:v>2017</c:v>
                </c:pt>
                <c:pt idx="1">
                  <c:v>2018</c:v>
                </c:pt>
                <c:pt idx="2">
                  <c:v>2019</c:v>
                </c:pt>
                <c:pt idx="3">
                  <c:v>2020</c:v>
                </c:pt>
                <c:pt idx="4">
                  <c:v>2021</c:v>
                </c:pt>
              </c:numCache>
            </c:numRef>
          </c:cat>
          <c:val>
            <c:numRef>
              <c:f>Sheet1!$D$2:$D$6</c:f>
              <c:numCache>
                <c:formatCode>General</c:formatCode>
                <c:ptCount val="5"/>
                <c:pt idx="0">
                  <c:v>16477</c:v>
                </c:pt>
                <c:pt idx="1">
                  <c:v>17401</c:v>
                </c:pt>
                <c:pt idx="2">
                  <c:v>26245</c:v>
                </c:pt>
                <c:pt idx="3">
                  <c:v>19654</c:v>
                </c:pt>
                <c:pt idx="4">
                  <c:v>26184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03EB-4DBA-B58B-9D8D548B82D7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axId val="157252224"/>
        <c:axId val="159080832"/>
      </c:barChart>
      <c:catAx>
        <c:axId val="15725222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nextTo"/>
        <c:crossAx val="159080832"/>
        <c:crosses val="autoZero"/>
        <c:auto val="1"/>
        <c:lblAlgn val="ctr"/>
        <c:lblOffset val="100"/>
        <c:noMultiLvlLbl val="0"/>
      </c:catAx>
      <c:valAx>
        <c:axId val="159080832"/>
        <c:scaling>
          <c:orientation val="minMax"/>
        </c:scaling>
        <c:delete val="0"/>
        <c:axPos val="l"/>
        <c:majorGridlines/>
        <c:numFmt formatCode="General" sourceLinked="1"/>
        <c:majorTickMark val="out"/>
        <c:minorTickMark val="none"/>
        <c:tickLblPos val="nextTo"/>
        <c:crossAx val="157252224"/>
        <c:crosses val="autoZero"/>
        <c:crossBetween val="between"/>
      </c:valAx>
    </c:plotArea>
    <c:legend>
      <c:legendPos val="r"/>
      <c:layout>
        <c:manualLayout>
          <c:xMode val="edge"/>
          <c:yMode val="edge"/>
          <c:x val="0.78443483700051508"/>
          <c:y val="0.42290223097112861"/>
          <c:w val="0.21556516299948489"/>
          <c:h val="0.23129330708661416"/>
        </c:manualLayout>
      </c:layout>
      <c:overlay val="0"/>
    </c:legend>
    <c:plotVisOnly val="1"/>
    <c:dispBlanksAs val="gap"/>
    <c:showDLblsOverMax val="0"/>
  </c:chart>
  <c:txPr>
    <a:bodyPr/>
    <a:lstStyle/>
    <a:p>
      <a:pPr>
        <a:defRPr sz="1800" b="1"/>
      </a:pPr>
      <a:endParaRPr lang="en-US"/>
    </a:p>
  </c:tx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view3D>
      <c:rotX val="0"/>
      <c:rotY val="0"/>
      <c:depthPercent val="100"/>
      <c:rAngAx val="1"/>
    </c:view3D>
    <c:floor>
      <c:thickness val="0"/>
    </c:floor>
    <c:sideWall>
      <c:thickness val="0"/>
    </c:sideWall>
    <c:backWall>
      <c:thickness val="0"/>
    </c:backWall>
    <c:plotArea>
      <c:layout/>
      <c:bar3D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Series 1</c:v>
                </c:pt>
              </c:strCache>
            </c:strRef>
          </c:tx>
          <c:invertIfNegative val="0"/>
          <c:dLbls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b="1">
                    <a:solidFill>
                      <a:schemeClr val="accent1">
                        <a:lumMod val="75000"/>
                      </a:schemeClr>
                    </a:solidFill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0"/>
              </c:ext>
            </c:extLst>
          </c:dLbls>
          <c:cat>
            <c:numRef>
              <c:f>Sheet1!$A$2:$A$4</c:f>
              <c:numCache>
                <c:formatCode>General</c:formatCode>
                <c:ptCount val="3"/>
                <c:pt idx="0">
                  <c:v>2019</c:v>
                </c:pt>
                <c:pt idx="1">
                  <c:v>2020</c:v>
                </c:pt>
                <c:pt idx="2">
                  <c:v>2021</c:v>
                </c:pt>
              </c:numCache>
            </c:numRef>
          </c:cat>
          <c:val>
            <c:numRef>
              <c:f>Sheet1!$B$2:$B$4</c:f>
              <c:numCache>
                <c:formatCode>#,##0</c:formatCode>
                <c:ptCount val="3"/>
                <c:pt idx="0">
                  <c:v>359070</c:v>
                </c:pt>
                <c:pt idx="1">
                  <c:v>399526</c:v>
                </c:pt>
                <c:pt idx="2">
                  <c:v>547776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5489-46BF-9D79-F0F8DA2C835B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335"/>
        <c:gapDepth val="228"/>
        <c:shape val="cylinder"/>
        <c:axId val="233938944"/>
        <c:axId val="233941632"/>
        <c:axId val="0"/>
      </c:bar3DChart>
      <c:catAx>
        <c:axId val="23393894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nextTo"/>
        <c:txPr>
          <a:bodyPr/>
          <a:lstStyle/>
          <a:p>
            <a:pPr>
              <a:defRPr b="1"/>
            </a:pPr>
            <a:endParaRPr lang="en-US"/>
          </a:p>
        </c:txPr>
        <c:crossAx val="233941632"/>
        <c:crosses val="autoZero"/>
        <c:auto val="1"/>
        <c:lblAlgn val="ctr"/>
        <c:lblOffset val="100"/>
        <c:noMultiLvlLbl val="0"/>
      </c:catAx>
      <c:valAx>
        <c:axId val="233941632"/>
        <c:scaling>
          <c:orientation val="minMax"/>
        </c:scaling>
        <c:delete val="0"/>
        <c:axPos val="l"/>
        <c:majorGridlines/>
        <c:numFmt formatCode="#,##0" sourceLinked="1"/>
        <c:majorTickMark val="out"/>
        <c:minorTickMark val="none"/>
        <c:tickLblPos val="nextTo"/>
        <c:txPr>
          <a:bodyPr/>
          <a:lstStyle/>
          <a:p>
            <a:pPr>
              <a:defRPr b="1">
                <a:solidFill>
                  <a:schemeClr val="tx2"/>
                </a:solidFill>
              </a:defRPr>
            </a:pPr>
            <a:endParaRPr lang="en-US"/>
          </a:p>
        </c:txPr>
        <c:crossAx val="233938944"/>
        <c:crosses val="autoZero"/>
        <c:crossBetween val="between"/>
      </c:valAx>
      <c:spPr>
        <a:noFill/>
        <a:ln w="25386">
          <a:noFill/>
        </a:ln>
      </c:spPr>
    </c:plotArea>
    <c:plotVisOnly val="1"/>
    <c:dispBlanksAs val="gap"/>
    <c:showDLblsOverMax val="0"/>
  </c:chart>
  <c:txPr>
    <a:bodyPr/>
    <a:lstStyle/>
    <a:p>
      <a:pPr>
        <a:defRPr sz="1797"/>
      </a:pPr>
      <a:endParaRPr lang="en-US"/>
    </a:p>
  </c:tx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layout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862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Delivery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cat>
            <c:numRef>
              <c:f>Sheet1!$A$2:$A$11</c:f>
              <c:numCache>
                <c:formatCode>General</c:formatCode>
                <c:ptCount val="10"/>
                <c:pt idx="0">
                  <c:v>2013</c:v>
                </c:pt>
                <c:pt idx="1">
                  <c:v>2014</c:v>
                </c:pt>
                <c:pt idx="2">
                  <c:v>2015</c:v>
                </c:pt>
                <c:pt idx="3">
                  <c:v>2016</c:v>
                </c:pt>
                <c:pt idx="4">
                  <c:v>2017</c:v>
                </c:pt>
                <c:pt idx="5">
                  <c:v>2018</c:v>
                </c:pt>
                <c:pt idx="6">
                  <c:v>2019</c:v>
                </c:pt>
                <c:pt idx="7">
                  <c:v>2020</c:v>
                </c:pt>
                <c:pt idx="8">
                  <c:v>2021</c:v>
                </c:pt>
                <c:pt idx="9">
                  <c:v>2022</c:v>
                </c:pt>
              </c:numCache>
            </c:numRef>
          </c:cat>
          <c:val>
            <c:numRef>
              <c:f>Sheet1!$B$2:$B$11</c:f>
              <c:numCache>
                <c:formatCode>General</c:formatCode>
                <c:ptCount val="10"/>
                <c:pt idx="0">
                  <c:v>50</c:v>
                </c:pt>
                <c:pt idx="1">
                  <c:v>39</c:v>
                </c:pt>
                <c:pt idx="2">
                  <c:v>68</c:v>
                </c:pt>
                <c:pt idx="3">
                  <c:v>25</c:v>
                </c:pt>
                <c:pt idx="4">
                  <c:v>55</c:v>
                </c:pt>
                <c:pt idx="5">
                  <c:v>65</c:v>
                </c:pt>
                <c:pt idx="6">
                  <c:v>42</c:v>
                </c:pt>
                <c:pt idx="7">
                  <c:v>31</c:v>
                </c:pt>
                <c:pt idx="8">
                  <c:v>39</c:v>
                </c:pt>
                <c:pt idx="9">
                  <c:v>69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7BAB-40F4-AC31-BEB0A50FC5B3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219"/>
        <c:overlap val="-27"/>
        <c:axId val="648403904"/>
        <c:axId val="648405152"/>
      </c:barChart>
      <c:catAx>
        <c:axId val="648403904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648405152"/>
        <c:crosses val="autoZero"/>
        <c:auto val="1"/>
        <c:lblAlgn val="ctr"/>
        <c:lblOffset val="100"/>
        <c:noMultiLvlLbl val="0"/>
      </c:catAx>
      <c:valAx>
        <c:axId val="648405152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64840390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layout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97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5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38475" cy="46513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eaLnBrk="1" hangingPunct="1">
              <a:defRPr sz="1200">
                <a:latin typeface="Arial" charset="0"/>
                <a:cs typeface="Arial" charset="0"/>
              </a:defRPr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970338" y="0"/>
            <a:ext cx="3038475" cy="46513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 eaLnBrk="1" hangingPunct="1">
              <a:defRPr sz="1200">
                <a:latin typeface="Arial" charset="0"/>
                <a:cs typeface="Arial" charset="0"/>
              </a:defRPr>
            </a:lvl1pPr>
          </a:lstStyle>
          <a:p>
            <a:pPr>
              <a:defRPr/>
            </a:pPr>
            <a:fld id="{CB19E7A0-DBE5-4599-AA41-7EF8BE594351}" type="datetimeFigureOut">
              <a:rPr lang="en-US"/>
              <a:pPr>
                <a:defRPr/>
              </a:pPr>
              <a:t>9/17/2022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81100" y="696913"/>
            <a:ext cx="4648200" cy="348615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en-US" noProof="0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701675" y="4416425"/>
            <a:ext cx="5607050" cy="4183063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829675"/>
            <a:ext cx="3038475" cy="465138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eaLnBrk="1" hangingPunct="1">
              <a:defRPr sz="1200">
                <a:latin typeface="Arial" charset="0"/>
                <a:cs typeface="Arial" charset="0"/>
              </a:defRPr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970338" y="8829675"/>
            <a:ext cx="3038475" cy="465138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 eaLnBrk="1" hangingPunct="1">
              <a:defRPr sz="1200">
                <a:latin typeface="Arial" pitchFamily="34" charset="0"/>
                <a:cs typeface="Arial" pitchFamily="34" charset="0"/>
              </a:defRPr>
            </a:lvl1pPr>
          </a:lstStyle>
          <a:p>
            <a:pPr>
              <a:defRPr/>
            </a:pPr>
            <a:fld id="{65B36F5E-8ADC-4553-AFDF-0075743DECD4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13138187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490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9pPr>
          </a:lstStyle>
          <a:p>
            <a:fld id="{E1CFFC81-D30A-48BE-844E-591ABC2E2AC9}" type="slidenum">
              <a:rPr lang="en-US" smtClean="0">
                <a:solidFill>
                  <a:srgbClr val="000000"/>
                </a:solidFill>
              </a:rPr>
              <a:pPr/>
              <a:t>1</a:t>
            </a:fld>
            <a:endParaRPr lang="en-US" dirty="0">
              <a:solidFill>
                <a:srgbClr val="000000"/>
              </a:solidFill>
            </a:endParaRPr>
          </a:p>
        </p:txBody>
      </p:sp>
      <p:sp>
        <p:nvSpPr>
          <p:cNvPr id="63491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63492" name="Rectangle 3"/>
          <p:cNvSpPr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/>
            <a:endParaRPr lang="en-US" dirty="0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Rectangle 7">
            <a:extLst>
              <a:ext uri="{FF2B5EF4-FFF2-40B4-BE49-F238E27FC236}">
                <a16:creationId xmlns:a16="http://schemas.microsoft.com/office/drawing/2014/main" id="{E1B3019F-5BA1-41E7-AF51-142D8FD0DDAA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</a:pPr>
            <a:fld id="{D6091965-B0C9-4A35-945D-E643E804FE38}" type="slidenum">
              <a:rPr lang="en-US" altLang="en-US"/>
              <a:pPr>
                <a:spcBef>
                  <a:spcPct val="0"/>
                </a:spcBef>
              </a:pPr>
              <a:t>2</a:t>
            </a:fld>
            <a:endParaRPr lang="en-US" altLang="en-US"/>
          </a:p>
        </p:txBody>
      </p:sp>
      <p:sp>
        <p:nvSpPr>
          <p:cNvPr id="16387" name="Rectangle 2">
            <a:extLst>
              <a:ext uri="{FF2B5EF4-FFF2-40B4-BE49-F238E27FC236}">
                <a16:creationId xmlns:a16="http://schemas.microsoft.com/office/drawing/2014/main" id="{2CDC19C7-0E6A-4DD2-83B5-D89E4186E104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44588" y="685800"/>
            <a:ext cx="4568825" cy="3427413"/>
          </a:xfrm>
          <a:ln/>
        </p:spPr>
      </p:sp>
      <p:sp>
        <p:nvSpPr>
          <p:cNvPr id="16388" name="Rectangle 3">
            <a:extLst>
              <a:ext uri="{FF2B5EF4-FFF2-40B4-BE49-F238E27FC236}">
                <a16:creationId xmlns:a16="http://schemas.microsoft.com/office/drawing/2014/main" id="{A0C15B1F-55B7-4F2F-8316-A64215E64603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687388" y="4343400"/>
            <a:ext cx="5483225" cy="4114800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eaLnBrk="1" hangingPunct="1"/>
            <a:endParaRPr lang="en-US" altLang="en-US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Rectangle 7">
            <a:extLst>
              <a:ext uri="{FF2B5EF4-FFF2-40B4-BE49-F238E27FC236}">
                <a16:creationId xmlns:a16="http://schemas.microsoft.com/office/drawing/2014/main" id="{E96EEC61-29BA-4FA5-AC3F-CCFC8F9FC92B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</a:pPr>
            <a:fld id="{B0CE0D24-27B3-4CEF-8609-6AB964DD7BA1}" type="slidenum">
              <a:rPr lang="en-US" altLang="en-US"/>
              <a:pPr>
                <a:spcBef>
                  <a:spcPct val="0"/>
                </a:spcBef>
              </a:pPr>
              <a:t>3</a:t>
            </a:fld>
            <a:endParaRPr lang="en-US" altLang="en-US"/>
          </a:p>
        </p:txBody>
      </p:sp>
      <p:sp>
        <p:nvSpPr>
          <p:cNvPr id="18435" name="Rectangle 2">
            <a:extLst>
              <a:ext uri="{FF2B5EF4-FFF2-40B4-BE49-F238E27FC236}">
                <a16:creationId xmlns:a16="http://schemas.microsoft.com/office/drawing/2014/main" id="{C8D9B9F2-E75D-4851-A2B5-DE53059362AA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44588" y="685800"/>
            <a:ext cx="4568825" cy="3427413"/>
          </a:xfrm>
          <a:ln/>
        </p:spPr>
      </p:sp>
      <p:sp>
        <p:nvSpPr>
          <p:cNvPr id="18436" name="Rectangle 3">
            <a:extLst>
              <a:ext uri="{FF2B5EF4-FFF2-40B4-BE49-F238E27FC236}">
                <a16:creationId xmlns:a16="http://schemas.microsoft.com/office/drawing/2014/main" id="{17C6E471-2F57-4C7E-9BD7-82B8F19E5207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687388" y="4343400"/>
            <a:ext cx="5483225" cy="4114800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eaLnBrk="1" hangingPunct="1"/>
            <a:endParaRPr lang="en-US" altLang="en-US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1pPr>
            <a:lvl2pPr marL="757066" indent="-291179"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2pPr>
            <a:lvl3pPr marL="1164717" indent="-232943"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3pPr>
            <a:lvl4pPr marL="1630604" indent="-232943"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4pPr>
            <a:lvl5pPr marL="2096491" indent="-232943"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5pPr>
            <a:lvl6pPr marL="2562377" indent="-23294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6pPr>
            <a:lvl7pPr marL="3028264" indent="-23294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7pPr>
            <a:lvl8pPr marL="3494151" indent="-23294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8pPr>
            <a:lvl9pPr marL="3960038" indent="-23294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9pPr>
          </a:lstStyle>
          <a:p>
            <a:pPr eaLnBrk="1" hangingPunct="1"/>
            <a:fld id="{DF6B1B4C-4C59-4A03-B638-CFBAD9815A28}" type="slidenum">
              <a:rPr lang="en-US">
                <a:solidFill>
                  <a:prstClr val="black"/>
                </a:solidFill>
              </a:rPr>
              <a:pPr eaLnBrk="1" hangingPunct="1"/>
              <a:t>5</a:t>
            </a:fld>
            <a:endParaRPr lang="en-US">
              <a:solidFill>
                <a:prstClr val="black"/>
              </a:solidFill>
            </a:endParaRPr>
          </a:p>
        </p:txBody>
      </p:sp>
      <p:sp>
        <p:nvSpPr>
          <p:cNvPr id="2662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82688" y="696913"/>
            <a:ext cx="4645025" cy="3484562"/>
          </a:xfrm>
          <a:ln/>
        </p:spPr>
      </p:sp>
      <p:sp>
        <p:nvSpPr>
          <p:cNvPr id="26628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702664" y="4415790"/>
            <a:ext cx="5605074" cy="4183380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>
              <a:latin typeface="Arial" pitchFamily="34" charset="0"/>
              <a:cs typeface="Arial" pitchFamily="34" charset="0"/>
            </a:endParaRP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5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1pPr>
            <a:lvl2pPr marL="757066" indent="-291179"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2pPr>
            <a:lvl3pPr marL="1164717" indent="-232943"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3pPr>
            <a:lvl4pPr marL="1630604" indent="-232943"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4pPr>
            <a:lvl5pPr marL="2096491" indent="-232943"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5pPr>
            <a:lvl6pPr marL="2562377" indent="-23294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6pPr>
            <a:lvl7pPr marL="3028264" indent="-23294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7pPr>
            <a:lvl8pPr marL="3494151" indent="-23294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8pPr>
            <a:lvl9pPr marL="3960038" indent="-23294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9pPr>
          </a:lstStyle>
          <a:p>
            <a:pPr eaLnBrk="1" hangingPunct="1"/>
            <a:fld id="{D368612D-96C9-46AB-852D-A011AE381F4F}" type="slidenum">
              <a:rPr lang="en-US">
                <a:solidFill>
                  <a:prstClr val="black"/>
                </a:solidFill>
              </a:rPr>
              <a:pPr eaLnBrk="1" hangingPunct="1"/>
              <a:t>6</a:t>
            </a:fld>
            <a:endParaRPr lang="en-US">
              <a:solidFill>
                <a:prstClr val="black"/>
              </a:solidFill>
            </a:endParaRPr>
          </a:p>
        </p:txBody>
      </p:sp>
      <p:sp>
        <p:nvSpPr>
          <p:cNvPr id="2765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82688" y="696913"/>
            <a:ext cx="4645025" cy="3484562"/>
          </a:xfrm>
          <a:ln/>
        </p:spPr>
      </p:sp>
      <p:sp>
        <p:nvSpPr>
          <p:cNvPr id="27652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702664" y="4415790"/>
            <a:ext cx="5605074" cy="4183380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>
              <a:latin typeface="Arial" pitchFamily="34" charset="0"/>
              <a:cs typeface="Arial" pitchFamily="34" charset="0"/>
            </a:endParaRP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682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71683" name="Rectangle 3"/>
          <p:cNvSpPr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/>
            <a:endParaRPr lang="en-US">
              <a:latin typeface="Arial" pitchFamily="34" charset="0"/>
              <a:cs typeface="Arial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133256042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65B36F5E-8ADC-4553-AFDF-0075743DECD4}" type="slidenum">
              <a:rPr lang="en-US" smtClean="0"/>
              <a:pPr>
                <a:defRPr/>
              </a:pPr>
              <a:t>9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27648912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538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1182688" y="700088"/>
            <a:ext cx="4645025" cy="3482975"/>
          </a:xfrm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65539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703263" y="4416425"/>
            <a:ext cx="5603875" cy="4181475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en-US" dirty="0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65B36F5E-8ADC-4553-AFDF-0075743DECD4}" type="slidenum">
              <a:rPr lang="en-US" smtClean="0"/>
              <a:pPr>
                <a:defRPr/>
              </a:pPr>
              <a:t>11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57893828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65B36F5E-8ADC-4553-AFDF-0075743DECD4}" type="slidenum">
              <a:rPr lang="en-US" smtClean="0"/>
              <a:pPr>
                <a:defRPr/>
              </a:pPr>
              <a:t>12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48171252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65B36F5E-8ADC-4553-AFDF-0075743DECD4}" type="slidenum">
              <a:rPr lang="en-US" smtClean="0"/>
              <a:pPr>
                <a:defRPr/>
              </a:pPr>
              <a:t>13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24200055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65B36F5E-8ADC-4553-AFDF-0075743DECD4}" type="slidenum">
              <a:rPr lang="en-US" smtClean="0"/>
              <a:pPr>
                <a:defRPr/>
              </a:pPr>
              <a:t>14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53127792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65B36F5E-8ADC-4553-AFDF-0075743DECD4}" type="slidenum">
              <a:rPr lang="en-US" smtClean="0"/>
              <a:pPr>
                <a:defRPr/>
              </a:pPr>
              <a:t>15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52871689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65B36F5E-8ADC-4553-AFDF-0075743DECD4}" type="slidenum">
              <a:rPr lang="en-US" smtClean="0"/>
              <a:pPr>
                <a:defRPr/>
              </a:pPr>
              <a:t>16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16267215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65B36F5E-8ADC-4553-AFDF-0075743DECD4}" type="slidenum">
              <a:rPr lang="en-US" smtClean="0"/>
              <a:pPr>
                <a:defRPr/>
              </a:pPr>
              <a:t>17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35030913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370" name="Rectangle 7">
            <a:extLst>
              <a:ext uri="{FF2B5EF4-FFF2-40B4-BE49-F238E27FC236}">
                <a16:creationId xmlns:a16="http://schemas.microsoft.com/office/drawing/2014/main" id="{C6EABAFB-2B28-4D74-9B46-453841E93310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</a:pPr>
            <a:fld id="{CCFCFF2C-9AA9-4FA8-B407-804E6459DEE5}" type="slidenum">
              <a:rPr lang="en-US" altLang="en-US"/>
              <a:pPr>
                <a:spcBef>
                  <a:spcPct val="0"/>
                </a:spcBef>
              </a:pPr>
              <a:t>20</a:t>
            </a:fld>
            <a:endParaRPr lang="en-US" altLang="en-US"/>
          </a:p>
        </p:txBody>
      </p:sp>
      <p:sp>
        <p:nvSpPr>
          <p:cNvPr id="58371" name="Rectangle 2">
            <a:extLst>
              <a:ext uri="{FF2B5EF4-FFF2-40B4-BE49-F238E27FC236}">
                <a16:creationId xmlns:a16="http://schemas.microsoft.com/office/drawing/2014/main" id="{4A2A4B5E-0B63-4A7D-B6A0-703D2F4BF216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44588" y="685800"/>
            <a:ext cx="4568825" cy="3427413"/>
          </a:xfrm>
          <a:ln/>
        </p:spPr>
      </p:sp>
      <p:sp>
        <p:nvSpPr>
          <p:cNvPr id="58372" name="Rectangle 3">
            <a:extLst>
              <a:ext uri="{FF2B5EF4-FFF2-40B4-BE49-F238E27FC236}">
                <a16:creationId xmlns:a16="http://schemas.microsoft.com/office/drawing/2014/main" id="{AA8673A9-ED9E-4870-822F-B17B3A5B3C3E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687388" y="4343400"/>
            <a:ext cx="5483225" cy="4114800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eaLnBrk="1" hangingPunct="1"/>
            <a:endParaRPr lang="en-US" altLang="en-US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514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64515" name="Notes Placeholder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en-US" dirty="0"/>
          </a:p>
        </p:txBody>
      </p:sp>
      <p:sp>
        <p:nvSpPr>
          <p:cNvPr id="64516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9pPr>
          </a:lstStyle>
          <a:p>
            <a:fld id="{3A337629-D36D-49E4-ACBA-6A81B0F14D58}" type="slidenum">
              <a:rPr lang="en-US" smtClean="0">
                <a:solidFill>
                  <a:srgbClr val="000000"/>
                </a:solidFill>
              </a:rPr>
              <a:pPr/>
              <a:t>21</a:t>
            </a:fld>
            <a:endParaRPr lang="en-US" dirty="0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844006465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730" name="Rectangle 7"/>
          <p:cNvSpPr txBox="1">
            <a:spLocks noGrp="1" noChangeArrowheads="1"/>
          </p:cNvSpPr>
          <p:nvPr/>
        </p:nvSpPr>
        <p:spPr bwMode="auto">
          <a:xfrm>
            <a:off x="3970338" y="8829675"/>
            <a:ext cx="3038475" cy="4651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b"/>
          <a:lstStyle>
            <a:lvl1pPr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9pPr>
          </a:lstStyle>
          <a:p>
            <a:pPr algn="r" eaLnBrk="1" hangingPunct="1"/>
            <a:fld id="{38240DB7-E1FF-45BD-8373-B35F370C8A8C}" type="slidenum">
              <a:rPr lang="en-US" sz="1200">
                <a:solidFill>
                  <a:srgbClr val="000000"/>
                </a:solidFill>
              </a:rPr>
              <a:pPr algn="r" eaLnBrk="1" hangingPunct="1"/>
              <a:t>22</a:t>
            </a:fld>
            <a:endParaRPr lang="en-US" sz="1200" dirty="0">
              <a:solidFill>
                <a:srgbClr val="000000"/>
              </a:solidFill>
            </a:endParaRPr>
          </a:p>
        </p:txBody>
      </p:sp>
      <p:sp>
        <p:nvSpPr>
          <p:cNvPr id="73731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73732" name="Rectangle 3"/>
          <p:cNvSpPr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/>
            <a:endParaRPr lang="en-US" dirty="0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5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5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5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5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タイトル スライ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角丸四角形 14"/>
          <p:cNvSpPr/>
          <p:nvPr/>
        </p:nvSpPr>
        <p:spPr>
          <a:xfrm>
            <a:off x="304800" y="328613"/>
            <a:ext cx="8532813" cy="6197600"/>
          </a:xfrm>
          <a:prstGeom prst="roundRect">
            <a:avLst>
              <a:gd name="adj" fmla="val 2081"/>
            </a:avLst>
          </a:prstGeom>
          <a:gradFill flip="none" rotWithShape="1">
            <a:gsLst>
              <a:gs pos="0">
                <a:srgbClr val="FFFFFF">
                  <a:shade val="100000"/>
                </a:srgbClr>
              </a:gs>
              <a:gs pos="98000">
                <a:srgbClr val="FFFFFF">
                  <a:shade val="100000"/>
                </a:srgbClr>
              </a:gs>
              <a:gs pos="99055">
                <a:srgbClr val="FFFFFF">
                  <a:shade val="93000"/>
                </a:srgbClr>
              </a:gs>
              <a:gs pos="100000">
                <a:srgbClr val="FFFFFF">
                  <a:shade val="70000"/>
                </a:srgbClr>
              </a:gs>
            </a:gsLst>
            <a:lin ang="5400000" scaled="1"/>
            <a:tileRect/>
          </a:gradFill>
          <a:ln w="2000" cap="rnd" cmpd="sng" algn="ctr">
            <a:solidFill>
              <a:srgbClr val="302F2C">
                <a:tint val="65000"/>
                <a:satMod val="120000"/>
              </a:srgbClr>
            </a:solidFill>
            <a:prstDash val="solid"/>
          </a:ln>
          <a:effectLst>
            <a:outerShdw blurRad="76200" dist="50800" dir="5400000" algn="tl" rotWithShape="0">
              <a:srgbClr val="000000">
                <a:alpha val="25000"/>
              </a:srgb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dirty="0">
              <a:solidFill>
                <a:prstClr val="white"/>
              </a:solidFill>
            </a:endParaRPr>
          </a:p>
        </p:txBody>
      </p:sp>
      <p:sp>
        <p:nvSpPr>
          <p:cNvPr id="6" name="角丸四角形 9"/>
          <p:cNvSpPr/>
          <p:nvPr/>
        </p:nvSpPr>
        <p:spPr>
          <a:xfrm>
            <a:off x="418596" y="434162"/>
            <a:ext cx="8306809" cy="3108960"/>
          </a:xfrm>
          <a:prstGeom prst="roundRect">
            <a:avLst>
              <a:gd name="adj" fmla="val 4578"/>
            </a:avLst>
          </a:prstGeom>
          <a:gradFill rotWithShape="1">
            <a:gsLst>
              <a:gs pos="0">
                <a:schemeClr val="bg1">
                  <a:tint val="75000"/>
                  <a:satMod val="150000"/>
                </a:schemeClr>
              </a:gs>
              <a:gs pos="55000">
                <a:schemeClr val="bg1">
                  <a:shade val="75000"/>
                  <a:satMod val="100000"/>
                </a:schemeClr>
              </a:gs>
              <a:gs pos="100000">
                <a:schemeClr val="bg1">
                  <a:shade val="35000"/>
                  <a:satMod val="100000"/>
                </a:schemeClr>
              </a:gs>
            </a:gsLst>
            <a:path path="circle">
              <a:fillToRect l="50000" t="175000" r="50000" b="-75000"/>
            </a:path>
          </a:gradFill>
          <a:ln w="889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dirty="0">
              <a:solidFill>
                <a:prstClr val="white"/>
              </a:solidFill>
            </a:endParaRPr>
          </a:p>
        </p:txBody>
      </p:sp>
      <p:sp>
        <p:nvSpPr>
          <p:cNvPr id="5" name="タイトル 4"/>
          <p:cNvSpPr>
            <a:spLocks noGrp="1"/>
          </p:cNvSpPr>
          <p:nvPr>
            <p:ph type="ctrTitle"/>
          </p:nvPr>
        </p:nvSpPr>
        <p:spPr>
          <a:xfrm>
            <a:off x="722376" y="1820206"/>
            <a:ext cx="7772400" cy="1828800"/>
          </a:xfrm>
        </p:spPr>
        <p:txBody>
          <a:bodyPr lIns="45720" rIns="45720" bIns="45720"/>
          <a:lstStyle>
            <a:lvl1pPr algn="r">
              <a:defRPr sz="4500" b="1">
                <a:solidFill>
                  <a:schemeClr val="accent1">
                    <a:tint val="88000"/>
                    <a:satMod val="150000"/>
                  </a:schemeClr>
                </a:solidFill>
                <a:effectLst>
                  <a:outerShdw blurRad="53975" dist="22860" dir="5400000" algn="tl" rotWithShape="0">
                    <a:srgbClr val="000000">
                      <a:alpha val="55000"/>
                    </a:srgbClr>
                  </a:outerShdw>
                </a:effectLst>
              </a:defRPr>
            </a:lvl1pPr>
            <a:extLst/>
          </a:lstStyle>
          <a:p>
            <a:r>
              <a:rPr lang="ja-JP" altLang="en-US"/>
              <a:t>マスタ タイトルの書式設定</a:t>
            </a:r>
            <a:endParaRPr lang="en-US"/>
          </a:p>
        </p:txBody>
      </p:sp>
      <p:sp>
        <p:nvSpPr>
          <p:cNvPr id="20" name="サブタイトル 19"/>
          <p:cNvSpPr>
            <a:spLocks noGrp="1"/>
          </p:cNvSpPr>
          <p:nvPr>
            <p:ph type="subTitle" idx="1"/>
          </p:nvPr>
        </p:nvSpPr>
        <p:spPr>
          <a:xfrm>
            <a:off x="722376" y="3685032"/>
            <a:ext cx="7772400" cy="914400"/>
          </a:xfrm>
        </p:spPr>
        <p:txBody>
          <a:bodyPr tIns="0"/>
          <a:lstStyle>
            <a:lvl1pPr marL="36576" indent="0" algn="r">
              <a:spcBef>
                <a:spcPts val="0"/>
              </a:spcBef>
              <a:buNone/>
              <a:defRPr sz="2000">
                <a:solidFill>
                  <a:schemeClr val="bg2">
                    <a:shade val="25000"/>
                  </a:schemeClr>
                </a:solidFill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  <a:extLst/>
          </a:lstStyle>
          <a:p>
            <a:r>
              <a:rPr lang="ja-JP" altLang="en-US"/>
              <a:t>マスタ サブタイトルの書式設定</a:t>
            </a:r>
            <a:endParaRPr lang="en-US"/>
          </a:p>
        </p:txBody>
      </p:sp>
      <p:sp>
        <p:nvSpPr>
          <p:cNvPr id="7" name="日付プレースホルダ 18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 fontAlgn="base">
              <a:spcBef>
                <a:spcPct val="0"/>
              </a:spcBef>
              <a:spcAft>
                <a:spcPct val="0"/>
              </a:spcAft>
              <a:defRPr>
                <a:latin typeface="Arial" charset="0"/>
                <a:cs typeface="Arial" charset="0"/>
              </a:defRPr>
            </a:lvl1pPr>
            <a:extLst/>
          </a:lstStyle>
          <a:p>
            <a:pPr>
              <a:defRPr/>
            </a:pPr>
            <a:fld id="{8F423E39-EC46-4B87-9157-92D4019721E3}" type="datetimeFigureOut">
              <a:rPr lang="ja-JP" altLang="en-US"/>
              <a:pPr>
                <a:defRPr/>
              </a:pPr>
              <a:t>2022/9/17</a:t>
            </a:fld>
            <a:endParaRPr lang="ja-JP" altLang="en-US"/>
          </a:p>
        </p:txBody>
      </p:sp>
      <p:sp>
        <p:nvSpPr>
          <p:cNvPr id="8" name="フッター プレースホルダ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 fontAlgn="base">
              <a:spcBef>
                <a:spcPct val="0"/>
              </a:spcBef>
              <a:spcAft>
                <a:spcPct val="0"/>
              </a:spcAft>
              <a:defRPr>
                <a:latin typeface="Arial" charset="0"/>
                <a:cs typeface="Arial" charset="0"/>
              </a:defRPr>
            </a:lvl1pPr>
            <a:extLst/>
          </a:lstStyle>
          <a:p>
            <a:pPr>
              <a:defRPr/>
            </a:pPr>
            <a:endParaRPr lang="ja-JP" altLang="en-US"/>
          </a:p>
        </p:txBody>
      </p:sp>
      <p:sp>
        <p:nvSpPr>
          <p:cNvPr id="9" name="スライド番号プレースホルダ 10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fontAlgn="base">
              <a:spcBef>
                <a:spcPct val="0"/>
              </a:spcBef>
              <a:spcAft>
                <a:spcPct val="0"/>
              </a:spcAft>
              <a:defRPr>
                <a:latin typeface="Arial" charset="0"/>
                <a:cs typeface="Arial" charset="0"/>
              </a:defRPr>
            </a:lvl1pPr>
            <a:extLst/>
          </a:lstStyle>
          <a:p>
            <a:pPr>
              <a:defRPr/>
            </a:pPr>
            <a:fld id="{668B281E-05FA-4A3F-87CB-6F2DBFB0E332}" type="slidenum">
              <a:rPr lang="ja-JP" altLang="en-US"/>
              <a:pPr>
                <a:defRPr/>
              </a:pPr>
              <a:t>‹#›</a:t>
            </a:fld>
            <a:endParaRPr lang="ja-JP" altLang="en-US"/>
          </a:p>
        </p:txBody>
      </p:sp>
    </p:spTree>
    <p:extLst>
      <p:ext uri="{BB962C8B-B14F-4D97-AF65-F5344CB8AC3E}">
        <p14:creationId xmlns:p14="http://schemas.microsoft.com/office/powerpoint/2010/main" val="608696370"/>
      </p:ext>
    </p:extLst>
  </p:cSld>
  <p:clrMapOvr>
    <a:masterClrMapping/>
  </p:clrMapOvr>
  <p:transition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>
          <a:xfrm>
            <a:off x="502920" y="4983480"/>
            <a:ext cx="8183880" cy="1051560"/>
          </a:xfrm>
        </p:spPr>
        <p:txBody>
          <a:bodyPr/>
          <a:lstStyle/>
          <a:p>
            <a:r>
              <a:rPr lang="ja-JP" altLang="en-US"/>
              <a:t>マスタ タイトルの書式設定</a:t>
            </a:r>
            <a:endParaRPr lang="en-US"/>
          </a:p>
        </p:txBody>
      </p:sp>
      <p:sp>
        <p:nvSpPr>
          <p:cNvPr id="3" name="コンテンツ プレースホルダ 2"/>
          <p:cNvSpPr>
            <a:spLocks noGrp="1"/>
          </p:cNvSpPr>
          <p:nvPr>
            <p:ph idx="1"/>
          </p:nvPr>
        </p:nvSpPr>
        <p:spPr>
          <a:xfrm>
            <a:off x="502920" y="530352"/>
            <a:ext cx="8183880" cy="4187952"/>
          </a:xfrm>
        </p:spPr>
        <p:txBody>
          <a:bodyPr/>
          <a:lstStyle/>
          <a:p>
            <a:pPr lvl="0"/>
            <a:r>
              <a:rPr lang="ja-JP" altLang="en-US"/>
              <a:t>マスタ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/>
          </a:p>
        </p:txBody>
      </p:sp>
      <p:sp>
        <p:nvSpPr>
          <p:cNvPr id="4" name="日付プレースホル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 fontAlgn="base">
              <a:spcBef>
                <a:spcPct val="0"/>
              </a:spcBef>
              <a:spcAft>
                <a:spcPct val="0"/>
              </a:spcAft>
              <a:defRPr>
                <a:latin typeface="Arial" charset="0"/>
                <a:cs typeface="Arial" charset="0"/>
              </a:defRPr>
            </a:lvl1pPr>
            <a:extLst/>
          </a:lstStyle>
          <a:p>
            <a:pPr>
              <a:defRPr/>
            </a:pPr>
            <a:fld id="{4F0A4B03-A037-4479-A95E-9F890E943F1D}" type="datetimeFigureOut">
              <a:rPr lang="ja-JP" altLang="en-US"/>
              <a:pPr>
                <a:defRPr/>
              </a:pPr>
              <a:t>2022/9/17</a:t>
            </a:fld>
            <a:endParaRPr lang="ja-JP" altLang="en-US"/>
          </a:p>
        </p:txBody>
      </p:sp>
      <p:sp>
        <p:nvSpPr>
          <p:cNvPr id="5" name="フッター プレースホル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 fontAlgn="base">
              <a:spcBef>
                <a:spcPct val="0"/>
              </a:spcBef>
              <a:spcAft>
                <a:spcPct val="0"/>
              </a:spcAft>
              <a:defRPr>
                <a:latin typeface="Arial" charset="0"/>
                <a:cs typeface="Arial" charset="0"/>
              </a:defRPr>
            </a:lvl1pPr>
            <a:extLst/>
          </a:lstStyle>
          <a:p>
            <a:pPr>
              <a:defRPr/>
            </a:pPr>
            <a:endParaRPr lang="ja-JP" altLang="en-US"/>
          </a:p>
        </p:txBody>
      </p:sp>
      <p:sp>
        <p:nvSpPr>
          <p:cNvPr id="6" name="スライド番号プレースホル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fontAlgn="base">
              <a:spcBef>
                <a:spcPct val="0"/>
              </a:spcBef>
              <a:spcAft>
                <a:spcPct val="0"/>
              </a:spcAft>
              <a:defRPr>
                <a:latin typeface="Arial" charset="0"/>
                <a:cs typeface="Arial" charset="0"/>
              </a:defRPr>
            </a:lvl1pPr>
            <a:extLst/>
          </a:lstStyle>
          <a:p>
            <a:pPr>
              <a:defRPr/>
            </a:pPr>
            <a:fld id="{1305691A-773F-4752-A63A-0306B2347D03}" type="slidenum">
              <a:rPr lang="ja-JP" altLang="en-US"/>
              <a:pPr>
                <a:defRPr/>
              </a:pPr>
              <a:t>‹#›</a:t>
            </a:fld>
            <a:endParaRPr lang="ja-JP" altLang="en-US"/>
          </a:p>
        </p:txBody>
      </p:sp>
    </p:spTree>
    <p:extLst>
      <p:ext uri="{BB962C8B-B14F-4D97-AF65-F5344CB8AC3E}">
        <p14:creationId xmlns:p14="http://schemas.microsoft.com/office/powerpoint/2010/main" val="1775176660"/>
      </p:ext>
    </p:extLst>
  </p:cSld>
  <p:clrMapOvr>
    <a:masterClrMapping/>
  </p:clrMapOvr>
  <p:transition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セクション見出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角丸四角形 13"/>
          <p:cNvSpPr/>
          <p:nvPr/>
        </p:nvSpPr>
        <p:spPr>
          <a:xfrm>
            <a:off x="304800" y="328613"/>
            <a:ext cx="8532813" cy="6197600"/>
          </a:xfrm>
          <a:prstGeom prst="roundRect">
            <a:avLst>
              <a:gd name="adj" fmla="val 2081"/>
            </a:avLst>
          </a:prstGeom>
          <a:gradFill flip="none" rotWithShape="1">
            <a:gsLst>
              <a:gs pos="0">
                <a:srgbClr val="FFFFFF">
                  <a:shade val="100000"/>
                </a:srgbClr>
              </a:gs>
              <a:gs pos="98000">
                <a:srgbClr val="FFFFFF">
                  <a:shade val="100000"/>
                </a:srgbClr>
              </a:gs>
              <a:gs pos="99055">
                <a:srgbClr val="FFFFFF">
                  <a:shade val="93000"/>
                </a:srgbClr>
              </a:gs>
              <a:gs pos="100000">
                <a:srgbClr val="FFFFFF">
                  <a:shade val="70000"/>
                </a:srgbClr>
              </a:gs>
            </a:gsLst>
            <a:lin ang="5400000" scaled="1"/>
            <a:tileRect/>
          </a:gradFill>
          <a:ln w="2000" cap="rnd" cmpd="sng" algn="ctr">
            <a:solidFill>
              <a:srgbClr val="302F2C">
                <a:tint val="65000"/>
                <a:satMod val="120000"/>
              </a:srgbClr>
            </a:solidFill>
            <a:prstDash val="solid"/>
          </a:ln>
          <a:effectLst>
            <a:outerShdw blurRad="76200" dist="50800" dir="5400000" algn="tl" rotWithShape="0">
              <a:srgbClr val="000000">
                <a:alpha val="25000"/>
              </a:srgb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dirty="0">
              <a:solidFill>
                <a:prstClr val="white"/>
              </a:solidFill>
            </a:endParaRPr>
          </a:p>
        </p:txBody>
      </p:sp>
      <p:sp>
        <p:nvSpPr>
          <p:cNvPr id="5" name="角丸四角形 10"/>
          <p:cNvSpPr/>
          <p:nvPr/>
        </p:nvSpPr>
        <p:spPr>
          <a:xfrm>
            <a:off x="418596" y="434162"/>
            <a:ext cx="8306809" cy="4341329"/>
          </a:xfrm>
          <a:prstGeom prst="roundRect">
            <a:avLst>
              <a:gd name="adj" fmla="val 2127"/>
            </a:avLst>
          </a:prstGeom>
          <a:gradFill rotWithShape="1">
            <a:gsLst>
              <a:gs pos="0">
                <a:schemeClr val="bg1">
                  <a:tint val="75000"/>
                  <a:satMod val="150000"/>
                </a:schemeClr>
              </a:gs>
              <a:gs pos="55000">
                <a:schemeClr val="bg1">
                  <a:shade val="75000"/>
                  <a:satMod val="100000"/>
                </a:schemeClr>
              </a:gs>
              <a:gs pos="100000">
                <a:schemeClr val="bg1">
                  <a:shade val="35000"/>
                  <a:satMod val="100000"/>
                </a:schemeClr>
              </a:gs>
            </a:gsLst>
            <a:path path="circle">
              <a:fillToRect l="50000" t="175000" r="50000" b="-75000"/>
            </a:path>
          </a:gradFill>
          <a:ln w="889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dirty="0">
              <a:solidFill>
                <a:prstClr val="white"/>
              </a:solidFill>
            </a:endParaRPr>
          </a:p>
        </p:txBody>
      </p:sp>
      <p:sp>
        <p:nvSpPr>
          <p:cNvPr id="2" name="タイトル 1"/>
          <p:cNvSpPr>
            <a:spLocks noGrp="1"/>
          </p:cNvSpPr>
          <p:nvPr>
            <p:ph type="title"/>
          </p:nvPr>
        </p:nvSpPr>
        <p:spPr>
          <a:xfrm>
            <a:off x="468344" y="4928616"/>
            <a:ext cx="8183880" cy="676656"/>
          </a:xfrm>
        </p:spPr>
        <p:txBody>
          <a:bodyPr lIns="91440" bIns="0"/>
          <a:lstStyle>
            <a:lvl1pPr algn="l">
              <a:buNone/>
              <a:defRPr sz="3600" b="0" cap="none" baseline="0">
                <a:solidFill>
                  <a:schemeClr val="bg2">
                    <a:shade val="25000"/>
                  </a:schemeClr>
                </a:solidFill>
                <a:effectLst/>
              </a:defRPr>
            </a:lvl1pPr>
            <a:extLst/>
          </a:lstStyle>
          <a:p>
            <a:r>
              <a:rPr lang="ja-JP" altLang="en-US"/>
              <a:t>マスタ タイトルの書式設定</a:t>
            </a:r>
            <a:endParaRPr lang="en-US"/>
          </a:p>
        </p:txBody>
      </p:sp>
      <p:sp>
        <p:nvSpPr>
          <p:cNvPr id="3" name="テキスト プレースホルダ 2"/>
          <p:cNvSpPr>
            <a:spLocks noGrp="1"/>
          </p:cNvSpPr>
          <p:nvPr>
            <p:ph type="body" idx="1"/>
          </p:nvPr>
        </p:nvSpPr>
        <p:spPr>
          <a:xfrm>
            <a:off x="468344" y="5624484"/>
            <a:ext cx="8183880" cy="420624"/>
          </a:xfrm>
        </p:spPr>
        <p:txBody>
          <a:bodyPr lIns="118872" tIns="0"/>
          <a:lstStyle>
            <a:lvl1pPr marL="0" marR="36576" indent="0" algn="l">
              <a:spcBef>
                <a:spcPts val="0"/>
              </a:spcBef>
              <a:spcAft>
                <a:spcPts val="0"/>
              </a:spcAft>
              <a:buNone/>
              <a:defRPr sz="1800" b="0">
                <a:solidFill>
                  <a:schemeClr val="accent1">
                    <a:shade val="50000"/>
                    <a:satMod val="110000"/>
                  </a:schemeClr>
                </a:solidFill>
                <a:effectLst/>
              </a:defRPr>
            </a:lvl1pPr>
            <a:lvl2pPr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extLst/>
          </a:lstStyle>
          <a:p>
            <a:pPr lvl="0"/>
            <a:r>
              <a:rPr lang="ja-JP" altLang="en-US"/>
              <a:t>マスタ テキストの書式設定</a:t>
            </a:r>
          </a:p>
        </p:txBody>
      </p:sp>
      <p:sp>
        <p:nvSpPr>
          <p:cNvPr id="6" name="日付プレースホル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 fontAlgn="base">
              <a:spcBef>
                <a:spcPct val="0"/>
              </a:spcBef>
              <a:spcAft>
                <a:spcPct val="0"/>
              </a:spcAft>
              <a:defRPr>
                <a:latin typeface="Arial" charset="0"/>
                <a:cs typeface="Arial" charset="0"/>
              </a:defRPr>
            </a:lvl1pPr>
            <a:extLst/>
          </a:lstStyle>
          <a:p>
            <a:pPr>
              <a:defRPr/>
            </a:pPr>
            <a:fld id="{80A492C7-9BF5-407B-9BEB-4402C24C4E0E}" type="datetimeFigureOut">
              <a:rPr lang="ja-JP" altLang="en-US"/>
              <a:pPr>
                <a:defRPr/>
              </a:pPr>
              <a:t>2022/9/17</a:t>
            </a:fld>
            <a:endParaRPr lang="ja-JP" altLang="en-US"/>
          </a:p>
        </p:txBody>
      </p:sp>
      <p:sp>
        <p:nvSpPr>
          <p:cNvPr id="7" name="フッター プレースホル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 fontAlgn="base">
              <a:spcBef>
                <a:spcPct val="0"/>
              </a:spcBef>
              <a:spcAft>
                <a:spcPct val="0"/>
              </a:spcAft>
              <a:defRPr>
                <a:latin typeface="Arial" charset="0"/>
                <a:cs typeface="Arial" charset="0"/>
              </a:defRPr>
            </a:lvl1pPr>
            <a:extLst/>
          </a:lstStyle>
          <a:p>
            <a:pPr>
              <a:defRPr/>
            </a:pPr>
            <a:endParaRPr lang="ja-JP" altLang="en-US"/>
          </a:p>
        </p:txBody>
      </p:sp>
      <p:sp>
        <p:nvSpPr>
          <p:cNvPr id="8" name="スライド番号プレースホル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fontAlgn="base">
              <a:spcBef>
                <a:spcPct val="0"/>
              </a:spcBef>
              <a:spcAft>
                <a:spcPct val="0"/>
              </a:spcAft>
              <a:defRPr>
                <a:latin typeface="Arial" charset="0"/>
                <a:cs typeface="Arial" charset="0"/>
              </a:defRPr>
            </a:lvl1pPr>
            <a:extLst/>
          </a:lstStyle>
          <a:p>
            <a:pPr>
              <a:defRPr/>
            </a:pPr>
            <a:fld id="{F1A22980-DD61-414F-B1BB-0DD8FA6FC176}" type="slidenum">
              <a:rPr lang="ja-JP" altLang="en-US"/>
              <a:pPr>
                <a:defRPr/>
              </a:pPr>
              <a:t>‹#›</a:t>
            </a:fld>
            <a:endParaRPr lang="ja-JP" altLang="en-US"/>
          </a:p>
        </p:txBody>
      </p:sp>
    </p:spTree>
    <p:extLst>
      <p:ext uri="{BB962C8B-B14F-4D97-AF65-F5344CB8AC3E}">
        <p14:creationId xmlns:p14="http://schemas.microsoft.com/office/powerpoint/2010/main" val="4086232344"/>
      </p:ext>
    </p:extLst>
  </p:cSld>
  <p:clrMapOvr>
    <a:masterClrMapping/>
  </p:clrMapOvr>
  <p:transition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2 つ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/>
              <a:t>マスタ タイトルの書式設定</a:t>
            </a:r>
            <a:endParaRPr lang="en-US"/>
          </a:p>
        </p:txBody>
      </p:sp>
      <p:sp>
        <p:nvSpPr>
          <p:cNvPr id="3" name="コンテンツ プレースホルダ 2"/>
          <p:cNvSpPr>
            <a:spLocks noGrp="1"/>
          </p:cNvSpPr>
          <p:nvPr>
            <p:ph sz="half" idx="1"/>
          </p:nvPr>
        </p:nvSpPr>
        <p:spPr>
          <a:xfrm>
            <a:off x="514352" y="530352"/>
            <a:ext cx="3931920" cy="4389120"/>
          </a:xfrm>
        </p:spPr>
        <p:txBody>
          <a:bodyPr/>
          <a:lstStyle>
            <a:lvl1pPr>
              <a:defRPr sz="2600"/>
            </a:lvl1pPr>
            <a:lvl2pPr>
              <a:defRPr sz="22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extLst/>
          </a:lstStyle>
          <a:p>
            <a:pPr lvl="0"/>
            <a:r>
              <a:rPr lang="ja-JP" altLang="en-US"/>
              <a:t>マスタ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/>
          </a:p>
        </p:txBody>
      </p:sp>
      <p:sp>
        <p:nvSpPr>
          <p:cNvPr id="4" name="コンテンツ プレースホルダ 3"/>
          <p:cNvSpPr>
            <a:spLocks noGrp="1"/>
          </p:cNvSpPr>
          <p:nvPr>
            <p:ph sz="half" idx="2"/>
          </p:nvPr>
        </p:nvSpPr>
        <p:spPr>
          <a:xfrm>
            <a:off x="4755360" y="530352"/>
            <a:ext cx="3931920" cy="4389120"/>
          </a:xfrm>
        </p:spPr>
        <p:txBody>
          <a:bodyPr/>
          <a:lstStyle>
            <a:lvl1pPr>
              <a:defRPr sz="2600"/>
            </a:lvl1pPr>
            <a:lvl2pPr>
              <a:defRPr sz="22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extLst/>
          </a:lstStyle>
          <a:p>
            <a:pPr lvl="0"/>
            <a:r>
              <a:rPr lang="ja-JP" altLang="en-US"/>
              <a:t>マスタ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/>
          </a:p>
        </p:txBody>
      </p:sp>
      <p:sp>
        <p:nvSpPr>
          <p:cNvPr id="5" name="日付プレースホルダ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 fontAlgn="base">
              <a:spcBef>
                <a:spcPct val="0"/>
              </a:spcBef>
              <a:spcAft>
                <a:spcPct val="0"/>
              </a:spcAft>
              <a:defRPr>
                <a:latin typeface="Arial" charset="0"/>
                <a:cs typeface="Arial" charset="0"/>
              </a:defRPr>
            </a:lvl1pPr>
            <a:extLst/>
          </a:lstStyle>
          <a:p>
            <a:pPr>
              <a:defRPr/>
            </a:pPr>
            <a:fld id="{4709EC0F-9618-4BA0-97B5-480E39F24805}" type="datetimeFigureOut">
              <a:rPr lang="ja-JP" altLang="en-US"/>
              <a:pPr>
                <a:defRPr/>
              </a:pPr>
              <a:t>2022/9/17</a:t>
            </a:fld>
            <a:endParaRPr lang="ja-JP" altLang="en-US"/>
          </a:p>
        </p:txBody>
      </p:sp>
      <p:sp>
        <p:nvSpPr>
          <p:cNvPr id="6" name="フッター プレースホルダ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 fontAlgn="base">
              <a:spcBef>
                <a:spcPct val="0"/>
              </a:spcBef>
              <a:spcAft>
                <a:spcPct val="0"/>
              </a:spcAft>
              <a:defRPr>
                <a:latin typeface="Arial" charset="0"/>
                <a:cs typeface="Arial" charset="0"/>
              </a:defRPr>
            </a:lvl1pPr>
            <a:extLst/>
          </a:lstStyle>
          <a:p>
            <a:pPr>
              <a:defRPr/>
            </a:pPr>
            <a:endParaRPr lang="ja-JP" altLang="en-US"/>
          </a:p>
        </p:txBody>
      </p:sp>
      <p:sp>
        <p:nvSpPr>
          <p:cNvPr id="7" name="スライド番号プレースホル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fontAlgn="base">
              <a:spcBef>
                <a:spcPct val="0"/>
              </a:spcBef>
              <a:spcAft>
                <a:spcPct val="0"/>
              </a:spcAft>
              <a:defRPr>
                <a:latin typeface="Arial" charset="0"/>
                <a:cs typeface="Arial" charset="0"/>
              </a:defRPr>
            </a:lvl1pPr>
            <a:extLst/>
          </a:lstStyle>
          <a:p>
            <a:pPr>
              <a:defRPr/>
            </a:pPr>
            <a:fld id="{5ED81223-A624-438C-A394-98C2ADE1D72F}" type="slidenum">
              <a:rPr lang="ja-JP" altLang="en-US"/>
              <a:pPr>
                <a:defRPr/>
              </a:pPr>
              <a:t>‹#›</a:t>
            </a:fld>
            <a:endParaRPr lang="ja-JP" altLang="en-US"/>
          </a:p>
        </p:txBody>
      </p:sp>
    </p:spTree>
    <p:extLst>
      <p:ext uri="{BB962C8B-B14F-4D97-AF65-F5344CB8AC3E}">
        <p14:creationId xmlns:p14="http://schemas.microsoft.com/office/powerpoint/2010/main" val="2119066942"/>
      </p:ext>
    </p:extLst>
  </p:cSld>
  <p:clrMapOvr>
    <a:masterClrMapping/>
  </p:clrMapOvr>
  <p:transition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>
          <a:xfrm>
            <a:off x="502920" y="4983480"/>
            <a:ext cx="8183880" cy="1051560"/>
          </a:xfrm>
        </p:spPr>
        <p:txBody>
          <a:bodyPr/>
          <a:lstStyle>
            <a:lvl1pPr>
              <a:defRPr b="1"/>
            </a:lvl1pPr>
            <a:extLst/>
          </a:lstStyle>
          <a:p>
            <a:r>
              <a:rPr lang="ja-JP" altLang="en-US"/>
              <a:t>マスタ タイトルの書式設定</a:t>
            </a:r>
            <a:endParaRPr lang="en-US"/>
          </a:p>
        </p:txBody>
      </p:sp>
      <p:sp>
        <p:nvSpPr>
          <p:cNvPr id="3" name="テキスト プレースホルダ 2"/>
          <p:cNvSpPr>
            <a:spLocks noGrp="1"/>
          </p:cNvSpPr>
          <p:nvPr>
            <p:ph type="body" idx="1"/>
          </p:nvPr>
        </p:nvSpPr>
        <p:spPr>
          <a:xfrm>
            <a:off x="607224" y="579438"/>
            <a:ext cx="3931920" cy="792162"/>
          </a:xfrm>
        </p:spPr>
        <p:txBody>
          <a:bodyPr lIns="146304" anchor="ctr"/>
          <a:lstStyle>
            <a:lvl1pPr marL="0" indent="0" algn="l">
              <a:buNone/>
              <a:defRPr sz="2400" b="1">
                <a:solidFill>
                  <a:schemeClr val="tx1"/>
                </a:solidFill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  <a:extLst/>
          </a:lstStyle>
          <a:p>
            <a:pPr lvl="0"/>
            <a:r>
              <a:rPr lang="ja-JP" altLang="en-US"/>
              <a:t>マスタ テキストの書式設定</a:t>
            </a:r>
          </a:p>
        </p:txBody>
      </p:sp>
      <p:sp>
        <p:nvSpPr>
          <p:cNvPr id="4" name="テキスト プレースホルダ 3"/>
          <p:cNvSpPr>
            <a:spLocks noGrp="1"/>
          </p:cNvSpPr>
          <p:nvPr>
            <p:ph type="body" sz="half" idx="3"/>
          </p:nvPr>
        </p:nvSpPr>
        <p:spPr>
          <a:xfrm>
            <a:off x="4652169" y="579438"/>
            <a:ext cx="3931920" cy="792162"/>
          </a:xfrm>
        </p:spPr>
        <p:txBody>
          <a:bodyPr lIns="137160" anchor="ctr"/>
          <a:lstStyle>
            <a:lvl1pPr marL="0" indent="0" algn="l">
              <a:buNone/>
              <a:defRPr sz="2400" b="1">
                <a:solidFill>
                  <a:schemeClr val="tx1"/>
                </a:solidFill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  <a:extLst/>
          </a:lstStyle>
          <a:p>
            <a:pPr lvl="0"/>
            <a:r>
              <a:rPr lang="ja-JP" altLang="en-US"/>
              <a:t>マスタ テキストの書式設定</a:t>
            </a:r>
          </a:p>
        </p:txBody>
      </p:sp>
      <p:sp>
        <p:nvSpPr>
          <p:cNvPr id="5" name="コンテンツ プレースホルダ 4"/>
          <p:cNvSpPr>
            <a:spLocks noGrp="1"/>
          </p:cNvSpPr>
          <p:nvPr>
            <p:ph sz="quarter" idx="2"/>
          </p:nvPr>
        </p:nvSpPr>
        <p:spPr>
          <a:xfrm>
            <a:off x="607224" y="1447800"/>
            <a:ext cx="3931920" cy="3489960"/>
          </a:xfrm>
        </p:spPr>
        <p:txBody>
          <a:bodyPr/>
          <a:lstStyle>
            <a:lvl1pPr algn="l">
              <a:defRPr sz="2400"/>
            </a:lvl1pPr>
            <a:lvl2pPr algn="l">
              <a:defRPr sz="2000"/>
            </a:lvl2pPr>
            <a:lvl3pPr algn="l">
              <a:defRPr sz="1800"/>
            </a:lvl3pPr>
            <a:lvl4pPr algn="l">
              <a:defRPr sz="1600"/>
            </a:lvl4pPr>
            <a:lvl5pPr algn="l">
              <a:defRPr sz="1600"/>
            </a:lvl5pPr>
            <a:extLst/>
          </a:lstStyle>
          <a:p>
            <a:pPr lvl="0"/>
            <a:r>
              <a:rPr lang="ja-JP" altLang="en-US"/>
              <a:t>マスタ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/>
          </a:p>
        </p:txBody>
      </p:sp>
      <p:sp>
        <p:nvSpPr>
          <p:cNvPr id="6" name="コンテンツ プレースホルダ 5"/>
          <p:cNvSpPr>
            <a:spLocks noGrp="1"/>
          </p:cNvSpPr>
          <p:nvPr>
            <p:ph sz="quarter" idx="4"/>
          </p:nvPr>
        </p:nvSpPr>
        <p:spPr>
          <a:xfrm>
            <a:off x="4652169" y="1447800"/>
            <a:ext cx="3931920" cy="3489960"/>
          </a:xfrm>
        </p:spPr>
        <p:txBody>
          <a:bodyPr/>
          <a:lstStyle>
            <a:lvl1pPr algn="l">
              <a:defRPr sz="2400"/>
            </a:lvl1pPr>
            <a:lvl2pPr algn="l">
              <a:defRPr sz="2000"/>
            </a:lvl2pPr>
            <a:lvl3pPr algn="l">
              <a:defRPr sz="1800"/>
            </a:lvl3pPr>
            <a:lvl4pPr algn="l">
              <a:defRPr sz="1600"/>
            </a:lvl4pPr>
            <a:lvl5pPr algn="l">
              <a:defRPr sz="1600"/>
            </a:lvl5pPr>
            <a:extLst/>
          </a:lstStyle>
          <a:p>
            <a:pPr lvl="0"/>
            <a:r>
              <a:rPr lang="ja-JP" altLang="en-US"/>
              <a:t>マスタ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/>
          </a:p>
        </p:txBody>
      </p:sp>
      <p:sp>
        <p:nvSpPr>
          <p:cNvPr id="7" name="日付プレースホルダ 6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 fontAlgn="base">
              <a:spcBef>
                <a:spcPct val="0"/>
              </a:spcBef>
              <a:spcAft>
                <a:spcPct val="0"/>
              </a:spcAft>
              <a:defRPr>
                <a:latin typeface="Arial" charset="0"/>
                <a:cs typeface="Arial" charset="0"/>
              </a:defRPr>
            </a:lvl1pPr>
            <a:extLst/>
          </a:lstStyle>
          <a:p>
            <a:pPr>
              <a:defRPr/>
            </a:pPr>
            <a:fld id="{62610355-3AB5-4CFB-BF1E-7F71F0A50339}" type="datetimeFigureOut">
              <a:rPr lang="ja-JP" altLang="en-US"/>
              <a:pPr>
                <a:defRPr/>
              </a:pPr>
              <a:t>2022/9/17</a:t>
            </a:fld>
            <a:endParaRPr lang="ja-JP" altLang="en-US"/>
          </a:p>
        </p:txBody>
      </p:sp>
      <p:sp>
        <p:nvSpPr>
          <p:cNvPr id="8" name="フッター プレースホルダ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 fontAlgn="base">
              <a:spcBef>
                <a:spcPct val="0"/>
              </a:spcBef>
              <a:spcAft>
                <a:spcPct val="0"/>
              </a:spcAft>
              <a:defRPr>
                <a:latin typeface="Arial" charset="0"/>
                <a:cs typeface="Arial" charset="0"/>
              </a:defRPr>
            </a:lvl1pPr>
            <a:extLst/>
          </a:lstStyle>
          <a:p>
            <a:pPr>
              <a:defRPr/>
            </a:pPr>
            <a:endParaRPr lang="ja-JP" altLang="en-US"/>
          </a:p>
        </p:txBody>
      </p:sp>
      <p:sp>
        <p:nvSpPr>
          <p:cNvPr id="9" name="スライド番号プレースホル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fontAlgn="base">
              <a:spcBef>
                <a:spcPct val="0"/>
              </a:spcBef>
              <a:spcAft>
                <a:spcPct val="0"/>
              </a:spcAft>
              <a:defRPr>
                <a:latin typeface="Arial" charset="0"/>
                <a:cs typeface="Arial" charset="0"/>
              </a:defRPr>
            </a:lvl1pPr>
            <a:extLst/>
          </a:lstStyle>
          <a:p>
            <a:pPr>
              <a:defRPr/>
            </a:pPr>
            <a:fld id="{FE793E15-B530-4520-8CD7-8B5C5E2BDF89}" type="slidenum">
              <a:rPr lang="ja-JP" altLang="en-US"/>
              <a:pPr>
                <a:defRPr/>
              </a:pPr>
              <a:t>‹#›</a:t>
            </a:fld>
            <a:endParaRPr lang="ja-JP" altLang="en-US"/>
          </a:p>
        </p:txBody>
      </p:sp>
    </p:spTree>
    <p:extLst>
      <p:ext uri="{BB962C8B-B14F-4D97-AF65-F5344CB8AC3E}">
        <p14:creationId xmlns:p14="http://schemas.microsoft.com/office/powerpoint/2010/main" val="2506851586"/>
      </p:ext>
    </p:extLst>
  </p:cSld>
  <p:clrMapOvr>
    <a:masterClrMapping/>
  </p:clrMapOvr>
  <p:transition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タイトルのみ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/>
              <a:t>マスタ タイトルの書式設定</a:t>
            </a:r>
            <a:endParaRPr lang="en-US"/>
          </a:p>
        </p:txBody>
      </p:sp>
      <p:sp>
        <p:nvSpPr>
          <p:cNvPr id="3" name="日付プレースホルダ 2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 fontAlgn="base">
              <a:spcBef>
                <a:spcPct val="0"/>
              </a:spcBef>
              <a:spcAft>
                <a:spcPct val="0"/>
              </a:spcAft>
              <a:defRPr>
                <a:latin typeface="Arial" charset="0"/>
                <a:cs typeface="Arial" charset="0"/>
              </a:defRPr>
            </a:lvl1pPr>
            <a:extLst/>
          </a:lstStyle>
          <a:p>
            <a:pPr>
              <a:defRPr/>
            </a:pPr>
            <a:fld id="{6CDBDD60-69F8-4F1D-B6DC-C055790BA01B}" type="datetimeFigureOut">
              <a:rPr lang="ja-JP" altLang="en-US"/>
              <a:pPr>
                <a:defRPr/>
              </a:pPr>
              <a:t>2022/9/17</a:t>
            </a:fld>
            <a:endParaRPr lang="ja-JP" altLang="en-US"/>
          </a:p>
        </p:txBody>
      </p:sp>
      <p:sp>
        <p:nvSpPr>
          <p:cNvPr id="4" name="フッター プレースホルダ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 fontAlgn="base">
              <a:spcBef>
                <a:spcPct val="0"/>
              </a:spcBef>
              <a:spcAft>
                <a:spcPct val="0"/>
              </a:spcAft>
              <a:defRPr>
                <a:latin typeface="Arial" charset="0"/>
                <a:cs typeface="Arial" charset="0"/>
              </a:defRPr>
            </a:lvl1pPr>
            <a:extLst/>
          </a:lstStyle>
          <a:p>
            <a:pPr>
              <a:defRPr/>
            </a:pPr>
            <a:endParaRPr lang="ja-JP" altLang="en-US"/>
          </a:p>
        </p:txBody>
      </p:sp>
      <p:sp>
        <p:nvSpPr>
          <p:cNvPr id="5" name="スライド番号プレースホル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fontAlgn="base">
              <a:spcBef>
                <a:spcPct val="0"/>
              </a:spcBef>
              <a:spcAft>
                <a:spcPct val="0"/>
              </a:spcAft>
              <a:defRPr>
                <a:latin typeface="Arial" charset="0"/>
                <a:cs typeface="Arial" charset="0"/>
              </a:defRPr>
            </a:lvl1pPr>
            <a:extLst/>
          </a:lstStyle>
          <a:p>
            <a:pPr>
              <a:defRPr/>
            </a:pPr>
            <a:fld id="{A517AC1C-C325-4039-B14B-4CB98637DDA0}" type="slidenum">
              <a:rPr lang="ja-JP" altLang="en-US"/>
              <a:pPr>
                <a:defRPr/>
              </a:pPr>
              <a:t>‹#›</a:t>
            </a:fld>
            <a:endParaRPr lang="ja-JP" altLang="en-US"/>
          </a:p>
        </p:txBody>
      </p:sp>
    </p:spTree>
    <p:extLst>
      <p:ext uri="{BB962C8B-B14F-4D97-AF65-F5344CB8AC3E}">
        <p14:creationId xmlns:p14="http://schemas.microsoft.com/office/powerpoint/2010/main" val="3190179391"/>
      </p:ext>
    </p:extLst>
  </p:cSld>
  <p:clrMapOvr>
    <a:masterClrMapping/>
  </p:clrMapOvr>
  <p:transition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白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角丸四角形 6"/>
          <p:cNvSpPr/>
          <p:nvPr/>
        </p:nvSpPr>
        <p:spPr>
          <a:xfrm>
            <a:off x="304800" y="328613"/>
            <a:ext cx="8532813" cy="6197600"/>
          </a:xfrm>
          <a:prstGeom prst="roundRect">
            <a:avLst>
              <a:gd name="adj" fmla="val 2081"/>
            </a:avLst>
          </a:prstGeom>
          <a:gradFill flip="none" rotWithShape="1">
            <a:gsLst>
              <a:gs pos="0">
                <a:srgbClr val="FFFFFF">
                  <a:shade val="100000"/>
                </a:srgbClr>
              </a:gs>
              <a:gs pos="98000">
                <a:srgbClr val="FFFFFF">
                  <a:shade val="100000"/>
                </a:srgbClr>
              </a:gs>
              <a:gs pos="99055">
                <a:srgbClr val="FFFFFF">
                  <a:shade val="93000"/>
                </a:srgbClr>
              </a:gs>
              <a:gs pos="100000">
                <a:srgbClr val="FFFFFF">
                  <a:shade val="70000"/>
                </a:srgbClr>
              </a:gs>
            </a:gsLst>
            <a:lin ang="5400000" scaled="1"/>
            <a:tileRect/>
          </a:gradFill>
          <a:ln w="2000" cap="rnd" cmpd="sng" algn="ctr">
            <a:solidFill>
              <a:srgbClr val="302F2C">
                <a:tint val="65000"/>
                <a:satMod val="120000"/>
              </a:srgbClr>
            </a:solidFill>
            <a:prstDash val="solid"/>
          </a:ln>
          <a:effectLst>
            <a:outerShdw blurRad="76200" dist="50800" dir="5400000" algn="tl" rotWithShape="0">
              <a:srgbClr val="000000">
                <a:alpha val="25000"/>
              </a:srgb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dirty="0">
              <a:solidFill>
                <a:prstClr val="white"/>
              </a:solidFill>
            </a:endParaRPr>
          </a:p>
        </p:txBody>
      </p:sp>
      <p:sp>
        <p:nvSpPr>
          <p:cNvPr id="3" name="日付プレースホルダ 1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 fontAlgn="base">
              <a:spcBef>
                <a:spcPct val="0"/>
              </a:spcBef>
              <a:spcAft>
                <a:spcPct val="0"/>
              </a:spcAft>
              <a:defRPr>
                <a:latin typeface="Arial" charset="0"/>
                <a:cs typeface="Arial" charset="0"/>
              </a:defRPr>
            </a:lvl1pPr>
            <a:extLst/>
          </a:lstStyle>
          <a:p>
            <a:pPr>
              <a:defRPr/>
            </a:pPr>
            <a:fld id="{BBCACF58-10DC-4662-B41E-DBC9A69CE3C7}" type="datetimeFigureOut">
              <a:rPr lang="ja-JP" altLang="en-US"/>
              <a:pPr>
                <a:defRPr/>
              </a:pPr>
              <a:t>2022/9/17</a:t>
            </a:fld>
            <a:endParaRPr lang="ja-JP" altLang="en-US"/>
          </a:p>
        </p:txBody>
      </p:sp>
      <p:sp>
        <p:nvSpPr>
          <p:cNvPr id="4" name="フッター プレースホルダ 2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 fontAlgn="base">
              <a:spcBef>
                <a:spcPct val="0"/>
              </a:spcBef>
              <a:spcAft>
                <a:spcPct val="0"/>
              </a:spcAft>
              <a:defRPr>
                <a:latin typeface="Arial" charset="0"/>
                <a:cs typeface="Arial" charset="0"/>
              </a:defRPr>
            </a:lvl1pPr>
            <a:extLst/>
          </a:lstStyle>
          <a:p>
            <a:pPr>
              <a:defRPr/>
            </a:pPr>
            <a:endParaRPr lang="ja-JP" altLang="en-US"/>
          </a:p>
        </p:txBody>
      </p:sp>
      <p:sp>
        <p:nvSpPr>
          <p:cNvPr id="5" name="スライド番号プレースホル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fontAlgn="base">
              <a:spcBef>
                <a:spcPct val="0"/>
              </a:spcBef>
              <a:spcAft>
                <a:spcPct val="0"/>
              </a:spcAft>
              <a:defRPr>
                <a:latin typeface="Arial" charset="0"/>
                <a:cs typeface="Arial" charset="0"/>
              </a:defRPr>
            </a:lvl1pPr>
            <a:extLst/>
          </a:lstStyle>
          <a:p>
            <a:pPr>
              <a:defRPr/>
            </a:pPr>
            <a:fld id="{C24655F0-8969-4363-944D-6F8C7F78DCFA}" type="slidenum">
              <a:rPr lang="ja-JP" altLang="en-US"/>
              <a:pPr>
                <a:defRPr/>
              </a:pPr>
              <a:t>‹#›</a:t>
            </a:fld>
            <a:endParaRPr lang="ja-JP" altLang="en-US"/>
          </a:p>
        </p:txBody>
      </p:sp>
    </p:spTree>
    <p:extLst>
      <p:ext uri="{BB962C8B-B14F-4D97-AF65-F5344CB8AC3E}">
        <p14:creationId xmlns:p14="http://schemas.microsoft.com/office/powerpoint/2010/main" val="2610277185"/>
      </p:ext>
    </p:extLst>
  </p:cSld>
  <p:clrMapOvr>
    <a:masterClrMapping/>
  </p:clrMapOvr>
  <p:transition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タイトル付き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>
          <a:xfrm>
            <a:off x="5538784" y="533400"/>
            <a:ext cx="2971800" cy="914400"/>
          </a:xfrm>
        </p:spPr>
        <p:txBody>
          <a:bodyPr/>
          <a:lstStyle>
            <a:lvl1pPr algn="l">
              <a:buNone/>
              <a:defRPr sz="2200" b="1">
                <a:solidFill>
                  <a:schemeClr val="accent1"/>
                </a:solidFill>
              </a:defRPr>
            </a:lvl1pPr>
            <a:extLst/>
          </a:lstStyle>
          <a:p>
            <a:r>
              <a:rPr lang="ja-JP" altLang="en-US"/>
              <a:t>マスタ タイトルの書式設定</a:t>
            </a:r>
            <a:endParaRPr lang="en-US"/>
          </a:p>
        </p:txBody>
      </p:sp>
      <p:sp>
        <p:nvSpPr>
          <p:cNvPr id="3" name="テキスト プレースホルダ 2"/>
          <p:cNvSpPr>
            <a:spLocks noGrp="1"/>
          </p:cNvSpPr>
          <p:nvPr>
            <p:ph type="body" idx="2"/>
          </p:nvPr>
        </p:nvSpPr>
        <p:spPr>
          <a:xfrm>
            <a:off x="5538847" y="1447802"/>
            <a:ext cx="2971800" cy="4206112"/>
          </a:xfrm>
        </p:spPr>
        <p:txBody>
          <a:bodyPr lIns="91440"/>
          <a:lstStyle>
            <a:lvl1pPr marL="18288" marR="18288" indent="0">
              <a:spcBef>
                <a:spcPts val="0"/>
              </a:spcBef>
              <a:buNone/>
              <a:defRPr sz="1400">
                <a:solidFill>
                  <a:schemeClr val="tx1"/>
                </a:solidFill>
              </a:defRPr>
            </a:lvl1pPr>
            <a:lvl2pPr>
              <a:buNone/>
              <a:defRPr sz="1200">
                <a:solidFill>
                  <a:schemeClr val="tx1"/>
                </a:solidFill>
              </a:defRPr>
            </a:lvl2pPr>
            <a:lvl3pPr>
              <a:buNone/>
              <a:defRPr sz="1000">
                <a:solidFill>
                  <a:schemeClr val="tx1"/>
                </a:solidFill>
              </a:defRPr>
            </a:lvl3pPr>
            <a:lvl4pPr>
              <a:buNone/>
              <a:defRPr sz="900">
                <a:solidFill>
                  <a:schemeClr val="tx1"/>
                </a:solidFill>
              </a:defRPr>
            </a:lvl4pPr>
            <a:lvl5pPr>
              <a:buNone/>
              <a:defRPr sz="900">
                <a:solidFill>
                  <a:schemeClr val="tx1"/>
                </a:solidFill>
              </a:defRPr>
            </a:lvl5pPr>
            <a:extLst/>
          </a:lstStyle>
          <a:p>
            <a:pPr lvl="0"/>
            <a:r>
              <a:rPr lang="ja-JP" altLang="en-US"/>
              <a:t>マスタ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/>
          </a:p>
        </p:txBody>
      </p:sp>
      <p:sp>
        <p:nvSpPr>
          <p:cNvPr id="4" name="コンテンツ プレースホルダ 3"/>
          <p:cNvSpPr>
            <a:spLocks noGrp="1"/>
          </p:cNvSpPr>
          <p:nvPr>
            <p:ph sz="half" idx="1"/>
          </p:nvPr>
        </p:nvSpPr>
        <p:spPr>
          <a:xfrm>
            <a:off x="761372" y="930144"/>
            <a:ext cx="4626159" cy="4724402"/>
          </a:xfrm>
        </p:spPr>
        <p:txBody>
          <a:bodyPr/>
          <a:lstStyle>
            <a:lvl1pPr>
              <a:defRPr sz="2800">
                <a:solidFill>
                  <a:schemeClr val="tx1"/>
                </a:solidFill>
              </a:defRPr>
            </a:lvl1pPr>
            <a:lvl2pPr>
              <a:defRPr sz="2600">
                <a:solidFill>
                  <a:schemeClr val="tx1"/>
                </a:solidFill>
              </a:defRPr>
            </a:lvl2pPr>
            <a:lvl3pPr>
              <a:defRPr sz="2400">
                <a:solidFill>
                  <a:schemeClr val="tx1"/>
                </a:solidFill>
              </a:defRPr>
            </a:lvl3pPr>
            <a:lvl4pPr>
              <a:defRPr sz="2000">
                <a:solidFill>
                  <a:schemeClr val="tx1"/>
                </a:solidFill>
              </a:defRPr>
            </a:lvl4pPr>
            <a:lvl5pPr>
              <a:defRPr sz="2000">
                <a:solidFill>
                  <a:schemeClr val="tx1"/>
                </a:solidFill>
              </a:defRPr>
            </a:lvl5pPr>
            <a:lvl6pPr>
              <a:buNone/>
              <a:defRPr/>
            </a:lvl6pPr>
            <a:extLst/>
          </a:lstStyle>
          <a:p>
            <a:pPr lvl="0"/>
            <a:r>
              <a:rPr lang="ja-JP" altLang="en-US"/>
              <a:t>マスタ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/>
          </a:p>
        </p:txBody>
      </p:sp>
      <p:sp>
        <p:nvSpPr>
          <p:cNvPr id="5" name="日付プレースホルダ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 fontAlgn="base">
              <a:spcBef>
                <a:spcPct val="0"/>
              </a:spcBef>
              <a:spcAft>
                <a:spcPct val="0"/>
              </a:spcAft>
              <a:defRPr>
                <a:latin typeface="Arial" charset="0"/>
                <a:cs typeface="Arial" charset="0"/>
              </a:defRPr>
            </a:lvl1pPr>
            <a:extLst/>
          </a:lstStyle>
          <a:p>
            <a:pPr>
              <a:defRPr/>
            </a:pPr>
            <a:fld id="{BB087666-013F-4FDA-BEFA-0D52CB0B933D}" type="datetimeFigureOut">
              <a:rPr lang="ja-JP" altLang="en-US"/>
              <a:pPr>
                <a:defRPr/>
              </a:pPr>
              <a:t>2022/9/17</a:t>
            </a:fld>
            <a:endParaRPr lang="ja-JP" altLang="en-US"/>
          </a:p>
        </p:txBody>
      </p:sp>
      <p:sp>
        <p:nvSpPr>
          <p:cNvPr id="6" name="フッター プレースホルダ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 fontAlgn="base">
              <a:spcBef>
                <a:spcPct val="0"/>
              </a:spcBef>
              <a:spcAft>
                <a:spcPct val="0"/>
              </a:spcAft>
              <a:defRPr>
                <a:latin typeface="Arial" charset="0"/>
                <a:cs typeface="Arial" charset="0"/>
              </a:defRPr>
            </a:lvl1pPr>
            <a:extLst/>
          </a:lstStyle>
          <a:p>
            <a:pPr>
              <a:defRPr/>
            </a:pPr>
            <a:endParaRPr lang="ja-JP" altLang="en-US"/>
          </a:p>
        </p:txBody>
      </p:sp>
      <p:sp>
        <p:nvSpPr>
          <p:cNvPr id="7" name="スライド番号プレースホル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fontAlgn="base">
              <a:spcBef>
                <a:spcPct val="0"/>
              </a:spcBef>
              <a:spcAft>
                <a:spcPct val="0"/>
              </a:spcAft>
              <a:defRPr>
                <a:latin typeface="Arial" charset="0"/>
                <a:cs typeface="Arial" charset="0"/>
              </a:defRPr>
            </a:lvl1pPr>
            <a:extLst/>
          </a:lstStyle>
          <a:p>
            <a:pPr>
              <a:defRPr/>
            </a:pPr>
            <a:fld id="{42257595-CDAE-4E4E-8D2A-48072503B9A9}" type="slidenum">
              <a:rPr lang="ja-JP" altLang="en-US"/>
              <a:pPr>
                <a:defRPr/>
              </a:pPr>
              <a:t>‹#›</a:t>
            </a:fld>
            <a:endParaRPr lang="ja-JP" altLang="en-US"/>
          </a:p>
        </p:txBody>
      </p:sp>
    </p:spTree>
    <p:extLst>
      <p:ext uri="{BB962C8B-B14F-4D97-AF65-F5344CB8AC3E}">
        <p14:creationId xmlns:p14="http://schemas.microsoft.com/office/powerpoint/2010/main" val="2497322747"/>
      </p:ext>
    </p:extLst>
  </p:cSld>
  <p:clrMapOvr>
    <a:masterClrMapping/>
  </p:clrMapOvr>
  <p:transition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タイトル付きの図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角丸四角形 14"/>
          <p:cNvSpPr/>
          <p:nvPr/>
        </p:nvSpPr>
        <p:spPr>
          <a:xfrm>
            <a:off x="304800" y="328613"/>
            <a:ext cx="8532813" cy="6197600"/>
          </a:xfrm>
          <a:prstGeom prst="roundRect">
            <a:avLst>
              <a:gd name="adj" fmla="val 2081"/>
            </a:avLst>
          </a:prstGeom>
          <a:gradFill flip="none" rotWithShape="1">
            <a:gsLst>
              <a:gs pos="0">
                <a:srgbClr val="FFFFFF">
                  <a:shade val="100000"/>
                </a:srgbClr>
              </a:gs>
              <a:gs pos="98000">
                <a:srgbClr val="FFFFFF">
                  <a:shade val="100000"/>
                </a:srgbClr>
              </a:gs>
              <a:gs pos="99055">
                <a:srgbClr val="FFFFFF">
                  <a:shade val="93000"/>
                </a:srgbClr>
              </a:gs>
              <a:gs pos="100000">
                <a:srgbClr val="FFFFFF">
                  <a:shade val="70000"/>
                </a:srgbClr>
              </a:gs>
            </a:gsLst>
            <a:lin ang="5400000" scaled="1"/>
            <a:tileRect/>
          </a:gradFill>
          <a:ln w="2000" cap="rnd" cmpd="sng" algn="ctr">
            <a:solidFill>
              <a:srgbClr val="302F2C">
                <a:tint val="65000"/>
                <a:satMod val="120000"/>
              </a:srgbClr>
            </a:solidFill>
            <a:prstDash val="solid"/>
          </a:ln>
          <a:effectLst>
            <a:outerShdw blurRad="76200" dist="50800" dir="5400000" algn="tl" rotWithShape="0">
              <a:srgbClr val="000000">
                <a:alpha val="25000"/>
              </a:srgb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dirty="0">
              <a:solidFill>
                <a:prstClr val="white"/>
              </a:solidFill>
            </a:endParaRPr>
          </a:p>
        </p:txBody>
      </p:sp>
      <p:sp>
        <p:nvSpPr>
          <p:cNvPr id="6" name="1 つの角を丸めた四角形 10"/>
          <p:cNvSpPr/>
          <p:nvPr/>
        </p:nvSpPr>
        <p:spPr>
          <a:xfrm>
            <a:off x="6400800" y="433388"/>
            <a:ext cx="2324100" cy="4343400"/>
          </a:xfrm>
          <a:prstGeom prst="round1Rect">
            <a:avLst>
              <a:gd name="adj" fmla="val 2748"/>
            </a:avLst>
          </a:prstGeom>
          <a:solidFill>
            <a:srgbClr val="1C1C1C"/>
          </a:solidFill>
          <a:ln w="889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dirty="0">
              <a:solidFill>
                <a:prstClr val="white"/>
              </a:solidFill>
            </a:endParaRPr>
          </a:p>
        </p:txBody>
      </p:sp>
      <p:sp>
        <p:nvSpPr>
          <p:cNvPr id="2" name="タイトル 1"/>
          <p:cNvSpPr>
            <a:spLocks noGrp="1"/>
          </p:cNvSpPr>
          <p:nvPr>
            <p:ph type="title"/>
          </p:nvPr>
        </p:nvSpPr>
        <p:spPr>
          <a:xfrm>
            <a:off x="457200" y="5012056"/>
            <a:ext cx="8229600" cy="1051560"/>
          </a:xfrm>
        </p:spPr>
        <p:txBody>
          <a:bodyPr anchor="t"/>
          <a:lstStyle>
            <a:lvl1pPr algn="l">
              <a:buNone/>
              <a:defRPr sz="3600" b="0">
                <a:solidFill>
                  <a:schemeClr val="bg2">
                    <a:shade val="25000"/>
                  </a:schemeClr>
                </a:solidFill>
                <a:effectLst/>
              </a:defRPr>
            </a:lvl1pPr>
            <a:extLst/>
          </a:lstStyle>
          <a:p>
            <a:r>
              <a:rPr lang="ja-JP" altLang="en-US"/>
              <a:t>マスタ タイトルの書式設定</a:t>
            </a:r>
            <a:endParaRPr lang="en-US"/>
          </a:p>
        </p:txBody>
      </p:sp>
      <p:sp>
        <p:nvSpPr>
          <p:cNvPr id="4" name="テキスト プレースホルダ 3"/>
          <p:cNvSpPr>
            <a:spLocks noGrp="1"/>
          </p:cNvSpPr>
          <p:nvPr>
            <p:ph type="body" sz="half" idx="2"/>
          </p:nvPr>
        </p:nvSpPr>
        <p:spPr bwMode="grayWhite">
          <a:xfrm>
            <a:off x="6462712" y="533400"/>
            <a:ext cx="2240280" cy="4211480"/>
          </a:xfrm>
        </p:spPr>
        <p:txBody>
          <a:bodyPr lIns="91440"/>
          <a:lstStyle>
            <a:lvl1pPr marL="45720" indent="0" algn="l">
              <a:spcBef>
                <a:spcPts val="0"/>
              </a:spcBef>
              <a:buNone/>
              <a:defRPr sz="1400">
                <a:solidFill>
                  <a:srgbClr val="FFFFFF"/>
                </a:solidFill>
              </a:defRPr>
            </a:lvl1pPr>
            <a:lvl2pPr>
              <a:defRPr sz="1200">
                <a:solidFill>
                  <a:srgbClr val="FFFFFF"/>
                </a:solidFill>
              </a:defRPr>
            </a:lvl2pPr>
            <a:lvl3pPr>
              <a:defRPr sz="1000">
                <a:solidFill>
                  <a:srgbClr val="FFFFFF"/>
                </a:solidFill>
              </a:defRPr>
            </a:lvl3pPr>
            <a:lvl4pPr>
              <a:defRPr sz="900">
                <a:solidFill>
                  <a:srgbClr val="FFFFFF"/>
                </a:solidFill>
              </a:defRPr>
            </a:lvl4pPr>
            <a:lvl5pPr>
              <a:defRPr sz="900">
                <a:solidFill>
                  <a:srgbClr val="FFFFFF"/>
                </a:solidFill>
              </a:defRPr>
            </a:lvl5pPr>
            <a:extLst/>
          </a:lstStyle>
          <a:p>
            <a:pPr lvl="0"/>
            <a:r>
              <a:rPr lang="ja-JP" altLang="en-US"/>
              <a:t>マスタ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/>
          </a:p>
        </p:txBody>
      </p:sp>
      <p:sp>
        <p:nvSpPr>
          <p:cNvPr id="3" name="図プレースホルダ 2"/>
          <p:cNvSpPr>
            <a:spLocks noGrp="1"/>
          </p:cNvSpPr>
          <p:nvPr>
            <p:ph type="pic" idx="1"/>
          </p:nvPr>
        </p:nvSpPr>
        <p:spPr>
          <a:xfrm>
            <a:off x="421480" y="435768"/>
            <a:ext cx="5925312" cy="4343400"/>
          </a:xfrm>
          <a:prstGeom prst="snipRoundRect">
            <a:avLst>
              <a:gd name="adj1" fmla="val 1040"/>
              <a:gd name="adj2" fmla="val 0"/>
            </a:avLst>
          </a:prstGeom>
          <a:solidFill>
            <a:schemeClr val="bg2">
              <a:shade val="10000"/>
            </a:schemeClr>
          </a:solidFill>
        </p:spPr>
        <p:txBody>
          <a:bodyPr>
            <a:normAutofit/>
          </a:bodyPr>
          <a:lstStyle>
            <a:lvl1pPr marL="0" indent="0">
              <a:buNone/>
              <a:defRPr sz="3200"/>
            </a:lvl1pPr>
            <a:extLst/>
          </a:lstStyle>
          <a:p>
            <a:pPr lvl="0"/>
            <a:r>
              <a:rPr lang="ja-JP" altLang="en-US" noProof="0"/>
              <a:t>アイコンをクリックして図を追加</a:t>
            </a:r>
            <a:endParaRPr lang="en-US" noProof="0" dirty="0"/>
          </a:p>
        </p:txBody>
      </p:sp>
      <p:sp>
        <p:nvSpPr>
          <p:cNvPr id="7" name="日付プレースホルダ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 fontAlgn="base">
              <a:spcBef>
                <a:spcPct val="0"/>
              </a:spcBef>
              <a:spcAft>
                <a:spcPct val="0"/>
              </a:spcAft>
              <a:defRPr>
                <a:latin typeface="Arial" charset="0"/>
                <a:cs typeface="Arial" charset="0"/>
              </a:defRPr>
            </a:lvl1pPr>
            <a:extLst/>
          </a:lstStyle>
          <a:p>
            <a:pPr>
              <a:defRPr/>
            </a:pPr>
            <a:fld id="{C3A78DF4-B142-4B1F-AE36-CA2E01530601}" type="datetimeFigureOut">
              <a:rPr lang="ja-JP" altLang="en-US"/>
              <a:pPr>
                <a:defRPr/>
              </a:pPr>
              <a:t>2022/9/17</a:t>
            </a:fld>
            <a:endParaRPr lang="ja-JP" altLang="en-US"/>
          </a:p>
        </p:txBody>
      </p:sp>
      <p:sp>
        <p:nvSpPr>
          <p:cNvPr id="8" name="フッター プレースホルダ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 fontAlgn="base">
              <a:spcBef>
                <a:spcPct val="0"/>
              </a:spcBef>
              <a:spcAft>
                <a:spcPct val="0"/>
              </a:spcAft>
              <a:defRPr>
                <a:latin typeface="Arial" charset="0"/>
                <a:cs typeface="Arial" charset="0"/>
              </a:defRPr>
            </a:lvl1pPr>
            <a:extLst/>
          </a:lstStyle>
          <a:p>
            <a:pPr>
              <a:defRPr/>
            </a:pPr>
            <a:endParaRPr lang="ja-JP" altLang="en-US"/>
          </a:p>
        </p:txBody>
      </p:sp>
      <p:sp>
        <p:nvSpPr>
          <p:cNvPr id="9" name="スライド番号プレースホル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fontAlgn="base">
              <a:spcBef>
                <a:spcPct val="0"/>
              </a:spcBef>
              <a:spcAft>
                <a:spcPct val="0"/>
              </a:spcAft>
              <a:defRPr>
                <a:latin typeface="Arial" charset="0"/>
                <a:cs typeface="Arial" charset="0"/>
              </a:defRPr>
            </a:lvl1pPr>
            <a:extLst/>
          </a:lstStyle>
          <a:p>
            <a:pPr>
              <a:defRPr/>
            </a:pPr>
            <a:fld id="{24CE8912-7021-44CE-93B5-24B4E497462A}" type="slidenum">
              <a:rPr lang="ja-JP" altLang="en-US"/>
              <a:pPr>
                <a:defRPr/>
              </a:pPr>
              <a:t>‹#›</a:t>
            </a:fld>
            <a:endParaRPr lang="ja-JP" altLang="en-US"/>
          </a:p>
        </p:txBody>
      </p:sp>
    </p:spTree>
    <p:extLst>
      <p:ext uri="{BB962C8B-B14F-4D97-AF65-F5344CB8AC3E}">
        <p14:creationId xmlns:p14="http://schemas.microsoft.com/office/powerpoint/2010/main" val="2443837545"/>
      </p:ext>
    </p:extLst>
  </p:cSld>
  <p:clrMapOvr>
    <a:masterClrMapping/>
  </p:clrMapOvr>
  <p:transition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タイトルと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>
          <a:xfrm>
            <a:off x="502920" y="4983480"/>
            <a:ext cx="8183880" cy="1051560"/>
          </a:xfrm>
        </p:spPr>
        <p:txBody>
          <a:bodyPr/>
          <a:lstStyle/>
          <a:p>
            <a:r>
              <a:rPr lang="ja-JP" altLang="en-US"/>
              <a:t>マスタ タイトルの書式設定</a:t>
            </a:r>
            <a:endParaRPr lang="en-US"/>
          </a:p>
        </p:txBody>
      </p:sp>
      <p:sp>
        <p:nvSpPr>
          <p:cNvPr id="3" name="縦書きテキスト プレースホルダ 2"/>
          <p:cNvSpPr>
            <a:spLocks noGrp="1"/>
          </p:cNvSpPr>
          <p:nvPr>
            <p:ph type="body" orient="vert" idx="1"/>
          </p:nvPr>
        </p:nvSpPr>
        <p:spPr>
          <a:xfrm>
            <a:off x="502920" y="530352"/>
            <a:ext cx="8183880" cy="4187952"/>
          </a:xfrm>
        </p:spPr>
        <p:txBody>
          <a:bodyPr vert="eaVert"/>
          <a:lstStyle/>
          <a:p>
            <a:pPr lvl="0"/>
            <a:r>
              <a:rPr lang="ja-JP" altLang="en-US"/>
              <a:t>マスタ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/>
          </a:p>
        </p:txBody>
      </p:sp>
      <p:sp>
        <p:nvSpPr>
          <p:cNvPr id="4" name="日付プレースホル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 fontAlgn="base">
              <a:spcBef>
                <a:spcPct val="0"/>
              </a:spcBef>
              <a:spcAft>
                <a:spcPct val="0"/>
              </a:spcAft>
              <a:defRPr>
                <a:latin typeface="Arial" charset="0"/>
                <a:cs typeface="Arial" charset="0"/>
              </a:defRPr>
            </a:lvl1pPr>
            <a:extLst/>
          </a:lstStyle>
          <a:p>
            <a:pPr>
              <a:defRPr/>
            </a:pPr>
            <a:fld id="{A08256B4-4D99-4226-B7B7-70A96A8C0142}" type="datetimeFigureOut">
              <a:rPr lang="ja-JP" altLang="en-US"/>
              <a:pPr>
                <a:defRPr/>
              </a:pPr>
              <a:t>2022/9/17</a:t>
            </a:fld>
            <a:endParaRPr lang="ja-JP" altLang="en-US"/>
          </a:p>
        </p:txBody>
      </p:sp>
      <p:sp>
        <p:nvSpPr>
          <p:cNvPr id="5" name="フッター プレースホル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 fontAlgn="base">
              <a:spcBef>
                <a:spcPct val="0"/>
              </a:spcBef>
              <a:spcAft>
                <a:spcPct val="0"/>
              </a:spcAft>
              <a:defRPr>
                <a:latin typeface="Arial" charset="0"/>
                <a:cs typeface="Arial" charset="0"/>
              </a:defRPr>
            </a:lvl1pPr>
            <a:extLst/>
          </a:lstStyle>
          <a:p>
            <a:pPr>
              <a:defRPr/>
            </a:pPr>
            <a:endParaRPr lang="ja-JP" altLang="en-US"/>
          </a:p>
        </p:txBody>
      </p:sp>
      <p:sp>
        <p:nvSpPr>
          <p:cNvPr id="6" name="スライド番号プレースホル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fontAlgn="base">
              <a:spcBef>
                <a:spcPct val="0"/>
              </a:spcBef>
              <a:spcAft>
                <a:spcPct val="0"/>
              </a:spcAft>
              <a:defRPr>
                <a:latin typeface="Arial" charset="0"/>
                <a:cs typeface="Arial" charset="0"/>
              </a:defRPr>
            </a:lvl1pPr>
            <a:extLst/>
          </a:lstStyle>
          <a:p>
            <a:pPr>
              <a:defRPr/>
            </a:pPr>
            <a:fld id="{A4231D10-4EED-4D9C-9B53-3199AADE8933}" type="slidenum">
              <a:rPr lang="ja-JP" altLang="en-US"/>
              <a:pPr>
                <a:defRPr/>
              </a:pPr>
              <a:t>‹#›</a:t>
            </a:fld>
            <a:endParaRPr lang="ja-JP" altLang="en-US"/>
          </a:p>
        </p:txBody>
      </p:sp>
    </p:spTree>
    <p:extLst>
      <p:ext uri="{BB962C8B-B14F-4D97-AF65-F5344CB8AC3E}">
        <p14:creationId xmlns:p14="http://schemas.microsoft.com/office/powerpoint/2010/main" val="1279982675"/>
      </p:ext>
    </p:extLst>
  </p:cSld>
  <p:clrMapOvr>
    <a:masterClrMapping/>
  </p:clrMapOvr>
  <p:transition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縦書きタイトルと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縦書きタイトル 1"/>
          <p:cNvSpPr>
            <a:spLocks noGrp="1"/>
          </p:cNvSpPr>
          <p:nvPr>
            <p:ph type="title" orient="vert"/>
          </p:nvPr>
        </p:nvSpPr>
        <p:spPr>
          <a:xfrm>
            <a:off x="6629400" y="533404"/>
            <a:ext cx="1981200" cy="5257799"/>
          </a:xfrm>
        </p:spPr>
        <p:txBody>
          <a:bodyPr vert="eaVert"/>
          <a:lstStyle/>
          <a:p>
            <a:r>
              <a:rPr lang="ja-JP" altLang="en-US"/>
              <a:t>マスタ タイトルの書式設定</a:t>
            </a:r>
            <a:endParaRPr lang="en-US"/>
          </a:p>
        </p:txBody>
      </p:sp>
      <p:sp>
        <p:nvSpPr>
          <p:cNvPr id="3" name="縦書きテキスト プレースホルダ 2"/>
          <p:cNvSpPr>
            <a:spLocks noGrp="1"/>
          </p:cNvSpPr>
          <p:nvPr>
            <p:ph type="body" orient="vert" idx="1"/>
          </p:nvPr>
        </p:nvSpPr>
        <p:spPr>
          <a:xfrm>
            <a:off x="533400" y="533402"/>
            <a:ext cx="5943600" cy="5257801"/>
          </a:xfrm>
        </p:spPr>
        <p:txBody>
          <a:bodyPr vert="eaVert"/>
          <a:lstStyle/>
          <a:p>
            <a:pPr lvl="0"/>
            <a:r>
              <a:rPr lang="ja-JP" altLang="en-US"/>
              <a:t>マスタ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/>
          </a:p>
        </p:txBody>
      </p:sp>
      <p:sp>
        <p:nvSpPr>
          <p:cNvPr id="4" name="日付プレースホル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 fontAlgn="base">
              <a:spcBef>
                <a:spcPct val="0"/>
              </a:spcBef>
              <a:spcAft>
                <a:spcPct val="0"/>
              </a:spcAft>
              <a:defRPr>
                <a:latin typeface="Arial" charset="0"/>
                <a:cs typeface="Arial" charset="0"/>
              </a:defRPr>
            </a:lvl1pPr>
            <a:extLst/>
          </a:lstStyle>
          <a:p>
            <a:pPr>
              <a:defRPr/>
            </a:pPr>
            <a:fld id="{02EF0357-2710-446F-8233-F225A9131398}" type="datetimeFigureOut">
              <a:rPr lang="ja-JP" altLang="en-US"/>
              <a:pPr>
                <a:defRPr/>
              </a:pPr>
              <a:t>2022/9/17</a:t>
            </a:fld>
            <a:endParaRPr lang="ja-JP" altLang="en-US"/>
          </a:p>
        </p:txBody>
      </p:sp>
      <p:sp>
        <p:nvSpPr>
          <p:cNvPr id="5" name="フッター プレースホル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 fontAlgn="base">
              <a:spcBef>
                <a:spcPct val="0"/>
              </a:spcBef>
              <a:spcAft>
                <a:spcPct val="0"/>
              </a:spcAft>
              <a:defRPr>
                <a:latin typeface="Arial" charset="0"/>
                <a:cs typeface="Arial" charset="0"/>
              </a:defRPr>
            </a:lvl1pPr>
            <a:extLst/>
          </a:lstStyle>
          <a:p>
            <a:pPr>
              <a:defRPr/>
            </a:pPr>
            <a:endParaRPr lang="ja-JP" altLang="en-US"/>
          </a:p>
        </p:txBody>
      </p:sp>
      <p:sp>
        <p:nvSpPr>
          <p:cNvPr id="6" name="スライド番号プレースホル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fontAlgn="base">
              <a:spcBef>
                <a:spcPct val="0"/>
              </a:spcBef>
              <a:spcAft>
                <a:spcPct val="0"/>
              </a:spcAft>
              <a:defRPr>
                <a:latin typeface="Arial" charset="0"/>
                <a:cs typeface="Arial" charset="0"/>
              </a:defRPr>
            </a:lvl1pPr>
            <a:extLst/>
          </a:lstStyle>
          <a:p>
            <a:pPr>
              <a:defRPr/>
            </a:pPr>
            <a:fld id="{88CA1B56-A0EE-40A3-8B26-7F95EB598CFD}" type="slidenum">
              <a:rPr lang="ja-JP" altLang="en-US"/>
              <a:pPr>
                <a:defRPr/>
              </a:pPr>
              <a:t>‹#›</a:t>
            </a:fld>
            <a:endParaRPr lang="ja-JP" altLang="en-US"/>
          </a:p>
        </p:txBody>
      </p:sp>
    </p:spTree>
    <p:extLst>
      <p:ext uri="{BB962C8B-B14F-4D97-AF65-F5344CB8AC3E}">
        <p14:creationId xmlns:p14="http://schemas.microsoft.com/office/powerpoint/2010/main" val="276098720"/>
      </p:ext>
    </p:extLst>
  </p:cSld>
  <p:clrMapOvr>
    <a:masterClrMapping/>
  </p:clrMapOvr>
  <p:transition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1C528EF-78D8-49A5-809B-2599B7DD834B}" type="datetimeFigureOut">
              <a:rPr lang="en-US" altLang="en-US"/>
              <a:pPr>
                <a:defRPr/>
              </a:pPr>
              <a:t>9/17/2022</a:t>
            </a:fld>
            <a:endParaRPr lang="en-US" alt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EEFA2A5-5979-48A6-9408-4607D4934BEB}" type="slidenum">
              <a:rPr lang="en-US" altLang="en-US"/>
              <a:pPr>
                <a:defRPr/>
              </a:pPr>
              <a:t>‹#›</a:t>
            </a:fld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4260225600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3C57163-4E2A-442A-AF52-8DCCF3E5F898}" type="datetimeFigureOut">
              <a:rPr lang="en-US" altLang="en-US"/>
              <a:pPr>
                <a:defRPr/>
              </a:pPr>
              <a:t>9/17/2022</a:t>
            </a:fld>
            <a:endParaRPr lang="en-US" alt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C14CFB5-2CC1-45EB-A3F2-C919B0329890}" type="slidenum">
              <a:rPr lang="en-US" altLang="en-US"/>
              <a:pPr>
                <a:defRPr/>
              </a:pPr>
              <a:t>‹#›</a:t>
            </a:fld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1502701646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7CADFD7-462D-4DC3-B03B-C216ECE8D47D}" type="datetimeFigureOut">
              <a:rPr lang="en-US" altLang="en-US"/>
              <a:pPr>
                <a:defRPr/>
              </a:pPr>
              <a:t>9/17/2022</a:t>
            </a:fld>
            <a:endParaRPr lang="en-US" alt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41B0A13-5CDD-4B02-825E-D5B70CB11E2D}" type="slidenum">
              <a:rPr lang="en-US" altLang="en-US"/>
              <a:pPr>
                <a:defRPr/>
              </a:pPr>
              <a:t>‹#›</a:t>
            </a:fld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2497357455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ACFF109-4CB5-4AAD-95FA-C87EB3E04025}" type="datetimeFigureOut">
              <a:rPr lang="en-US" altLang="en-US"/>
              <a:pPr>
                <a:defRPr/>
              </a:pPr>
              <a:t>9/17/2022</a:t>
            </a:fld>
            <a:endParaRPr lang="en-US" alt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713CE82-7117-4891-B558-D1CF2158FB35}" type="slidenum">
              <a:rPr lang="en-US" altLang="en-US"/>
              <a:pPr>
                <a:defRPr/>
              </a:pPr>
              <a:t>‹#›</a:t>
            </a:fld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533524804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2BA6665-6F14-4A40-AA68-DF2D49F6DD20}" type="datetimeFigureOut">
              <a:rPr lang="en-US" altLang="en-US"/>
              <a:pPr>
                <a:defRPr/>
              </a:pPr>
              <a:t>9/17/2022</a:t>
            </a:fld>
            <a:endParaRPr lang="en-US" alt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32395EA-16E2-485C-BE10-C0C30288CF78}" type="slidenum">
              <a:rPr lang="en-US" altLang="en-US"/>
              <a:pPr>
                <a:defRPr/>
              </a:pPr>
              <a:t>‹#›</a:t>
            </a:fld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3404422511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6CFB527-45A3-4F1F-BC31-990A27D35CF4}" type="datetimeFigureOut">
              <a:rPr lang="en-US" altLang="en-US"/>
              <a:pPr>
                <a:defRPr/>
              </a:pPr>
              <a:t>9/17/2022</a:t>
            </a:fld>
            <a:endParaRPr lang="en-US" alt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A252998-14DA-4294-9809-0671B108F665}" type="slidenum">
              <a:rPr lang="en-US" altLang="en-US"/>
              <a:pPr>
                <a:defRPr/>
              </a:pPr>
              <a:t>‹#›</a:t>
            </a:fld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2492215992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420C454-2AF4-4F56-B134-15CC2881F322}" type="datetimeFigureOut">
              <a:rPr lang="en-US" altLang="en-US"/>
              <a:pPr>
                <a:defRPr/>
              </a:pPr>
              <a:t>9/17/2022</a:t>
            </a:fld>
            <a:endParaRPr lang="en-US" alt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31FBE90-576A-469F-BB2C-57A27D47CF36}" type="slidenum">
              <a:rPr lang="en-US" altLang="en-US"/>
              <a:pPr>
                <a:defRPr/>
              </a:pPr>
              <a:t>‹#›</a:t>
            </a:fld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3152141982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580C9C6-69CB-45B7-9979-6C3E38187D0A}" type="datetimeFigureOut">
              <a:rPr lang="en-US" altLang="en-US"/>
              <a:pPr>
                <a:defRPr/>
              </a:pPr>
              <a:t>9/17/2022</a:t>
            </a:fld>
            <a:endParaRPr lang="en-US" alt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5BE9712-EA71-450B-AE72-6EC24D46A791}" type="slidenum">
              <a:rPr lang="en-US" altLang="en-US"/>
              <a:pPr>
                <a:defRPr/>
              </a:pPr>
              <a:t>‹#›</a:t>
            </a:fld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4201818746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4E0AD57-2794-4A43-BC3A-6D6DEE633501}" type="datetimeFigureOut">
              <a:rPr lang="en-US" altLang="en-US"/>
              <a:pPr>
                <a:defRPr/>
              </a:pPr>
              <a:t>9/17/2022</a:t>
            </a:fld>
            <a:endParaRPr lang="en-US" alt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1B9D0AA-CDC8-41BE-AFF7-7A9CB8C401D6}" type="slidenum">
              <a:rPr lang="en-US" altLang="en-US"/>
              <a:pPr>
                <a:defRPr/>
              </a:pPr>
              <a:t>‹#›</a:t>
            </a:fld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1371350678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99D4D3F-EDC6-440C-ABD2-54996654AEC4}" type="datetimeFigureOut">
              <a:rPr lang="en-US" altLang="en-US"/>
              <a:pPr>
                <a:defRPr/>
              </a:pPr>
              <a:t>9/17/2022</a:t>
            </a:fld>
            <a:endParaRPr lang="en-US" alt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5C68EAF-25D6-47A5-AF16-8E40A707229B}" type="slidenum">
              <a:rPr lang="en-US" altLang="en-US"/>
              <a:pPr>
                <a:defRPr/>
              </a:pPr>
              <a:t>‹#›</a:t>
            </a:fld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188620595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315DA01-3A8D-4832-86F7-58BF2CA1F9C1}" type="datetimeFigureOut">
              <a:rPr lang="en-US" altLang="en-US"/>
              <a:pPr>
                <a:defRPr/>
              </a:pPr>
              <a:t>9/17/2022</a:t>
            </a:fld>
            <a:endParaRPr lang="en-US" alt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16CA87E-87C4-451A-AA13-2FDE2706BB27}" type="slidenum">
              <a:rPr lang="en-US" altLang="en-US"/>
              <a:pPr>
                <a:defRPr/>
              </a:pPr>
              <a:t>‹#›</a:t>
            </a:fld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735080306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txAndObj">
  <p:cSld name="Title, Text,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9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6" name="Footer Placeholder 21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7" name="Slide Number Placeholder 1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612BA31-4ADC-4EA2-9C08-0E0505B50D32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11795440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>
              <a:solidFill>
                <a:srgbClr val="000000"/>
              </a:solidFill>
            </a:endParaRPr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>
              <a:solidFill>
                <a:srgbClr val="000000"/>
              </a:solidFill>
            </a:endParaRPr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5BF6A3F1-EF86-44E9-81F6-A62E1C4C24EE}" type="slidenum">
              <a:rPr lang="en-US">
                <a:solidFill>
                  <a:srgbClr val="000000"/>
                </a:solidFill>
              </a:rPr>
              <a:pPr>
                <a:defRPr/>
              </a:pPr>
              <a:t>‹#›</a:t>
            </a:fld>
            <a:endParaRPr lang="en-US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231016764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>
              <a:solidFill>
                <a:srgbClr val="000000"/>
              </a:solidFill>
            </a:endParaRPr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>
              <a:solidFill>
                <a:srgbClr val="000000"/>
              </a:solidFill>
            </a:endParaRPr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EAAF727C-16E6-4F4E-956A-F96F4F070BC6}" type="slidenum">
              <a:rPr lang="en-US">
                <a:solidFill>
                  <a:srgbClr val="000000"/>
                </a:solidFill>
              </a:rPr>
              <a:pPr>
                <a:defRPr/>
              </a:pPr>
              <a:t>‹#›</a:t>
            </a:fld>
            <a:endParaRPr lang="en-US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021531766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>
              <a:solidFill>
                <a:srgbClr val="000000"/>
              </a:solidFill>
            </a:endParaRPr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>
              <a:solidFill>
                <a:srgbClr val="000000"/>
              </a:solidFill>
            </a:endParaRPr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0EEED43A-835B-4492-A31D-D41EB4AF5648}" type="slidenum">
              <a:rPr lang="en-US">
                <a:solidFill>
                  <a:srgbClr val="000000"/>
                </a:solidFill>
              </a:rPr>
              <a:pPr>
                <a:defRPr/>
              </a:pPr>
              <a:t>‹#›</a:t>
            </a:fld>
            <a:endParaRPr lang="en-US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147161437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>
              <a:solidFill>
                <a:srgbClr val="000000"/>
              </a:solidFill>
            </a:endParaRPr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>
              <a:solidFill>
                <a:srgbClr val="000000"/>
              </a:solidFill>
            </a:endParaRPr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ABBB3D6-0CB1-4A88-915A-1500123D3BC9}" type="slidenum">
              <a:rPr lang="en-US">
                <a:solidFill>
                  <a:srgbClr val="000000"/>
                </a:solidFill>
              </a:rPr>
              <a:pPr>
                <a:defRPr/>
              </a:pPr>
              <a:t>‹#›</a:t>
            </a:fld>
            <a:endParaRPr lang="en-US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991211795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>
              <a:solidFill>
                <a:srgbClr val="000000"/>
              </a:solidFill>
            </a:endParaRPr>
          </a:p>
        </p:txBody>
      </p:sp>
      <p:sp>
        <p:nvSpPr>
          <p:cNvPr id="8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>
              <a:solidFill>
                <a:srgbClr val="000000"/>
              </a:solidFill>
            </a:endParaRPr>
          </a:p>
        </p:txBody>
      </p:sp>
      <p:sp>
        <p:nvSpPr>
          <p:cNvPr id="9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A3C161EC-C45F-401A-86E6-6370C3780173}" type="slidenum">
              <a:rPr lang="en-US">
                <a:solidFill>
                  <a:srgbClr val="000000"/>
                </a:solidFill>
              </a:rPr>
              <a:pPr>
                <a:defRPr/>
              </a:pPr>
              <a:t>‹#›</a:t>
            </a:fld>
            <a:endParaRPr lang="en-US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843410348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>
              <a:solidFill>
                <a:srgbClr val="000000"/>
              </a:solidFill>
            </a:endParaRPr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>
              <a:solidFill>
                <a:srgbClr val="000000"/>
              </a:solidFill>
            </a:endParaRPr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EC114C25-E776-484A-93AF-3BDE9E372EBE}" type="slidenum">
              <a:rPr lang="en-US">
                <a:solidFill>
                  <a:srgbClr val="000000"/>
                </a:solidFill>
              </a:rPr>
              <a:pPr>
                <a:defRPr/>
              </a:pPr>
              <a:t>‹#›</a:t>
            </a:fld>
            <a:endParaRPr lang="en-US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684029507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>
              <a:solidFill>
                <a:srgbClr val="000000"/>
              </a:solidFill>
            </a:endParaRPr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>
              <a:solidFill>
                <a:srgbClr val="000000"/>
              </a:solidFill>
            </a:endParaRPr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D4EAF602-15AF-4BE3-8427-0771CD874DFC}" type="slidenum">
              <a:rPr lang="en-US">
                <a:solidFill>
                  <a:srgbClr val="000000"/>
                </a:solidFill>
              </a:rPr>
              <a:pPr>
                <a:defRPr/>
              </a:pPr>
              <a:t>‹#›</a:t>
            </a:fld>
            <a:endParaRPr lang="en-US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853433422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>
              <a:solidFill>
                <a:srgbClr val="000000"/>
              </a:solidFill>
            </a:endParaRPr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>
              <a:solidFill>
                <a:srgbClr val="000000"/>
              </a:solidFill>
            </a:endParaRPr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ADA22FEF-D821-40E8-891A-6F3297CBE87B}" type="slidenum">
              <a:rPr lang="en-US">
                <a:solidFill>
                  <a:srgbClr val="000000"/>
                </a:solidFill>
              </a:rPr>
              <a:pPr>
                <a:defRPr/>
              </a:pPr>
              <a:t>‹#›</a:t>
            </a:fld>
            <a:endParaRPr lang="en-US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327735492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>
              <a:solidFill>
                <a:srgbClr val="000000"/>
              </a:solidFill>
            </a:endParaRPr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>
              <a:solidFill>
                <a:srgbClr val="000000"/>
              </a:solidFill>
            </a:endParaRPr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4828A833-17A2-464E-9C8A-A006BA5EEDD6}" type="slidenum">
              <a:rPr lang="en-US">
                <a:solidFill>
                  <a:srgbClr val="000000"/>
                </a:solidFill>
              </a:rPr>
              <a:pPr>
                <a:defRPr/>
              </a:pPr>
              <a:t>‹#›</a:t>
            </a:fld>
            <a:endParaRPr lang="en-US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95410476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>
              <a:solidFill>
                <a:srgbClr val="000000"/>
              </a:solidFill>
            </a:endParaRPr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>
              <a:solidFill>
                <a:srgbClr val="000000"/>
              </a:solidFill>
            </a:endParaRPr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D7BE8E34-AD64-48C5-B806-684B2685B0A1}" type="slidenum">
              <a:rPr lang="en-US">
                <a:solidFill>
                  <a:srgbClr val="000000"/>
                </a:solidFill>
              </a:rPr>
              <a:pPr>
                <a:defRPr/>
              </a:pPr>
              <a:t>‹#›</a:t>
            </a:fld>
            <a:endParaRPr lang="en-US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534034978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>
              <a:solidFill>
                <a:srgbClr val="000000"/>
              </a:solidFill>
            </a:endParaRPr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>
              <a:solidFill>
                <a:srgbClr val="000000"/>
              </a:solidFill>
            </a:endParaRPr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C7B87796-C39E-4D7F-AC3A-ECAA87DCE9AB}" type="slidenum">
              <a:rPr lang="en-US">
                <a:solidFill>
                  <a:srgbClr val="000000"/>
                </a:solidFill>
              </a:rPr>
              <a:pPr>
                <a:defRPr/>
              </a:pPr>
              <a:t>‹#›</a:t>
            </a:fld>
            <a:endParaRPr lang="en-US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640717129"/>
      </p:ext>
    </p:extLst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type="txAndTwoObj" preserve="1">
  <p:cSld name="Title, Text,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quarter" idx="2"/>
          </p:nvPr>
        </p:nvSpPr>
        <p:spPr>
          <a:xfrm>
            <a:off x="4648200" y="1600200"/>
            <a:ext cx="4038600" cy="21859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sz="quarter" idx="3"/>
          </p:nvPr>
        </p:nvSpPr>
        <p:spPr>
          <a:xfrm>
            <a:off x="4648200" y="3938588"/>
            <a:ext cx="4038600" cy="218757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>
              <a:solidFill>
                <a:srgbClr val="000000"/>
              </a:solidFill>
            </a:endParaRPr>
          </a:p>
        </p:txBody>
      </p:sp>
      <p:sp>
        <p:nvSpPr>
          <p:cNvPr id="7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>
              <a:solidFill>
                <a:srgbClr val="000000"/>
              </a:solidFill>
            </a:endParaRPr>
          </a:p>
        </p:txBody>
      </p:sp>
      <p:sp>
        <p:nvSpPr>
          <p:cNvPr id="8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A8288955-7055-4548-BE6B-EBB131312ADF}" type="slidenum">
              <a:rPr lang="en-US">
                <a:solidFill>
                  <a:srgbClr val="000000"/>
                </a:solidFill>
              </a:rPr>
              <a:pPr>
                <a:defRPr/>
              </a:pPr>
              <a:t>‹#›</a:t>
            </a:fld>
            <a:endParaRPr lang="en-US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254490000"/>
      </p:ext>
    </p:extLst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type="txAndObj" preserve="1">
  <p:cSld name="Title, Text,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>
              <a:solidFill>
                <a:srgbClr val="000000"/>
              </a:solidFill>
            </a:endParaRPr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>
              <a:solidFill>
                <a:srgbClr val="000000"/>
              </a:solidFill>
            </a:endParaRPr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5D431EEF-BB93-4B18-A267-73F4980A7A70}" type="slidenum">
              <a:rPr lang="en-US">
                <a:solidFill>
                  <a:srgbClr val="000000"/>
                </a:solidFill>
              </a:rPr>
              <a:pPr>
                <a:defRPr/>
              </a:pPr>
              <a:t>‹#›</a:t>
            </a:fld>
            <a:endParaRPr lang="en-US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029037073"/>
      </p:ext>
    </p:extLst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type="tbl" preserve="1">
  <p:cSld name="Title and Tab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able Placeholder 2"/>
          <p:cNvSpPr>
            <a:spLocks noGrp="1"/>
          </p:cNvSpPr>
          <p:nvPr>
            <p:ph type="tbl" idx="1"/>
          </p:nvPr>
        </p:nvSpPr>
        <p:spPr>
          <a:xfrm>
            <a:off x="457200" y="1600200"/>
            <a:ext cx="8229600" cy="4525963"/>
          </a:xfrm>
        </p:spPr>
        <p:txBody>
          <a:bodyPr/>
          <a:lstStyle/>
          <a:p>
            <a:pPr lvl="0"/>
            <a:endParaRPr lang="en-US" noProof="0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>
              <a:solidFill>
                <a:srgbClr val="000000"/>
              </a:solidFill>
            </a:endParaRPr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>
              <a:solidFill>
                <a:srgbClr val="000000"/>
              </a:solidFill>
            </a:endParaRPr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C0E424A4-FA87-4C6D-AD4F-E693B5E76656}" type="slidenum">
              <a:rPr lang="en-US">
                <a:solidFill>
                  <a:srgbClr val="000000"/>
                </a:solidFill>
              </a:rPr>
              <a:pPr>
                <a:defRPr/>
              </a:pPr>
              <a:t>‹#›</a:t>
            </a:fld>
            <a:endParaRPr lang="en-US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275669256"/>
      </p:ext>
    </p:extLst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type="objOnly" preserve="1">
  <p:cSld name="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/>
          </p:nvPr>
        </p:nvSpPr>
        <p:spPr>
          <a:xfrm>
            <a:off x="457200" y="274638"/>
            <a:ext cx="8229600" cy="585152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>
              <a:solidFill>
                <a:srgbClr val="000000"/>
              </a:solidFill>
            </a:endParaRPr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>
              <a:solidFill>
                <a:srgbClr val="000000"/>
              </a:solidFill>
            </a:endParaRPr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B3D1221-FDE0-48AD-A189-3A3A6EEF549B}" type="slidenum">
              <a:rPr lang="en-US">
                <a:solidFill>
                  <a:srgbClr val="000000"/>
                </a:solidFill>
              </a:rPr>
              <a:pPr>
                <a:defRPr/>
              </a:pPr>
              <a:t>‹#›</a:t>
            </a:fld>
            <a:endParaRPr lang="en-US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775511078"/>
      </p:ext>
    </p:extLst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>
              <a:solidFill>
                <a:srgbClr val="000000"/>
              </a:solidFill>
            </a:endParaRPr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>
              <a:solidFill>
                <a:srgbClr val="000000"/>
              </a:solidFill>
            </a:endParaRPr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5BF6A3F1-EF86-44E9-81F6-A62E1C4C24EE}" type="slidenum">
              <a:rPr lang="en-US">
                <a:solidFill>
                  <a:srgbClr val="000000"/>
                </a:solidFill>
              </a:rPr>
              <a:pPr>
                <a:defRPr/>
              </a:pPr>
              <a:t>‹#›</a:t>
            </a:fld>
            <a:endParaRPr lang="en-US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818932996"/>
      </p:ext>
    </p:extLst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>
              <a:solidFill>
                <a:srgbClr val="000000"/>
              </a:solidFill>
            </a:endParaRPr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>
              <a:solidFill>
                <a:srgbClr val="000000"/>
              </a:solidFill>
            </a:endParaRPr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EAAF727C-16E6-4F4E-956A-F96F4F070BC6}" type="slidenum">
              <a:rPr lang="en-US">
                <a:solidFill>
                  <a:srgbClr val="000000"/>
                </a:solidFill>
              </a:rPr>
              <a:pPr>
                <a:defRPr/>
              </a:pPr>
              <a:t>‹#›</a:t>
            </a:fld>
            <a:endParaRPr lang="en-US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486789484"/>
      </p:ext>
    </p:extLst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>
              <a:solidFill>
                <a:srgbClr val="000000"/>
              </a:solidFill>
            </a:endParaRPr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>
              <a:solidFill>
                <a:srgbClr val="000000"/>
              </a:solidFill>
            </a:endParaRPr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0EEED43A-835B-4492-A31D-D41EB4AF5648}" type="slidenum">
              <a:rPr lang="en-US">
                <a:solidFill>
                  <a:srgbClr val="000000"/>
                </a:solidFill>
              </a:rPr>
              <a:pPr>
                <a:defRPr/>
              </a:pPr>
              <a:t>‹#›</a:t>
            </a:fld>
            <a:endParaRPr lang="en-US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870038021"/>
      </p:ext>
    </p:extLst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>
              <a:solidFill>
                <a:srgbClr val="000000"/>
              </a:solidFill>
            </a:endParaRPr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>
              <a:solidFill>
                <a:srgbClr val="000000"/>
              </a:solidFill>
            </a:endParaRPr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ABBB3D6-0CB1-4A88-915A-1500123D3BC9}" type="slidenum">
              <a:rPr lang="en-US">
                <a:solidFill>
                  <a:srgbClr val="000000"/>
                </a:solidFill>
              </a:rPr>
              <a:pPr>
                <a:defRPr/>
              </a:pPr>
              <a:t>‹#›</a:t>
            </a:fld>
            <a:endParaRPr lang="en-US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565597832"/>
      </p:ext>
    </p:extLst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>
              <a:solidFill>
                <a:srgbClr val="000000"/>
              </a:solidFill>
            </a:endParaRPr>
          </a:p>
        </p:txBody>
      </p:sp>
      <p:sp>
        <p:nvSpPr>
          <p:cNvPr id="8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>
              <a:solidFill>
                <a:srgbClr val="000000"/>
              </a:solidFill>
            </a:endParaRPr>
          </a:p>
        </p:txBody>
      </p:sp>
      <p:sp>
        <p:nvSpPr>
          <p:cNvPr id="9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A3C161EC-C45F-401A-86E6-6370C3780173}" type="slidenum">
              <a:rPr lang="en-US">
                <a:solidFill>
                  <a:srgbClr val="000000"/>
                </a:solidFill>
              </a:rPr>
              <a:pPr>
                <a:defRPr/>
              </a:pPr>
              <a:t>‹#›</a:t>
            </a:fld>
            <a:endParaRPr lang="en-US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279946853"/>
      </p:ext>
    </p:extLst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>
              <a:solidFill>
                <a:srgbClr val="000000"/>
              </a:solidFill>
            </a:endParaRPr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>
              <a:solidFill>
                <a:srgbClr val="000000"/>
              </a:solidFill>
            </a:endParaRPr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EC114C25-E776-484A-93AF-3BDE9E372EBE}" type="slidenum">
              <a:rPr lang="en-US">
                <a:solidFill>
                  <a:srgbClr val="000000"/>
                </a:solidFill>
              </a:rPr>
              <a:pPr>
                <a:defRPr/>
              </a:pPr>
              <a:t>‹#›</a:t>
            </a:fld>
            <a:endParaRPr lang="en-US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017236531"/>
      </p:ext>
    </p:extLst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>
              <a:solidFill>
                <a:srgbClr val="000000"/>
              </a:solidFill>
            </a:endParaRPr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>
              <a:solidFill>
                <a:srgbClr val="000000"/>
              </a:solidFill>
            </a:endParaRPr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D4EAF602-15AF-4BE3-8427-0771CD874DFC}" type="slidenum">
              <a:rPr lang="en-US">
                <a:solidFill>
                  <a:srgbClr val="000000"/>
                </a:solidFill>
              </a:rPr>
              <a:pPr>
                <a:defRPr/>
              </a:pPr>
              <a:t>‹#›</a:t>
            </a:fld>
            <a:endParaRPr lang="en-US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523619421"/>
      </p:ext>
    </p:extLst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>
              <a:solidFill>
                <a:srgbClr val="000000"/>
              </a:solidFill>
            </a:endParaRPr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>
              <a:solidFill>
                <a:srgbClr val="000000"/>
              </a:solidFill>
            </a:endParaRPr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ADA22FEF-D821-40E8-891A-6F3297CBE87B}" type="slidenum">
              <a:rPr lang="en-US">
                <a:solidFill>
                  <a:srgbClr val="000000"/>
                </a:solidFill>
              </a:rPr>
              <a:pPr>
                <a:defRPr/>
              </a:pPr>
              <a:t>‹#›</a:t>
            </a:fld>
            <a:endParaRPr lang="en-US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855924870"/>
      </p:ext>
    </p:extLst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>
              <a:solidFill>
                <a:srgbClr val="000000"/>
              </a:solidFill>
            </a:endParaRPr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>
              <a:solidFill>
                <a:srgbClr val="000000"/>
              </a:solidFill>
            </a:endParaRPr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4828A833-17A2-464E-9C8A-A006BA5EEDD6}" type="slidenum">
              <a:rPr lang="en-US">
                <a:solidFill>
                  <a:srgbClr val="000000"/>
                </a:solidFill>
              </a:rPr>
              <a:pPr>
                <a:defRPr/>
              </a:pPr>
              <a:t>‹#›</a:t>
            </a:fld>
            <a:endParaRPr lang="en-US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192548748"/>
      </p:ext>
    </p:extLst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>
              <a:solidFill>
                <a:srgbClr val="000000"/>
              </a:solidFill>
            </a:endParaRPr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>
              <a:solidFill>
                <a:srgbClr val="000000"/>
              </a:solidFill>
            </a:endParaRPr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D7BE8E34-AD64-48C5-B806-684B2685B0A1}" type="slidenum">
              <a:rPr lang="en-US">
                <a:solidFill>
                  <a:srgbClr val="000000"/>
                </a:solidFill>
              </a:rPr>
              <a:pPr>
                <a:defRPr/>
              </a:pPr>
              <a:t>‹#›</a:t>
            </a:fld>
            <a:endParaRPr lang="en-US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438882871"/>
      </p:ext>
    </p:extLst>
  </p:cSld>
  <p:clrMapOvr>
    <a:masterClrMapping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>
              <a:solidFill>
                <a:srgbClr val="000000"/>
              </a:solidFill>
            </a:endParaRPr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>
              <a:solidFill>
                <a:srgbClr val="000000"/>
              </a:solidFill>
            </a:endParaRPr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C7B87796-C39E-4D7F-AC3A-ECAA87DCE9AB}" type="slidenum">
              <a:rPr lang="en-US">
                <a:solidFill>
                  <a:srgbClr val="000000"/>
                </a:solidFill>
              </a:rPr>
              <a:pPr>
                <a:defRPr/>
              </a:pPr>
              <a:t>‹#›</a:t>
            </a:fld>
            <a:endParaRPr lang="en-US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897823831"/>
      </p:ext>
    </p:extLst>
  </p:cSld>
  <p:clrMapOvr>
    <a:masterClrMapping/>
  </p:clrMapOvr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type="txAndTwoObj" preserve="1">
  <p:cSld name="Title, Text,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quarter" idx="2"/>
          </p:nvPr>
        </p:nvSpPr>
        <p:spPr>
          <a:xfrm>
            <a:off x="4648200" y="1600200"/>
            <a:ext cx="4038600" cy="21859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sz="quarter" idx="3"/>
          </p:nvPr>
        </p:nvSpPr>
        <p:spPr>
          <a:xfrm>
            <a:off x="4648200" y="3938588"/>
            <a:ext cx="4038600" cy="218757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>
              <a:solidFill>
                <a:srgbClr val="000000"/>
              </a:solidFill>
            </a:endParaRPr>
          </a:p>
        </p:txBody>
      </p:sp>
      <p:sp>
        <p:nvSpPr>
          <p:cNvPr id="7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>
              <a:solidFill>
                <a:srgbClr val="000000"/>
              </a:solidFill>
            </a:endParaRPr>
          </a:p>
        </p:txBody>
      </p:sp>
      <p:sp>
        <p:nvSpPr>
          <p:cNvPr id="8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A8288955-7055-4548-BE6B-EBB131312ADF}" type="slidenum">
              <a:rPr lang="en-US">
                <a:solidFill>
                  <a:srgbClr val="000000"/>
                </a:solidFill>
              </a:rPr>
              <a:pPr>
                <a:defRPr/>
              </a:pPr>
              <a:t>‹#›</a:t>
            </a:fld>
            <a:endParaRPr lang="en-US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698191081"/>
      </p:ext>
    </p:extLst>
  </p:cSld>
  <p:clrMapOvr>
    <a:masterClrMapping/>
  </p:clrMapOvr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type="txAndObj" preserve="1">
  <p:cSld name="Title, Text,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>
              <a:solidFill>
                <a:srgbClr val="000000"/>
              </a:solidFill>
            </a:endParaRPr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>
              <a:solidFill>
                <a:srgbClr val="000000"/>
              </a:solidFill>
            </a:endParaRPr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5D431EEF-BB93-4B18-A267-73F4980A7A70}" type="slidenum">
              <a:rPr lang="en-US">
                <a:solidFill>
                  <a:srgbClr val="000000"/>
                </a:solidFill>
              </a:rPr>
              <a:pPr>
                <a:defRPr/>
              </a:pPr>
              <a:t>‹#›</a:t>
            </a:fld>
            <a:endParaRPr lang="en-US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841982699"/>
      </p:ext>
    </p:extLst>
  </p:cSld>
  <p:clrMapOvr>
    <a:masterClrMapping/>
  </p:clrMapOvr>
</p:sldLayout>
</file>

<file path=ppt/slideLayouts/slideLayout52.xml><?xml version="1.0" encoding="utf-8"?>
<p:sldLayout xmlns:a="http://schemas.openxmlformats.org/drawingml/2006/main" xmlns:r="http://schemas.openxmlformats.org/officeDocument/2006/relationships" xmlns:p="http://schemas.openxmlformats.org/presentationml/2006/main" type="tbl" preserve="1">
  <p:cSld name="Title and Tab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able Placeholder 2"/>
          <p:cNvSpPr>
            <a:spLocks noGrp="1"/>
          </p:cNvSpPr>
          <p:nvPr>
            <p:ph type="tbl" idx="1"/>
          </p:nvPr>
        </p:nvSpPr>
        <p:spPr>
          <a:xfrm>
            <a:off x="457200" y="1600200"/>
            <a:ext cx="8229600" cy="4525963"/>
          </a:xfrm>
        </p:spPr>
        <p:txBody>
          <a:bodyPr/>
          <a:lstStyle/>
          <a:p>
            <a:pPr lvl="0"/>
            <a:endParaRPr lang="en-US" noProof="0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>
              <a:solidFill>
                <a:srgbClr val="000000"/>
              </a:solidFill>
            </a:endParaRPr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>
              <a:solidFill>
                <a:srgbClr val="000000"/>
              </a:solidFill>
            </a:endParaRPr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C0E424A4-FA87-4C6D-AD4F-E693B5E76656}" type="slidenum">
              <a:rPr lang="en-US">
                <a:solidFill>
                  <a:srgbClr val="000000"/>
                </a:solidFill>
              </a:rPr>
              <a:pPr>
                <a:defRPr/>
              </a:pPr>
              <a:t>‹#›</a:t>
            </a:fld>
            <a:endParaRPr lang="en-US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298698177"/>
      </p:ext>
    </p:extLst>
  </p:cSld>
  <p:clrMapOvr>
    <a:masterClrMapping/>
  </p:clrMapOvr>
</p:sldLayout>
</file>

<file path=ppt/slideLayouts/slideLayout53.xml><?xml version="1.0" encoding="utf-8"?>
<p:sldLayout xmlns:a="http://schemas.openxmlformats.org/drawingml/2006/main" xmlns:r="http://schemas.openxmlformats.org/officeDocument/2006/relationships" xmlns:p="http://schemas.openxmlformats.org/presentationml/2006/main" type="objOnly" preserve="1">
  <p:cSld name="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/>
          </p:nvPr>
        </p:nvSpPr>
        <p:spPr>
          <a:xfrm>
            <a:off x="457200" y="274638"/>
            <a:ext cx="8229600" cy="585152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>
              <a:solidFill>
                <a:srgbClr val="000000"/>
              </a:solidFill>
            </a:endParaRPr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>
              <a:solidFill>
                <a:srgbClr val="000000"/>
              </a:solidFill>
            </a:endParaRPr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B3D1221-FDE0-48AD-A189-3A3A6EEF549B}" type="slidenum">
              <a:rPr lang="en-US">
                <a:solidFill>
                  <a:srgbClr val="000000"/>
                </a:solidFill>
              </a:rPr>
              <a:pPr>
                <a:defRPr/>
              </a:pPr>
              <a:t>‹#›</a:t>
            </a:fld>
            <a:endParaRPr lang="en-US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4996528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13" Type="http://schemas.openxmlformats.org/officeDocument/2006/relationships/theme" Target="../theme/theme2.xml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slideLayout" Target="../slideLayouts/slideLayout23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/Relationships>
</file>

<file path=ppt/slideMasters/_rels/slideMaster3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31.xml"/><Relationship Id="rId13" Type="http://schemas.openxmlformats.org/officeDocument/2006/relationships/slideLayout" Target="../slideLayouts/slideLayout36.xml"/><Relationship Id="rId3" Type="http://schemas.openxmlformats.org/officeDocument/2006/relationships/slideLayout" Target="../slideLayouts/slideLayout26.xml"/><Relationship Id="rId7" Type="http://schemas.openxmlformats.org/officeDocument/2006/relationships/slideLayout" Target="../slideLayouts/slideLayout30.xml"/><Relationship Id="rId12" Type="http://schemas.openxmlformats.org/officeDocument/2006/relationships/slideLayout" Target="../slideLayouts/slideLayout35.xml"/><Relationship Id="rId2" Type="http://schemas.openxmlformats.org/officeDocument/2006/relationships/slideLayout" Target="../slideLayouts/slideLayout25.xml"/><Relationship Id="rId16" Type="http://schemas.openxmlformats.org/officeDocument/2006/relationships/theme" Target="../theme/theme3.xml"/><Relationship Id="rId1" Type="http://schemas.openxmlformats.org/officeDocument/2006/relationships/slideLayout" Target="../slideLayouts/slideLayout24.xml"/><Relationship Id="rId6" Type="http://schemas.openxmlformats.org/officeDocument/2006/relationships/slideLayout" Target="../slideLayouts/slideLayout29.xml"/><Relationship Id="rId11" Type="http://schemas.openxmlformats.org/officeDocument/2006/relationships/slideLayout" Target="../slideLayouts/slideLayout34.xml"/><Relationship Id="rId5" Type="http://schemas.openxmlformats.org/officeDocument/2006/relationships/slideLayout" Target="../slideLayouts/slideLayout28.xml"/><Relationship Id="rId15" Type="http://schemas.openxmlformats.org/officeDocument/2006/relationships/slideLayout" Target="../slideLayouts/slideLayout38.xml"/><Relationship Id="rId10" Type="http://schemas.openxmlformats.org/officeDocument/2006/relationships/slideLayout" Target="../slideLayouts/slideLayout33.xml"/><Relationship Id="rId4" Type="http://schemas.openxmlformats.org/officeDocument/2006/relationships/slideLayout" Target="../slideLayouts/slideLayout27.xml"/><Relationship Id="rId9" Type="http://schemas.openxmlformats.org/officeDocument/2006/relationships/slideLayout" Target="../slideLayouts/slideLayout32.xml"/><Relationship Id="rId14" Type="http://schemas.openxmlformats.org/officeDocument/2006/relationships/slideLayout" Target="../slideLayouts/slideLayout37.xml"/></Relationships>
</file>

<file path=ppt/slideMasters/_rels/slideMaster4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46.xml"/><Relationship Id="rId13" Type="http://schemas.openxmlformats.org/officeDocument/2006/relationships/slideLayout" Target="../slideLayouts/slideLayout51.xml"/><Relationship Id="rId3" Type="http://schemas.openxmlformats.org/officeDocument/2006/relationships/slideLayout" Target="../slideLayouts/slideLayout41.xml"/><Relationship Id="rId7" Type="http://schemas.openxmlformats.org/officeDocument/2006/relationships/slideLayout" Target="../slideLayouts/slideLayout45.xml"/><Relationship Id="rId12" Type="http://schemas.openxmlformats.org/officeDocument/2006/relationships/slideLayout" Target="../slideLayouts/slideLayout50.xml"/><Relationship Id="rId2" Type="http://schemas.openxmlformats.org/officeDocument/2006/relationships/slideLayout" Target="../slideLayouts/slideLayout40.xml"/><Relationship Id="rId16" Type="http://schemas.openxmlformats.org/officeDocument/2006/relationships/theme" Target="../theme/theme4.xml"/><Relationship Id="rId1" Type="http://schemas.openxmlformats.org/officeDocument/2006/relationships/slideLayout" Target="../slideLayouts/slideLayout39.xml"/><Relationship Id="rId6" Type="http://schemas.openxmlformats.org/officeDocument/2006/relationships/slideLayout" Target="../slideLayouts/slideLayout44.xml"/><Relationship Id="rId11" Type="http://schemas.openxmlformats.org/officeDocument/2006/relationships/slideLayout" Target="../slideLayouts/slideLayout49.xml"/><Relationship Id="rId5" Type="http://schemas.openxmlformats.org/officeDocument/2006/relationships/slideLayout" Target="../slideLayouts/slideLayout43.xml"/><Relationship Id="rId15" Type="http://schemas.openxmlformats.org/officeDocument/2006/relationships/slideLayout" Target="../slideLayouts/slideLayout53.xml"/><Relationship Id="rId10" Type="http://schemas.openxmlformats.org/officeDocument/2006/relationships/slideLayout" Target="../slideLayouts/slideLayout48.xml"/><Relationship Id="rId4" Type="http://schemas.openxmlformats.org/officeDocument/2006/relationships/slideLayout" Target="../slideLayouts/slideLayout42.xml"/><Relationship Id="rId9" Type="http://schemas.openxmlformats.org/officeDocument/2006/relationships/slideLayout" Target="../slideLayouts/slideLayout47.xml"/><Relationship Id="rId14" Type="http://schemas.openxmlformats.org/officeDocument/2006/relationships/slideLayout" Target="../slideLayouts/slideLayout5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角丸四角形 6"/>
          <p:cNvSpPr/>
          <p:nvPr/>
        </p:nvSpPr>
        <p:spPr>
          <a:xfrm>
            <a:off x="304800" y="328613"/>
            <a:ext cx="8532813" cy="6197600"/>
          </a:xfrm>
          <a:prstGeom prst="roundRect">
            <a:avLst>
              <a:gd name="adj" fmla="val 2081"/>
            </a:avLst>
          </a:prstGeom>
          <a:gradFill flip="none" rotWithShape="1">
            <a:gsLst>
              <a:gs pos="0">
                <a:srgbClr val="FFFFFF">
                  <a:shade val="100000"/>
                </a:srgbClr>
              </a:gs>
              <a:gs pos="98000">
                <a:srgbClr val="FFFFFF">
                  <a:shade val="100000"/>
                </a:srgbClr>
              </a:gs>
              <a:gs pos="99055">
                <a:srgbClr val="FFFFFF">
                  <a:shade val="93000"/>
                </a:srgbClr>
              </a:gs>
              <a:gs pos="100000">
                <a:srgbClr val="FFFFFF">
                  <a:shade val="70000"/>
                </a:srgbClr>
              </a:gs>
            </a:gsLst>
            <a:lin ang="5400000" scaled="1"/>
            <a:tileRect/>
          </a:gradFill>
          <a:ln w="2000" cap="rnd" cmpd="sng" algn="ctr">
            <a:solidFill>
              <a:srgbClr val="302F2C">
                <a:tint val="65000"/>
                <a:satMod val="120000"/>
              </a:srgbClr>
            </a:solidFill>
            <a:prstDash val="solid"/>
          </a:ln>
          <a:effectLst>
            <a:outerShdw blurRad="76200" dist="50800" dir="5400000" algn="tl" rotWithShape="0">
              <a:srgbClr val="000000">
                <a:alpha val="25000"/>
              </a:srgb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dirty="0">
              <a:solidFill>
                <a:prstClr val="white"/>
              </a:solidFill>
            </a:endParaRPr>
          </a:p>
        </p:txBody>
      </p:sp>
      <p:sp>
        <p:nvSpPr>
          <p:cNvPr id="9" name="角丸四角形 8"/>
          <p:cNvSpPr/>
          <p:nvPr/>
        </p:nvSpPr>
        <p:spPr>
          <a:xfrm>
            <a:off x="418596" y="434162"/>
            <a:ext cx="8306809" cy="5486400"/>
          </a:xfrm>
          <a:prstGeom prst="roundRect">
            <a:avLst>
              <a:gd name="adj" fmla="val 2127"/>
            </a:avLst>
          </a:prstGeom>
          <a:gradFill rotWithShape="1">
            <a:gsLst>
              <a:gs pos="0">
                <a:schemeClr val="bg1">
                  <a:tint val="75000"/>
                  <a:satMod val="150000"/>
                </a:schemeClr>
              </a:gs>
              <a:gs pos="55000">
                <a:schemeClr val="bg1">
                  <a:shade val="75000"/>
                  <a:satMod val="100000"/>
                </a:schemeClr>
              </a:gs>
              <a:gs pos="100000">
                <a:schemeClr val="bg1">
                  <a:shade val="35000"/>
                  <a:satMod val="100000"/>
                </a:schemeClr>
              </a:gs>
            </a:gsLst>
            <a:path path="circle">
              <a:fillToRect l="50000" t="175000" r="50000" b="-75000"/>
            </a:path>
          </a:gradFill>
          <a:ln w="889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dirty="0">
              <a:solidFill>
                <a:prstClr val="white"/>
              </a:solidFill>
            </a:endParaRPr>
          </a:p>
        </p:txBody>
      </p:sp>
      <p:sp>
        <p:nvSpPr>
          <p:cNvPr id="13" name="タイトル プレースホルダ 12"/>
          <p:cNvSpPr>
            <a:spLocks noGrp="1"/>
          </p:cNvSpPr>
          <p:nvPr>
            <p:ph type="title"/>
          </p:nvPr>
        </p:nvSpPr>
        <p:spPr>
          <a:xfrm>
            <a:off x="503238" y="4986338"/>
            <a:ext cx="8183562" cy="1050925"/>
          </a:xfrm>
          <a:prstGeom prst="rect">
            <a:avLst/>
          </a:prstGeom>
        </p:spPr>
        <p:txBody>
          <a:bodyPr vert="horz" anchor="b">
            <a:normAutofit/>
          </a:bodyPr>
          <a:lstStyle/>
          <a:p>
            <a:r>
              <a:rPr lang="ja-JP" altLang="en-US"/>
              <a:t>マスタ タイトルの書式設定</a:t>
            </a:r>
            <a:endParaRPr lang="en-US"/>
          </a:p>
        </p:txBody>
      </p:sp>
      <p:sp>
        <p:nvSpPr>
          <p:cNvPr id="1031" name="テキスト プレースホルダ 3"/>
          <p:cNvSpPr>
            <a:spLocks noGrp="1"/>
          </p:cNvSpPr>
          <p:nvPr>
            <p:ph type="body" idx="1"/>
          </p:nvPr>
        </p:nvSpPr>
        <p:spPr bwMode="auto">
          <a:xfrm>
            <a:off x="503238" y="530225"/>
            <a:ext cx="8183562" cy="41878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182880" tIns="9144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ja-JP" altLang="en-US"/>
              <a:t>マスタ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/>
          </a:p>
        </p:txBody>
      </p:sp>
      <p:sp>
        <p:nvSpPr>
          <p:cNvPr id="25" name="日付プレースホルダ 24"/>
          <p:cNvSpPr>
            <a:spLocks noGrp="1"/>
          </p:cNvSpPr>
          <p:nvPr>
            <p:ph type="dt" sz="half" idx="2"/>
          </p:nvPr>
        </p:nvSpPr>
        <p:spPr>
          <a:xfrm>
            <a:off x="3776663" y="6111875"/>
            <a:ext cx="2286000" cy="365125"/>
          </a:xfrm>
          <a:prstGeom prst="rect">
            <a:avLst/>
          </a:prstGeom>
        </p:spPr>
        <p:txBody>
          <a:bodyPr vert="horz" anchor="b"/>
          <a:lstStyle>
            <a:lvl1pPr algn="r" eaLnBrk="1" fontAlgn="auto" latinLnBrk="0" hangingPunct="1">
              <a:spcBef>
                <a:spcPts val="0"/>
              </a:spcBef>
              <a:spcAft>
                <a:spcPts val="0"/>
              </a:spcAft>
              <a:defRPr kumimoji="1" sz="1000">
                <a:solidFill>
                  <a:srgbClr val="E3DED1">
                    <a:shade val="50000"/>
                  </a:srgbClr>
                </a:solidFill>
                <a:latin typeface="Verdana"/>
                <a:cs typeface="+mn-cs"/>
              </a:defRPr>
            </a:lvl1pPr>
            <a:extLst/>
          </a:lstStyle>
          <a:p>
            <a:pPr>
              <a:defRPr/>
            </a:pPr>
            <a:fld id="{B60A3115-D531-4BF5-8912-0DDF8A1BF818}" type="datetimeFigureOut">
              <a:rPr lang="ja-JP" altLang="en-US"/>
              <a:pPr>
                <a:defRPr/>
              </a:pPr>
              <a:t>2022/9/17</a:t>
            </a:fld>
            <a:endParaRPr lang="ja-JP" altLang="en-US"/>
          </a:p>
        </p:txBody>
      </p:sp>
      <p:sp>
        <p:nvSpPr>
          <p:cNvPr id="18" name="フッター プレースホルダ 17"/>
          <p:cNvSpPr>
            <a:spLocks noGrp="1"/>
          </p:cNvSpPr>
          <p:nvPr>
            <p:ph type="ftr" sz="quarter" idx="3"/>
          </p:nvPr>
        </p:nvSpPr>
        <p:spPr>
          <a:xfrm>
            <a:off x="6062663" y="6111875"/>
            <a:ext cx="2286000" cy="365125"/>
          </a:xfrm>
          <a:prstGeom prst="rect">
            <a:avLst/>
          </a:prstGeom>
        </p:spPr>
        <p:txBody>
          <a:bodyPr vert="horz" anchor="b"/>
          <a:lstStyle>
            <a:lvl1pPr algn="l" eaLnBrk="1" fontAlgn="auto" latinLnBrk="0" hangingPunct="1">
              <a:spcBef>
                <a:spcPts val="0"/>
              </a:spcBef>
              <a:spcAft>
                <a:spcPts val="0"/>
              </a:spcAft>
              <a:defRPr kumimoji="1" sz="1000">
                <a:solidFill>
                  <a:srgbClr val="E3DED1">
                    <a:shade val="50000"/>
                  </a:srgbClr>
                </a:solidFill>
                <a:latin typeface="Verdana"/>
                <a:cs typeface="+mn-cs"/>
              </a:defRPr>
            </a:lvl1pPr>
            <a:extLst/>
          </a:lstStyle>
          <a:p>
            <a:pPr>
              <a:defRPr/>
            </a:pPr>
            <a:endParaRPr lang="ja-JP" altLang="en-US"/>
          </a:p>
        </p:txBody>
      </p:sp>
      <p:sp>
        <p:nvSpPr>
          <p:cNvPr id="5" name="スライド番号プレースホルダ 4"/>
          <p:cNvSpPr>
            <a:spLocks noGrp="1"/>
          </p:cNvSpPr>
          <p:nvPr>
            <p:ph type="sldNum" sz="quarter" idx="4"/>
          </p:nvPr>
        </p:nvSpPr>
        <p:spPr>
          <a:xfrm>
            <a:off x="8348663" y="6111875"/>
            <a:ext cx="457200" cy="365125"/>
          </a:xfrm>
          <a:prstGeom prst="rect">
            <a:avLst/>
          </a:prstGeom>
        </p:spPr>
        <p:txBody>
          <a:bodyPr vert="horz" anchor="b"/>
          <a:lstStyle>
            <a:lvl1pPr algn="r" eaLnBrk="1" fontAlgn="auto" latinLnBrk="0" hangingPunct="1">
              <a:spcBef>
                <a:spcPts val="0"/>
              </a:spcBef>
              <a:spcAft>
                <a:spcPts val="0"/>
              </a:spcAft>
              <a:defRPr kumimoji="1" sz="1000">
                <a:solidFill>
                  <a:srgbClr val="E3DED1">
                    <a:shade val="50000"/>
                  </a:srgbClr>
                </a:solidFill>
                <a:latin typeface="Verdana"/>
                <a:cs typeface="+mn-cs"/>
              </a:defRPr>
            </a:lvl1pPr>
            <a:extLst/>
          </a:lstStyle>
          <a:p>
            <a:pPr>
              <a:defRPr/>
            </a:pPr>
            <a:fld id="{52C5264A-7754-4726-AC52-E1F06AF192FF}" type="slidenum">
              <a:rPr lang="ja-JP" altLang="en-US"/>
              <a:pPr>
                <a:defRPr/>
              </a:pPr>
              <a:t>‹#›</a:t>
            </a:fld>
            <a:endParaRPr lang="ja-JP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996" r:id="rId1"/>
    <p:sldLayoutId id="2147483997" r:id="rId2"/>
    <p:sldLayoutId id="2147483998" r:id="rId3"/>
    <p:sldLayoutId id="2147483999" r:id="rId4"/>
    <p:sldLayoutId id="2147484000" r:id="rId5"/>
    <p:sldLayoutId id="2147484001" r:id="rId6"/>
    <p:sldLayoutId id="2147484002" r:id="rId7"/>
    <p:sldLayoutId id="2147484003" r:id="rId8"/>
    <p:sldLayoutId id="2147484004" r:id="rId9"/>
    <p:sldLayoutId id="2147484005" r:id="rId10"/>
    <p:sldLayoutId id="2147484006" r:id="rId11"/>
  </p:sldLayoutIdLst>
  <p:transition/>
  <p:txStyles>
    <p:titleStyle>
      <a:lvl1pPr algn="l" rtl="0" eaLnBrk="0" fontAlgn="base" hangingPunct="0">
        <a:spcBef>
          <a:spcPct val="0"/>
        </a:spcBef>
        <a:spcAft>
          <a:spcPct val="0"/>
        </a:spcAft>
        <a:defRPr kumimoji="1" sz="3600" b="1" kern="1200">
          <a:solidFill>
            <a:srgbClr val="FF8D3E"/>
          </a:solidFill>
          <a:effectLst>
            <a:outerShdw blurRad="53975" dist="22860" dir="5400000" algn="tl" rotWithShape="0">
              <a:srgbClr val="000000">
                <a:alpha val="55000"/>
              </a:srgbClr>
            </a:outerShdw>
          </a:effectLst>
          <a:latin typeface="+mj-lt"/>
          <a:ea typeface="+mj-ea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kumimoji="1" sz="3600" b="1">
          <a:solidFill>
            <a:srgbClr val="FF8D3E"/>
          </a:solidFill>
          <a:latin typeface="Verdana" pitchFamily="34" charset="0"/>
        </a:defRPr>
      </a:lvl2pPr>
      <a:lvl3pPr algn="l" rtl="0" eaLnBrk="0" fontAlgn="base" hangingPunct="0">
        <a:spcBef>
          <a:spcPct val="0"/>
        </a:spcBef>
        <a:spcAft>
          <a:spcPct val="0"/>
        </a:spcAft>
        <a:defRPr kumimoji="1" sz="3600" b="1">
          <a:solidFill>
            <a:srgbClr val="FF8D3E"/>
          </a:solidFill>
          <a:latin typeface="Verdana" pitchFamily="34" charset="0"/>
        </a:defRPr>
      </a:lvl3pPr>
      <a:lvl4pPr algn="l" rtl="0" eaLnBrk="0" fontAlgn="base" hangingPunct="0">
        <a:spcBef>
          <a:spcPct val="0"/>
        </a:spcBef>
        <a:spcAft>
          <a:spcPct val="0"/>
        </a:spcAft>
        <a:defRPr kumimoji="1" sz="3600" b="1">
          <a:solidFill>
            <a:srgbClr val="FF8D3E"/>
          </a:solidFill>
          <a:latin typeface="Verdana" pitchFamily="34" charset="0"/>
        </a:defRPr>
      </a:lvl4pPr>
      <a:lvl5pPr algn="l" rtl="0" eaLnBrk="0" fontAlgn="base" hangingPunct="0">
        <a:spcBef>
          <a:spcPct val="0"/>
        </a:spcBef>
        <a:spcAft>
          <a:spcPct val="0"/>
        </a:spcAft>
        <a:defRPr kumimoji="1" sz="3600" b="1">
          <a:solidFill>
            <a:srgbClr val="FF8D3E"/>
          </a:solidFill>
          <a:latin typeface="Verdana" pitchFamily="34" charset="0"/>
        </a:defRPr>
      </a:lvl5pPr>
      <a:lvl6pPr marL="457200" algn="l" rtl="0" fontAlgn="base">
        <a:spcBef>
          <a:spcPct val="0"/>
        </a:spcBef>
        <a:spcAft>
          <a:spcPct val="0"/>
        </a:spcAft>
        <a:defRPr kumimoji="1" sz="3600" b="1">
          <a:solidFill>
            <a:srgbClr val="FF8D3E"/>
          </a:solidFill>
          <a:latin typeface="Verdana" pitchFamily="34" charset="0"/>
        </a:defRPr>
      </a:lvl6pPr>
      <a:lvl7pPr marL="914400" algn="l" rtl="0" fontAlgn="base">
        <a:spcBef>
          <a:spcPct val="0"/>
        </a:spcBef>
        <a:spcAft>
          <a:spcPct val="0"/>
        </a:spcAft>
        <a:defRPr kumimoji="1" sz="3600" b="1">
          <a:solidFill>
            <a:srgbClr val="FF8D3E"/>
          </a:solidFill>
          <a:latin typeface="Verdana" pitchFamily="34" charset="0"/>
        </a:defRPr>
      </a:lvl7pPr>
      <a:lvl8pPr marL="1371600" algn="l" rtl="0" fontAlgn="base">
        <a:spcBef>
          <a:spcPct val="0"/>
        </a:spcBef>
        <a:spcAft>
          <a:spcPct val="0"/>
        </a:spcAft>
        <a:defRPr kumimoji="1" sz="3600" b="1">
          <a:solidFill>
            <a:srgbClr val="FF8D3E"/>
          </a:solidFill>
          <a:latin typeface="Verdana" pitchFamily="34" charset="0"/>
        </a:defRPr>
      </a:lvl8pPr>
      <a:lvl9pPr marL="1828800" algn="l" rtl="0" fontAlgn="base">
        <a:spcBef>
          <a:spcPct val="0"/>
        </a:spcBef>
        <a:spcAft>
          <a:spcPct val="0"/>
        </a:spcAft>
        <a:defRPr kumimoji="1" sz="3600" b="1">
          <a:solidFill>
            <a:srgbClr val="FF8D3E"/>
          </a:solidFill>
          <a:latin typeface="Verdana" pitchFamily="34" charset="0"/>
        </a:defRPr>
      </a:lvl9pPr>
      <a:extLst/>
    </p:titleStyle>
    <p:bodyStyle>
      <a:lvl1pPr marL="265113" indent="-265113" algn="l" rtl="0" eaLnBrk="0" fontAlgn="base" hangingPunct="0">
        <a:spcBef>
          <a:spcPts val="250"/>
        </a:spcBef>
        <a:spcAft>
          <a:spcPct val="0"/>
        </a:spcAft>
        <a:buClr>
          <a:schemeClr val="accent1"/>
        </a:buClr>
        <a:buSzPct val="80000"/>
        <a:buFont typeface="Wingdings 2" pitchFamily="18" charset="2"/>
        <a:buChar char=""/>
        <a:defRPr kumimoji="1"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547688" indent="-200025" algn="l" rtl="0" eaLnBrk="0" fontAlgn="base" hangingPunct="0">
        <a:spcBef>
          <a:spcPts val="250"/>
        </a:spcBef>
        <a:spcAft>
          <a:spcPct val="0"/>
        </a:spcAft>
        <a:buClr>
          <a:schemeClr val="accent1"/>
        </a:buClr>
        <a:buSzPct val="100000"/>
        <a:buFont typeface="Verdana" pitchFamily="34" charset="0"/>
        <a:buChar char="◦"/>
        <a:defRPr kumimoji="1"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785813" indent="-182563" algn="l" rtl="0" eaLnBrk="0" fontAlgn="base" hangingPunct="0">
        <a:spcBef>
          <a:spcPts val="250"/>
        </a:spcBef>
        <a:spcAft>
          <a:spcPct val="0"/>
        </a:spcAft>
        <a:buClr>
          <a:srgbClr val="ED3742"/>
        </a:buClr>
        <a:buSzPct val="100000"/>
        <a:buFont typeface="Wingdings 2" pitchFamily="18" charset="2"/>
        <a:buChar char=""/>
        <a:defRPr kumimoji="1" sz="2200" kern="1200">
          <a:solidFill>
            <a:schemeClr val="tx1"/>
          </a:solidFill>
          <a:latin typeface="+mn-lt"/>
          <a:ea typeface="+mn-ea"/>
          <a:cs typeface="+mn-cs"/>
        </a:defRPr>
      </a:lvl3pPr>
      <a:lvl4pPr marL="1023938" indent="-182563" algn="l" rtl="0" eaLnBrk="0" fontAlgn="base" hangingPunct="0">
        <a:spcBef>
          <a:spcPts val="225"/>
        </a:spcBef>
        <a:spcAft>
          <a:spcPct val="0"/>
        </a:spcAft>
        <a:buClr>
          <a:srgbClr val="ED3742"/>
        </a:buClr>
        <a:buSzPct val="112000"/>
        <a:buFont typeface="Verdana" pitchFamily="34" charset="0"/>
        <a:buChar char="◦"/>
        <a:defRPr kumimoji="1" sz="1900" kern="1200">
          <a:solidFill>
            <a:schemeClr val="tx1"/>
          </a:solidFill>
          <a:latin typeface="+mn-lt"/>
          <a:ea typeface="+mn-ea"/>
          <a:cs typeface="+mn-cs"/>
        </a:defRPr>
      </a:lvl4pPr>
      <a:lvl5pPr marL="1279525" indent="-182563" algn="l" rtl="0" eaLnBrk="0" fontAlgn="base" hangingPunct="0">
        <a:spcBef>
          <a:spcPts val="250"/>
        </a:spcBef>
        <a:spcAft>
          <a:spcPct val="0"/>
        </a:spcAft>
        <a:buClr>
          <a:srgbClr val="4A85BF"/>
        </a:buClr>
        <a:buSzPct val="100000"/>
        <a:buFont typeface="Wingdings 2" pitchFamily="18" charset="2"/>
        <a:buChar char="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1490472" indent="-182880" algn="l" rtl="0" eaLnBrk="1" latinLnBrk="0" hangingPunct="1">
        <a:spcBef>
          <a:spcPts val="250"/>
        </a:spcBef>
        <a:buClr>
          <a:schemeClr val="accent3">
            <a:tint val="85000"/>
            <a:satMod val="275000"/>
          </a:schemeClr>
        </a:buClr>
        <a:buSzPct val="100000"/>
        <a:buFont typeface="Verdana"/>
        <a:buChar char="◦"/>
        <a:defRPr kumimoji="1" sz="1700" kern="1200" baseline="0">
          <a:solidFill>
            <a:schemeClr val="tx1"/>
          </a:solidFill>
          <a:latin typeface="+mn-lt"/>
          <a:ea typeface="+mn-ea"/>
          <a:cs typeface="+mn-cs"/>
        </a:defRPr>
      </a:lvl6pPr>
      <a:lvl7pPr marL="1700784" indent="-182880" algn="l" rtl="0" eaLnBrk="1" latinLnBrk="0" hangingPunct="1">
        <a:spcBef>
          <a:spcPts val="255"/>
        </a:spcBef>
        <a:buClr>
          <a:schemeClr val="accent3">
            <a:tint val="85000"/>
            <a:satMod val="275000"/>
          </a:schemeClr>
        </a:buClr>
        <a:buSzPct val="100000"/>
        <a:buFont typeface="Wingdings 2"/>
        <a:buChar char=""/>
        <a:defRPr kumimoji="1" sz="1500" kern="1200">
          <a:solidFill>
            <a:schemeClr val="tx1"/>
          </a:solidFill>
          <a:latin typeface="+mn-lt"/>
          <a:ea typeface="+mn-ea"/>
          <a:cs typeface="+mn-cs"/>
        </a:defRPr>
      </a:lvl7pPr>
      <a:lvl8pPr marL="1920240" indent="-182880" algn="l" rtl="0" eaLnBrk="1" latinLnBrk="0" hangingPunct="1">
        <a:spcBef>
          <a:spcPts val="257"/>
        </a:spcBef>
        <a:buClr>
          <a:schemeClr val="accent3">
            <a:tint val="85000"/>
            <a:satMod val="275000"/>
          </a:schemeClr>
        </a:buClr>
        <a:buSzPct val="100000"/>
        <a:buFont typeface="Verdana"/>
        <a:buChar char="◦"/>
        <a:defRPr kumimoji="1" sz="1500" kern="1200" baseline="0">
          <a:solidFill>
            <a:schemeClr val="tx1"/>
          </a:solidFill>
          <a:latin typeface="+mn-lt"/>
          <a:ea typeface="+mn-ea"/>
          <a:cs typeface="+mn-cs"/>
        </a:defRPr>
      </a:lvl8pPr>
      <a:lvl9pPr marL="2148840" indent="-182880" algn="l" rtl="0" eaLnBrk="1" latinLnBrk="0" hangingPunct="1">
        <a:spcBef>
          <a:spcPts val="255"/>
        </a:spcBef>
        <a:buClr>
          <a:schemeClr val="accent3">
            <a:tint val="85000"/>
            <a:satMod val="275000"/>
          </a:schemeClr>
        </a:buClr>
        <a:buSzPct val="100000"/>
        <a:buFont typeface="Wingdings 2"/>
        <a:buChar char=""/>
        <a:defRPr kumimoji="1" sz="1500" kern="1200">
          <a:solidFill>
            <a:schemeClr val="tx1"/>
          </a:solidFill>
          <a:latin typeface="+mn-lt"/>
          <a:ea typeface="+mn-ea"/>
          <a:cs typeface="+mn-cs"/>
        </a:defRPr>
      </a:lvl9pPr>
      <a:extLst/>
    </p:bodyStyle>
    <p:otherStyle>
      <a:lvl1pPr marL="0" algn="l" rtl="0" eaLnBrk="1" latinLnBrk="0" hangingPunct="1">
        <a:defRPr kumimoji="1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latinLnBrk="0" hangingPunct="1">
        <a:defRPr kumimoji="1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latinLnBrk="0" hangingPunct="1">
        <a:defRPr kumimoji="1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latinLnBrk="0" hangingPunct="1">
        <a:defRPr kumimoji="1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latinLnBrk="0" hangingPunct="1">
        <a:defRPr kumimoji="1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latinLnBrk="0" hangingPunct="1">
        <a:defRPr kumimoji="1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latinLnBrk="0" hangingPunct="1">
        <a:defRPr kumimoji="1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latinLnBrk="0" hangingPunct="1">
        <a:defRPr kumimoji="1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latinLnBrk="0" hangingPunct="1">
        <a:defRPr kumimoji="1" kern="1200">
          <a:solidFill>
            <a:schemeClr val="tx1"/>
          </a:solidFill>
          <a:latin typeface="+mn-lt"/>
          <a:ea typeface="+mn-ea"/>
          <a:cs typeface="+mn-cs"/>
        </a:defRPr>
      </a:lvl9pPr>
      <a:extLst/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Title Placeholder 1"/>
          <p:cNvSpPr>
            <a:spLocks noGrp="1"/>
          </p:cNvSpPr>
          <p:nvPr>
            <p:ph type="title"/>
          </p:nvPr>
        </p:nvSpPr>
        <p:spPr bwMode="auto"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2051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  <a:latin typeface="Arial" charset="0"/>
                <a:cs typeface="Arial" charset="0"/>
              </a:defRPr>
            </a:lvl1pPr>
          </a:lstStyle>
          <a:p>
            <a:pPr>
              <a:defRPr/>
            </a:pPr>
            <a:fld id="{8FDB412B-A1DC-4656-9B89-0FCB88F4F467}" type="datetimeFigureOut">
              <a:rPr lang="ja-JP" altLang="en-US"/>
              <a:pPr>
                <a:defRPr/>
              </a:pPr>
              <a:t>2022/9/17</a:t>
            </a:fld>
            <a:endParaRPr lang="ja-JP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  <a:latin typeface="Arial" charset="0"/>
                <a:cs typeface="Arial" charset="0"/>
              </a:defRPr>
            </a:lvl1pPr>
          </a:lstStyle>
          <a:p>
            <a:pPr>
              <a:defRPr/>
            </a:pPr>
            <a:endParaRPr lang="ja-JP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  <a:latin typeface="Arial" charset="0"/>
                <a:cs typeface="Arial" charset="0"/>
              </a:defRPr>
            </a:lvl1pPr>
          </a:lstStyle>
          <a:p>
            <a:pPr>
              <a:defRPr/>
            </a:pPr>
            <a:fld id="{8B12BA74-9B39-49B3-8E8B-88E185DDBA06}" type="slidenum">
              <a:rPr lang="ja-JP" altLang="en-US"/>
              <a:pPr>
                <a:defRPr/>
              </a:pPr>
              <a:t>‹#›</a:t>
            </a:fld>
            <a:endParaRPr lang="ja-JP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4007" r:id="rId1"/>
    <p:sldLayoutId id="2147484008" r:id="rId2"/>
    <p:sldLayoutId id="2147484009" r:id="rId3"/>
    <p:sldLayoutId id="2147484010" r:id="rId4"/>
    <p:sldLayoutId id="2147484011" r:id="rId5"/>
    <p:sldLayoutId id="2147484012" r:id="rId6"/>
    <p:sldLayoutId id="2147484013" r:id="rId7"/>
    <p:sldLayoutId id="2147484014" r:id="rId8"/>
    <p:sldLayoutId id="2147484015" r:id="rId9"/>
    <p:sldLayoutId id="2147484016" r:id="rId10"/>
    <p:sldLayoutId id="2147484017" r:id="rId11"/>
    <p:sldLayoutId id="2147484018" r:id="rId12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08900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457200" y="6245225"/>
            <a:ext cx="2133600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400">
                <a:latin typeface="Arial" charset="0"/>
                <a:cs typeface="Arial" charset="0"/>
              </a:defRPr>
            </a:lvl1pPr>
          </a:lstStyle>
          <a:p>
            <a:pPr eaLnBrk="1" hangingPunct="1">
              <a:defRPr/>
            </a:pPr>
            <a:endParaRPr lang="en-US">
              <a:solidFill>
                <a:srgbClr val="000000"/>
              </a:solidFill>
            </a:endParaRPr>
          </a:p>
        </p:txBody>
      </p:sp>
      <p:sp>
        <p:nvSpPr>
          <p:cNvPr id="208901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5225"/>
            <a:ext cx="2895600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sz="1400">
                <a:latin typeface="Arial" charset="0"/>
                <a:cs typeface="Arial" charset="0"/>
              </a:defRPr>
            </a:lvl1pPr>
          </a:lstStyle>
          <a:p>
            <a:pPr eaLnBrk="1" hangingPunct="1">
              <a:defRPr/>
            </a:pPr>
            <a:endParaRPr lang="en-US">
              <a:solidFill>
                <a:srgbClr val="000000"/>
              </a:solidFill>
            </a:endParaRPr>
          </a:p>
        </p:txBody>
      </p:sp>
      <p:sp>
        <p:nvSpPr>
          <p:cNvPr id="208902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5225"/>
            <a:ext cx="2133600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400">
                <a:latin typeface="Arial" charset="0"/>
                <a:cs typeface="Arial" charset="0"/>
              </a:defRPr>
            </a:lvl1pPr>
          </a:lstStyle>
          <a:p>
            <a:pPr eaLnBrk="1" hangingPunct="1">
              <a:defRPr/>
            </a:pPr>
            <a:fld id="{8B838858-5706-44EB-AD72-80F8021061E0}" type="slidenum">
              <a:rPr lang="en-US">
                <a:solidFill>
                  <a:srgbClr val="000000"/>
                </a:solidFill>
              </a:rPr>
              <a:pPr eaLnBrk="1" hangingPunct="1">
                <a:defRPr/>
              </a:pPr>
              <a:t>‹#›</a:t>
            </a:fld>
            <a:endParaRPr lang="en-US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53554747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4021" r:id="rId1"/>
    <p:sldLayoutId id="2147484022" r:id="rId2"/>
    <p:sldLayoutId id="2147484023" r:id="rId3"/>
    <p:sldLayoutId id="2147484024" r:id="rId4"/>
    <p:sldLayoutId id="2147484025" r:id="rId5"/>
    <p:sldLayoutId id="2147484026" r:id="rId6"/>
    <p:sldLayoutId id="2147484027" r:id="rId7"/>
    <p:sldLayoutId id="2147484028" r:id="rId8"/>
    <p:sldLayoutId id="2147484029" r:id="rId9"/>
    <p:sldLayoutId id="2147484030" r:id="rId10"/>
    <p:sldLayoutId id="2147484031" r:id="rId11"/>
    <p:sldLayoutId id="2147484032" r:id="rId12"/>
    <p:sldLayoutId id="2147484033" r:id="rId13"/>
    <p:sldLayoutId id="2147484034" r:id="rId14"/>
    <p:sldLayoutId id="2147484035" r:id="rId15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  <a:cs typeface="Arial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  <a:cs typeface="Arial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  <a:cs typeface="Arial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  <a:cs typeface="Arial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  <a:cs typeface="Arial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  <a:cs typeface="Arial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  <a:cs typeface="Arial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  <a:cs typeface="Arial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har char="•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+mn-lt"/>
          <a:cs typeface="+mn-cs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  <a:cs typeface="+mn-cs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  <a:cs typeface="+mn-cs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cs typeface="+mn-cs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cs typeface="+mn-cs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cs typeface="+mn-cs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cs typeface="+mn-cs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08900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457200" y="6245225"/>
            <a:ext cx="2133600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400">
                <a:latin typeface="Arial" charset="0"/>
                <a:cs typeface="Arial" charset="0"/>
              </a:defRPr>
            </a:lvl1pPr>
          </a:lstStyle>
          <a:p>
            <a:pPr eaLnBrk="1" hangingPunct="1">
              <a:defRPr/>
            </a:pPr>
            <a:endParaRPr lang="en-US">
              <a:solidFill>
                <a:srgbClr val="000000"/>
              </a:solidFill>
            </a:endParaRPr>
          </a:p>
        </p:txBody>
      </p:sp>
      <p:sp>
        <p:nvSpPr>
          <p:cNvPr id="208901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5225"/>
            <a:ext cx="2895600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sz="1400">
                <a:latin typeface="Arial" charset="0"/>
                <a:cs typeface="Arial" charset="0"/>
              </a:defRPr>
            </a:lvl1pPr>
          </a:lstStyle>
          <a:p>
            <a:pPr eaLnBrk="1" hangingPunct="1">
              <a:defRPr/>
            </a:pPr>
            <a:endParaRPr lang="en-US">
              <a:solidFill>
                <a:srgbClr val="000000"/>
              </a:solidFill>
            </a:endParaRPr>
          </a:p>
        </p:txBody>
      </p:sp>
      <p:sp>
        <p:nvSpPr>
          <p:cNvPr id="208902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5225"/>
            <a:ext cx="2133600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400">
                <a:latin typeface="Arial" charset="0"/>
                <a:cs typeface="Arial" charset="0"/>
              </a:defRPr>
            </a:lvl1pPr>
          </a:lstStyle>
          <a:p>
            <a:pPr eaLnBrk="1" hangingPunct="1">
              <a:defRPr/>
            </a:pPr>
            <a:fld id="{8B838858-5706-44EB-AD72-80F8021061E0}" type="slidenum">
              <a:rPr lang="en-US">
                <a:solidFill>
                  <a:srgbClr val="000000"/>
                </a:solidFill>
              </a:rPr>
              <a:pPr eaLnBrk="1" hangingPunct="1">
                <a:defRPr/>
              </a:pPr>
              <a:t>‹#›</a:t>
            </a:fld>
            <a:endParaRPr lang="en-US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52292002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4037" r:id="rId1"/>
    <p:sldLayoutId id="2147484038" r:id="rId2"/>
    <p:sldLayoutId id="2147484039" r:id="rId3"/>
    <p:sldLayoutId id="2147484040" r:id="rId4"/>
    <p:sldLayoutId id="2147484041" r:id="rId5"/>
    <p:sldLayoutId id="2147484042" r:id="rId6"/>
    <p:sldLayoutId id="2147484043" r:id="rId7"/>
    <p:sldLayoutId id="2147484044" r:id="rId8"/>
    <p:sldLayoutId id="2147484045" r:id="rId9"/>
    <p:sldLayoutId id="2147484046" r:id="rId10"/>
    <p:sldLayoutId id="2147484047" r:id="rId11"/>
    <p:sldLayoutId id="2147484048" r:id="rId12"/>
    <p:sldLayoutId id="2147484049" r:id="rId13"/>
    <p:sldLayoutId id="2147484050" r:id="rId14"/>
    <p:sldLayoutId id="2147484051" r:id="rId15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  <a:cs typeface="Arial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  <a:cs typeface="Arial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  <a:cs typeface="Arial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  <a:cs typeface="Arial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  <a:cs typeface="Arial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  <a:cs typeface="Arial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  <a:cs typeface="Arial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  <a:cs typeface="Arial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har char="•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+mn-lt"/>
          <a:cs typeface="+mn-cs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  <a:cs typeface="+mn-cs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  <a:cs typeface="+mn-cs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cs typeface="+mn-cs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cs typeface="+mn-cs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cs typeface="+mn-cs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cs typeface="+mn-cs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3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5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40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8.xml"/><Relationship Id="rId4" Type="http://schemas.openxmlformats.org/officeDocument/2006/relationships/chart" Target="../charts/char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chart" Target="../charts/chart2.xml"/><Relationship Id="rId1" Type="http://schemas.openxmlformats.org/officeDocument/2006/relationships/slideLayout" Target="../slideLayouts/slideLayout15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chart" Target="../charts/chart3.xml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3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chart" Target="../charts/chart4.xml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3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5.xml"/><Relationship Id="rId4" Type="http://schemas.openxmlformats.org/officeDocument/2006/relationships/image" Target="../media/image5.jpe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5.xml"/><Relationship Id="rId4" Type="http://schemas.openxmlformats.org/officeDocument/2006/relationships/image" Target="../media/image7.jpe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5.xml"/><Relationship Id="rId4" Type="http://schemas.openxmlformats.org/officeDocument/2006/relationships/image" Target="../media/image9.jp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jp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5.xml"/><Relationship Id="rId4" Type="http://schemas.openxmlformats.org/officeDocument/2006/relationships/image" Target="../media/image11.jpe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jp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5.xml"/><Relationship Id="rId4" Type="http://schemas.openxmlformats.org/officeDocument/2006/relationships/image" Target="../media/image13.jp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jp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5.xml"/><Relationship Id="rId4" Type="http://schemas.openxmlformats.org/officeDocument/2006/relationships/image" Target="../media/image15.jpe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jp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5.xml"/><Relationship Id="rId4" Type="http://schemas.openxmlformats.org/officeDocument/2006/relationships/image" Target="../media/image17.jpg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jpg"/><Relationship Id="rId1" Type="http://schemas.openxmlformats.org/officeDocument/2006/relationships/slideLayout" Target="../slideLayouts/slideLayout13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jpg"/><Relationship Id="rId1" Type="http://schemas.openxmlformats.org/officeDocument/2006/relationships/slideLayout" Target="../slideLayouts/slideLayout13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3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3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jp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9699" name="Picture 12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382589" y="2534098"/>
            <a:ext cx="8432800" cy="371430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133" name="Rectangle 13"/>
          <p:cNvSpPr>
            <a:spLocks noChangeArrowheads="1"/>
          </p:cNvSpPr>
          <p:nvPr/>
        </p:nvSpPr>
        <p:spPr bwMode="auto">
          <a:xfrm>
            <a:off x="382588" y="838200"/>
            <a:ext cx="8432800" cy="1138773"/>
          </a:xfrm>
          <a:prstGeom prst="rect">
            <a:avLst/>
          </a:prstGeom>
          <a:ln>
            <a:headEnd/>
            <a:tailEnd/>
          </a:ln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>
            <a:spAutoFit/>
          </a:bodyPr>
          <a:lstStyle/>
          <a:p>
            <a:pPr algn="ctr">
              <a:defRPr/>
            </a:pPr>
            <a:r>
              <a:rPr lang="en-US" sz="3200" b="1" dirty="0">
                <a:solidFill>
                  <a:schemeClr val="bg1"/>
                </a:solidFill>
              </a:rPr>
              <a:t>50 BEDED UPAZILA  HEALTH  COMPLEX </a:t>
            </a:r>
            <a:br>
              <a:rPr lang="en-US" sz="3200" b="1" dirty="0">
                <a:solidFill>
                  <a:schemeClr val="bg1"/>
                </a:solidFill>
              </a:rPr>
            </a:br>
            <a:r>
              <a:rPr lang="en-US" sz="3600" b="1" dirty="0" err="1" smtClean="0">
                <a:solidFill>
                  <a:schemeClr val="bg1"/>
                </a:solidFill>
              </a:rPr>
              <a:t>Bamna</a:t>
            </a:r>
            <a:r>
              <a:rPr lang="en-US" sz="3600" b="1" dirty="0" smtClean="0">
                <a:solidFill>
                  <a:schemeClr val="bg1"/>
                </a:solidFill>
              </a:rPr>
              <a:t>, </a:t>
            </a:r>
            <a:r>
              <a:rPr lang="en-US" sz="3600" b="1" dirty="0" err="1" smtClean="0">
                <a:solidFill>
                  <a:schemeClr val="bg1"/>
                </a:solidFill>
              </a:rPr>
              <a:t>Barguna</a:t>
            </a:r>
            <a:r>
              <a:rPr lang="en-US" sz="2400" b="1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.</a:t>
            </a:r>
            <a:endParaRPr lang="en-US" sz="2400" b="1" dirty="0">
              <a:solidFill>
                <a:schemeClr val="bg1"/>
              </a:solidFill>
              <a:effectLst>
                <a:outerShdw blurRad="38100" dist="38100" dir="2700000" algn="tl">
                  <a:srgbClr val="C0C0C0"/>
                </a:outerShdw>
              </a:effectLst>
            </a:endParaRPr>
          </a:p>
        </p:txBody>
      </p:sp>
    </p:spTree>
  </p:cSld>
  <p:clrMapOvr>
    <a:masterClrMapping/>
  </p:clrMapOvr>
  <p:transition>
    <p:wipe dir="d"/>
  </p:transition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Rectangle 2">
            <a:extLst>
              <a:ext uri="{FF2B5EF4-FFF2-40B4-BE49-F238E27FC236}">
                <a16:creationId xmlns:a16="http://schemas.microsoft.com/office/drawing/2014/main" id="{51E3BD5C-418E-4E6F-8442-8A2EE371009A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457200" y="965200"/>
            <a:ext cx="8229600" cy="5549900"/>
          </a:xfrm>
        </p:spPr>
        <p:txBody>
          <a:bodyPr/>
          <a:lstStyle/>
          <a:p>
            <a:pPr marL="609600" indent="-609600" eaLnBrk="1" hangingPunct="1">
              <a:buFontTx/>
              <a:buAutoNum type="arabicPeriod"/>
            </a:pPr>
            <a:r>
              <a:rPr lang="en-US" altLang="en-US" sz="1800" b="1" dirty="0">
                <a:solidFill>
                  <a:srgbClr val="CC0000"/>
                </a:solidFill>
              </a:rPr>
              <a:t>Total population		: </a:t>
            </a:r>
            <a:r>
              <a:rPr lang="en-US" altLang="en-US" sz="1800" b="1" dirty="0" smtClean="0">
                <a:solidFill>
                  <a:srgbClr val="CC0000"/>
                </a:solidFill>
              </a:rPr>
              <a:t>94036</a:t>
            </a:r>
            <a:endParaRPr lang="en-US" altLang="en-US" sz="1800" b="1" dirty="0">
              <a:solidFill>
                <a:srgbClr val="CC0000"/>
              </a:solidFill>
            </a:endParaRPr>
          </a:p>
          <a:p>
            <a:pPr marL="609600" indent="-609600" eaLnBrk="1" hangingPunct="1">
              <a:buFontTx/>
              <a:buAutoNum type="arabicPeriod"/>
            </a:pPr>
            <a:r>
              <a:rPr lang="en-US" altLang="en-US" sz="1800" b="1" dirty="0">
                <a:solidFill>
                  <a:srgbClr val="CC0000"/>
                </a:solidFill>
              </a:rPr>
              <a:t>Total Fertile Couples 	</a:t>
            </a:r>
            <a:r>
              <a:rPr lang="en-US" altLang="en-US" sz="1800" b="1" dirty="0" smtClean="0">
                <a:solidFill>
                  <a:srgbClr val="CC0000"/>
                </a:solidFill>
              </a:rPr>
              <a:t>	: 15055</a:t>
            </a:r>
            <a:endParaRPr lang="en-US" altLang="en-US" sz="1800" b="1" dirty="0">
              <a:solidFill>
                <a:srgbClr val="CC0000"/>
              </a:solidFill>
            </a:endParaRPr>
          </a:p>
          <a:p>
            <a:pPr marL="609600" indent="-609600" eaLnBrk="1" hangingPunct="1">
              <a:buFontTx/>
              <a:buAutoNum type="arabicPeriod"/>
            </a:pPr>
            <a:r>
              <a:rPr lang="en-US" altLang="en-US" sz="1800" b="1" dirty="0">
                <a:solidFill>
                  <a:srgbClr val="CC0000"/>
                </a:solidFill>
              </a:rPr>
              <a:t>Total Pregnant		: </a:t>
            </a:r>
            <a:r>
              <a:rPr lang="en-US" altLang="en-US" sz="1800" b="1" dirty="0" smtClean="0">
                <a:solidFill>
                  <a:srgbClr val="CC0000"/>
                </a:solidFill>
              </a:rPr>
              <a:t>2176</a:t>
            </a:r>
            <a:endParaRPr lang="en-US" altLang="en-US" sz="1800" b="1" dirty="0">
              <a:solidFill>
                <a:srgbClr val="CC0000"/>
              </a:solidFill>
            </a:endParaRPr>
          </a:p>
          <a:p>
            <a:pPr marL="609600" indent="-609600" eaLnBrk="1" hangingPunct="1">
              <a:buFontTx/>
              <a:buAutoNum type="arabicPeriod"/>
            </a:pPr>
            <a:r>
              <a:rPr lang="en-US" altLang="en-US" sz="1800" b="1" dirty="0">
                <a:solidFill>
                  <a:srgbClr val="CC0000"/>
                </a:solidFill>
              </a:rPr>
              <a:t>Total Delivery		: </a:t>
            </a:r>
            <a:r>
              <a:rPr lang="en-US" altLang="en-US" sz="1800" b="1" dirty="0" smtClean="0">
                <a:solidFill>
                  <a:srgbClr val="CC0000"/>
                </a:solidFill>
              </a:rPr>
              <a:t>1718</a:t>
            </a:r>
            <a:endParaRPr lang="en-US" altLang="en-US" sz="1800" b="1" dirty="0">
              <a:solidFill>
                <a:srgbClr val="CC0000"/>
              </a:solidFill>
            </a:endParaRPr>
          </a:p>
          <a:p>
            <a:pPr marL="609600" indent="-609600" eaLnBrk="1" hangingPunct="1">
              <a:buFontTx/>
              <a:buAutoNum type="arabicPeriod"/>
            </a:pPr>
            <a:r>
              <a:rPr lang="en-US" altLang="en-US" sz="1800" b="1" dirty="0">
                <a:solidFill>
                  <a:srgbClr val="CC0000"/>
                </a:solidFill>
              </a:rPr>
              <a:t>Total Live birth		: </a:t>
            </a:r>
            <a:r>
              <a:rPr lang="en-US" altLang="en-US" sz="1800" b="1" dirty="0" smtClean="0">
                <a:solidFill>
                  <a:srgbClr val="CC0000"/>
                </a:solidFill>
              </a:rPr>
              <a:t>1715</a:t>
            </a:r>
            <a:endParaRPr lang="en-US" altLang="en-US" sz="1800" b="1" dirty="0">
              <a:solidFill>
                <a:srgbClr val="CC0000"/>
              </a:solidFill>
            </a:endParaRPr>
          </a:p>
          <a:p>
            <a:pPr marL="609600" indent="-609600" eaLnBrk="1" hangingPunct="1">
              <a:buFontTx/>
              <a:buAutoNum type="arabicPeriod"/>
            </a:pPr>
            <a:r>
              <a:rPr lang="en-US" altLang="en-US" sz="1800" b="1" dirty="0"/>
              <a:t>Total death 		</a:t>
            </a:r>
            <a:r>
              <a:rPr lang="en-US" altLang="en-US" sz="1800" b="1" dirty="0" smtClean="0"/>
              <a:t>	: 268</a:t>
            </a:r>
            <a:endParaRPr lang="en-US" altLang="en-US" sz="1800" b="1" dirty="0"/>
          </a:p>
          <a:p>
            <a:pPr marL="609600" indent="-609600" eaLnBrk="1" hangingPunct="1">
              <a:buFontTx/>
              <a:buAutoNum type="arabicPeriod"/>
            </a:pPr>
            <a:r>
              <a:rPr lang="en-US" altLang="en-US" sz="1800" b="1" dirty="0"/>
              <a:t>Total Maternal death	</a:t>
            </a:r>
            <a:r>
              <a:rPr lang="en-US" altLang="en-US" sz="1800" b="1" dirty="0" smtClean="0"/>
              <a:t>	: 02                               </a:t>
            </a:r>
            <a:endParaRPr lang="en-US" altLang="en-US" sz="1800" b="1" dirty="0"/>
          </a:p>
          <a:p>
            <a:pPr marL="609600" indent="-609600" eaLnBrk="1" hangingPunct="1">
              <a:buFontTx/>
              <a:buAutoNum type="arabicPeriod"/>
            </a:pPr>
            <a:r>
              <a:rPr lang="en-US" altLang="en-US" sz="1800" b="1" dirty="0"/>
              <a:t>Health Man power</a:t>
            </a:r>
          </a:p>
          <a:p>
            <a:pPr marL="609600" indent="-609600" eaLnBrk="1" hangingPunct="1">
              <a:buFontTx/>
              <a:buNone/>
            </a:pPr>
            <a:r>
              <a:rPr lang="en-US" altLang="en-US" sz="1800" b="1" dirty="0"/>
              <a:t>	a. Doctor			: </a:t>
            </a:r>
            <a:r>
              <a:rPr lang="en-US" altLang="en-US" sz="1800" b="1" dirty="0" smtClean="0"/>
              <a:t>12 </a:t>
            </a:r>
            <a:r>
              <a:rPr lang="en-US" altLang="en-US" sz="1800" b="1" dirty="0"/>
              <a:t>( </a:t>
            </a:r>
            <a:r>
              <a:rPr lang="en-US" altLang="en-US" sz="1800" b="1" dirty="0" smtClean="0"/>
              <a:t>6 </a:t>
            </a:r>
            <a:r>
              <a:rPr lang="en-US" altLang="en-US" sz="1800" b="1" dirty="0"/>
              <a:t>+ </a:t>
            </a:r>
            <a:r>
              <a:rPr lang="en-US" altLang="en-US" sz="1800" b="1" dirty="0" smtClean="0"/>
              <a:t>6)</a:t>
            </a:r>
            <a:endParaRPr lang="en-US" altLang="en-US" sz="1800" b="1" dirty="0"/>
          </a:p>
          <a:p>
            <a:pPr marL="609600" indent="-609600" eaLnBrk="1" hangingPunct="1">
              <a:buFontTx/>
              <a:buNone/>
            </a:pPr>
            <a:r>
              <a:rPr lang="en-US" altLang="en-US" sz="1800" b="1" dirty="0"/>
              <a:t>	b. Nurse                  		: </a:t>
            </a:r>
            <a:r>
              <a:rPr lang="en-US" altLang="en-US" sz="1800" b="1" dirty="0" smtClean="0"/>
              <a:t>24</a:t>
            </a:r>
            <a:endParaRPr lang="en-US" altLang="en-US" sz="1800" b="1" dirty="0"/>
          </a:p>
          <a:p>
            <a:pPr marL="609600" indent="-609600" eaLnBrk="1" hangingPunct="1">
              <a:buFontTx/>
              <a:buNone/>
            </a:pPr>
            <a:r>
              <a:rPr lang="en-US" altLang="en-US" sz="1800" b="1" dirty="0"/>
              <a:t>	c. HA                   		: </a:t>
            </a:r>
            <a:r>
              <a:rPr lang="en-US" altLang="en-US" sz="1800" b="1" dirty="0" smtClean="0"/>
              <a:t>19</a:t>
            </a:r>
            <a:endParaRPr lang="en-US" altLang="en-US" sz="1800" b="1" dirty="0"/>
          </a:p>
          <a:p>
            <a:pPr marL="609600" indent="-609600" eaLnBrk="1" hangingPunct="1">
              <a:buFontTx/>
              <a:buNone/>
            </a:pPr>
            <a:r>
              <a:rPr lang="en-US" altLang="en-US" sz="1800" b="1" dirty="0"/>
              <a:t>	d. </a:t>
            </a:r>
            <a:r>
              <a:rPr lang="en-US" altLang="en-US" sz="1800" b="1" dirty="0" smtClean="0"/>
              <a:t>CSBA                   </a:t>
            </a:r>
            <a:r>
              <a:rPr lang="en-US" altLang="en-US" sz="1800" b="1" dirty="0"/>
              <a:t>		: </a:t>
            </a:r>
            <a:r>
              <a:rPr lang="en-US" altLang="en-US" sz="1800" b="1" dirty="0" smtClean="0"/>
              <a:t>15 ( 6HA+ 7 FWA+2 CHCP </a:t>
            </a:r>
            <a:r>
              <a:rPr lang="en-US" altLang="en-US" sz="1800" b="1" dirty="0"/>
              <a:t>)</a:t>
            </a:r>
          </a:p>
          <a:p>
            <a:pPr marL="609600" indent="-609600" eaLnBrk="1" hangingPunct="1">
              <a:buFontTx/>
              <a:buNone/>
            </a:pPr>
            <a:r>
              <a:rPr lang="en-US" altLang="en-US" sz="1800" b="1" dirty="0"/>
              <a:t>          e. Volunteer, Security guard &amp; cleaner: </a:t>
            </a:r>
            <a:r>
              <a:rPr lang="en-US" altLang="en-US" sz="1800" b="1" dirty="0" smtClean="0"/>
              <a:t>06</a:t>
            </a:r>
            <a:endParaRPr lang="en-US" altLang="en-US" sz="1800" b="1" dirty="0"/>
          </a:p>
          <a:p>
            <a:pPr marL="609600" indent="-609600" eaLnBrk="1" hangingPunct="1">
              <a:buFontTx/>
              <a:buNone/>
            </a:pPr>
            <a:r>
              <a:rPr lang="en-US" altLang="en-US" sz="1800" b="1" dirty="0"/>
              <a:t>9.     Health Institutions			</a:t>
            </a:r>
          </a:p>
          <a:p>
            <a:pPr marL="609600" indent="-609600" eaLnBrk="1" hangingPunct="1">
              <a:buFontTx/>
              <a:buNone/>
            </a:pPr>
            <a:r>
              <a:rPr lang="en-US" altLang="en-US" sz="1800" b="1" dirty="0"/>
              <a:t>	a. Health Complex        	: 01</a:t>
            </a:r>
          </a:p>
          <a:p>
            <a:pPr marL="609600" indent="-609600" eaLnBrk="1" hangingPunct="1">
              <a:buFontTx/>
              <a:buNone/>
            </a:pPr>
            <a:r>
              <a:rPr lang="en-US" altLang="en-US" sz="1800" b="1" dirty="0"/>
              <a:t>	b. H &amp; FWC                   	: </a:t>
            </a:r>
            <a:r>
              <a:rPr lang="en-US" altLang="en-US" sz="1800" b="1" dirty="0" smtClean="0"/>
              <a:t>03 ( </a:t>
            </a:r>
            <a:r>
              <a:rPr lang="en-US" altLang="en-US" sz="1800" b="1" dirty="0"/>
              <a:t>FWC– </a:t>
            </a:r>
            <a:r>
              <a:rPr lang="en-US" altLang="en-US" sz="1800" b="1" dirty="0" smtClean="0"/>
              <a:t>3 </a:t>
            </a:r>
            <a:r>
              <a:rPr lang="en-US" altLang="en-US" sz="1800" b="1" dirty="0"/>
              <a:t>)</a:t>
            </a:r>
          </a:p>
          <a:p>
            <a:pPr marL="609600" indent="-609600" eaLnBrk="1" hangingPunct="1">
              <a:buFontTx/>
              <a:buNone/>
            </a:pPr>
            <a:r>
              <a:rPr lang="en-US" altLang="en-US" sz="1800" b="1" dirty="0"/>
              <a:t>	</a:t>
            </a:r>
            <a:r>
              <a:rPr lang="en-US" altLang="en-US" sz="1800" b="1" dirty="0">
                <a:solidFill>
                  <a:srgbClr val="CC0000"/>
                </a:solidFill>
              </a:rPr>
              <a:t>c. Community clinic	: </a:t>
            </a:r>
            <a:r>
              <a:rPr lang="en-US" altLang="en-US" sz="1800" b="1" dirty="0" smtClean="0">
                <a:solidFill>
                  <a:srgbClr val="CC0000"/>
                </a:solidFill>
              </a:rPr>
              <a:t>09</a:t>
            </a:r>
            <a:endParaRPr lang="en-US" altLang="en-US" sz="1800" b="1" dirty="0">
              <a:solidFill>
                <a:srgbClr val="CC0000"/>
              </a:solidFill>
            </a:endParaRPr>
          </a:p>
          <a:p>
            <a:pPr marL="609600" indent="-609600" eaLnBrk="1" hangingPunct="1">
              <a:buFontTx/>
              <a:buNone/>
            </a:pPr>
            <a:r>
              <a:rPr lang="en-US" altLang="en-US" sz="1800" b="1" dirty="0"/>
              <a:t>	d. Non- Govt. Clinic  	: </a:t>
            </a:r>
            <a:r>
              <a:rPr lang="en-US" altLang="en-US" sz="1800" b="1" dirty="0" smtClean="0"/>
              <a:t>05</a:t>
            </a:r>
            <a:endParaRPr lang="en-US" altLang="en-US" sz="1800" b="1" dirty="0"/>
          </a:p>
          <a:p>
            <a:pPr marL="609600" indent="-609600" eaLnBrk="1" hangingPunct="1">
              <a:buFontTx/>
              <a:buNone/>
            </a:pPr>
            <a:endParaRPr lang="en-US" altLang="en-US" sz="1800" b="1" dirty="0"/>
          </a:p>
        </p:txBody>
      </p:sp>
      <p:sp>
        <p:nvSpPr>
          <p:cNvPr id="15363" name="Rectangle 3">
            <a:extLst>
              <a:ext uri="{FF2B5EF4-FFF2-40B4-BE49-F238E27FC236}">
                <a16:creationId xmlns:a16="http://schemas.microsoft.com/office/drawing/2014/main" id="{B72BFF30-49BB-420B-B0B5-C3353816139D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457200" y="406400"/>
            <a:ext cx="8229600" cy="508000"/>
          </a:xfrm>
          <a:solidFill>
            <a:schemeClr val="accent1"/>
          </a:solidFill>
        </p:spPr>
        <p:txBody>
          <a:bodyPr/>
          <a:lstStyle/>
          <a:p>
            <a:pPr eaLnBrk="1" hangingPunct="1"/>
            <a:r>
              <a:rPr lang="en-US" altLang="en-US" sz="2800" b="1" dirty="0"/>
              <a:t>Health Profile of </a:t>
            </a:r>
            <a:r>
              <a:rPr lang="en-US" altLang="en-US" sz="2800" b="1" dirty="0" err="1" smtClean="0"/>
              <a:t>Bamna</a:t>
            </a:r>
            <a:r>
              <a:rPr lang="en-US" altLang="en-US" sz="2800" b="1" dirty="0" smtClean="0"/>
              <a:t> </a:t>
            </a:r>
            <a:r>
              <a:rPr lang="en-US" altLang="en-US" sz="2800" b="1" dirty="0" err="1"/>
              <a:t>Upazila</a:t>
            </a:r>
            <a:r>
              <a:rPr lang="en-US" altLang="en-US" sz="2800" b="1" dirty="0"/>
              <a:t>- </a:t>
            </a:r>
            <a:r>
              <a:rPr lang="en-US" altLang="en-US" sz="2800" b="1" dirty="0" smtClean="0"/>
              <a:t>2021</a:t>
            </a:r>
            <a:endParaRPr lang="en-US" altLang="en-US" sz="2800" b="1" dirty="0"/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Rectangle 2">
            <a:extLst>
              <a:ext uri="{FF2B5EF4-FFF2-40B4-BE49-F238E27FC236}">
                <a16:creationId xmlns:a16="http://schemas.microsoft.com/office/drawing/2014/main" id="{800D9D7C-63B0-4885-9C97-EF9BFDCA4EB0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457200" y="884238"/>
            <a:ext cx="8229600" cy="5059362"/>
          </a:xfrm>
        </p:spPr>
        <p:txBody>
          <a:bodyPr/>
          <a:lstStyle/>
          <a:p>
            <a:pPr marL="609600" indent="-609600" eaLnBrk="1" hangingPunct="1">
              <a:lnSpc>
                <a:spcPct val="90000"/>
              </a:lnSpc>
              <a:buFontTx/>
              <a:buNone/>
            </a:pPr>
            <a:r>
              <a:rPr lang="en-US" altLang="en-US" sz="2400" b="1" dirty="0">
                <a:solidFill>
                  <a:srgbClr val="CC0000"/>
                </a:solidFill>
              </a:rPr>
              <a:t>10. Mother Taken-ANC		: </a:t>
            </a:r>
            <a:r>
              <a:rPr lang="en-US" altLang="en-US" sz="2400" b="1" dirty="0" smtClean="0">
                <a:solidFill>
                  <a:srgbClr val="CC0000"/>
                </a:solidFill>
              </a:rPr>
              <a:t>95% </a:t>
            </a:r>
            <a:r>
              <a:rPr lang="en-US" altLang="en-US" sz="2400" b="1" dirty="0">
                <a:solidFill>
                  <a:srgbClr val="CC0000"/>
                </a:solidFill>
              </a:rPr>
              <a:t>( 1st Visit)</a:t>
            </a:r>
          </a:p>
          <a:p>
            <a:pPr marL="609600" indent="-609600"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en-US" sz="2400" b="1" dirty="0">
                <a:solidFill>
                  <a:srgbClr val="CC0000"/>
                </a:solidFill>
              </a:rPr>
              <a:t>11. Hospital Delivery Rate	</a:t>
            </a:r>
            <a:r>
              <a:rPr lang="en-US" altLang="en-US" sz="2400" b="1" dirty="0" smtClean="0">
                <a:solidFill>
                  <a:srgbClr val="CC0000"/>
                </a:solidFill>
              </a:rPr>
              <a:t>	: 45% </a:t>
            </a:r>
            <a:endParaRPr lang="en-US" altLang="en-US" sz="2400" b="1" dirty="0">
              <a:solidFill>
                <a:srgbClr val="CC0000"/>
              </a:solidFill>
            </a:endParaRPr>
          </a:p>
          <a:p>
            <a:pPr marL="609600" indent="-609600"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en-US" sz="2400" b="1" dirty="0" smtClean="0">
                <a:solidFill>
                  <a:srgbClr val="CC0000"/>
                </a:solidFill>
              </a:rPr>
              <a:t>12. </a:t>
            </a:r>
            <a:r>
              <a:rPr lang="en-US" altLang="en-US" sz="2400" b="1" dirty="0">
                <a:solidFill>
                  <a:srgbClr val="CC0000"/>
                </a:solidFill>
              </a:rPr>
              <a:t>No. of Hospital bed		: 50</a:t>
            </a:r>
          </a:p>
          <a:p>
            <a:pPr marL="609600" indent="-609600" eaLnBrk="1" hangingPunct="1">
              <a:lnSpc>
                <a:spcPct val="90000"/>
              </a:lnSpc>
              <a:buFontTx/>
              <a:buNone/>
            </a:pPr>
            <a:r>
              <a:rPr lang="en-US" altLang="en-US" sz="2400" b="1" dirty="0" smtClean="0">
                <a:solidFill>
                  <a:srgbClr val="CC0000"/>
                </a:solidFill>
              </a:rPr>
              <a:t>13. </a:t>
            </a:r>
            <a:r>
              <a:rPr lang="en-US" altLang="en-US" sz="2400" b="1" dirty="0">
                <a:solidFill>
                  <a:srgbClr val="CC0000"/>
                </a:solidFill>
              </a:rPr>
              <a:t>Bed Occupancy Rate 		: </a:t>
            </a:r>
            <a:r>
              <a:rPr lang="en-US" altLang="en-US" sz="2400" b="1" dirty="0" smtClean="0">
                <a:solidFill>
                  <a:srgbClr val="CC0000"/>
                </a:solidFill>
              </a:rPr>
              <a:t>83%</a:t>
            </a:r>
            <a:endParaRPr lang="en-US" altLang="en-US" sz="2400" b="1" dirty="0">
              <a:solidFill>
                <a:srgbClr val="CC0000"/>
              </a:solidFill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274638"/>
            <a:ext cx="8229600" cy="1016000"/>
          </a:xfrm>
          <a:solidFill>
            <a:schemeClr val="accent5">
              <a:lumMod val="40000"/>
              <a:lumOff val="60000"/>
            </a:schemeClr>
          </a:solidFill>
        </p:spPr>
        <p:txBody>
          <a:bodyPr/>
          <a:lstStyle/>
          <a:p>
            <a:r>
              <a:rPr lang="en-US" sz="3600" b="1" dirty="0"/>
              <a:t>A Sub-district level Hospital with a Vision</a:t>
            </a:r>
          </a:p>
        </p:txBody>
      </p:sp>
      <p:sp>
        <p:nvSpPr>
          <p:cNvPr id="5" name="Oval 3"/>
          <p:cNvSpPr>
            <a:spLocks noChangeArrowheads="1"/>
          </p:cNvSpPr>
          <p:nvPr/>
        </p:nvSpPr>
        <p:spPr bwMode="auto">
          <a:xfrm>
            <a:off x="4281487" y="2019300"/>
            <a:ext cx="3124200" cy="1295400"/>
          </a:xfrm>
          <a:prstGeom prst="ellipse">
            <a:avLst/>
          </a:prstGeom>
          <a:solidFill>
            <a:schemeClr val="accent5">
              <a:lumMod val="40000"/>
              <a:lumOff val="60000"/>
            </a:schemeClr>
          </a:solidFill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pPr algn="ctr" eaLnBrk="0" hangingPunct="0"/>
            <a:endParaRPr lang="en-US" sz="1600" b="1" dirty="0">
              <a:solidFill>
                <a:srgbClr val="FF0066"/>
              </a:solidFill>
            </a:endParaRPr>
          </a:p>
          <a:p>
            <a:pPr algn="ctr" eaLnBrk="0" hangingPunct="0"/>
            <a:r>
              <a:rPr lang="en-US" sz="1600" b="1" dirty="0"/>
              <a:t>Maximum utilization of Govt.</a:t>
            </a:r>
          </a:p>
          <a:p>
            <a:pPr algn="ctr" eaLnBrk="0" hangingPunct="0"/>
            <a:r>
              <a:rPr lang="en-US" sz="1600" b="1" dirty="0"/>
              <a:t>resources with </a:t>
            </a:r>
          </a:p>
          <a:p>
            <a:pPr algn="ctr" eaLnBrk="0" hangingPunct="0"/>
            <a:r>
              <a:rPr lang="en-US" sz="1600" b="1" dirty="0"/>
              <a:t>honesty and sincerity</a:t>
            </a:r>
          </a:p>
          <a:p>
            <a:pPr algn="ctr" eaLnBrk="0" hangingPunct="0"/>
            <a:endParaRPr lang="en-US" sz="1600" b="1" dirty="0"/>
          </a:p>
        </p:txBody>
      </p:sp>
      <p:sp>
        <p:nvSpPr>
          <p:cNvPr id="6" name="Oval 4"/>
          <p:cNvSpPr>
            <a:spLocks noChangeArrowheads="1"/>
          </p:cNvSpPr>
          <p:nvPr/>
        </p:nvSpPr>
        <p:spPr bwMode="auto">
          <a:xfrm>
            <a:off x="4281487" y="5105400"/>
            <a:ext cx="3200400" cy="1219200"/>
          </a:xfrm>
          <a:prstGeom prst="ellipse">
            <a:avLst/>
          </a:prstGeom>
          <a:solidFill>
            <a:schemeClr val="accent5">
              <a:lumMod val="40000"/>
              <a:lumOff val="60000"/>
            </a:schemeClr>
          </a:solidFill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pPr algn="ctr" eaLnBrk="0" hangingPunct="0"/>
            <a:r>
              <a:rPr lang="en-US" sz="1600" b="1" dirty="0"/>
              <a:t>Providing Effective and </a:t>
            </a:r>
          </a:p>
          <a:p>
            <a:pPr algn="ctr" eaLnBrk="0" hangingPunct="0"/>
            <a:r>
              <a:rPr lang="en-US" sz="1600" b="1" dirty="0"/>
              <a:t>prompt services </a:t>
            </a:r>
          </a:p>
          <a:p>
            <a:pPr algn="ctr" eaLnBrk="0" hangingPunct="0"/>
            <a:r>
              <a:rPr lang="en-US" sz="1600" b="1" dirty="0"/>
              <a:t>through improved </a:t>
            </a:r>
          </a:p>
          <a:p>
            <a:pPr algn="ctr" eaLnBrk="0" hangingPunct="0"/>
            <a:r>
              <a:rPr lang="en-US" sz="1600" b="1" dirty="0"/>
              <a:t>management system</a:t>
            </a:r>
          </a:p>
        </p:txBody>
      </p:sp>
      <p:sp>
        <p:nvSpPr>
          <p:cNvPr id="8" name="AutoShape 6"/>
          <p:cNvSpPr>
            <a:spLocks noChangeArrowheads="1"/>
          </p:cNvSpPr>
          <p:nvPr/>
        </p:nvSpPr>
        <p:spPr bwMode="auto">
          <a:xfrm>
            <a:off x="1447800" y="2438400"/>
            <a:ext cx="2514600" cy="457200"/>
          </a:xfrm>
          <a:prstGeom prst="notchedRightArrow">
            <a:avLst>
              <a:gd name="adj1" fmla="val 50000"/>
              <a:gd name="adj2" fmla="val 137500"/>
            </a:avLst>
          </a:prstGeom>
          <a:solidFill>
            <a:schemeClr val="accent5">
              <a:lumMod val="40000"/>
              <a:lumOff val="60000"/>
            </a:schemeClr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GB"/>
          </a:p>
        </p:txBody>
      </p:sp>
      <p:sp>
        <p:nvSpPr>
          <p:cNvPr id="9" name="AutoShape 7"/>
          <p:cNvSpPr>
            <a:spLocks noChangeArrowheads="1"/>
          </p:cNvSpPr>
          <p:nvPr/>
        </p:nvSpPr>
        <p:spPr bwMode="auto">
          <a:xfrm>
            <a:off x="1343025" y="5486400"/>
            <a:ext cx="2438400" cy="457200"/>
          </a:xfrm>
          <a:prstGeom prst="notchedRightArrow">
            <a:avLst>
              <a:gd name="adj1" fmla="val 50000"/>
              <a:gd name="adj2" fmla="val 133333"/>
            </a:avLst>
          </a:prstGeom>
          <a:solidFill>
            <a:schemeClr val="accent5">
              <a:lumMod val="40000"/>
              <a:lumOff val="60000"/>
            </a:schemeClr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GB"/>
          </a:p>
        </p:txBody>
      </p:sp>
      <p:sp>
        <p:nvSpPr>
          <p:cNvPr id="11" name="Oval 9"/>
          <p:cNvSpPr>
            <a:spLocks noChangeArrowheads="1"/>
          </p:cNvSpPr>
          <p:nvPr/>
        </p:nvSpPr>
        <p:spPr bwMode="auto">
          <a:xfrm>
            <a:off x="4281487" y="3619500"/>
            <a:ext cx="3200400" cy="1219200"/>
          </a:xfrm>
          <a:prstGeom prst="ellipse">
            <a:avLst/>
          </a:prstGeom>
          <a:solidFill>
            <a:schemeClr val="accent5">
              <a:lumMod val="40000"/>
              <a:lumOff val="60000"/>
            </a:schemeClr>
          </a:solidFill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pPr algn="ctr" eaLnBrk="0" hangingPunct="0"/>
            <a:r>
              <a:rPr lang="en-US" sz="1600" b="1" dirty="0"/>
              <a:t>Integrated approach of </a:t>
            </a:r>
          </a:p>
          <a:p>
            <a:pPr algn="ctr" eaLnBrk="0" hangingPunct="0"/>
            <a:r>
              <a:rPr lang="en-US" sz="1600" b="1" dirty="0"/>
              <a:t>Administration, Community</a:t>
            </a:r>
          </a:p>
          <a:p>
            <a:pPr algn="ctr" eaLnBrk="0" hangingPunct="0"/>
            <a:r>
              <a:rPr lang="en-US" sz="1600" b="1" dirty="0"/>
              <a:t>Leaders &amp; Health </a:t>
            </a:r>
          </a:p>
          <a:p>
            <a:pPr algn="ctr" eaLnBrk="0" hangingPunct="0"/>
            <a:r>
              <a:rPr lang="en-US" sz="1600" b="1" dirty="0"/>
              <a:t>Management</a:t>
            </a:r>
          </a:p>
        </p:txBody>
      </p:sp>
      <p:sp>
        <p:nvSpPr>
          <p:cNvPr id="12" name="AutoShape 10"/>
          <p:cNvSpPr>
            <a:spLocks noChangeArrowheads="1"/>
          </p:cNvSpPr>
          <p:nvPr/>
        </p:nvSpPr>
        <p:spPr bwMode="auto">
          <a:xfrm>
            <a:off x="1328737" y="4000500"/>
            <a:ext cx="2438400" cy="457200"/>
          </a:xfrm>
          <a:prstGeom prst="notchedRightArrow">
            <a:avLst>
              <a:gd name="adj1" fmla="val 50000"/>
              <a:gd name="adj2" fmla="val 133333"/>
            </a:avLst>
          </a:prstGeom>
          <a:solidFill>
            <a:schemeClr val="accent5">
              <a:lumMod val="40000"/>
              <a:lumOff val="60000"/>
            </a:schemeClr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 eaLnBrk="0" hangingPunct="0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581934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304800"/>
            <a:ext cx="8229600" cy="914400"/>
          </a:xfrm>
          <a:solidFill>
            <a:schemeClr val="accent1"/>
          </a:solidFill>
        </p:spPr>
        <p:txBody>
          <a:bodyPr/>
          <a:lstStyle/>
          <a:p>
            <a:pPr eaLnBrk="1" hangingPunct="1"/>
            <a:r>
              <a:rPr lang="en-US" sz="2800" b="1" dirty="0"/>
              <a:t>Background History of </a:t>
            </a:r>
            <a:r>
              <a:rPr lang="en-US" sz="2800" b="1" dirty="0" smtClean="0"/>
              <a:t>MCH &amp; Others </a:t>
            </a:r>
            <a:r>
              <a:rPr lang="en-US" sz="2800" b="1" dirty="0"/>
              <a:t>services of </a:t>
            </a:r>
            <a:r>
              <a:rPr lang="en-US" sz="2800" b="1" dirty="0" err="1" smtClean="0"/>
              <a:t>Bamna</a:t>
            </a:r>
            <a:r>
              <a:rPr lang="en-US" sz="2800" b="1" dirty="0" smtClean="0"/>
              <a:t> </a:t>
            </a:r>
            <a:r>
              <a:rPr lang="en-US" sz="2800" b="1" dirty="0"/>
              <a:t>Health Complex, </a:t>
            </a:r>
            <a:r>
              <a:rPr lang="en-US" sz="2800" b="1" dirty="0" err="1" smtClean="0"/>
              <a:t>Barguna</a:t>
            </a:r>
            <a:endParaRPr lang="en-US" sz="2800" b="1" dirty="0"/>
          </a:p>
        </p:txBody>
      </p:sp>
      <p:sp>
        <p:nvSpPr>
          <p:cNvPr id="614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57200" y="1371600"/>
            <a:ext cx="8382000" cy="5181600"/>
          </a:xfrm>
        </p:spPr>
        <p:txBody>
          <a:bodyPr/>
          <a:lstStyle/>
          <a:p>
            <a:pPr marL="0" indent="0" algn="just" eaLnBrk="1" hangingPunct="1">
              <a:spcBef>
                <a:spcPts val="0"/>
              </a:spcBef>
              <a:spcAft>
                <a:spcPts val="0"/>
              </a:spcAft>
              <a:buClr>
                <a:schemeClr val="tx1"/>
              </a:buClr>
              <a:buFontTx/>
              <a:buNone/>
            </a:pP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reduce Maternal and Child Mortality and Mobility and to ensure the quality services to the mother and child, UHFPO opened </a:t>
            </a:r>
            <a:r>
              <a:rPr lang="en-US" sz="20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special </a:t>
            </a:r>
            <a:r>
              <a:rPr lang="en-US" sz="20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activities.</a:t>
            </a:r>
            <a:endParaRPr lang="en-US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eaLnBrk="1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tx1"/>
              </a:buClr>
              <a:buFontTx/>
              <a:buNone/>
            </a:pPr>
            <a:r>
              <a:rPr lang="en-US" sz="2400" b="1" dirty="0" smtClean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Special </a:t>
            </a:r>
            <a:r>
              <a:rPr lang="en-US" sz="2400" b="1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activities:</a:t>
            </a:r>
          </a:p>
          <a:p>
            <a:pPr eaLnBrk="1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tx1"/>
              </a:buClr>
              <a:buFont typeface="Wingdings" panose="05000000000000000000" pitchFamily="2" charset="2"/>
              <a:buChar char="q"/>
            </a:pP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ANC-Corner </a:t>
            </a:r>
          </a:p>
          <a:p>
            <a:pPr eaLnBrk="1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tx1"/>
              </a:buClr>
              <a:buFont typeface="Wingdings" panose="05000000000000000000" pitchFamily="2" charset="2"/>
              <a:buChar char="q"/>
            </a:pP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Basic EOC service </a:t>
            </a:r>
          </a:p>
          <a:p>
            <a:pPr eaLnBrk="1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tx1"/>
              </a:buClr>
              <a:buFont typeface="Wingdings" panose="05000000000000000000" pitchFamily="2" charset="2"/>
              <a:buChar char="q"/>
            </a:pP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Under 5 corner for under 5 </a:t>
            </a:r>
            <a:r>
              <a:rPr lang="en-US" sz="20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children</a:t>
            </a:r>
          </a:p>
          <a:p>
            <a:pPr eaLnBrk="1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tx1"/>
              </a:buClr>
              <a:buFont typeface="Wingdings" panose="05000000000000000000" pitchFamily="2" charset="2"/>
              <a:buChar char="q"/>
            </a:pPr>
            <a:r>
              <a:rPr lang="en-US" sz="20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Regular VIA Test</a:t>
            </a:r>
            <a:endParaRPr lang="en-US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eaLnBrk="1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tx1"/>
              </a:buClr>
              <a:buFont typeface="Wingdings" panose="05000000000000000000" pitchFamily="2" charset="2"/>
              <a:buChar char="q"/>
            </a:pP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Monthly birth and death </a:t>
            </a:r>
            <a:r>
              <a:rPr lang="en-US" sz="20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record</a:t>
            </a:r>
          </a:p>
          <a:p>
            <a:pPr marL="0" indent="0" eaLnBrk="1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tx1"/>
              </a:buClr>
              <a:buNone/>
            </a:pPr>
            <a:r>
              <a:rPr lang="en-US" sz="2000" b="1" dirty="0" smtClean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Others Special </a:t>
            </a:r>
            <a:r>
              <a:rPr lang="en-US" sz="2000" b="1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activities:</a:t>
            </a:r>
          </a:p>
          <a:p>
            <a:pPr marL="0" indent="0" eaLnBrk="1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tx1"/>
              </a:buClr>
              <a:buNone/>
            </a:pPr>
            <a:r>
              <a:rPr lang="en-US" sz="20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*Adolescents Friendly Health Corner,         * ORT Corner</a:t>
            </a:r>
          </a:p>
          <a:p>
            <a:pPr marL="0" indent="0" eaLnBrk="1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tx1"/>
              </a:buClr>
              <a:buNone/>
            </a:pPr>
            <a:r>
              <a:rPr lang="en-US" sz="20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*NCD corner,       * IMCI Corner</a:t>
            </a:r>
          </a:p>
          <a:p>
            <a:pPr marL="0" indent="0" eaLnBrk="1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tx1"/>
              </a:buClr>
              <a:buNone/>
            </a:pPr>
            <a:endParaRPr lang="en-US" sz="2000" b="1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eaLnBrk="1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tx1"/>
              </a:buClr>
              <a:buFont typeface="Arial" panose="020B0604020202020204" pitchFamily="34" charset="0"/>
              <a:buChar char="•"/>
            </a:pPr>
            <a:endParaRPr lang="en-US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eaLnBrk="1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tx1"/>
              </a:buClr>
              <a:buNone/>
            </a:pPr>
            <a:endParaRPr lang="en-US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eaLnBrk="1" hangingPunct="1">
              <a:lnSpc>
                <a:spcPct val="150000"/>
              </a:lnSpc>
              <a:spcBef>
                <a:spcPts val="600"/>
              </a:spcBef>
              <a:spcAft>
                <a:spcPts val="600"/>
              </a:spcAft>
              <a:buFontTx/>
              <a:buNone/>
            </a:pPr>
            <a:endParaRPr lang="en-US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05385559"/>
      </p:ext>
    </p:ext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274638"/>
            <a:ext cx="8229600" cy="866775"/>
          </a:xfrm>
          <a:solidFill>
            <a:schemeClr val="accent1"/>
          </a:solidFill>
        </p:spPr>
        <p:txBody>
          <a:bodyPr/>
          <a:lstStyle/>
          <a:p>
            <a:pPr eaLnBrk="1" hangingPunct="1"/>
            <a:r>
              <a:rPr lang="en-US" sz="3200" b="1"/>
              <a:t>Contd.</a:t>
            </a:r>
          </a:p>
        </p:txBody>
      </p:sp>
      <p:sp>
        <p:nvSpPr>
          <p:cNvPr id="717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57200" y="1177807"/>
            <a:ext cx="8229600" cy="4800600"/>
          </a:xfrm>
        </p:spPr>
        <p:txBody>
          <a:bodyPr/>
          <a:lstStyle/>
          <a:p>
            <a:pPr eaLnBrk="1" hangingPunct="1">
              <a:lnSpc>
                <a:spcPct val="80000"/>
              </a:lnSpc>
              <a:buClr>
                <a:schemeClr val="tx1"/>
              </a:buClr>
              <a:buFontTx/>
              <a:buNone/>
            </a:pPr>
            <a:endParaRPr lang="en-US" sz="6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eaLnBrk="1" hangingPunct="1">
              <a:lnSpc>
                <a:spcPct val="80000"/>
              </a:lnSpc>
              <a:spcBef>
                <a:spcPts val="600"/>
              </a:spcBef>
              <a:spcAft>
                <a:spcPts val="600"/>
              </a:spcAft>
              <a:buClr>
                <a:schemeClr val="tx1"/>
              </a:buClr>
            </a:pPr>
            <a:r>
              <a:rPr lang="en-US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Form </a:t>
            </a:r>
            <a:r>
              <a:rPr lang="en-US" sz="18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2014 </a:t>
            </a:r>
            <a:r>
              <a:rPr lang="en-US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started Comprehensive EOC program.</a:t>
            </a:r>
          </a:p>
          <a:p>
            <a:pPr eaLnBrk="1" hangingPunct="1">
              <a:lnSpc>
                <a:spcPct val="80000"/>
              </a:lnSpc>
              <a:spcBef>
                <a:spcPts val="600"/>
              </a:spcBef>
              <a:spcAft>
                <a:spcPts val="600"/>
              </a:spcAft>
              <a:buClr>
                <a:schemeClr val="tx1"/>
              </a:buClr>
              <a:buFontTx/>
              <a:buNone/>
            </a:pPr>
            <a:endParaRPr lang="en-US" sz="6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eaLnBrk="1" hangingPunct="1">
              <a:lnSpc>
                <a:spcPct val="80000"/>
              </a:lnSpc>
              <a:spcBef>
                <a:spcPts val="600"/>
              </a:spcBef>
              <a:spcAft>
                <a:spcPts val="600"/>
              </a:spcAft>
              <a:buClr>
                <a:schemeClr val="tx1"/>
              </a:buClr>
            </a:pPr>
            <a:endParaRPr lang="en-US" sz="6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eaLnBrk="1" hangingPunct="1">
              <a:lnSpc>
                <a:spcPct val="80000"/>
              </a:lnSpc>
              <a:spcBef>
                <a:spcPts val="600"/>
              </a:spcBef>
              <a:spcAft>
                <a:spcPts val="600"/>
              </a:spcAft>
              <a:buClr>
                <a:schemeClr val="tx1"/>
              </a:buClr>
            </a:pPr>
            <a:r>
              <a:rPr lang="en-US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From </a:t>
            </a:r>
            <a:r>
              <a:rPr lang="en-US" sz="18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2020 </a:t>
            </a:r>
            <a:r>
              <a:rPr lang="en-US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Safe Blood Transfusion unit established </a:t>
            </a:r>
            <a:r>
              <a:rPr lang="en-US" sz="18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in </a:t>
            </a:r>
            <a:r>
              <a:rPr lang="en-US" sz="18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</a:t>
            </a:r>
            <a:r>
              <a:rPr lang="en-US" sz="1800" b="1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amna</a:t>
            </a:r>
            <a:r>
              <a:rPr lang="en-US" sz="18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8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hospital.</a:t>
            </a:r>
            <a:endParaRPr lang="en-US" sz="18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eaLnBrk="1" hangingPunct="1">
              <a:lnSpc>
                <a:spcPct val="80000"/>
              </a:lnSpc>
              <a:spcBef>
                <a:spcPts val="600"/>
              </a:spcBef>
              <a:spcAft>
                <a:spcPts val="600"/>
              </a:spcAft>
              <a:buClr>
                <a:schemeClr val="tx1"/>
              </a:buClr>
            </a:pPr>
            <a:endParaRPr lang="en-US" sz="6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eaLnBrk="1" hangingPunct="1">
              <a:lnSpc>
                <a:spcPct val="80000"/>
              </a:lnSpc>
              <a:spcBef>
                <a:spcPts val="600"/>
              </a:spcBef>
              <a:spcAft>
                <a:spcPts val="600"/>
              </a:spcAft>
              <a:buClr>
                <a:schemeClr val="tx1"/>
              </a:buClr>
            </a:pPr>
            <a:endParaRPr lang="en-US" sz="6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eaLnBrk="1" hangingPunct="1">
              <a:lnSpc>
                <a:spcPct val="80000"/>
              </a:lnSpc>
              <a:spcBef>
                <a:spcPts val="600"/>
              </a:spcBef>
              <a:spcAft>
                <a:spcPts val="600"/>
              </a:spcAft>
              <a:buClr>
                <a:schemeClr val="tx1"/>
              </a:buClr>
            </a:pPr>
            <a:r>
              <a:rPr lang="en-US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Hospital is </a:t>
            </a:r>
            <a:r>
              <a:rPr lang="en-US" sz="18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50 </a:t>
            </a:r>
            <a:r>
              <a:rPr lang="en-US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bedded hospital </a:t>
            </a:r>
            <a:r>
              <a:rPr lang="en-US" sz="18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by Honorable Prime  Minister Sheikh Hasina.</a:t>
            </a:r>
            <a:endParaRPr lang="en-US" sz="18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eaLnBrk="1" hangingPunct="1">
              <a:lnSpc>
                <a:spcPct val="80000"/>
              </a:lnSpc>
              <a:spcBef>
                <a:spcPts val="600"/>
              </a:spcBef>
              <a:spcAft>
                <a:spcPts val="600"/>
              </a:spcAft>
              <a:buClr>
                <a:schemeClr val="tx1"/>
              </a:buClr>
            </a:pPr>
            <a:endParaRPr lang="en-US" sz="6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eaLnBrk="1" hangingPunct="1">
              <a:lnSpc>
                <a:spcPct val="80000"/>
              </a:lnSpc>
              <a:spcBef>
                <a:spcPts val="600"/>
              </a:spcBef>
              <a:spcAft>
                <a:spcPts val="600"/>
              </a:spcAft>
              <a:buClr>
                <a:schemeClr val="tx1"/>
              </a:buClr>
            </a:pPr>
            <a:r>
              <a:rPr lang="en-US" sz="18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Major </a:t>
            </a:r>
            <a:r>
              <a:rPr lang="en-US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Killer Disease (diabetes, hypertension, cancer, RTA &amp; poisoning)  prevention program starts in  1</a:t>
            </a:r>
            <a:r>
              <a:rPr lang="en-US" sz="1800" b="1" baseline="30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</a:t>
            </a:r>
            <a:r>
              <a:rPr lang="en-US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January-2011. </a:t>
            </a:r>
          </a:p>
        </p:txBody>
      </p:sp>
    </p:spTree>
    <p:extLst>
      <p:ext uri="{BB962C8B-B14F-4D97-AF65-F5344CB8AC3E}">
        <p14:creationId xmlns:p14="http://schemas.microsoft.com/office/powerpoint/2010/main" val="373418522"/>
      </p:ext>
    </p:ext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577" name="Rectangle 57"/>
          <p:cNvSpPr>
            <a:spLocks noChangeArrowheads="1"/>
          </p:cNvSpPr>
          <p:nvPr/>
        </p:nvSpPr>
        <p:spPr bwMode="auto">
          <a:xfrm>
            <a:off x="462176" y="983206"/>
            <a:ext cx="8229600" cy="609601"/>
          </a:xfrm>
          <a:prstGeom prst="rect">
            <a:avLst/>
          </a:prstGeom>
          <a:ln>
            <a:headEnd/>
            <a:tailEnd/>
          </a:ln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anchor="ctr"/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Arial" charset="0"/>
                <a:ea typeface="+mn-ea"/>
                <a:cs typeface="Arial" charset="0"/>
              </a:rPr>
              <a:t>Bed Occupancy Rate from </a:t>
            </a:r>
            <a:r>
              <a:rPr lang="en-US" sz="2400" b="1" dirty="0" smtClean="0">
                <a:solidFill>
                  <a:srgbClr val="FFFFFF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2017</a:t>
            </a:r>
            <a:r>
              <a:rPr kumimoji="0" lang="en-US" sz="2400" b="1" i="0" u="none" strike="noStrike" kern="1200" cap="none" spc="0" normalizeH="0" baseline="0" noProof="0" dirty="0" smtClean="0">
                <a:ln>
                  <a:noFill/>
                </a:ln>
                <a:solidFill>
                  <a:srgbClr val="FFFFFF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Arial" charset="0"/>
                <a:ea typeface="+mn-ea"/>
                <a:cs typeface="Arial" charset="0"/>
              </a:rPr>
              <a:t> </a:t>
            </a:r>
            <a:r>
              <a:rPr kumimoji="0" 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Arial" charset="0"/>
                <a:ea typeface="+mn-ea"/>
                <a:cs typeface="Arial" charset="0"/>
              </a:rPr>
              <a:t>to </a:t>
            </a:r>
            <a:r>
              <a:rPr kumimoji="0" lang="en-US" sz="2400" b="1" i="0" u="none" strike="noStrike" kern="1200" cap="none" spc="0" normalizeH="0" baseline="0" noProof="0" dirty="0" smtClean="0">
                <a:ln>
                  <a:noFill/>
                </a:ln>
                <a:solidFill>
                  <a:srgbClr val="FFFFFF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Arial" charset="0"/>
                <a:ea typeface="+mn-ea"/>
                <a:cs typeface="Arial" charset="0"/>
              </a:rPr>
              <a:t>2021</a:t>
            </a:r>
            <a:endParaRPr kumimoji="0" lang="en-US" sz="2400" b="1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Arial" charset="0"/>
              <a:ea typeface="+mn-ea"/>
              <a:cs typeface="Arial" charset="0"/>
            </a:endParaRPr>
          </a:p>
        </p:txBody>
      </p:sp>
      <p:pic>
        <p:nvPicPr>
          <p:cNvPr id="42015" name="Title 1"/>
          <p:cNvPicPr>
            <a:picLocks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6875" y="-28032"/>
            <a:ext cx="8339138" cy="13160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4544" name="Text Box 32"/>
          <p:cNvSpPr txBox="1">
            <a:spLocks noChangeArrowheads="1"/>
          </p:cNvSpPr>
          <p:nvPr/>
        </p:nvSpPr>
        <p:spPr bwMode="auto">
          <a:xfrm>
            <a:off x="462176" y="236831"/>
            <a:ext cx="8229600" cy="715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marL="0" marR="0" lvl="0" indent="0" algn="ctr" defTabSz="914400" rtl="0" eaLnBrk="1" fontAlgn="base" latinLnBrk="0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43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Calibri" pitchFamily="34" charset="0"/>
                <a:ea typeface="+mn-ea"/>
                <a:cs typeface="Arial" charset="0"/>
              </a:rPr>
              <a:t>UHC</a:t>
            </a:r>
          </a:p>
        </p:txBody>
      </p:sp>
      <p:graphicFrame>
        <p:nvGraphicFramePr>
          <p:cNvPr id="3" name="Chart 2"/>
          <p:cNvGraphicFramePr/>
          <p:nvPr>
            <p:extLst>
              <p:ext uri="{D42A27DB-BD31-4B8C-83A1-F6EECF244321}">
                <p14:modId xmlns:p14="http://schemas.microsoft.com/office/powerpoint/2010/main" val="741325501"/>
              </p:ext>
            </p:extLst>
          </p:nvPr>
        </p:nvGraphicFramePr>
        <p:xfrm>
          <a:off x="1251744" y="1981200"/>
          <a:ext cx="5834856" cy="40640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</p:spTree>
    <p:extLst>
      <p:ext uri="{BB962C8B-B14F-4D97-AF65-F5344CB8AC3E}">
        <p14:creationId xmlns:p14="http://schemas.microsoft.com/office/powerpoint/2010/main" val="3480508716"/>
      </p:ext>
    </p:extLst>
  </p:cSld>
  <p:clrMapOvr>
    <a:masterClrMapping/>
  </p:clrMapOvr>
  <p:transition spd="slow"/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57"/>
          <p:cNvSpPr>
            <a:spLocks noGrp="1" noChangeArrowheads="1"/>
          </p:cNvSpPr>
          <p:nvPr>
            <p:ph type="title"/>
          </p:nvPr>
        </p:nvSpPr>
        <p:spPr>
          <a:xfrm>
            <a:off x="228600" y="1143000"/>
            <a:ext cx="8534400" cy="503238"/>
          </a:xfrm>
          <a:ln>
            <a:headEnd/>
            <a:tailEnd/>
          </a:ln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tlCol="0">
            <a:normAutofit/>
          </a:bodyPr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US" sz="24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Emergency &amp; Out Door, Indoor  Service </a:t>
            </a:r>
            <a:r>
              <a:rPr lang="en-US" sz="2400" b="1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2017 </a:t>
            </a:r>
            <a:r>
              <a:rPr lang="en-US" sz="24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to </a:t>
            </a:r>
            <a:r>
              <a:rPr lang="en-US" sz="2400" b="1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2022</a:t>
            </a:r>
            <a:endParaRPr lang="en-US" sz="2400" b="1" dirty="0">
              <a:solidFill>
                <a:schemeClr val="bg1"/>
              </a:solidFill>
              <a:effectLst>
                <a:outerShdw blurRad="38100" dist="38100" dir="2700000" algn="tl">
                  <a:srgbClr val="000000"/>
                </a:outerShdw>
              </a:effectLst>
            </a:endParaRPr>
          </a:p>
        </p:txBody>
      </p:sp>
      <p:sp>
        <p:nvSpPr>
          <p:cNvPr id="10" name="Title 1"/>
          <p:cNvSpPr txBox="1">
            <a:spLocks/>
          </p:cNvSpPr>
          <p:nvPr/>
        </p:nvSpPr>
        <p:spPr bwMode="auto">
          <a:xfrm>
            <a:off x="228600" y="228600"/>
            <a:ext cx="8534400" cy="715962"/>
          </a:xfrm>
          <a:prstGeom prst="rect">
            <a:avLst/>
          </a:prstGeom>
          <a:gradFill rotWithShape="1">
            <a:gsLst>
              <a:gs pos="0">
                <a:srgbClr val="4BACC6">
                  <a:shade val="51000"/>
                  <a:satMod val="130000"/>
                </a:srgbClr>
              </a:gs>
              <a:gs pos="80000">
                <a:srgbClr val="4BACC6">
                  <a:shade val="93000"/>
                  <a:satMod val="130000"/>
                </a:srgbClr>
              </a:gs>
              <a:gs pos="100000">
                <a:srgbClr val="4BACC6">
                  <a:shade val="94000"/>
                  <a:satMod val="135000"/>
                </a:srgbClr>
              </a:gs>
            </a:gsLst>
            <a:lin ang="16200000" scaled="0"/>
          </a:gradFill>
          <a:ln>
            <a:noFill/>
          </a:ln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normAutofit fontScale="97500"/>
          </a:bodyPr>
          <a:lstStyle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sz="4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4572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9144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13716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18288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base" latinLnBrk="0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4400" b="1" i="0" u="none" strike="noStrike" kern="1200" cap="none" spc="0" normalizeH="0" baseline="0" noProof="0" dirty="0" smtClean="0">
                <a:ln>
                  <a:noFill/>
                </a:ln>
                <a:solidFill>
                  <a:srgbClr val="FFFFFF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Calibri" pitchFamily="34" charset="0"/>
                <a:ea typeface="+mn-ea"/>
                <a:cs typeface="+mn-cs"/>
              </a:rPr>
              <a:t>BAMNA  UHC</a:t>
            </a:r>
            <a:endParaRPr kumimoji="0" lang="en-US" sz="4400" b="1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Calibri" pitchFamily="34" charset="0"/>
              <a:ea typeface="+mn-ea"/>
              <a:cs typeface="+mn-cs"/>
            </a:endParaRPr>
          </a:p>
        </p:txBody>
      </p:sp>
      <p:graphicFrame>
        <p:nvGraphicFramePr>
          <p:cNvPr id="3" name="Chart 2"/>
          <p:cNvGraphicFramePr/>
          <p:nvPr>
            <p:extLst>
              <p:ext uri="{D42A27DB-BD31-4B8C-83A1-F6EECF244321}">
                <p14:modId xmlns:p14="http://schemas.microsoft.com/office/powerpoint/2010/main" val="2543168269"/>
              </p:ext>
            </p:extLst>
          </p:nvPr>
        </p:nvGraphicFramePr>
        <p:xfrm>
          <a:off x="609600" y="1981200"/>
          <a:ext cx="8153400" cy="45720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  <p:extLst>
      <p:ext uri="{BB962C8B-B14F-4D97-AF65-F5344CB8AC3E}">
        <p14:creationId xmlns:p14="http://schemas.microsoft.com/office/powerpoint/2010/main" val="17554572"/>
      </p:ext>
    </p:extLst>
  </p:cSld>
  <p:clrMapOvr>
    <a:masterClrMapping/>
  </p:clrMapOvr>
  <p:transition spd="slow"/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>
          <a:xfrm>
            <a:off x="452651" y="792754"/>
            <a:ext cx="8310349" cy="808038"/>
          </a:xfr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/>
          <a:lstStyle/>
          <a:p>
            <a:pPr>
              <a:defRPr/>
            </a:pPr>
            <a:r>
              <a:rPr lang="en-US" sz="2400" b="1" dirty="0">
                <a:solidFill>
                  <a:schemeClr val="bg1"/>
                </a:solidFill>
              </a:rPr>
              <a:t/>
            </a:r>
            <a:br>
              <a:rPr lang="en-US" sz="2400" b="1" dirty="0">
                <a:solidFill>
                  <a:schemeClr val="bg1"/>
                </a:solidFill>
              </a:rPr>
            </a:br>
            <a:r>
              <a:rPr lang="en-US" sz="2400" b="1" dirty="0">
                <a:solidFill>
                  <a:schemeClr val="bg1"/>
                </a:solidFill>
              </a:rPr>
              <a:t/>
            </a:r>
            <a:br>
              <a:rPr lang="en-US" sz="2400" b="1" dirty="0">
                <a:solidFill>
                  <a:schemeClr val="bg1"/>
                </a:solidFill>
              </a:rPr>
            </a:br>
            <a:r>
              <a:rPr lang="en-US" sz="2800" b="1" dirty="0">
                <a:solidFill>
                  <a:schemeClr val="bg1"/>
                </a:solidFill>
              </a:rPr>
              <a:t>Comparative data of revenue income (in Taka) from </a:t>
            </a:r>
            <a:r>
              <a:rPr lang="en-US" sz="2800" b="1" dirty="0" smtClean="0">
                <a:solidFill>
                  <a:schemeClr val="bg1"/>
                </a:solidFill>
              </a:rPr>
              <a:t>2019 </a:t>
            </a:r>
            <a:r>
              <a:rPr lang="en-US" sz="2800" b="1" dirty="0">
                <a:solidFill>
                  <a:schemeClr val="bg1"/>
                </a:solidFill>
              </a:rPr>
              <a:t>to </a:t>
            </a:r>
            <a:r>
              <a:rPr lang="en-US" sz="2800" b="1" dirty="0" smtClean="0">
                <a:solidFill>
                  <a:schemeClr val="bg1"/>
                </a:solidFill>
              </a:rPr>
              <a:t>2021</a:t>
            </a:r>
            <a:r>
              <a:rPr lang="en-US" sz="4800" b="1" dirty="0"/>
              <a:t/>
            </a:r>
            <a:br>
              <a:rPr lang="en-US" sz="4800" b="1" dirty="0"/>
            </a:br>
            <a:endParaRPr lang="en-US" sz="5400" b="1" dirty="0"/>
          </a:p>
        </p:txBody>
      </p:sp>
      <p:graphicFrame>
        <p:nvGraphicFramePr>
          <p:cNvPr id="2" name="Content Placeholder 8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47094723"/>
              </p:ext>
            </p:extLst>
          </p:nvPr>
        </p:nvGraphicFramePr>
        <p:xfrm>
          <a:off x="1676400" y="2133600"/>
          <a:ext cx="5562600" cy="43434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6" name="Title 1"/>
          <p:cNvSpPr txBox="1">
            <a:spLocks/>
          </p:cNvSpPr>
          <p:nvPr/>
        </p:nvSpPr>
        <p:spPr bwMode="auto">
          <a:xfrm>
            <a:off x="452651" y="76200"/>
            <a:ext cx="8305800" cy="715962"/>
          </a:xfrm>
          <a:prstGeom prst="rect">
            <a:avLst/>
          </a:prstGeom>
          <a:gradFill rotWithShape="1">
            <a:gsLst>
              <a:gs pos="0">
                <a:srgbClr val="4BACC6">
                  <a:shade val="51000"/>
                  <a:satMod val="130000"/>
                </a:srgbClr>
              </a:gs>
              <a:gs pos="80000">
                <a:srgbClr val="4BACC6">
                  <a:shade val="93000"/>
                  <a:satMod val="130000"/>
                </a:srgbClr>
              </a:gs>
              <a:gs pos="100000">
                <a:srgbClr val="4BACC6">
                  <a:shade val="94000"/>
                  <a:satMod val="135000"/>
                </a:srgbClr>
              </a:gs>
            </a:gsLst>
            <a:lin ang="16200000" scaled="0"/>
          </a:gradFill>
          <a:ln>
            <a:noFill/>
          </a:ln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normAutofit fontScale="97500"/>
          </a:bodyPr>
          <a:lstStyle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sz="4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4572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9144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13716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18288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base" latinLnBrk="0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4400" b="1" i="0" u="none" strike="noStrike" kern="1200" cap="none" spc="0" normalizeH="0" baseline="0" noProof="0" dirty="0" smtClean="0">
                <a:ln>
                  <a:noFill/>
                </a:ln>
                <a:solidFill>
                  <a:srgbClr val="FFFFFF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Calibri" pitchFamily="34" charset="0"/>
                <a:ea typeface="+mn-ea"/>
                <a:cs typeface="+mn-cs"/>
              </a:rPr>
              <a:t>BAMNA UHC</a:t>
            </a:r>
            <a:endParaRPr kumimoji="0" lang="en-US" sz="4400" b="1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Calibri" pitchFamily="34" charset="0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01826886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298" name="Rectangle 2"/>
          <p:cNvSpPr>
            <a:spLocks noGrp="1" noChangeArrowheads="1"/>
          </p:cNvSpPr>
          <p:nvPr>
            <p:ph type="title"/>
          </p:nvPr>
        </p:nvSpPr>
        <p:spPr>
          <a:solidFill>
            <a:schemeClr val="accent1"/>
          </a:solidFill>
        </p:spPr>
        <p:txBody>
          <a:bodyPr rtlCol="0">
            <a:normAutofit/>
          </a:bodyPr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US" sz="4000" b="1" dirty="0">
                <a:solidFill>
                  <a:schemeClr val="accent6">
                    <a:lumMod val="20000"/>
                    <a:lumOff val="80000"/>
                  </a:schemeClr>
                </a:solidFill>
              </a:rPr>
              <a:t>Upazila Health  Complex</a:t>
            </a:r>
            <a:br>
              <a:rPr lang="en-US" sz="4000" b="1" dirty="0">
                <a:solidFill>
                  <a:schemeClr val="accent6">
                    <a:lumMod val="20000"/>
                    <a:lumOff val="80000"/>
                  </a:schemeClr>
                </a:solidFill>
              </a:rPr>
            </a:br>
            <a:r>
              <a:rPr lang="en-US" sz="2800" b="1" dirty="0" smtClean="0">
                <a:solidFill>
                  <a:schemeClr val="accent6">
                    <a:lumMod val="20000"/>
                    <a:lumOff val="80000"/>
                  </a:schemeClr>
                </a:solidFill>
              </a:rPr>
              <a:t>BAMNA </a:t>
            </a:r>
            <a:r>
              <a:rPr lang="en-US" sz="2800" b="1" dirty="0">
                <a:solidFill>
                  <a:schemeClr val="accent6">
                    <a:lumMod val="20000"/>
                    <a:lumOff val="80000"/>
                  </a:schemeClr>
                </a:solidFill>
              </a:rPr>
              <a:t>, </a:t>
            </a:r>
            <a:r>
              <a:rPr lang="en-US" sz="2800" b="1" dirty="0" smtClean="0">
                <a:solidFill>
                  <a:schemeClr val="accent6">
                    <a:lumMod val="20000"/>
                    <a:lumOff val="80000"/>
                  </a:schemeClr>
                </a:solidFill>
              </a:rPr>
              <a:t>BARGUNA.</a:t>
            </a:r>
            <a:endParaRPr lang="en-US" sz="2800" b="1" dirty="0">
              <a:solidFill>
                <a:schemeClr val="accent6">
                  <a:lumMod val="20000"/>
                  <a:lumOff val="80000"/>
                </a:schemeClr>
              </a:solidFill>
            </a:endParaRPr>
          </a:p>
        </p:txBody>
      </p:sp>
      <p:sp>
        <p:nvSpPr>
          <p:cNvPr id="31747" name="Rectangle 3"/>
          <p:cNvSpPr>
            <a:spLocks noGrp="1" noChangeArrowheads="1"/>
          </p:cNvSpPr>
          <p:nvPr>
            <p:ph type="body" sz="half" idx="1"/>
          </p:nvPr>
        </p:nvSpPr>
        <p:spPr/>
        <p:txBody>
          <a:bodyPr/>
          <a:lstStyle/>
          <a:p>
            <a:pPr algn="ctr" eaLnBrk="1" hangingPunct="1">
              <a:buFontTx/>
              <a:buNone/>
            </a:pPr>
            <a:endParaRPr lang="en-US" sz="2800" dirty="0"/>
          </a:p>
          <a:p>
            <a:pPr algn="ctr" eaLnBrk="1" hangingPunct="1">
              <a:buFontTx/>
              <a:buNone/>
            </a:pPr>
            <a:endParaRPr lang="en-US" sz="2800" dirty="0"/>
          </a:p>
        </p:txBody>
      </p:sp>
      <p:sp>
        <p:nvSpPr>
          <p:cNvPr id="82949" name="Rectangle 5"/>
          <p:cNvSpPr>
            <a:spLocks noChangeArrowheads="1"/>
          </p:cNvSpPr>
          <p:nvPr/>
        </p:nvSpPr>
        <p:spPr bwMode="auto">
          <a:xfrm>
            <a:off x="457200" y="1417638"/>
            <a:ext cx="8153400" cy="609600"/>
          </a:xfrm>
          <a:prstGeom prst="rect">
            <a:avLst/>
          </a:prstGeom>
          <a:solidFill>
            <a:srgbClr val="00FF00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anchor="ctr"/>
          <a:lstStyle/>
          <a:p>
            <a:pPr algn="ctr">
              <a:defRPr/>
            </a:pPr>
            <a:r>
              <a:rPr lang="en-US" sz="2400" dirty="0">
                <a:solidFill>
                  <a:srgbClr val="3333CC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charset="0"/>
                <a:cs typeface="Arial" charset="0"/>
              </a:rPr>
              <a:t>EOC Activities : </a:t>
            </a:r>
            <a:r>
              <a:rPr lang="en-US" sz="2400" dirty="0" smtClean="0">
                <a:solidFill>
                  <a:srgbClr val="3333CC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charset="0"/>
                <a:cs typeface="Arial" charset="0"/>
              </a:rPr>
              <a:t>2013- 2022 </a:t>
            </a:r>
            <a:r>
              <a:rPr lang="en-US" sz="2400" dirty="0">
                <a:solidFill>
                  <a:srgbClr val="3333CC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charset="0"/>
                <a:cs typeface="Arial" charset="0"/>
              </a:rPr>
              <a:t>(Hospital Delivery )</a:t>
            </a:r>
          </a:p>
        </p:txBody>
      </p:sp>
      <p:graphicFrame>
        <p:nvGraphicFramePr>
          <p:cNvPr id="5" name="Content Placeholder 4"/>
          <p:cNvGraphicFramePr>
            <a:graphicFrameLocks noGrp="1"/>
          </p:cNvGraphicFramePr>
          <p:nvPr>
            <p:ph sz="half" idx="2"/>
            <p:extLst>
              <p:ext uri="{D42A27DB-BD31-4B8C-83A1-F6EECF244321}">
                <p14:modId xmlns:p14="http://schemas.microsoft.com/office/powerpoint/2010/main" val="3086105421"/>
              </p:ext>
            </p:extLst>
          </p:nvPr>
        </p:nvGraphicFramePr>
        <p:xfrm>
          <a:off x="457200" y="2209800"/>
          <a:ext cx="8229600" cy="3916363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 </a:t>
            </a:r>
            <a:r>
              <a:rPr lang="en-US" dirty="0"/>
              <a:t>wall and shades of UHC building</a:t>
            </a:r>
          </a:p>
        </p:txBody>
      </p:sp>
      <p:pic>
        <p:nvPicPr>
          <p:cNvPr id="5" name="Content Placeholder 4"/>
          <p:cNvPicPr>
            <a:picLocks noGrp="1" noChangeAspect="1"/>
          </p:cNvPicPr>
          <p:nvPr>
            <p:ph sz="half"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78202" y="1600200"/>
            <a:ext cx="3396595" cy="4525963"/>
          </a:xfrm>
        </p:spPr>
      </p:pic>
      <p:pic>
        <p:nvPicPr>
          <p:cNvPr id="6" name="Content Placeholder 5"/>
          <p:cNvPicPr>
            <a:picLocks noGrp="1" noChangeAspect="1"/>
          </p:cNvPicPr>
          <p:nvPr>
            <p:ph sz="half" idx="2"/>
          </p:nvPr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969202" y="1600200"/>
            <a:ext cx="3396595" cy="4525963"/>
          </a:xfrm>
        </p:spPr>
      </p:pic>
      <p:sp>
        <p:nvSpPr>
          <p:cNvPr id="7" name="Rectangle 6"/>
          <p:cNvSpPr/>
          <p:nvPr/>
        </p:nvSpPr>
        <p:spPr>
          <a:xfrm>
            <a:off x="1600200" y="1295400"/>
            <a:ext cx="1524000" cy="304800"/>
          </a:xfrm>
          <a:prstGeom prst="rect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>
                <a:solidFill>
                  <a:srgbClr val="C00000"/>
                </a:solidFill>
              </a:rPr>
              <a:t>Before</a:t>
            </a:r>
            <a:endParaRPr lang="en-US" dirty="0">
              <a:solidFill>
                <a:srgbClr val="C00000"/>
              </a:solidFill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5905499" y="1246188"/>
            <a:ext cx="1524000" cy="304800"/>
          </a:xfrm>
          <a:prstGeom prst="rect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>
                <a:solidFill>
                  <a:srgbClr val="C00000"/>
                </a:solidFill>
              </a:rPr>
              <a:t>After</a:t>
            </a:r>
            <a:endParaRPr lang="en-US" dirty="0">
              <a:solidFill>
                <a:srgbClr val="C00000"/>
              </a:solidFill>
            </a:endParaRPr>
          </a:p>
        </p:txBody>
      </p:sp>
      <p:sp>
        <p:nvSpPr>
          <p:cNvPr id="9" name="Right Arrow 8"/>
          <p:cNvSpPr/>
          <p:nvPr/>
        </p:nvSpPr>
        <p:spPr>
          <a:xfrm>
            <a:off x="4174797" y="3733800"/>
            <a:ext cx="794405" cy="228600"/>
          </a:xfrm>
          <a:prstGeom prst="rightArrow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4298495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 UHC Campus</a:t>
            </a:r>
            <a:endParaRPr lang="en-US" dirty="0"/>
          </a:p>
        </p:txBody>
      </p:sp>
      <p:pic>
        <p:nvPicPr>
          <p:cNvPr id="5" name="Content Placeholder 4"/>
          <p:cNvPicPr>
            <a:picLocks noGrp="1" noChangeAspect="1"/>
          </p:cNvPicPr>
          <p:nvPr>
            <p:ph sz="half"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78202" y="1600200"/>
            <a:ext cx="3396595" cy="4525961"/>
          </a:xfrm>
        </p:spPr>
      </p:pic>
      <p:pic>
        <p:nvPicPr>
          <p:cNvPr id="6" name="Content Placeholder 5"/>
          <p:cNvPicPr>
            <a:picLocks noGrp="1" noChangeAspect="1"/>
          </p:cNvPicPr>
          <p:nvPr>
            <p:ph sz="half" idx="2"/>
          </p:nvPr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969202" y="1600200"/>
            <a:ext cx="3396595" cy="4525962"/>
          </a:xfrm>
        </p:spPr>
      </p:pic>
      <p:sp>
        <p:nvSpPr>
          <p:cNvPr id="7" name="Rectangle 6"/>
          <p:cNvSpPr/>
          <p:nvPr/>
        </p:nvSpPr>
        <p:spPr>
          <a:xfrm>
            <a:off x="1600200" y="1295400"/>
            <a:ext cx="1524000" cy="304800"/>
          </a:xfrm>
          <a:prstGeom prst="rect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>
                <a:solidFill>
                  <a:srgbClr val="C00000"/>
                </a:solidFill>
              </a:rPr>
              <a:t>Before</a:t>
            </a:r>
            <a:endParaRPr lang="en-US" dirty="0">
              <a:solidFill>
                <a:srgbClr val="C00000"/>
              </a:solidFill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5905499" y="1246188"/>
            <a:ext cx="1524000" cy="304800"/>
          </a:xfrm>
          <a:prstGeom prst="rect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>
                <a:solidFill>
                  <a:srgbClr val="C00000"/>
                </a:solidFill>
              </a:rPr>
              <a:t>After</a:t>
            </a:r>
            <a:endParaRPr lang="en-US" dirty="0">
              <a:solidFill>
                <a:srgbClr val="C00000"/>
              </a:solidFill>
            </a:endParaRPr>
          </a:p>
        </p:txBody>
      </p:sp>
      <p:sp>
        <p:nvSpPr>
          <p:cNvPr id="3" name="Right Arrow 2"/>
          <p:cNvSpPr/>
          <p:nvPr/>
        </p:nvSpPr>
        <p:spPr>
          <a:xfrm>
            <a:off x="4174797" y="3657600"/>
            <a:ext cx="794405" cy="304800"/>
          </a:xfrm>
          <a:prstGeom prst="rightArrow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1002702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 Ambulance Garage</a:t>
            </a:r>
            <a:endParaRPr lang="en-US" dirty="0"/>
          </a:p>
        </p:txBody>
      </p:sp>
      <p:pic>
        <p:nvPicPr>
          <p:cNvPr id="5" name="Content Placeholder 4"/>
          <p:cNvPicPr>
            <a:picLocks noGrp="1" noChangeAspect="1"/>
          </p:cNvPicPr>
          <p:nvPr>
            <p:ph sz="half"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7200" y="1676400"/>
            <a:ext cx="3810000" cy="4449762"/>
          </a:xfrm>
        </p:spPr>
      </p:pic>
      <p:pic>
        <p:nvPicPr>
          <p:cNvPr id="6" name="Content Placeholder 5"/>
          <p:cNvPicPr>
            <a:picLocks noGrp="1" noChangeAspect="1"/>
          </p:cNvPicPr>
          <p:nvPr>
            <p:ph sz="half" idx="2"/>
          </p:nvPr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969202" y="1600200"/>
            <a:ext cx="3641398" cy="4525962"/>
          </a:xfrm>
        </p:spPr>
      </p:pic>
      <p:sp>
        <p:nvSpPr>
          <p:cNvPr id="7" name="Rectangle 6"/>
          <p:cNvSpPr/>
          <p:nvPr/>
        </p:nvSpPr>
        <p:spPr>
          <a:xfrm>
            <a:off x="1600200" y="1295400"/>
            <a:ext cx="1524000" cy="304800"/>
          </a:xfrm>
          <a:prstGeom prst="rect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>
                <a:solidFill>
                  <a:srgbClr val="C00000"/>
                </a:solidFill>
              </a:rPr>
              <a:t>Before</a:t>
            </a:r>
            <a:endParaRPr lang="en-US" dirty="0">
              <a:solidFill>
                <a:srgbClr val="C00000"/>
              </a:solidFill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5905499" y="1246188"/>
            <a:ext cx="1524000" cy="304800"/>
          </a:xfrm>
          <a:prstGeom prst="rect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>
                <a:solidFill>
                  <a:srgbClr val="C00000"/>
                </a:solidFill>
              </a:rPr>
              <a:t>After</a:t>
            </a:r>
            <a:endParaRPr lang="en-US" dirty="0">
              <a:solidFill>
                <a:srgbClr val="C00000"/>
              </a:solidFill>
            </a:endParaRPr>
          </a:p>
        </p:txBody>
      </p:sp>
      <p:sp>
        <p:nvSpPr>
          <p:cNvPr id="3" name="Right Arrow 2"/>
          <p:cNvSpPr/>
          <p:nvPr/>
        </p:nvSpPr>
        <p:spPr>
          <a:xfrm>
            <a:off x="4267200" y="3657600"/>
            <a:ext cx="702002" cy="304800"/>
          </a:xfrm>
          <a:prstGeom prst="rightArrow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54044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 </a:t>
            </a:r>
            <a:r>
              <a:rPr lang="en-US" dirty="0"/>
              <a:t>Pharmacy of UHC </a:t>
            </a:r>
          </a:p>
        </p:txBody>
      </p:sp>
      <p:pic>
        <p:nvPicPr>
          <p:cNvPr id="5" name="Content Placeholder 4"/>
          <p:cNvPicPr>
            <a:picLocks noGrp="1" noChangeAspect="1"/>
          </p:cNvPicPr>
          <p:nvPr>
            <p:ph sz="half"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7200" y="1600200"/>
            <a:ext cx="3810000" cy="4525962"/>
          </a:xfrm>
        </p:spPr>
      </p:pic>
      <p:pic>
        <p:nvPicPr>
          <p:cNvPr id="6" name="Content Placeholder 5"/>
          <p:cNvPicPr>
            <a:picLocks noGrp="1" noChangeAspect="1"/>
          </p:cNvPicPr>
          <p:nvPr>
            <p:ph sz="half" idx="2"/>
          </p:nvPr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091604" y="1600200"/>
            <a:ext cx="3396594" cy="4525962"/>
          </a:xfrm>
        </p:spPr>
      </p:pic>
      <p:sp>
        <p:nvSpPr>
          <p:cNvPr id="7" name="Rectangle 6"/>
          <p:cNvSpPr/>
          <p:nvPr/>
        </p:nvSpPr>
        <p:spPr>
          <a:xfrm>
            <a:off x="1600200" y="1295400"/>
            <a:ext cx="1524000" cy="304800"/>
          </a:xfrm>
          <a:prstGeom prst="rect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>
                <a:solidFill>
                  <a:srgbClr val="C00000"/>
                </a:solidFill>
              </a:rPr>
              <a:t>Before</a:t>
            </a:r>
            <a:endParaRPr lang="en-US" dirty="0">
              <a:solidFill>
                <a:srgbClr val="C00000"/>
              </a:solidFill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5905499" y="1246188"/>
            <a:ext cx="1524000" cy="304800"/>
          </a:xfrm>
          <a:prstGeom prst="rect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>
                <a:solidFill>
                  <a:srgbClr val="C00000"/>
                </a:solidFill>
              </a:rPr>
              <a:t>After</a:t>
            </a:r>
            <a:endParaRPr lang="en-US" dirty="0">
              <a:solidFill>
                <a:srgbClr val="C00000"/>
              </a:solidFill>
            </a:endParaRPr>
          </a:p>
        </p:txBody>
      </p:sp>
      <p:sp>
        <p:nvSpPr>
          <p:cNvPr id="3" name="Right Arrow 2"/>
          <p:cNvSpPr/>
          <p:nvPr/>
        </p:nvSpPr>
        <p:spPr>
          <a:xfrm>
            <a:off x="4267200" y="3657600"/>
            <a:ext cx="702002" cy="304800"/>
          </a:xfrm>
          <a:prstGeom prst="rightArrow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8491829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Billboard of UHC </a:t>
            </a:r>
            <a:endParaRPr lang="en-US" dirty="0"/>
          </a:p>
        </p:txBody>
      </p:sp>
      <p:pic>
        <p:nvPicPr>
          <p:cNvPr id="5" name="Content Placeholder 4"/>
          <p:cNvPicPr>
            <a:picLocks noGrp="1" noChangeAspect="1"/>
          </p:cNvPicPr>
          <p:nvPr>
            <p:ph sz="half"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7200" y="1676400"/>
            <a:ext cx="3810000" cy="4038600"/>
          </a:xfrm>
        </p:spPr>
      </p:pic>
      <p:pic>
        <p:nvPicPr>
          <p:cNvPr id="6" name="Content Placeholder 5"/>
          <p:cNvPicPr>
            <a:picLocks noGrp="1" noChangeAspect="1"/>
          </p:cNvPicPr>
          <p:nvPr>
            <p:ph sz="half" idx="2"/>
          </p:nvPr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091604" y="1676400"/>
            <a:ext cx="3396594" cy="4038600"/>
          </a:xfrm>
        </p:spPr>
      </p:pic>
      <p:sp>
        <p:nvSpPr>
          <p:cNvPr id="7" name="Rectangle 6"/>
          <p:cNvSpPr/>
          <p:nvPr/>
        </p:nvSpPr>
        <p:spPr>
          <a:xfrm>
            <a:off x="1600200" y="1295400"/>
            <a:ext cx="1524000" cy="304800"/>
          </a:xfrm>
          <a:prstGeom prst="rect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>
                <a:solidFill>
                  <a:srgbClr val="C00000"/>
                </a:solidFill>
              </a:rPr>
              <a:t>Before</a:t>
            </a:r>
            <a:endParaRPr lang="en-US" dirty="0">
              <a:solidFill>
                <a:srgbClr val="C00000"/>
              </a:solidFill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5905499" y="1246188"/>
            <a:ext cx="1524000" cy="304800"/>
          </a:xfrm>
          <a:prstGeom prst="rect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>
                <a:solidFill>
                  <a:srgbClr val="C00000"/>
                </a:solidFill>
              </a:rPr>
              <a:t>After</a:t>
            </a:r>
            <a:endParaRPr lang="en-US" dirty="0">
              <a:solidFill>
                <a:srgbClr val="C00000"/>
              </a:solidFill>
            </a:endParaRPr>
          </a:p>
        </p:txBody>
      </p:sp>
      <p:sp>
        <p:nvSpPr>
          <p:cNvPr id="3" name="Right Arrow 2"/>
          <p:cNvSpPr/>
          <p:nvPr/>
        </p:nvSpPr>
        <p:spPr>
          <a:xfrm>
            <a:off x="4267200" y="3657600"/>
            <a:ext cx="702002" cy="304800"/>
          </a:xfrm>
          <a:prstGeom prst="rightArrow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8589330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Roof of UHC Building </a:t>
            </a:r>
            <a:endParaRPr lang="en-US" dirty="0"/>
          </a:p>
        </p:txBody>
      </p:sp>
      <p:pic>
        <p:nvPicPr>
          <p:cNvPr id="5" name="Content Placeholder 4"/>
          <p:cNvPicPr>
            <a:picLocks noGrp="1" noChangeAspect="1"/>
          </p:cNvPicPr>
          <p:nvPr>
            <p:ph sz="half"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7200" y="1676400"/>
            <a:ext cx="3810000" cy="4038600"/>
          </a:xfrm>
        </p:spPr>
      </p:pic>
      <p:pic>
        <p:nvPicPr>
          <p:cNvPr id="6" name="Content Placeholder 5"/>
          <p:cNvPicPr>
            <a:picLocks noGrp="1" noChangeAspect="1"/>
          </p:cNvPicPr>
          <p:nvPr>
            <p:ph sz="half" idx="2"/>
          </p:nvPr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969202" y="1676400"/>
            <a:ext cx="3565198" cy="4038600"/>
          </a:xfrm>
        </p:spPr>
      </p:pic>
      <p:sp>
        <p:nvSpPr>
          <p:cNvPr id="7" name="Rectangle 6"/>
          <p:cNvSpPr/>
          <p:nvPr/>
        </p:nvSpPr>
        <p:spPr>
          <a:xfrm>
            <a:off x="1600200" y="1295400"/>
            <a:ext cx="1524000" cy="304800"/>
          </a:xfrm>
          <a:prstGeom prst="rect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>
                <a:solidFill>
                  <a:srgbClr val="C00000"/>
                </a:solidFill>
              </a:rPr>
              <a:t>Before</a:t>
            </a:r>
            <a:endParaRPr lang="en-US" dirty="0">
              <a:solidFill>
                <a:srgbClr val="C00000"/>
              </a:solidFill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5905499" y="1246188"/>
            <a:ext cx="1524000" cy="304800"/>
          </a:xfrm>
          <a:prstGeom prst="rect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>
                <a:solidFill>
                  <a:srgbClr val="C00000"/>
                </a:solidFill>
              </a:rPr>
              <a:t>After</a:t>
            </a:r>
            <a:endParaRPr lang="en-US" dirty="0">
              <a:solidFill>
                <a:srgbClr val="C00000"/>
              </a:solidFill>
            </a:endParaRPr>
          </a:p>
        </p:txBody>
      </p:sp>
      <p:sp>
        <p:nvSpPr>
          <p:cNvPr id="3" name="Right Arrow 2"/>
          <p:cNvSpPr/>
          <p:nvPr/>
        </p:nvSpPr>
        <p:spPr>
          <a:xfrm>
            <a:off x="4267200" y="3657600"/>
            <a:ext cx="702002" cy="304800"/>
          </a:xfrm>
          <a:prstGeom prst="rightArrow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3132593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Notice Board of UHC </a:t>
            </a:r>
            <a:endParaRPr lang="en-US" dirty="0"/>
          </a:p>
        </p:txBody>
      </p:sp>
      <p:pic>
        <p:nvPicPr>
          <p:cNvPr id="5" name="Content Placeholder 4"/>
          <p:cNvPicPr>
            <a:picLocks noGrp="1" noChangeAspect="1"/>
          </p:cNvPicPr>
          <p:nvPr>
            <p:ph sz="half"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7200" y="1981201"/>
            <a:ext cx="3657600" cy="3733799"/>
          </a:xfrm>
        </p:spPr>
      </p:pic>
      <p:pic>
        <p:nvPicPr>
          <p:cNvPr id="6" name="Content Placeholder 5"/>
          <p:cNvPicPr>
            <a:picLocks noGrp="1" noChangeAspect="1"/>
          </p:cNvPicPr>
          <p:nvPr>
            <p:ph sz="half" idx="2"/>
          </p:nvPr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969202" y="1981201"/>
            <a:ext cx="3565198" cy="3733800"/>
          </a:xfrm>
        </p:spPr>
      </p:pic>
      <p:sp>
        <p:nvSpPr>
          <p:cNvPr id="7" name="Rectangle 6"/>
          <p:cNvSpPr/>
          <p:nvPr/>
        </p:nvSpPr>
        <p:spPr>
          <a:xfrm>
            <a:off x="1600200" y="1295400"/>
            <a:ext cx="1524000" cy="304800"/>
          </a:xfrm>
          <a:prstGeom prst="rect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>
                <a:solidFill>
                  <a:srgbClr val="C00000"/>
                </a:solidFill>
              </a:rPr>
              <a:t>Before</a:t>
            </a:r>
            <a:endParaRPr lang="en-US" dirty="0">
              <a:solidFill>
                <a:srgbClr val="C00000"/>
              </a:solidFill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5905499" y="1246188"/>
            <a:ext cx="1524000" cy="304800"/>
          </a:xfrm>
          <a:prstGeom prst="rect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>
                <a:solidFill>
                  <a:srgbClr val="C00000"/>
                </a:solidFill>
              </a:rPr>
              <a:t>After</a:t>
            </a:r>
            <a:endParaRPr lang="en-US" dirty="0">
              <a:solidFill>
                <a:srgbClr val="C00000"/>
              </a:solidFill>
            </a:endParaRPr>
          </a:p>
        </p:txBody>
      </p:sp>
      <p:sp>
        <p:nvSpPr>
          <p:cNvPr id="3" name="Right Arrow 2"/>
          <p:cNvSpPr/>
          <p:nvPr/>
        </p:nvSpPr>
        <p:spPr>
          <a:xfrm>
            <a:off x="4267200" y="3657600"/>
            <a:ext cx="702002" cy="304800"/>
          </a:xfrm>
          <a:prstGeom prst="rightArrow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7838559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G</a:t>
            </a:r>
            <a:r>
              <a:rPr lang="en-US" dirty="0" smtClean="0"/>
              <a:t>arden </a:t>
            </a:r>
            <a:r>
              <a:rPr lang="en-US" dirty="0"/>
              <a:t>in front of the UHC</a:t>
            </a:r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7200" y="1600200"/>
            <a:ext cx="8229600" cy="4525963"/>
          </a:xfrm>
        </p:spPr>
      </p:pic>
    </p:spTree>
    <p:extLst>
      <p:ext uri="{BB962C8B-B14F-4D97-AF65-F5344CB8AC3E}">
        <p14:creationId xmlns:p14="http://schemas.microsoft.com/office/powerpoint/2010/main" val="3984181344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Conference Room of </a:t>
            </a:r>
            <a:r>
              <a:rPr lang="en-US" dirty="0" err="1" smtClean="0"/>
              <a:t>Bamna</a:t>
            </a:r>
            <a:r>
              <a:rPr lang="en-US" dirty="0" smtClean="0"/>
              <a:t> </a:t>
            </a:r>
            <a:r>
              <a:rPr lang="en-US" dirty="0"/>
              <a:t>UHC</a:t>
            </a:r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2000" y="1600200"/>
            <a:ext cx="7772400" cy="4525963"/>
          </a:xfrm>
        </p:spPr>
      </p:pic>
    </p:spTree>
    <p:extLst>
      <p:ext uri="{BB962C8B-B14F-4D97-AF65-F5344CB8AC3E}">
        <p14:creationId xmlns:p14="http://schemas.microsoft.com/office/powerpoint/2010/main" val="4206313536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346" name="Rectangle 2">
            <a:extLst>
              <a:ext uri="{FF2B5EF4-FFF2-40B4-BE49-F238E27FC236}">
                <a16:creationId xmlns:a16="http://schemas.microsoft.com/office/drawing/2014/main" id="{BA17ED29-B1C5-44A0-B7B2-8E405DCB3238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457200" y="274638"/>
            <a:ext cx="8229600" cy="665162"/>
          </a:xfrm>
          <a:solidFill>
            <a:schemeClr val="accent1"/>
          </a:solidFill>
        </p:spPr>
        <p:txBody>
          <a:bodyPr/>
          <a:lstStyle/>
          <a:p>
            <a:pPr eaLnBrk="1" hangingPunct="1"/>
            <a:r>
              <a:rPr lang="en-US" altLang="en-US" sz="3200" b="1" dirty="0" err="1"/>
              <a:t>Upazila</a:t>
            </a:r>
            <a:r>
              <a:rPr lang="en-US" altLang="en-US" sz="3200" b="1" dirty="0"/>
              <a:t> Health  Complex</a:t>
            </a:r>
            <a:br>
              <a:rPr lang="en-US" altLang="en-US" sz="3200" b="1" dirty="0"/>
            </a:br>
            <a:r>
              <a:rPr lang="en-US" altLang="en-US" sz="2000" b="1" dirty="0" smtClean="0"/>
              <a:t>BAMNA, BARGUNA.</a:t>
            </a:r>
            <a:endParaRPr lang="en-US" altLang="en-US" sz="2000" b="1" dirty="0"/>
          </a:p>
        </p:txBody>
      </p:sp>
      <p:sp>
        <p:nvSpPr>
          <p:cNvPr id="57347" name="Rectangle 3">
            <a:extLst>
              <a:ext uri="{FF2B5EF4-FFF2-40B4-BE49-F238E27FC236}">
                <a16:creationId xmlns:a16="http://schemas.microsoft.com/office/drawing/2014/main" id="{D935C444-89D8-44E5-B127-72803971B5BD}"/>
              </a:ext>
            </a:extLst>
          </p:cNvPr>
          <p:cNvSpPr>
            <a:spLocks noGrp="1" noChangeArrowheads="1"/>
          </p:cNvSpPr>
          <p:nvPr>
            <p:ph type="body" sz="half" idx="1"/>
          </p:nvPr>
        </p:nvSpPr>
        <p:spPr/>
        <p:txBody>
          <a:bodyPr/>
          <a:lstStyle/>
          <a:p>
            <a:pPr algn="ctr" eaLnBrk="1" hangingPunct="1">
              <a:buFontTx/>
              <a:buNone/>
            </a:pPr>
            <a:endParaRPr lang="en-US" altLang="en-US" sz="2800" dirty="0"/>
          </a:p>
          <a:p>
            <a:pPr algn="ctr" eaLnBrk="1" hangingPunct="1">
              <a:buFontTx/>
              <a:buNone/>
            </a:pPr>
            <a:endParaRPr lang="en-US" altLang="en-US" sz="2800" dirty="0"/>
          </a:p>
        </p:txBody>
      </p:sp>
      <p:sp>
        <p:nvSpPr>
          <p:cNvPr id="218116" name="Rectangle 4">
            <a:extLst>
              <a:ext uri="{FF2B5EF4-FFF2-40B4-BE49-F238E27FC236}">
                <a16:creationId xmlns:a16="http://schemas.microsoft.com/office/drawing/2014/main" id="{7DCD4D61-0048-4A50-A148-F5E3D58F6AA8}"/>
              </a:ext>
            </a:extLst>
          </p:cNvPr>
          <p:cNvSpPr>
            <a:spLocks noChangeArrowheads="1"/>
          </p:cNvSpPr>
          <p:nvPr/>
        </p:nvSpPr>
        <p:spPr bwMode="auto">
          <a:xfrm>
            <a:off x="457200" y="1270000"/>
            <a:ext cx="8153400" cy="469900"/>
          </a:xfrm>
          <a:prstGeom prst="rect">
            <a:avLst/>
          </a:prstGeom>
          <a:solidFill>
            <a:srgbClr val="00FF00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anchor="b"/>
          <a:lstStyle/>
          <a:p>
            <a:pPr algn="ctr" eaLnBrk="1" hangingPunct="1">
              <a:defRPr/>
            </a:pPr>
            <a:r>
              <a:rPr lang="en-US" sz="2000" b="1">
                <a:solidFill>
                  <a:schemeClr val="tx2"/>
                </a:solidFill>
                <a:effectLst>
                  <a:outerShdw blurRad="38100" dist="38100" dir="2700000" algn="tl">
                    <a:srgbClr val="FFFFFF"/>
                  </a:outerShdw>
                </a:effectLst>
                <a:latin typeface="Arial" charset="0"/>
                <a:cs typeface="Arial" charset="0"/>
              </a:rPr>
              <a:t>Community Support</a:t>
            </a:r>
            <a:r>
              <a:rPr lang="en-US" sz="4400">
                <a:solidFill>
                  <a:schemeClr val="tx2"/>
                </a:solidFill>
                <a:latin typeface="Arial" charset="0"/>
                <a:cs typeface="Arial" charset="0"/>
              </a:rPr>
              <a:t> </a:t>
            </a:r>
          </a:p>
        </p:txBody>
      </p:sp>
      <p:sp>
        <p:nvSpPr>
          <p:cNvPr id="218117" name="Text Box 5">
            <a:extLst>
              <a:ext uri="{FF2B5EF4-FFF2-40B4-BE49-F238E27FC236}">
                <a16:creationId xmlns:a16="http://schemas.microsoft.com/office/drawing/2014/main" id="{7E84A1FE-1CF1-44D6-BEC9-A0C9A7A790F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57200" y="1915367"/>
            <a:ext cx="8534400" cy="240065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indent="274320">
              <a:spcBef>
                <a:spcPts val="600"/>
              </a:spcBef>
              <a:spcAft>
                <a:spcPts val="600"/>
              </a:spcAft>
              <a:buFont typeface="Wingdings" panose="05000000000000000000" pitchFamily="2" charset="2"/>
              <a:buChar char="v"/>
            </a:pPr>
            <a:r>
              <a:rPr lang="en-US" alt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Two </a:t>
            </a:r>
            <a:r>
              <a:rPr lang="en-US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IPS </a:t>
            </a:r>
            <a:r>
              <a:rPr lang="en-US" alt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donated </a:t>
            </a:r>
            <a:r>
              <a:rPr lang="en-US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by </a:t>
            </a:r>
            <a:r>
              <a:rPr lang="en-US" alt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Local MP. </a:t>
            </a:r>
            <a:endParaRPr lang="en-US" alt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indent="274320">
              <a:spcBef>
                <a:spcPts val="600"/>
              </a:spcBef>
              <a:spcAft>
                <a:spcPts val="600"/>
              </a:spcAft>
              <a:buFont typeface="Wingdings" panose="05000000000000000000" pitchFamily="2" charset="2"/>
              <a:buChar char="v"/>
            </a:pPr>
            <a:r>
              <a:rPr lang="en-US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Dental Doctors Room was Decorated </a:t>
            </a:r>
            <a:r>
              <a:rPr lang="en-US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by </a:t>
            </a:r>
            <a:r>
              <a:rPr lang="en-US" alt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Upazila</a:t>
            </a:r>
            <a:r>
              <a:rPr lang="en-US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Parishad</a:t>
            </a:r>
            <a:r>
              <a:rPr lang="en-US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</a:p>
          <a:p>
            <a:pPr indent="274320">
              <a:spcBef>
                <a:spcPts val="600"/>
              </a:spcBef>
              <a:spcAft>
                <a:spcPts val="600"/>
              </a:spcAft>
              <a:buFont typeface="Wingdings" panose="05000000000000000000" pitchFamily="2" charset="2"/>
              <a:buChar char="v"/>
            </a:pPr>
            <a:r>
              <a:rPr lang="en-US" altLang="en-US" sz="240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X-Ray </a:t>
            </a:r>
            <a:r>
              <a:rPr lang="en-US" alt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room was </a:t>
            </a:r>
            <a:r>
              <a:rPr lang="en-US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well established by </a:t>
            </a:r>
            <a:r>
              <a:rPr lang="en-US" alt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Upazila</a:t>
            </a:r>
            <a:r>
              <a:rPr lang="en-US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Parishad</a:t>
            </a:r>
            <a:r>
              <a:rPr lang="en-US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</a:p>
          <a:p>
            <a:pPr indent="274320">
              <a:spcBef>
                <a:spcPts val="600"/>
              </a:spcBef>
              <a:spcAft>
                <a:spcPts val="600"/>
              </a:spcAft>
              <a:buFont typeface="Wingdings" panose="05000000000000000000" pitchFamily="2" charset="2"/>
              <a:buChar char="v"/>
            </a:pPr>
            <a:r>
              <a:rPr lang="en-US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Blood donated </a:t>
            </a:r>
            <a:r>
              <a:rPr lang="en-US" alt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about </a:t>
            </a:r>
            <a:r>
              <a:rPr lang="en-US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8</a:t>
            </a:r>
            <a:r>
              <a:rPr lang="en-US" alt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5 </a:t>
            </a:r>
            <a:r>
              <a:rPr lang="en-US" alt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units by blood </a:t>
            </a:r>
            <a:r>
              <a:rPr lang="en-US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donors in emergency </a:t>
            </a:r>
            <a:r>
              <a:rPr lang="en-US" alt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  need.</a:t>
            </a:r>
            <a:endParaRPr lang="en-US" alt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7350" name="Text Box 6">
            <a:extLst>
              <a:ext uri="{FF2B5EF4-FFF2-40B4-BE49-F238E27FC236}">
                <a16:creationId xmlns:a16="http://schemas.microsoft.com/office/drawing/2014/main" id="{444A9FB5-73F8-496D-817C-AAFDD09BF35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93725" y="2170113"/>
            <a:ext cx="184150" cy="3667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endParaRPr lang="en-US" altLang="en-US" sz="1800"/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7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5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81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discrete" valueType="clr">
                                      <p:cBhvr override="childStyle">
                                        <p:cTn id="7" dur="80"/>
                                        <p:tgtEl>
                                          <p:spTgt spid="218117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clrVal>
                                              <a:schemeClr val="accent2"/>
                                            </p:clrVal>
                                          </p:val>
                                        </p:tav>
                                        <p:tav tm="50000">
                                          <p:val>
                                            <p:clrVal>
                                              <a:schemeClr val="hlink"/>
                                            </p:clrVal>
                                          </p:val>
                                        </p:tav>
                                      </p:tavLst>
                                    </p:anim>
                                    <p:anim calcmode="discrete" valueType="clr">
                                      <p:cBhvr>
                                        <p:cTn id="8" dur="80"/>
                                        <p:tgtEl>
                                          <p:spTgt spid="218117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clrVal>
                                              <a:schemeClr val="accent2"/>
                                            </p:clrVal>
                                          </p:val>
                                        </p:tav>
                                        <p:tav tm="50000">
                                          <p:val>
                                            <p:clrVal>
                                              <a:schemeClr val="hlink"/>
                                            </p:clrVal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9" dur="80"/>
                                        <p:tgtEl>
                                          <p:spTgt spid="218117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18117" grpId="0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418" name="Title 1"/>
          <p:cNvSpPr>
            <a:spLocks noGrp="1"/>
          </p:cNvSpPr>
          <p:nvPr>
            <p:ph type="title"/>
          </p:nvPr>
        </p:nvSpPr>
        <p:spPr>
          <a:xfrm>
            <a:off x="0" y="23884"/>
            <a:ext cx="9144000" cy="609600"/>
          </a:xfrm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 rtlCol="0">
            <a:normAutofit/>
          </a:bodyPr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US" sz="32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Achievement of </a:t>
            </a:r>
            <a:r>
              <a:rPr lang="en-US" sz="3200" b="1" dirty="0" err="1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Bamna</a:t>
            </a:r>
            <a:r>
              <a:rPr lang="en-US" sz="3200" b="1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lang="en-US" sz="32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Health Complex</a:t>
            </a:r>
            <a:endParaRPr lang="en-US" sz="3600" b="1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0" y="762000"/>
            <a:ext cx="9144000" cy="5029200"/>
          </a:xfrm>
          <a:ln/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>
            <a:normAutofit lnSpcReduction="10000"/>
          </a:bodyPr>
          <a:lstStyle/>
          <a:p>
            <a:pPr marL="0" indent="0" algn="just" eaLnBrk="1" fontAlgn="auto" hangingPunct="1"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lang="en-US" sz="2400" dirty="0" smtClean="0"/>
              <a:t>      * In 2012, </a:t>
            </a:r>
            <a:r>
              <a:rPr lang="en-US" sz="2400" dirty="0" err="1" smtClean="0"/>
              <a:t>Bamna</a:t>
            </a:r>
            <a:r>
              <a:rPr lang="en-US" sz="2400" dirty="0" smtClean="0"/>
              <a:t> </a:t>
            </a:r>
            <a:r>
              <a:rPr lang="en-US" sz="2400" dirty="0"/>
              <a:t>Health Complex declared as the </a:t>
            </a:r>
            <a:r>
              <a:rPr lang="en-US" sz="2400" dirty="0" smtClean="0"/>
              <a:t>50 </a:t>
            </a:r>
            <a:r>
              <a:rPr lang="en-US" sz="2400" dirty="0" err="1" smtClean="0"/>
              <a:t>Beded</a:t>
            </a:r>
            <a:r>
              <a:rPr lang="en-US" sz="2400" dirty="0" smtClean="0"/>
              <a:t> in </a:t>
            </a:r>
            <a:r>
              <a:rPr lang="en-US" sz="2400" dirty="0" err="1" smtClean="0"/>
              <a:t>Bamna</a:t>
            </a:r>
            <a:r>
              <a:rPr lang="en-US" sz="2400" dirty="0" smtClean="0"/>
              <a:t> </a:t>
            </a:r>
            <a:r>
              <a:rPr lang="en-US" sz="2400" dirty="0" err="1" smtClean="0"/>
              <a:t>upazilla</a:t>
            </a:r>
            <a:r>
              <a:rPr lang="en-US" sz="2400" dirty="0" smtClean="0"/>
              <a:t> </a:t>
            </a:r>
            <a:r>
              <a:rPr lang="en-US" sz="2400" dirty="0"/>
              <a:t>health complex.</a:t>
            </a:r>
          </a:p>
          <a:p>
            <a:pPr marL="457200" indent="-457200" algn="just" eaLnBrk="1" fontAlgn="auto" hangingPunct="1">
              <a:spcBef>
                <a:spcPts val="0"/>
              </a:spcBef>
              <a:spcAft>
                <a:spcPts val="0"/>
              </a:spcAft>
              <a:buFont typeface="Arial" charset="0"/>
              <a:buNone/>
              <a:defRPr/>
            </a:pPr>
            <a:r>
              <a:rPr lang="en-US" sz="2400" dirty="0">
                <a:latin typeface="Symbol" pitchFamily="18" charset="2"/>
              </a:rPr>
              <a:t>	</a:t>
            </a:r>
          </a:p>
          <a:p>
            <a:pPr marL="400050" lvl="1" indent="0" algn="just" eaLnBrk="1" fontAlgn="auto" hangingPunct="1">
              <a:spcBef>
                <a:spcPts val="0"/>
              </a:spcBef>
              <a:spcAft>
                <a:spcPts val="0"/>
              </a:spcAft>
              <a:buFont typeface="Wingdings" pitchFamily="2" charset="2"/>
              <a:buChar char="§"/>
              <a:defRPr/>
            </a:pPr>
            <a:r>
              <a:rPr lang="en-US" sz="2400" dirty="0">
                <a:cs typeface="Calibri" pitchFamily="34" charset="0"/>
              </a:rPr>
              <a:t> Mobilized 7</a:t>
            </a:r>
            <a:r>
              <a:rPr lang="en-US" sz="2400" dirty="0" smtClean="0">
                <a:cs typeface="Calibri" pitchFamily="34" charset="0"/>
              </a:rPr>
              <a:t> </a:t>
            </a:r>
            <a:r>
              <a:rPr lang="en-US" sz="2400" dirty="0">
                <a:cs typeface="Calibri" pitchFamily="34" charset="0"/>
              </a:rPr>
              <a:t>additional </a:t>
            </a:r>
            <a:r>
              <a:rPr lang="en-US" sz="2400" dirty="0"/>
              <a:t>workers from community (</a:t>
            </a:r>
            <a:r>
              <a:rPr lang="en-US" sz="2400" dirty="0" smtClean="0"/>
              <a:t>2 </a:t>
            </a:r>
            <a:r>
              <a:rPr lang="en-US" sz="2400" dirty="0"/>
              <a:t>volunteer, </a:t>
            </a:r>
            <a:r>
              <a:rPr lang="en-US" sz="2400" dirty="0" smtClean="0"/>
              <a:t>3 </a:t>
            </a:r>
            <a:r>
              <a:rPr lang="en-US" sz="2400" dirty="0"/>
              <a:t>cleaners and others </a:t>
            </a:r>
            <a:r>
              <a:rPr lang="en-US" sz="2400" dirty="0" smtClean="0"/>
              <a:t>1).</a:t>
            </a:r>
            <a:endParaRPr lang="en-US" sz="2400" dirty="0"/>
          </a:p>
          <a:p>
            <a:pPr marL="400050" lvl="1" indent="0" algn="just" eaLnBrk="1" fontAlgn="auto" hangingPunct="1">
              <a:spcBef>
                <a:spcPts val="0"/>
              </a:spcBef>
              <a:spcAft>
                <a:spcPts val="0"/>
              </a:spcAft>
              <a:buFont typeface="Wingdings" pitchFamily="2" charset="2"/>
              <a:buChar char="§"/>
              <a:defRPr/>
            </a:pPr>
            <a:r>
              <a:rPr lang="en-US" sz="2400" dirty="0"/>
              <a:t> EOC Beds </a:t>
            </a:r>
            <a:r>
              <a:rPr lang="en-US" sz="2400" dirty="0" smtClean="0"/>
              <a:t>05</a:t>
            </a:r>
            <a:endParaRPr lang="en-US" sz="2400" dirty="0"/>
          </a:p>
          <a:p>
            <a:pPr marL="400050" lvl="1" indent="0" algn="just" eaLnBrk="1" fontAlgn="auto" hangingPunct="1">
              <a:spcBef>
                <a:spcPts val="0"/>
              </a:spcBef>
              <a:spcAft>
                <a:spcPts val="0"/>
              </a:spcAft>
              <a:buFont typeface="Wingdings" pitchFamily="2" charset="2"/>
              <a:buChar char="§"/>
              <a:defRPr/>
            </a:pPr>
            <a:r>
              <a:rPr lang="en-US" sz="2400" dirty="0" err="1" smtClean="0"/>
              <a:t>Bamna</a:t>
            </a:r>
            <a:r>
              <a:rPr lang="en-US" sz="2400" dirty="0" smtClean="0"/>
              <a:t> </a:t>
            </a:r>
            <a:r>
              <a:rPr lang="en-US" sz="2400" dirty="0"/>
              <a:t>UHC achieved MDG target in 2009. </a:t>
            </a:r>
          </a:p>
          <a:p>
            <a:pPr marL="400050" lvl="1" indent="0" algn="just" eaLnBrk="1" fontAlgn="auto" hangingPunct="1">
              <a:spcBef>
                <a:spcPts val="0"/>
              </a:spcBef>
              <a:spcAft>
                <a:spcPts val="0"/>
              </a:spcAft>
              <a:buFont typeface="Wingdings" pitchFamily="2" charset="2"/>
              <a:buChar char="§"/>
              <a:defRPr/>
            </a:pPr>
            <a:r>
              <a:rPr lang="en-US" sz="2400" dirty="0" err="1" smtClean="0"/>
              <a:t>Bamna</a:t>
            </a:r>
            <a:r>
              <a:rPr lang="en-US" sz="2400" dirty="0" smtClean="0"/>
              <a:t> </a:t>
            </a:r>
            <a:r>
              <a:rPr lang="en-US" sz="2400" dirty="0"/>
              <a:t>Health complex is awarded for best performance </a:t>
            </a:r>
            <a:r>
              <a:rPr lang="en-US" sz="2400" dirty="0" smtClean="0"/>
              <a:t>in HSS.</a:t>
            </a:r>
            <a:endParaRPr lang="en-US" sz="2400" dirty="0"/>
          </a:p>
          <a:p>
            <a:pPr marL="400050" lvl="1" indent="0" algn="just" eaLnBrk="1" fontAlgn="auto" hangingPunct="1"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lang="en-US" sz="2400" dirty="0" smtClean="0"/>
              <a:t>COVID Achievement</a:t>
            </a:r>
          </a:p>
          <a:p>
            <a:pPr lvl="1" indent="-342900" algn="just" eaLnBrk="1" fontAlgn="auto" hangingPunct="1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  <a:defRPr/>
            </a:pPr>
            <a:r>
              <a:rPr lang="en-US" sz="2400" dirty="0" smtClean="0"/>
              <a:t>0% Mortality in </a:t>
            </a:r>
            <a:r>
              <a:rPr lang="en-US" sz="2400" dirty="0" err="1" smtClean="0"/>
              <a:t>Bamna</a:t>
            </a:r>
            <a:r>
              <a:rPr lang="en-US" sz="2400" dirty="0" smtClean="0"/>
              <a:t> Hospital</a:t>
            </a:r>
          </a:p>
          <a:p>
            <a:pPr lvl="1" indent="-342900" algn="just" eaLnBrk="1" fontAlgn="auto" hangingPunct="1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  <a:defRPr/>
            </a:pPr>
            <a:r>
              <a:rPr lang="en-US" sz="2400" dirty="0" smtClean="0"/>
              <a:t>Regular OPD Rx,  Hospitalization With Proper Max in </a:t>
            </a:r>
            <a:r>
              <a:rPr lang="en-US" sz="2400" dirty="0" err="1" smtClean="0"/>
              <a:t>Covid</a:t>
            </a:r>
            <a:r>
              <a:rPr lang="en-US" sz="2400" dirty="0" smtClean="0"/>
              <a:t> Unit&amp; Proper Referral.</a:t>
            </a:r>
          </a:p>
          <a:p>
            <a:pPr lvl="1" indent="-342900" algn="just" eaLnBrk="1" fontAlgn="auto" hangingPunct="1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  <a:defRPr/>
            </a:pPr>
            <a:r>
              <a:rPr lang="en-US" sz="2400" dirty="0" smtClean="0"/>
              <a:t>Successful </a:t>
            </a:r>
            <a:r>
              <a:rPr lang="en-US" sz="2400" dirty="0" err="1" smtClean="0"/>
              <a:t>Covid</a:t>
            </a:r>
            <a:r>
              <a:rPr lang="en-US" sz="2400" dirty="0" smtClean="0"/>
              <a:t> Vaccination (72%) in </a:t>
            </a:r>
            <a:r>
              <a:rPr lang="en-US" sz="2400" dirty="0" err="1" smtClean="0"/>
              <a:t>Bamna</a:t>
            </a:r>
            <a:r>
              <a:rPr lang="en-US" sz="2400" dirty="0" smtClean="0"/>
              <a:t> </a:t>
            </a:r>
            <a:r>
              <a:rPr lang="en-US" sz="2400" dirty="0" err="1" smtClean="0"/>
              <a:t>Upazila</a:t>
            </a:r>
            <a:r>
              <a:rPr lang="en-US" sz="2400" dirty="0" smtClean="0"/>
              <a:t>.</a:t>
            </a:r>
          </a:p>
          <a:p>
            <a:pPr lvl="1" indent="-342900" algn="just" eaLnBrk="1" fontAlgn="auto" hangingPunct="1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  <a:defRPr/>
            </a:pPr>
            <a:r>
              <a:rPr lang="en-US" sz="2400" dirty="0" smtClean="0"/>
              <a:t>Pathological Tests , ECG, X-Ray &amp; USG is Available.</a:t>
            </a:r>
          </a:p>
        </p:txBody>
      </p:sp>
    </p:spTree>
    <p:extLst>
      <p:ext uri="{BB962C8B-B14F-4D97-AF65-F5344CB8AC3E}">
        <p14:creationId xmlns:p14="http://schemas.microsoft.com/office/powerpoint/2010/main" val="2787237505"/>
      </p:ext>
    </p:extLst>
  </p:cSld>
  <p:clrMapOvr>
    <a:masterClrMapping/>
  </p:clrMapOvr>
  <p:transition spd="slow"/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idx="4294967295"/>
          </p:nvPr>
        </p:nvSpPr>
        <p:spPr>
          <a:xfrm>
            <a:off x="503238" y="5486400"/>
            <a:ext cx="8183562" cy="1066800"/>
          </a:xfrm>
        </p:spPr>
        <p:txBody>
          <a:bodyPr>
            <a:normAutofit fontScale="90000"/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4400" b="1" cap="all" dirty="0" smtClean="0">
                <a:ln w="9000" cmpd="sng">
                  <a:solidFill>
                    <a:schemeClr val="accent4">
                      <a:shade val="50000"/>
                      <a:satMod val="120000"/>
                    </a:schemeClr>
                  </a:solidFill>
                  <a:prstDash val="solid"/>
                </a:ln>
                <a:gradFill>
                  <a:gsLst>
                    <a:gs pos="0">
                      <a:schemeClr val="accent4">
                        <a:shade val="20000"/>
                        <a:satMod val="245000"/>
                      </a:schemeClr>
                    </a:gs>
                    <a:gs pos="43000">
                      <a:schemeClr val="accent4">
                        <a:satMod val="255000"/>
                      </a:schemeClr>
                    </a:gs>
                    <a:gs pos="48000">
                      <a:schemeClr val="accent4">
                        <a:shade val="85000"/>
                        <a:satMod val="255000"/>
                      </a:schemeClr>
                    </a:gs>
                    <a:gs pos="100000">
                      <a:schemeClr val="accent4">
                        <a:shade val="20000"/>
                        <a:satMod val="245000"/>
                      </a:schemeClr>
                    </a:gs>
                  </a:gsLst>
                  <a:lin ang="5400000"/>
                </a:gradFill>
                <a:effectLst>
                  <a:reflection blurRad="12700" stA="28000" endPos="45000" dist="1000" dir="5400000" sy="-100000" algn="bl" rotWithShape="0"/>
                </a:effectLst>
                <a:latin typeface="Albertus Extra Bold"/>
              </a:rPr>
              <a:t/>
            </a:r>
            <a:br>
              <a:rPr lang="en-US" sz="4400" b="1" cap="all" dirty="0" smtClean="0">
                <a:ln w="9000" cmpd="sng">
                  <a:solidFill>
                    <a:schemeClr val="accent4">
                      <a:shade val="50000"/>
                      <a:satMod val="120000"/>
                    </a:schemeClr>
                  </a:solidFill>
                  <a:prstDash val="solid"/>
                </a:ln>
                <a:gradFill>
                  <a:gsLst>
                    <a:gs pos="0">
                      <a:schemeClr val="accent4">
                        <a:shade val="20000"/>
                        <a:satMod val="245000"/>
                      </a:schemeClr>
                    </a:gs>
                    <a:gs pos="43000">
                      <a:schemeClr val="accent4">
                        <a:satMod val="255000"/>
                      </a:schemeClr>
                    </a:gs>
                    <a:gs pos="48000">
                      <a:schemeClr val="accent4">
                        <a:shade val="85000"/>
                        <a:satMod val="255000"/>
                      </a:schemeClr>
                    </a:gs>
                    <a:gs pos="100000">
                      <a:schemeClr val="accent4">
                        <a:shade val="20000"/>
                        <a:satMod val="245000"/>
                      </a:schemeClr>
                    </a:gs>
                  </a:gsLst>
                  <a:lin ang="5400000"/>
                </a:gradFill>
                <a:effectLst>
                  <a:reflection blurRad="12700" stA="28000" endPos="45000" dist="1000" dir="5400000" sy="-100000" algn="bl" rotWithShape="0"/>
                </a:effectLst>
                <a:latin typeface="Albertus Extra Bold"/>
              </a:rPr>
            </a:br>
            <a:r>
              <a:rPr lang="en-US" sz="4400" cap="all" dirty="0">
                <a:ln w="9000" cmpd="sng">
                  <a:solidFill>
                    <a:schemeClr val="accent4">
                      <a:shade val="50000"/>
                      <a:satMod val="120000"/>
                    </a:schemeClr>
                  </a:solidFill>
                  <a:prstDash val="solid"/>
                </a:ln>
                <a:gradFill>
                  <a:gsLst>
                    <a:gs pos="0">
                      <a:schemeClr val="accent4">
                        <a:shade val="20000"/>
                        <a:satMod val="245000"/>
                      </a:schemeClr>
                    </a:gs>
                    <a:gs pos="43000">
                      <a:schemeClr val="accent4">
                        <a:satMod val="255000"/>
                      </a:schemeClr>
                    </a:gs>
                    <a:gs pos="48000">
                      <a:schemeClr val="accent4">
                        <a:shade val="85000"/>
                        <a:satMod val="255000"/>
                      </a:schemeClr>
                    </a:gs>
                    <a:gs pos="100000">
                      <a:schemeClr val="accent4">
                        <a:shade val="20000"/>
                        <a:satMod val="245000"/>
                      </a:schemeClr>
                    </a:gs>
                  </a:gsLst>
                  <a:lin ang="5400000"/>
                </a:gradFill>
                <a:effectLst>
                  <a:reflection blurRad="12700" stA="28000" endPos="45000" dist="1000" dir="5400000" sy="-100000" algn="bl" rotWithShape="0"/>
                </a:effectLst>
                <a:latin typeface="Albertus Extra Bold"/>
              </a:rPr>
              <a:t/>
            </a:r>
            <a:br>
              <a:rPr lang="en-US" sz="4400" cap="all" dirty="0">
                <a:ln w="9000" cmpd="sng">
                  <a:solidFill>
                    <a:schemeClr val="accent4">
                      <a:shade val="50000"/>
                      <a:satMod val="120000"/>
                    </a:schemeClr>
                  </a:solidFill>
                  <a:prstDash val="solid"/>
                </a:ln>
                <a:gradFill>
                  <a:gsLst>
                    <a:gs pos="0">
                      <a:schemeClr val="accent4">
                        <a:shade val="20000"/>
                        <a:satMod val="245000"/>
                      </a:schemeClr>
                    </a:gs>
                    <a:gs pos="43000">
                      <a:schemeClr val="accent4">
                        <a:satMod val="255000"/>
                      </a:schemeClr>
                    </a:gs>
                    <a:gs pos="48000">
                      <a:schemeClr val="accent4">
                        <a:shade val="85000"/>
                        <a:satMod val="255000"/>
                      </a:schemeClr>
                    </a:gs>
                    <a:gs pos="100000">
                      <a:schemeClr val="accent4">
                        <a:shade val="20000"/>
                        <a:satMod val="245000"/>
                      </a:schemeClr>
                    </a:gs>
                  </a:gsLst>
                  <a:lin ang="5400000"/>
                </a:gradFill>
                <a:effectLst>
                  <a:reflection blurRad="12700" stA="28000" endPos="45000" dist="1000" dir="5400000" sy="-100000" algn="bl" rotWithShape="0"/>
                </a:effectLst>
                <a:latin typeface="Albertus Extra Bold"/>
              </a:rPr>
            </a:br>
            <a:r>
              <a:rPr lang="en-US" sz="4400" cap="all" dirty="0" smtClean="0">
                <a:ln w="9000" cmpd="sng">
                  <a:solidFill>
                    <a:schemeClr val="accent4">
                      <a:shade val="50000"/>
                      <a:satMod val="120000"/>
                    </a:schemeClr>
                  </a:solidFill>
                  <a:prstDash val="solid"/>
                </a:ln>
                <a:gradFill>
                  <a:gsLst>
                    <a:gs pos="0">
                      <a:schemeClr val="accent4">
                        <a:shade val="20000"/>
                        <a:satMod val="245000"/>
                      </a:schemeClr>
                    </a:gs>
                    <a:gs pos="43000">
                      <a:schemeClr val="accent4">
                        <a:satMod val="255000"/>
                      </a:schemeClr>
                    </a:gs>
                    <a:gs pos="48000">
                      <a:schemeClr val="accent4">
                        <a:shade val="85000"/>
                        <a:satMod val="255000"/>
                      </a:schemeClr>
                    </a:gs>
                    <a:gs pos="100000">
                      <a:schemeClr val="accent4">
                        <a:shade val="20000"/>
                        <a:satMod val="245000"/>
                      </a:schemeClr>
                    </a:gs>
                  </a:gsLst>
                  <a:lin ang="5400000"/>
                </a:gradFill>
                <a:effectLst>
                  <a:reflection blurRad="12700" stA="28000" endPos="45000" dist="1000" dir="5400000" sy="-100000" algn="bl" rotWithShape="0"/>
                </a:effectLst>
                <a:latin typeface="Albertus Extra Bold"/>
              </a:rPr>
              <a:t/>
            </a:r>
            <a:br>
              <a:rPr lang="en-US" sz="4400" cap="all" dirty="0" smtClean="0">
                <a:ln w="9000" cmpd="sng">
                  <a:solidFill>
                    <a:schemeClr val="accent4">
                      <a:shade val="50000"/>
                      <a:satMod val="120000"/>
                    </a:schemeClr>
                  </a:solidFill>
                  <a:prstDash val="solid"/>
                </a:ln>
                <a:gradFill>
                  <a:gsLst>
                    <a:gs pos="0">
                      <a:schemeClr val="accent4">
                        <a:shade val="20000"/>
                        <a:satMod val="245000"/>
                      </a:schemeClr>
                    </a:gs>
                    <a:gs pos="43000">
                      <a:schemeClr val="accent4">
                        <a:satMod val="255000"/>
                      </a:schemeClr>
                    </a:gs>
                    <a:gs pos="48000">
                      <a:schemeClr val="accent4">
                        <a:shade val="85000"/>
                        <a:satMod val="255000"/>
                      </a:schemeClr>
                    </a:gs>
                    <a:gs pos="100000">
                      <a:schemeClr val="accent4">
                        <a:shade val="20000"/>
                        <a:satMod val="245000"/>
                      </a:schemeClr>
                    </a:gs>
                  </a:gsLst>
                  <a:lin ang="5400000"/>
                </a:gradFill>
                <a:effectLst>
                  <a:reflection blurRad="12700" stA="28000" endPos="45000" dist="1000" dir="5400000" sy="-100000" algn="bl" rotWithShape="0"/>
                </a:effectLst>
                <a:latin typeface="Albertus Extra Bold"/>
              </a:rPr>
            </a:br>
            <a:r>
              <a:rPr lang="en-US" sz="4400" cap="all" dirty="0">
                <a:ln w="9000" cmpd="sng">
                  <a:solidFill>
                    <a:schemeClr val="accent4">
                      <a:shade val="50000"/>
                      <a:satMod val="120000"/>
                    </a:schemeClr>
                  </a:solidFill>
                  <a:prstDash val="solid"/>
                </a:ln>
                <a:gradFill>
                  <a:gsLst>
                    <a:gs pos="0">
                      <a:schemeClr val="accent4">
                        <a:shade val="20000"/>
                        <a:satMod val="245000"/>
                      </a:schemeClr>
                    </a:gs>
                    <a:gs pos="43000">
                      <a:schemeClr val="accent4">
                        <a:satMod val="255000"/>
                      </a:schemeClr>
                    </a:gs>
                    <a:gs pos="48000">
                      <a:schemeClr val="accent4">
                        <a:shade val="85000"/>
                        <a:satMod val="255000"/>
                      </a:schemeClr>
                    </a:gs>
                    <a:gs pos="100000">
                      <a:schemeClr val="accent4">
                        <a:shade val="20000"/>
                        <a:satMod val="245000"/>
                      </a:schemeClr>
                    </a:gs>
                  </a:gsLst>
                  <a:lin ang="5400000"/>
                </a:gradFill>
                <a:effectLst>
                  <a:reflection blurRad="12700" stA="28000" endPos="45000" dist="1000" dir="5400000" sy="-100000" algn="bl" rotWithShape="0"/>
                </a:effectLst>
                <a:latin typeface="Albertus Extra Bold"/>
              </a:rPr>
              <a:t/>
            </a:r>
            <a:br>
              <a:rPr lang="en-US" sz="4400" cap="all" dirty="0">
                <a:ln w="9000" cmpd="sng">
                  <a:solidFill>
                    <a:schemeClr val="accent4">
                      <a:shade val="50000"/>
                      <a:satMod val="120000"/>
                    </a:schemeClr>
                  </a:solidFill>
                  <a:prstDash val="solid"/>
                </a:ln>
                <a:gradFill>
                  <a:gsLst>
                    <a:gs pos="0">
                      <a:schemeClr val="accent4">
                        <a:shade val="20000"/>
                        <a:satMod val="245000"/>
                      </a:schemeClr>
                    </a:gs>
                    <a:gs pos="43000">
                      <a:schemeClr val="accent4">
                        <a:satMod val="255000"/>
                      </a:schemeClr>
                    </a:gs>
                    <a:gs pos="48000">
                      <a:schemeClr val="accent4">
                        <a:shade val="85000"/>
                        <a:satMod val="255000"/>
                      </a:schemeClr>
                    </a:gs>
                    <a:gs pos="100000">
                      <a:schemeClr val="accent4">
                        <a:shade val="20000"/>
                        <a:satMod val="245000"/>
                      </a:schemeClr>
                    </a:gs>
                  </a:gsLst>
                  <a:lin ang="5400000"/>
                </a:gradFill>
                <a:effectLst>
                  <a:reflection blurRad="12700" stA="28000" endPos="45000" dist="1000" dir="5400000" sy="-100000" algn="bl" rotWithShape="0"/>
                </a:effectLst>
                <a:latin typeface="Albertus Extra Bold"/>
              </a:rPr>
            </a:br>
            <a:r>
              <a:rPr lang="en-US" sz="4400" b="1" cap="all" dirty="0" smtClean="0">
                <a:ln w="9000" cmpd="sng">
                  <a:solidFill>
                    <a:schemeClr val="accent4">
                      <a:shade val="50000"/>
                      <a:satMod val="120000"/>
                    </a:schemeClr>
                  </a:solidFill>
                  <a:prstDash val="solid"/>
                </a:ln>
                <a:gradFill>
                  <a:gsLst>
                    <a:gs pos="0">
                      <a:schemeClr val="accent4">
                        <a:shade val="20000"/>
                        <a:satMod val="245000"/>
                      </a:schemeClr>
                    </a:gs>
                    <a:gs pos="43000">
                      <a:schemeClr val="accent4">
                        <a:satMod val="255000"/>
                      </a:schemeClr>
                    </a:gs>
                    <a:gs pos="48000">
                      <a:schemeClr val="accent4">
                        <a:shade val="85000"/>
                        <a:satMod val="255000"/>
                      </a:schemeClr>
                    </a:gs>
                    <a:gs pos="100000">
                      <a:schemeClr val="accent4">
                        <a:shade val="20000"/>
                        <a:satMod val="245000"/>
                      </a:schemeClr>
                    </a:gs>
                  </a:gsLst>
                  <a:lin ang="5400000"/>
                </a:gradFill>
                <a:effectLst>
                  <a:reflection blurRad="12700" stA="28000" endPos="45000" dist="1000" dir="5400000" sy="-100000" algn="bl" rotWithShape="0"/>
                </a:effectLst>
                <a:latin typeface="Albertus Extra Bold"/>
              </a:rPr>
              <a:t>Thank </a:t>
            </a:r>
            <a:r>
              <a:rPr lang="en-US" sz="4400" b="1" cap="all" dirty="0">
                <a:ln w="9000" cmpd="sng">
                  <a:solidFill>
                    <a:schemeClr val="accent4">
                      <a:shade val="50000"/>
                      <a:satMod val="120000"/>
                    </a:schemeClr>
                  </a:solidFill>
                  <a:prstDash val="solid"/>
                </a:ln>
                <a:gradFill>
                  <a:gsLst>
                    <a:gs pos="0">
                      <a:schemeClr val="accent4">
                        <a:shade val="20000"/>
                        <a:satMod val="245000"/>
                      </a:schemeClr>
                    </a:gs>
                    <a:gs pos="43000">
                      <a:schemeClr val="accent4">
                        <a:satMod val="255000"/>
                      </a:schemeClr>
                    </a:gs>
                    <a:gs pos="48000">
                      <a:schemeClr val="accent4">
                        <a:shade val="85000"/>
                        <a:satMod val="255000"/>
                      </a:schemeClr>
                    </a:gs>
                    <a:gs pos="100000">
                      <a:schemeClr val="accent4">
                        <a:shade val="20000"/>
                        <a:satMod val="245000"/>
                      </a:schemeClr>
                    </a:gs>
                  </a:gsLst>
                  <a:lin ang="5400000"/>
                </a:gradFill>
                <a:effectLst>
                  <a:reflection blurRad="12700" stA="28000" endPos="45000" dist="1000" dir="5400000" sy="-100000" algn="bl" rotWithShape="0"/>
                </a:effectLst>
                <a:latin typeface="Albertus Extra Bold"/>
              </a:rPr>
              <a:t>You</a:t>
            </a:r>
          </a:p>
          <a:p>
            <a:endParaRPr lang="en-US" dirty="0"/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4400" y="1143000"/>
            <a:ext cx="7467600" cy="3962400"/>
          </a:xfrm>
          <a:prstGeom prst="rect">
            <a:avLst/>
          </a:prstGeom>
        </p:spPr>
      </p:pic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5_シック">
  <a:themeElements>
    <a:clrScheme name="シック">
      <a:dk1>
        <a:sysClr val="windowText" lastClr="000000"/>
      </a:dk1>
      <a:lt1>
        <a:sysClr val="window" lastClr="FFFFFF"/>
      </a:lt1>
      <a:dk2>
        <a:srgbClr val="323232"/>
      </a:dk2>
      <a:lt2>
        <a:srgbClr val="E3DED1"/>
      </a:lt2>
      <a:accent1>
        <a:srgbClr val="F07F09"/>
      </a:accent1>
      <a:accent2>
        <a:srgbClr val="9F2936"/>
      </a:accent2>
      <a:accent3>
        <a:srgbClr val="1B587C"/>
      </a:accent3>
      <a:accent4>
        <a:srgbClr val="4E8542"/>
      </a:accent4>
      <a:accent5>
        <a:srgbClr val="604878"/>
      </a:accent5>
      <a:accent6>
        <a:srgbClr val="C19859"/>
      </a:accent6>
      <a:hlink>
        <a:srgbClr val="6B9F25"/>
      </a:hlink>
      <a:folHlink>
        <a:srgbClr val="B26B02"/>
      </a:folHlink>
    </a:clrScheme>
    <a:fontScheme name="シック">
      <a:majorFont>
        <a:latin typeface="Verdana"/>
        <a:ea typeface=""/>
        <a:cs typeface=""/>
        <a:font script="Jpan" typeface="ＭＳ ゴシック"/>
        <a:font script="Hang" typeface="굴림"/>
        <a:font script="Hans" typeface="微软雅黑"/>
        <a:font script="Hant" typeface="微軟正黑體"/>
        <a:font script="Arab" typeface="Tahoma"/>
        <a:font script="Hebr" typeface="Tahoma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</a:majorFont>
      <a:minorFont>
        <a:latin typeface="Verdana"/>
        <a:ea typeface=""/>
        <a:cs typeface=""/>
        <a:font script="Jpan" typeface="ＭＳ ゴシック"/>
        <a:font script="Hang" typeface="굴림"/>
        <a:font script="Hans" typeface="微软雅黑"/>
        <a:font script="Hant" typeface="微軟正黑體"/>
        <a:font script="Arab" typeface="Tahoma"/>
        <a:font script="Hebr" typeface="Tahoma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</a:minorFont>
    </a:fontScheme>
    <a:fmtScheme name="シック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satMod val="270000"/>
              </a:schemeClr>
            </a:gs>
            <a:gs pos="25000">
              <a:schemeClr val="phClr">
                <a:tint val="60000"/>
                <a:satMod val="300000"/>
              </a:schemeClr>
            </a:gs>
            <a:gs pos="100000">
              <a:schemeClr val="phClr">
                <a:tint val="29000"/>
                <a:satMod val="40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45000"/>
                <a:satMod val="155000"/>
              </a:schemeClr>
            </a:gs>
            <a:gs pos="60000">
              <a:schemeClr val="phClr">
                <a:shade val="95000"/>
                <a:satMod val="150000"/>
              </a:schemeClr>
            </a:gs>
            <a:gs pos="100000">
              <a:schemeClr val="phClr">
                <a:tint val="87000"/>
                <a:satMod val="2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atMod val="150000"/>
            </a:schemeClr>
          </a:solidFill>
          <a:prstDash val="solid"/>
        </a:ln>
        <a:ln w="425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65500" dist="38100" dir="5400000" rotWithShape="0">
              <a:srgbClr val="000000">
                <a:alpha val="40000"/>
              </a:srgbClr>
            </a:outerShdw>
          </a:effectLst>
        </a:effectStyle>
        <a:effectStyle>
          <a:effectLst>
            <a:outerShdw blurRad="65500" dist="38100" dir="5400000" rotWithShape="0">
              <a:srgbClr val="000000">
                <a:alpha val="40000"/>
              </a:srgbClr>
            </a:outerShdw>
          </a:effectLst>
        </a:effectStyle>
        <a:effectStyle>
          <a:effectLst>
            <a:outerShdw blurRad="65500" dist="38100" dir="5400000" rotWithShape="0">
              <a:srgbClr val="000000">
                <a:alpha val="40000"/>
              </a:srgbClr>
            </a:outerShdw>
          </a:effectLst>
          <a:scene3d>
            <a:camera prst="orthographicFront" fov="0">
              <a:rot lat="0" lon="0" rev="0"/>
            </a:camera>
            <a:lightRig rig="contrasting" dir="t">
              <a:rot lat="0" lon="0" rev="12000000"/>
            </a:lightRig>
          </a:scene3d>
          <a:sp3d prstMaterial="powder">
            <a:bevelT h="508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shade val="35000"/>
                <a:satMod val="150000"/>
              </a:schemeClr>
            </a:gs>
            <a:gs pos="45000">
              <a:schemeClr val="phClr">
                <a:shade val="68000"/>
                <a:satMod val="155000"/>
              </a:schemeClr>
            </a:gs>
            <a:gs pos="100000">
              <a:schemeClr val="phClr">
                <a:tint val="70000"/>
                <a:satMod val="175000"/>
              </a:schemeClr>
            </a:gs>
          </a:gsLst>
          <a:lin ang="16200000" scaled="0"/>
        </a:gradFill>
        <a:blipFill>
          <a:blip xmlns:r="http://schemas.openxmlformats.org/officeDocument/2006/relationships" r:embed="rId1">
            <a:duotone>
              <a:schemeClr val="phClr">
                <a:shade val="800"/>
                <a:satMod val="150000"/>
              </a:schemeClr>
              <a:schemeClr val="phClr">
                <a:tint val="80000"/>
                <a:satMod val="150000"/>
              </a:schemeClr>
            </a:duotone>
          </a:blip>
          <a:tile tx="0" ty="0" sx="75000" sy="75000" flip="none" algn="tl"/>
        </a:blip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Default Design">
  <a:themeElements>
    <a:clrScheme name="Default Design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Default Design">
      <a:majorFont>
        <a:latin typeface="Arial"/>
        <a:ea typeface=""/>
        <a:cs typeface="Arial"/>
      </a:majorFont>
      <a:minorFont>
        <a:latin typeface="Arial"/>
        <a:ea typeface=""/>
        <a:cs typeface="Arial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Default Design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4.xml><?xml version="1.0" encoding="utf-8"?>
<a:theme xmlns:a="http://schemas.openxmlformats.org/drawingml/2006/main" name="1_Default Design">
  <a:themeElements>
    <a:clrScheme name="Default Design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Default Design">
      <a:majorFont>
        <a:latin typeface="Arial"/>
        <a:ea typeface=""/>
        <a:cs typeface="Arial"/>
      </a:majorFont>
      <a:minorFont>
        <a:latin typeface="Arial"/>
        <a:ea typeface=""/>
        <a:cs typeface="Arial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Default Design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5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Couture</Template>
  <TotalTime>3352</TotalTime>
  <Words>358</Words>
  <Application>Microsoft Office PowerPoint</Application>
  <PresentationFormat>On-screen Show (4:3)</PresentationFormat>
  <Paragraphs>128</Paragraphs>
  <Slides>22</Slides>
  <Notes>18</Notes>
  <HiddenSlides>0</HiddenSlides>
  <MMClips>0</MMClips>
  <ScaleCrop>false</ScaleCrop>
  <HeadingPairs>
    <vt:vector size="6" baseType="variant">
      <vt:variant>
        <vt:lpstr>Fonts Used</vt:lpstr>
      </vt:variant>
      <vt:variant>
        <vt:i4>10</vt:i4>
      </vt:variant>
      <vt:variant>
        <vt:lpstr>Theme</vt:lpstr>
      </vt:variant>
      <vt:variant>
        <vt:i4>4</vt:i4>
      </vt:variant>
      <vt:variant>
        <vt:lpstr>Slide Titles</vt:lpstr>
      </vt:variant>
      <vt:variant>
        <vt:i4>22</vt:i4>
      </vt:variant>
    </vt:vector>
  </HeadingPairs>
  <TitlesOfParts>
    <vt:vector size="36" baseType="lpstr">
      <vt:lpstr>ＭＳ ゴシック</vt:lpstr>
      <vt:lpstr>ＭＳ Ｐゴシック</vt:lpstr>
      <vt:lpstr>Albertus Extra Bold</vt:lpstr>
      <vt:lpstr>Arial</vt:lpstr>
      <vt:lpstr>Calibri</vt:lpstr>
      <vt:lpstr>Symbol</vt:lpstr>
      <vt:lpstr>Times New Roman</vt:lpstr>
      <vt:lpstr>Verdana</vt:lpstr>
      <vt:lpstr>Wingdings</vt:lpstr>
      <vt:lpstr>Wingdings 2</vt:lpstr>
      <vt:lpstr>5_シック</vt:lpstr>
      <vt:lpstr>Office Theme</vt:lpstr>
      <vt:lpstr>Default Design</vt:lpstr>
      <vt:lpstr>1_Default Design</vt:lpstr>
      <vt:lpstr>PowerPoint Presentation</vt:lpstr>
      <vt:lpstr>Health Profile of Bamna Upazila- 2021</vt:lpstr>
      <vt:lpstr>PowerPoint Presentation</vt:lpstr>
      <vt:lpstr>A Sub-district level Hospital with a Vision</vt:lpstr>
      <vt:lpstr>Background History of MCH &amp; Others services of Bamna Health Complex, Barguna</vt:lpstr>
      <vt:lpstr>Contd.</vt:lpstr>
      <vt:lpstr>PowerPoint Presentation</vt:lpstr>
      <vt:lpstr>Emergency &amp; Out Door, Indoor  Service 2017 to 2022</vt:lpstr>
      <vt:lpstr>  Comparative data of revenue income (in Taka) from 2019 to 2021 </vt:lpstr>
      <vt:lpstr>Upazila Health  Complex BAMNA , BARGUNA.</vt:lpstr>
      <vt:lpstr> wall and shades of UHC building</vt:lpstr>
      <vt:lpstr> UHC Campus</vt:lpstr>
      <vt:lpstr> Ambulance Garage</vt:lpstr>
      <vt:lpstr> Pharmacy of UHC </vt:lpstr>
      <vt:lpstr>Billboard of UHC </vt:lpstr>
      <vt:lpstr>Roof of UHC Building </vt:lpstr>
      <vt:lpstr>Notice Board of UHC </vt:lpstr>
      <vt:lpstr>Garden in front of the UHC</vt:lpstr>
      <vt:lpstr>Conference Room of Bamna UHC</vt:lpstr>
      <vt:lpstr>Upazila Health  Complex BAMNA, BARGUNA.</vt:lpstr>
      <vt:lpstr>Achievement of Bamna Health Complex</vt:lpstr>
      <vt:lpstr>    Thank You </vt:lpstr>
    </vt:vector>
  </TitlesOfParts>
  <Company>UNICEF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Progress and good practice of Quality Improvement through 5S-CQI-TQM approach</dc:title>
  <dc:creator>Emdad</dc:creator>
  <cp:lastModifiedBy>USER</cp:lastModifiedBy>
  <cp:revision>499</cp:revision>
  <cp:lastPrinted>2022-09-06T04:38:51Z</cp:lastPrinted>
  <dcterms:created xsi:type="dcterms:W3CDTF">2013-05-05T09:56:19Z</dcterms:created>
  <dcterms:modified xsi:type="dcterms:W3CDTF">2022-09-17T08:07:09Z</dcterms:modified>
</cp:coreProperties>
</file>