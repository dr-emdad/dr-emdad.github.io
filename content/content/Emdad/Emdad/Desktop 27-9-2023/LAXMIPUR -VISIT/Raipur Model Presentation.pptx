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3" r:id="rId1"/>
    <p:sldMasterId id="2147483909" r:id="rId2"/>
    <p:sldMasterId id="2147484036" r:id="rId3"/>
  </p:sldMasterIdLst>
  <p:notesMasterIdLst>
    <p:notesMasterId r:id="rId36"/>
  </p:notesMasterIdLst>
  <p:sldIdLst>
    <p:sldId id="332" r:id="rId4"/>
    <p:sldId id="403" r:id="rId5"/>
    <p:sldId id="309" r:id="rId6"/>
    <p:sldId id="404" r:id="rId7"/>
    <p:sldId id="376" r:id="rId8"/>
    <p:sldId id="402" r:id="rId9"/>
    <p:sldId id="453" r:id="rId10"/>
    <p:sldId id="326" r:id="rId11"/>
    <p:sldId id="327" r:id="rId12"/>
    <p:sldId id="346" r:id="rId13"/>
    <p:sldId id="337" r:id="rId14"/>
    <p:sldId id="405" r:id="rId15"/>
    <p:sldId id="338" r:id="rId16"/>
    <p:sldId id="288" r:id="rId17"/>
    <p:sldId id="407" r:id="rId18"/>
    <p:sldId id="308" r:id="rId19"/>
    <p:sldId id="408" r:id="rId20"/>
    <p:sldId id="409" r:id="rId21"/>
    <p:sldId id="410" r:id="rId22"/>
    <p:sldId id="412" r:id="rId23"/>
    <p:sldId id="413" r:id="rId24"/>
    <p:sldId id="290" r:id="rId25"/>
    <p:sldId id="414" r:id="rId26"/>
    <p:sldId id="415" r:id="rId27"/>
    <p:sldId id="416" r:id="rId28"/>
    <p:sldId id="348" r:id="rId29"/>
    <p:sldId id="417" r:id="rId30"/>
    <p:sldId id="334" r:id="rId31"/>
    <p:sldId id="449" r:id="rId32"/>
    <p:sldId id="452" r:id="rId33"/>
    <p:sldId id="344" r:id="rId34"/>
    <p:sldId id="401" r:id="rId35"/>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914400"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371600"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1828800"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indows User" initials="W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C7E17"/>
    <a:srgbClr val="3EEE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29" autoAdjust="0"/>
    <p:restoredTop sz="87290" autoAdjust="0"/>
  </p:normalViewPr>
  <p:slideViewPr>
    <p:cSldViewPr>
      <p:cViewPr varScale="1">
        <p:scale>
          <a:sx n="70" d="100"/>
          <a:sy n="70" d="100"/>
        </p:scale>
        <p:origin x="1530" y="-42"/>
      </p:cViewPr>
      <p:guideLst>
        <p:guide orient="horz" pos="2160"/>
        <p:guide pos="2880"/>
      </p:guideLst>
    </p:cSldViewPr>
  </p:slideViewPr>
  <p:outlineViewPr>
    <p:cViewPr>
      <p:scale>
        <a:sx n="33" d="100"/>
        <a:sy n="33" d="100"/>
      </p:scale>
      <p:origin x="186" y="39348"/>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1"/>
    </mc:Choice>
    <mc:Fallback>
      <c:style val="31"/>
    </mc:Fallback>
  </mc:AlternateContent>
  <c:chart>
    <c:autoTitleDeleted val="1"/>
    <c:plotArea>
      <c:layout>
        <c:manualLayout>
          <c:layoutTarget val="inner"/>
          <c:xMode val="edge"/>
          <c:yMode val="edge"/>
          <c:x val="0.13863889700105708"/>
          <c:y val="4.9960875984251966E-2"/>
          <c:w val="0.86136110299894286"/>
          <c:h val="0.8253464566929134"/>
        </c:manualLayout>
      </c:layout>
      <c:barChart>
        <c:barDir val="col"/>
        <c:grouping val="clustered"/>
        <c:varyColors val="0"/>
        <c:ser>
          <c:idx val="0"/>
          <c:order val="0"/>
          <c:tx>
            <c:strRef>
              <c:f>Sheet1!$B$1</c:f>
              <c:strCache>
                <c:ptCount val="1"/>
                <c:pt idx="0">
                  <c:v>Bed Occupacy Rate</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Sheet1!$A$2:$A$6</c:f>
              <c:numCache>
                <c:formatCode>General</c:formatCode>
                <c:ptCount val="5"/>
                <c:pt idx="0">
                  <c:v>2018</c:v>
                </c:pt>
                <c:pt idx="1">
                  <c:v>2019</c:v>
                </c:pt>
                <c:pt idx="2">
                  <c:v>2020</c:v>
                </c:pt>
                <c:pt idx="3">
                  <c:v>2021</c:v>
                </c:pt>
                <c:pt idx="4">
                  <c:v>2022</c:v>
                </c:pt>
              </c:numCache>
            </c:numRef>
          </c:cat>
          <c:val>
            <c:numRef>
              <c:f>Sheet1!$B$2:$B$6</c:f>
              <c:numCache>
                <c:formatCode>0%</c:formatCode>
                <c:ptCount val="5"/>
                <c:pt idx="0">
                  <c:v>0.80700000000000005</c:v>
                </c:pt>
                <c:pt idx="1">
                  <c:v>1.0289999999999999</c:v>
                </c:pt>
                <c:pt idx="2">
                  <c:v>0.79300000000000004</c:v>
                </c:pt>
                <c:pt idx="3">
                  <c:v>1.04</c:v>
                </c:pt>
                <c:pt idx="4">
                  <c:v>1.07</c:v>
                </c:pt>
              </c:numCache>
            </c:numRef>
          </c:val>
          <c:extLst>
            <c:ext xmlns:c16="http://schemas.microsoft.com/office/drawing/2014/chart" uri="{C3380CC4-5D6E-409C-BE32-E72D297353CC}">
              <c16:uniqueId val="{00000000-3AF0-4EC3-8B7B-D897AC087530}"/>
            </c:ext>
          </c:extLst>
        </c:ser>
        <c:dLbls>
          <c:showLegendKey val="0"/>
          <c:showVal val="0"/>
          <c:showCatName val="0"/>
          <c:showSerName val="0"/>
          <c:showPercent val="0"/>
          <c:showBubbleSize val="0"/>
        </c:dLbls>
        <c:gapWidth val="150"/>
        <c:axId val="-1236472400"/>
        <c:axId val="-1236482736"/>
      </c:barChart>
      <c:catAx>
        <c:axId val="-1236472400"/>
        <c:scaling>
          <c:orientation val="minMax"/>
        </c:scaling>
        <c:delete val="0"/>
        <c:axPos val="b"/>
        <c:numFmt formatCode="General" sourceLinked="1"/>
        <c:majorTickMark val="out"/>
        <c:minorTickMark val="none"/>
        <c:tickLblPos val="nextTo"/>
        <c:crossAx val="-1236482736"/>
        <c:crosses val="autoZero"/>
        <c:auto val="1"/>
        <c:lblAlgn val="ctr"/>
        <c:lblOffset val="100"/>
        <c:noMultiLvlLbl val="0"/>
      </c:catAx>
      <c:valAx>
        <c:axId val="-1236482736"/>
        <c:scaling>
          <c:orientation val="minMax"/>
        </c:scaling>
        <c:delete val="0"/>
        <c:axPos val="l"/>
        <c:majorGridlines/>
        <c:numFmt formatCode="0%" sourceLinked="1"/>
        <c:majorTickMark val="out"/>
        <c:minorTickMark val="none"/>
        <c:tickLblPos val="nextTo"/>
        <c:crossAx val="-1236472400"/>
        <c:crosses val="autoZero"/>
        <c:crossBetween val="between"/>
      </c:valAx>
    </c:plotArea>
    <c:plotVisOnly val="1"/>
    <c:dispBlanksAs val="gap"/>
    <c:showDLblsOverMax val="0"/>
  </c:chart>
  <c:txPr>
    <a:bodyPr/>
    <a:lstStyle/>
    <a:p>
      <a:pPr>
        <a:defRPr sz="1800" b="1"/>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3.5222132680465458E-2"/>
          <c:w val="1"/>
          <c:h val="0.95894914559936295"/>
        </c:manualLayout>
      </c:layout>
      <c:barChart>
        <c:barDir val="col"/>
        <c:grouping val="clustered"/>
        <c:varyColors val="0"/>
        <c:ser>
          <c:idx val="0"/>
          <c:order val="0"/>
          <c:tx>
            <c:strRef>
              <c:f>Sheet1!$B$1</c:f>
              <c:strCache>
                <c:ptCount val="1"/>
                <c:pt idx="0">
                  <c:v>Emergency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Sheet1!$A$2:$A$6</c:f>
              <c:numCache>
                <c:formatCode>General</c:formatCode>
                <c:ptCount val="5"/>
                <c:pt idx="0">
                  <c:v>2018</c:v>
                </c:pt>
                <c:pt idx="1">
                  <c:v>2019</c:v>
                </c:pt>
                <c:pt idx="2">
                  <c:v>2020</c:v>
                </c:pt>
                <c:pt idx="3">
                  <c:v>2021</c:v>
                </c:pt>
                <c:pt idx="4">
                  <c:v>2022</c:v>
                </c:pt>
              </c:numCache>
            </c:numRef>
          </c:cat>
          <c:val>
            <c:numRef>
              <c:f>Sheet1!$B$2:$B$6</c:f>
              <c:numCache>
                <c:formatCode>General</c:formatCode>
                <c:ptCount val="5"/>
                <c:pt idx="0">
                  <c:v>2687</c:v>
                </c:pt>
                <c:pt idx="1">
                  <c:v>3662</c:v>
                </c:pt>
                <c:pt idx="2">
                  <c:v>4588</c:v>
                </c:pt>
                <c:pt idx="3">
                  <c:v>4476</c:v>
                </c:pt>
                <c:pt idx="4">
                  <c:v>3664</c:v>
                </c:pt>
              </c:numCache>
            </c:numRef>
          </c:val>
          <c:extLst>
            <c:ext xmlns:c16="http://schemas.microsoft.com/office/drawing/2014/chart" uri="{C3380CC4-5D6E-409C-BE32-E72D297353CC}">
              <c16:uniqueId val="{00000000-B2EC-45CC-8C31-9F6FA0932767}"/>
            </c:ext>
          </c:extLst>
        </c:ser>
        <c:ser>
          <c:idx val="1"/>
          <c:order val="1"/>
          <c:tx>
            <c:strRef>
              <c:f>Sheet1!$C$1</c:f>
              <c:strCache>
                <c:ptCount val="1"/>
                <c:pt idx="0">
                  <c:v>Indoor</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Sheet1!$A$2:$A$6</c:f>
              <c:numCache>
                <c:formatCode>General</c:formatCode>
                <c:ptCount val="5"/>
                <c:pt idx="0">
                  <c:v>2018</c:v>
                </c:pt>
                <c:pt idx="1">
                  <c:v>2019</c:v>
                </c:pt>
                <c:pt idx="2">
                  <c:v>2020</c:v>
                </c:pt>
                <c:pt idx="3">
                  <c:v>2021</c:v>
                </c:pt>
                <c:pt idx="4">
                  <c:v>2022</c:v>
                </c:pt>
              </c:numCache>
            </c:numRef>
          </c:cat>
          <c:val>
            <c:numRef>
              <c:f>Sheet1!$C$2:$C$6</c:f>
              <c:numCache>
                <c:formatCode>General</c:formatCode>
                <c:ptCount val="5"/>
                <c:pt idx="0">
                  <c:v>5016</c:v>
                </c:pt>
                <c:pt idx="1">
                  <c:v>6595</c:v>
                </c:pt>
                <c:pt idx="2">
                  <c:v>4475</c:v>
                </c:pt>
                <c:pt idx="3">
                  <c:v>6697</c:v>
                </c:pt>
                <c:pt idx="4">
                  <c:v>5609</c:v>
                </c:pt>
              </c:numCache>
            </c:numRef>
          </c:val>
          <c:extLst>
            <c:ext xmlns:c16="http://schemas.microsoft.com/office/drawing/2014/chart" uri="{C3380CC4-5D6E-409C-BE32-E72D297353CC}">
              <c16:uniqueId val="{00000001-B2EC-45CC-8C31-9F6FA0932767}"/>
            </c:ext>
          </c:extLst>
        </c:ser>
        <c:ser>
          <c:idx val="2"/>
          <c:order val="2"/>
          <c:tx>
            <c:strRef>
              <c:f>Sheet1!$D$1</c:f>
              <c:strCache>
                <c:ptCount val="1"/>
                <c:pt idx="0">
                  <c:v>Outdoor</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2018</c:v>
                </c:pt>
                <c:pt idx="1">
                  <c:v>2019</c:v>
                </c:pt>
                <c:pt idx="2">
                  <c:v>2020</c:v>
                </c:pt>
                <c:pt idx="3">
                  <c:v>2021</c:v>
                </c:pt>
                <c:pt idx="4">
                  <c:v>2022</c:v>
                </c:pt>
              </c:numCache>
            </c:numRef>
          </c:cat>
          <c:val>
            <c:numRef>
              <c:f>Sheet1!$D$2:$D$6</c:f>
              <c:numCache>
                <c:formatCode>General</c:formatCode>
                <c:ptCount val="5"/>
                <c:pt idx="0">
                  <c:v>62592</c:v>
                </c:pt>
                <c:pt idx="1">
                  <c:v>104342</c:v>
                </c:pt>
                <c:pt idx="2">
                  <c:v>83461</c:v>
                </c:pt>
                <c:pt idx="3">
                  <c:v>98698</c:v>
                </c:pt>
                <c:pt idx="4">
                  <c:v>81660</c:v>
                </c:pt>
              </c:numCache>
            </c:numRef>
          </c:val>
          <c:extLst>
            <c:ext xmlns:c16="http://schemas.microsoft.com/office/drawing/2014/chart" uri="{C3380CC4-5D6E-409C-BE32-E72D297353CC}">
              <c16:uniqueId val="{00000000-88B2-489E-95B5-2AE871DA1124}"/>
            </c:ext>
          </c:extLst>
        </c:ser>
        <c:dLbls>
          <c:dLblPos val="outEnd"/>
          <c:showLegendKey val="0"/>
          <c:showVal val="1"/>
          <c:showCatName val="0"/>
          <c:showSerName val="0"/>
          <c:showPercent val="0"/>
          <c:showBubbleSize val="0"/>
        </c:dLbls>
        <c:gapWidth val="219"/>
        <c:overlap val="-27"/>
        <c:axId val="-1191420624"/>
        <c:axId val="-1191430960"/>
      </c:barChart>
      <c:catAx>
        <c:axId val="-1191420624"/>
        <c:scaling>
          <c:orientation val="minMax"/>
        </c:scaling>
        <c:delete val="1"/>
        <c:axPos val="b"/>
        <c:numFmt formatCode="General" sourceLinked="1"/>
        <c:majorTickMark val="none"/>
        <c:minorTickMark val="none"/>
        <c:tickLblPos val="nextTo"/>
        <c:crossAx val="-1191430960"/>
        <c:crosses val="autoZero"/>
        <c:auto val="1"/>
        <c:lblAlgn val="ctr"/>
        <c:lblOffset val="100"/>
        <c:noMultiLvlLbl val="0"/>
      </c:catAx>
      <c:valAx>
        <c:axId val="-119143096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91420624"/>
        <c:crosses val="autoZero"/>
        <c:crossBetween val="between"/>
      </c:valAx>
      <c:spPr>
        <a:noFill/>
        <a:ln>
          <a:noFill/>
        </a:ln>
        <a:effectLst/>
      </c:spPr>
    </c:plotArea>
    <c:legend>
      <c:legendPos val="b"/>
      <c:layout>
        <c:manualLayout>
          <c:xMode val="edge"/>
          <c:yMode val="edge"/>
          <c:x val="2.9881889763779526E-3"/>
          <c:y val="9.2804160692785215E-2"/>
          <c:w val="0.30652362204724409"/>
          <c:h val="6.539032620922384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PowerPoint]Sheet1'!$G$9:$G$12</c:f>
              <c:strCache>
                <c:ptCount val="4"/>
                <c:pt idx="0">
                  <c:v>2018-19</c:v>
                </c:pt>
                <c:pt idx="1">
                  <c:v>2019-20</c:v>
                </c:pt>
                <c:pt idx="2">
                  <c:v>2020-21</c:v>
                </c:pt>
                <c:pt idx="3">
                  <c:v>2021-22</c:v>
                </c:pt>
              </c:strCache>
            </c:strRef>
          </c:cat>
          <c:val>
            <c:numRef>
              <c:f>'[Chart in Microsoft PowerPoint]Sheet1'!$H$9:$H$12</c:f>
              <c:numCache>
                <c:formatCode>General</c:formatCode>
                <c:ptCount val="4"/>
                <c:pt idx="0">
                  <c:v>719814</c:v>
                </c:pt>
                <c:pt idx="1">
                  <c:v>579569</c:v>
                </c:pt>
                <c:pt idx="2">
                  <c:v>373940</c:v>
                </c:pt>
                <c:pt idx="3">
                  <c:v>558884</c:v>
                </c:pt>
              </c:numCache>
            </c:numRef>
          </c:val>
          <c:extLst>
            <c:ext xmlns:c16="http://schemas.microsoft.com/office/drawing/2014/chart" uri="{C3380CC4-5D6E-409C-BE32-E72D297353CC}">
              <c16:uniqueId val="{00000000-EE2D-485E-9F65-013D7E9E146E}"/>
            </c:ext>
          </c:extLst>
        </c:ser>
        <c:dLbls>
          <c:dLblPos val="outEnd"/>
          <c:showLegendKey val="0"/>
          <c:showVal val="1"/>
          <c:showCatName val="0"/>
          <c:showSerName val="0"/>
          <c:showPercent val="0"/>
          <c:showBubbleSize val="0"/>
        </c:dLbls>
        <c:gapWidth val="219"/>
        <c:overlap val="-27"/>
        <c:axId val="-1236478928"/>
        <c:axId val="-1236482192"/>
      </c:barChart>
      <c:catAx>
        <c:axId val="-1236478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6482192"/>
        <c:crosses val="autoZero"/>
        <c:auto val="1"/>
        <c:lblAlgn val="ctr"/>
        <c:lblOffset val="100"/>
        <c:noMultiLvlLbl val="0"/>
      </c:catAx>
      <c:valAx>
        <c:axId val="-1236482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64789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5208011381754846E-2"/>
          <c:y val="9.5357251230046819E-2"/>
          <c:w val="0.92544619422572183"/>
          <c:h val="0.71698732739104198"/>
        </c:manualLayout>
      </c:layout>
      <c:barChart>
        <c:barDir val="col"/>
        <c:grouping val="clustered"/>
        <c:varyColors val="0"/>
        <c:ser>
          <c:idx val="0"/>
          <c:order val="0"/>
          <c:tx>
            <c:strRef>
              <c:f>Sheet1!$B$1</c:f>
              <c:strCache>
                <c:ptCount val="1"/>
                <c:pt idx="0">
                  <c:v>Series 1</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numRef>
              <c:f>Sheet1!$A$2:$A$6</c:f>
              <c:numCache>
                <c:formatCode>General</c:formatCode>
                <c:ptCount val="5"/>
                <c:pt idx="0">
                  <c:v>2018</c:v>
                </c:pt>
                <c:pt idx="1">
                  <c:v>2019</c:v>
                </c:pt>
                <c:pt idx="2">
                  <c:v>2020</c:v>
                </c:pt>
                <c:pt idx="3">
                  <c:v>2021</c:v>
                </c:pt>
                <c:pt idx="4">
                  <c:v>2022</c:v>
                </c:pt>
              </c:numCache>
            </c:numRef>
          </c:cat>
          <c:val>
            <c:numRef>
              <c:f>Sheet1!$B$2:$B$6</c:f>
              <c:numCache>
                <c:formatCode>General</c:formatCode>
                <c:ptCount val="5"/>
                <c:pt idx="0">
                  <c:v>331</c:v>
                </c:pt>
                <c:pt idx="1">
                  <c:v>524</c:v>
                </c:pt>
                <c:pt idx="2">
                  <c:v>816</c:v>
                </c:pt>
                <c:pt idx="3">
                  <c:v>948</c:v>
                </c:pt>
                <c:pt idx="4">
                  <c:v>544</c:v>
                </c:pt>
              </c:numCache>
            </c:numRef>
          </c:val>
          <c:extLst>
            <c:ext xmlns:c16="http://schemas.microsoft.com/office/drawing/2014/chart" uri="{C3380CC4-5D6E-409C-BE32-E72D297353CC}">
              <c16:uniqueId val="{00000000-EF8B-42BF-B10F-FBDDAF4BF82B}"/>
            </c:ext>
          </c:extLst>
        </c:ser>
        <c:ser>
          <c:idx val="1"/>
          <c:order val="1"/>
          <c:tx>
            <c:strRef>
              <c:f>Sheet1!$C$1</c:f>
              <c:strCache>
                <c:ptCount val="1"/>
                <c:pt idx="0">
                  <c:v>Column1</c:v>
                </c:pt>
              </c:strCache>
            </c:strRef>
          </c:tx>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c:spPr>
          <c:invertIfNegative val="0"/>
          <c:cat>
            <c:numRef>
              <c:f>Sheet1!$A$2:$A$6</c:f>
              <c:numCache>
                <c:formatCode>General</c:formatCode>
                <c:ptCount val="5"/>
                <c:pt idx="0">
                  <c:v>2018</c:v>
                </c:pt>
                <c:pt idx="1">
                  <c:v>2019</c:v>
                </c:pt>
                <c:pt idx="2">
                  <c:v>2020</c:v>
                </c:pt>
                <c:pt idx="3">
                  <c:v>2021</c:v>
                </c:pt>
                <c:pt idx="4">
                  <c:v>2022</c:v>
                </c:pt>
              </c:numCache>
            </c:numRef>
          </c:cat>
          <c:val>
            <c:numRef>
              <c:f>Sheet1!$C$2:$C$6</c:f>
              <c:numCache>
                <c:formatCode>General</c:formatCode>
                <c:ptCount val="5"/>
              </c:numCache>
            </c:numRef>
          </c:val>
          <c:extLst>
            <c:ext xmlns:c16="http://schemas.microsoft.com/office/drawing/2014/chart" uri="{C3380CC4-5D6E-409C-BE32-E72D297353CC}">
              <c16:uniqueId val="{00000001-EF8B-42BF-B10F-FBDDAF4BF82B}"/>
            </c:ext>
          </c:extLst>
        </c:ser>
        <c:ser>
          <c:idx val="2"/>
          <c:order val="2"/>
          <c:tx>
            <c:strRef>
              <c:f>Sheet1!$D$1</c:f>
              <c:strCache>
                <c:ptCount val="1"/>
                <c:pt idx="0">
                  <c:v>Column2</c:v>
                </c:pt>
              </c:strCache>
            </c:strRef>
          </c:tx>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c:spPr>
          <c:invertIfNegative val="0"/>
          <c:cat>
            <c:numRef>
              <c:f>Sheet1!$A$2:$A$6</c:f>
              <c:numCache>
                <c:formatCode>General</c:formatCode>
                <c:ptCount val="5"/>
                <c:pt idx="0">
                  <c:v>2018</c:v>
                </c:pt>
                <c:pt idx="1">
                  <c:v>2019</c:v>
                </c:pt>
                <c:pt idx="2">
                  <c:v>2020</c:v>
                </c:pt>
                <c:pt idx="3">
                  <c:v>2021</c:v>
                </c:pt>
                <c:pt idx="4">
                  <c:v>2022</c:v>
                </c:pt>
              </c:numCache>
            </c:numRef>
          </c:cat>
          <c:val>
            <c:numRef>
              <c:f>Sheet1!$D$2:$D$6</c:f>
              <c:numCache>
                <c:formatCode>General</c:formatCode>
                <c:ptCount val="5"/>
              </c:numCache>
            </c:numRef>
          </c:val>
          <c:extLst>
            <c:ext xmlns:c16="http://schemas.microsoft.com/office/drawing/2014/chart" uri="{C3380CC4-5D6E-409C-BE32-E72D297353CC}">
              <c16:uniqueId val="{00000002-EF8B-42BF-B10F-FBDDAF4BF82B}"/>
            </c:ext>
          </c:extLst>
        </c:ser>
        <c:dLbls>
          <c:showLegendKey val="0"/>
          <c:showVal val="0"/>
          <c:showCatName val="0"/>
          <c:showSerName val="0"/>
          <c:showPercent val="0"/>
          <c:showBubbleSize val="0"/>
        </c:dLbls>
        <c:gapWidth val="100"/>
        <c:overlap val="-24"/>
        <c:axId val="-1191422800"/>
        <c:axId val="-1191434224"/>
      </c:barChart>
      <c:catAx>
        <c:axId val="-1191422800"/>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191434224"/>
        <c:crosses val="autoZero"/>
        <c:auto val="1"/>
        <c:lblAlgn val="ctr"/>
        <c:lblOffset val="100"/>
        <c:noMultiLvlLbl val="0"/>
      </c:catAx>
      <c:valAx>
        <c:axId val="-1191434224"/>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1914228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2018</c:v>
                </c:pt>
                <c:pt idx="1">
                  <c:v>2019</c:v>
                </c:pt>
                <c:pt idx="2">
                  <c:v>2020</c:v>
                </c:pt>
                <c:pt idx="3">
                  <c:v>2021</c:v>
                </c:pt>
                <c:pt idx="4">
                  <c:v>2022</c:v>
                </c:pt>
              </c:numCache>
            </c:numRef>
          </c:cat>
          <c:val>
            <c:numRef>
              <c:f>Sheet1!$B$2:$B$6</c:f>
              <c:numCache>
                <c:formatCode>General</c:formatCode>
                <c:ptCount val="5"/>
                <c:pt idx="0">
                  <c:v>234</c:v>
                </c:pt>
                <c:pt idx="1">
                  <c:v>282</c:v>
                </c:pt>
                <c:pt idx="2">
                  <c:v>418</c:v>
                </c:pt>
                <c:pt idx="3">
                  <c:v>507</c:v>
                </c:pt>
                <c:pt idx="4">
                  <c:v>334</c:v>
                </c:pt>
              </c:numCache>
            </c:numRef>
          </c:val>
          <c:extLst>
            <c:ext xmlns:c16="http://schemas.microsoft.com/office/drawing/2014/chart" uri="{C3380CC4-5D6E-409C-BE32-E72D297353CC}">
              <c16:uniqueId val="{00000000-F52B-4479-80FB-ABB72E29250E}"/>
            </c:ext>
          </c:extLst>
        </c:ser>
        <c:dLbls>
          <c:dLblPos val="outEnd"/>
          <c:showLegendKey val="0"/>
          <c:showVal val="1"/>
          <c:showCatName val="0"/>
          <c:showSerName val="0"/>
          <c:showPercent val="0"/>
          <c:showBubbleSize val="0"/>
        </c:dLbls>
        <c:gapWidth val="219"/>
        <c:overlap val="-27"/>
        <c:axId val="40428640"/>
        <c:axId val="40429056"/>
      </c:barChart>
      <c:catAx>
        <c:axId val="40428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0429056"/>
        <c:crosses val="autoZero"/>
        <c:auto val="1"/>
        <c:lblAlgn val="ctr"/>
        <c:lblOffset val="100"/>
        <c:noMultiLvlLbl val="0"/>
      </c:catAx>
      <c:valAx>
        <c:axId val="404290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04286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244604841061536E-2"/>
          <c:y val="0.28631365302809592"/>
          <c:w val="0.9277800865169632"/>
          <c:h val="0.55887553654327282"/>
        </c:manualLayout>
      </c:layout>
      <c:barChart>
        <c:barDir val="col"/>
        <c:grouping val="clustered"/>
        <c:varyColors val="0"/>
        <c:ser>
          <c:idx val="0"/>
          <c:order val="0"/>
          <c:tx>
            <c:strRef>
              <c:f>Sheet1!$B$1</c:f>
              <c:strCache>
                <c:ptCount val="1"/>
                <c:pt idx="0">
                  <c:v>Series 1</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numRef>
              <c:f>Sheet1!$A$2:$A$6</c:f>
              <c:numCache>
                <c:formatCode>General</c:formatCode>
                <c:ptCount val="5"/>
                <c:pt idx="0">
                  <c:v>2018</c:v>
                </c:pt>
                <c:pt idx="1">
                  <c:v>2019</c:v>
                </c:pt>
                <c:pt idx="2">
                  <c:v>2020</c:v>
                </c:pt>
                <c:pt idx="3">
                  <c:v>2021</c:v>
                </c:pt>
                <c:pt idx="4">
                  <c:v>2022</c:v>
                </c:pt>
              </c:numCache>
            </c:numRef>
          </c:cat>
          <c:val>
            <c:numRef>
              <c:f>Sheet1!$B$2:$B$6</c:f>
              <c:numCache>
                <c:formatCode>General</c:formatCode>
                <c:ptCount val="5"/>
                <c:pt idx="0">
                  <c:v>97</c:v>
                </c:pt>
                <c:pt idx="1">
                  <c:v>242</c:v>
                </c:pt>
                <c:pt idx="2">
                  <c:v>398</c:v>
                </c:pt>
                <c:pt idx="3">
                  <c:v>441</c:v>
                </c:pt>
                <c:pt idx="4">
                  <c:v>210</c:v>
                </c:pt>
              </c:numCache>
            </c:numRef>
          </c:val>
          <c:extLst>
            <c:ext xmlns:c16="http://schemas.microsoft.com/office/drawing/2014/chart" uri="{C3380CC4-5D6E-409C-BE32-E72D297353CC}">
              <c16:uniqueId val="{00000000-1CDE-4810-B89F-76480666924E}"/>
            </c:ext>
          </c:extLst>
        </c:ser>
        <c:dLbls>
          <c:dLblPos val="outEnd"/>
          <c:showLegendKey val="0"/>
          <c:showVal val="1"/>
          <c:showCatName val="0"/>
          <c:showSerName val="0"/>
          <c:showPercent val="0"/>
          <c:showBubbleSize val="0"/>
        </c:dLbls>
        <c:gapWidth val="100"/>
        <c:overlap val="-24"/>
        <c:axId val="-1162663600"/>
        <c:axId val="-1162659792"/>
      </c:barChart>
      <c:catAx>
        <c:axId val="-1162663600"/>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162659792"/>
        <c:crosses val="autoZero"/>
        <c:auto val="1"/>
        <c:lblAlgn val="ctr"/>
        <c:lblOffset val="100"/>
        <c:noMultiLvlLbl val="0"/>
      </c:catAx>
      <c:valAx>
        <c:axId val="-1162659792"/>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162663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CB19E7A0-DBE5-4599-AA41-7EF8BE594351}" type="datetimeFigureOut">
              <a:rPr lang="en-US"/>
              <a:pPr>
                <a:defRPr/>
              </a:pPr>
              <a:t>10/10/2022</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pitchFamily="34" charset="0"/>
                <a:cs typeface="Arial" pitchFamily="34" charset="0"/>
              </a:defRPr>
            </a:lvl1pPr>
          </a:lstStyle>
          <a:p>
            <a:pPr>
              <a:defRPr/>
            </a:pPr>
            <a:fld id="{65B36F5E-8ADC-4553-AFDF-0075743DECD4}" type="slidenum">
              <a:rPr lang="en-US"/>
              <a:pPr>
                <a:defRPr/>
              </a:pPr>
              <a:t>‹#›</a:t>
            </a:fld>
            <a:endParaRPr lang="en-US" dirty="0"/>
          </a:p>
        </p:txBody>
      </p:sp>
    </p:spTree>
    <p:extLst>
      <p:ext uri="{BB962C8B-B14F-4D97-AF65-F5344CB8AC3E}">
        <p14:creationId xmlns:p14="http://schemas.microsoft.com/office/powerpoint/2010/main" val="42131381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E1CFFC81-D30A-48BE-844E-591ABC2E2AC9}" type="slidenum">
              <a:rPr lang="en-US" smtClean="0">
                <a:solidFill>
                  <a:srgbClr val="000000"/>
                </a:solidFill>
              </a:rPr>
              <a:pPr/>
              <a:t>1</a:t>
            </a:fld>
            <a:endParaRPr lang="en-US" dirty="0">
              <a:solidFill>
                <a:srgbClr val="000000"/>
              </a:solidFill>
            </a:endParaRPr>
          </a:p>
        </p:txBody>
      </p:sp>
      <p:sp>
        <p:nvSpPr>
          <p:cNvPr id="634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dirty="0"/>
          </a:p>
        </p:txBody>
      </p:sp>
    </p:spTree>
    <p:extLst>
      <p:ext uri="{BB962C8B-B14F-4D97-AF65-F5344CB8AC3E}">
        <p14:creationId xmlns:p14="http://schemas.microsoft.com/office/powerpoint/2010/main" val="3767641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E1B3019F-5BA1-41E7-AF51-142D8FD0DDA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6091965-B0C9-4A35-945D-E643E804FE38}" type="slidenum">
              <a:rPr lang="en-US" altLang="en-US"/>
              <a:pPr>
                <a:spcBef>
                  <a:spcPct val="0"/>
                </a:spcBef>
              </a:pPr>
              <a:t>2</a:t>
            </a:fld>
            <a:endParaRPr lang="en-US" altLang="en-US"/>
          </a:p>
        </p:txBody>
      </p:sp>
      <p:sp>
        <p:nvSpPr>
          <p:cNvPr id="16387" name="Rectangle 2">
            <a:extLst>
              <a:ext uri="{FF2B5EF4-FFF2-40B4-BE49-F238E27FC236}">
                <a16:creationId xmlns:a16="http://schemas.microsoft.com/office/drawing/2014/main" id="{2CDC19C7-0E6A-4DD2-83B5-D89E4186E104}"/>
              </a:ext>
            </a:extLst>
          </p:cNvPr>
          <p:cNvSpPr>
            <a:spLocks noGrp="1" noRot="1" noChangeAspect="1" noChangeArrowheads="1" noTextEdit="1"/>
          </p:cNvSpPr>
          <p:nvPr>
            <p:ph type="sldImg"/>
          </p:nvPr>
        </p:nvSpPr>
        <p:spPr>
          <a:xfrm>
            <a:off x="1144588" y="685800"/>
            <a:ext cx="4568825" cy="3427413"/>
          </a:xfrm>
          <a:ln/>
        </p:spPr>
      </p:sp>
      <p:sp>
        <p:nvSpPr>
          <p:cNvPr id="16388" name="Rectangle 3">
            <a:extLst>
              <a:ext uri="{FF2B5EF4-FFF2-40B4-BE49-F238E27FC236}">
                <a16:creationId xmlns:a16="http://schemas.microsoft.com/office/drawing/2014/main" id="{A0C15B1F-55B7-4F2F-8316-A64215E64603}"/>
              </a:ext>
            </a:extLst>
          </p:cNvPr>
          <p:cNvSpPr>
            <a:spLocks noGrp="1" noChangeArrowheads="1"/>
          </p:cNvSpPr>
          <p:nvPr>
            <p:ph type="body" idx="1"/>
          </p:nvPr>
        </p:nvSpPr>
        <p:spPr>
          <a:xfrm>
            <a:off x="687388" y="4343400"/>
            <a:ext cx="5483225"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2615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E96EEC61-29BA-4FA5-AC3F-CCFC8F9FC92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0CE0D24-27B3-4CEF-8609-6AB964DD7BA1}" type="slidenum">
              <a:rPr lang="en-US" altLang="en-US"/>
              <a:pPr>
                <a:spcBef>
                  <a:spcPct val="0"/>
                </a:spcBef>
              </a:pPr>
              <a:t>3</a:t>
            </a:fld>
            <a:endParaRPr lang="en-US" altLang="en-US"/>
          </a:p>
        </p:txBody>
      </p:sp>
      <p:sp>
        <p:nvSpPr>
          <p:cNvPr id="18435" name="Rectangle 2">
            <a:extLst>
              <a:ext uri="{FF2B5EF4-FFF2-40B4-BE49-F238E27FC236}">
                <a16:creationId xmlns:a16="http://schemas.microsoft.com/office/drawing/2014/main" id="{C8D9B9F2-E75D-4851-A2B5-DE53059362AA}"/>
              </a:ext>
            </a:extLst>
          </p:cNvPr>
          <p:cNvSpPr>
            <a:spLocks noGrp="1" noRot="1" noChangeAspect="1" noChangeArrowheads="1" noTextEdit="1"/>
          </p:cNvSpPr>
          <p:nvPr>
            <p:ph type="sldImg"/>
          </p:nvPr>
        </p:nvSpPr>
        <p:spPr>
          <a:xfrm>
            <a:off x="1144588" y="685800"/>
            <a:ext cx="4568825" cy="3427413"/>
          </a:xfrm>
          <a:ln/>
        </p:spPr>
      </p:sp>
      <p:sp>
        <p:nvSpPr>
          <p:cNvPr id="18436" name="Rectangle 3">
            <a:extLst>
              <a:ext uri="{FF2B5EF4-FFF2-40B4-BE49-F238E27FC236}">
                <a16:creationId xmlns:a16="http://schemas.microsoft.com/office/drawing/2014/main" id="{17C6E471-2F57-4C7E-9BD7-82B8F19E5207}"/>
              </a:ext>
            </a:extLst>
          </p:cNvPr>
          <p:cNvSpPr>
            <a:spLocks noGrp="1" noChangeArrowheads="1"/>
          </p:cNvSpPr>
          <p:nvPr>
            <p:ph type="body" idx="1"/>
          </p:nvPr>
        </p:nvSpPr>
        <p:spPr>
          <a:xfrm>
            <a:off x="687388" y="4343400"/>
            <a:ext cx="5483225"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0324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57066" indent="-291179" eaLnBrk="0" hangingPunct="0">
              <a:defRPr>
                <a:solidFill>
                  <a:schemeClr val="tx1"/>
                </a:solidFill>
                <a:latin typeface="Arial" pitchFamily="34" charset="0"/>
                <a:cs typeface="Arial" pitchFamily="34" charset="0"/>
              </a:defRPr>
            </a:lvl2pPr>
            <a:lvl3pPr marL="1164717" indent="-232943" eaLnBrk="0" hangingPunct="0">
              <a:defRPr>
                <a:solidFill>
                  <a:schemeClr val="tx1"/>
                </a:solidFill>
                <a:latin typeface="Arial" pitchFamily="34" charset="0"/>
                <a:cs typeface="Arial" pitchFamily="34" charset="0"/>
              </a:defRPr>
            </a:lvl3pPr>
            <a:lvl4pPr marL="1630604" indent="-232943" eaLnBrk="0" hangingPunct="0">
              <a:defRPr>
                <a:solidFill>
                  <a:schemeClr val="tx1"/>
                </a:solidFill>
                <a:latin typeface="Arial" pitchFamily="34" charset="0"/>
                <a:cs typeface="Arial" pitchFamily="34" charset="0"/>
              </a:defRPr>
            </a:lvl4pPr>
            <a:lvl5pPr marL="2096491" indent="-232943" eaLnBrk="0" hangingPunct="0">
              <a:defRPr>
                <a:solidFill>
                  <a:schemeClr val="tx1"/>
                </a:solidFill>
                <a:latin typeface="Arial" pitchFamily="34" charset="0"/>
                <a:cs typeface="Arial" pitchFamily="34" charset="0"/>
              </a:defRPr>
            </a:lvl5pPr>
            <a:lvl6pPr marL="2562377" indent="-232943" eaLnBrk="0" fontAlgn="base" hangingPunct="0">
              <a:spcBef>
                <a:spcPct val="0"/>
              </a:spcBef>
              <a:spcAft>
                <a:spcPct val="0"/>
              </a:spcAft>
              <a:defRPr>
                <a:solidFill>
                  <a:schemeClr val="tx1"/>
                </a:solidFill>
                <a:latin typeface="Arial" pitchFamily="34" charset="0"/>
                <a:cs typeface="Arial" pitchFamily="34" charset="0"/>
              </a:defRPr>
            </a:lvl6pPr>
            <a:lvl7pPr marL="3028264" indent="-232943" eaLnBrk="0" fontAlgn="base" hangingPunct="0">
              <a:spcBef>
                <a:spcPct val="0"/>
              </a:spcBef>
              <a:spcAft>
                <a:spcPct val="0"/>
              </a:spcAft>
              <a:defRPr>
                <a:solidFill>
                  <a:schemeClr val="tx1"/>
                </a:solidFill>
                <a:latin typeface="Arial" pitchFamily="34" charset="0"/>
                <a:cs typeface="Arial" pitchFamily="34" charset="0"/>
              </a:defRPr>
            </a:lvl7pPr>
            <a:lvl8pPr marL="3494151" indent="-232943" eaLnBrk="0" fontAlgn="base" hangingPunct="0">
              <a:spcBef>
                <a:spcPct val="0"/>
              </a:spcBef>
              <a:spcAft>
                <a:spcPct val="0"/>
              </a:spcAft>
              <a:defRPr>
                <a:solidFill>
                  <a:schemeClr val="tx1"/>
                </a:solidFill>
                <a:latin typeface="Arial" pitchFamily="34" charset="0"/>
                <a:cs typeface="Arial" pitchFamily="34" charset="0"/>
              </a:defRPr>
            </a:lvl8pPr>
            <a:lvl9pPr marL="3960038" indent="-23294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D368612D-96C9-46AB-852D-A011AE381F4F}" type="slidenum">
              <a:rPr lang="en-US">
                <a:solidFill>
                  <a:prstClr val="black"/>
                </a:solidFill>
              </a:rPr>
              <a:pPr eaLnBrk="1" hangingPunct="1"/>
              <a:t>6</a:t>
            </a:fld>
            <a:endParaRPr lang="en-US">
              <a:solidFill>
                <a:prstClr val="black"/>
              </a:solidFill>
            </a:endParaRPr>
          </a:p>
        </p:txBody>
      </p:sp>
      <p:sp>
        <p:nvSpPr>
          <p:cNvPr id="27651" name="Rectangle 2"/>
          <p:cNvSpPr>
            <a:spLocks noGrp="1" noRot="1" noChangeAspect="1" noChangeArrowheads="1" noTextEdit="1"/>
          </p:cNvSpPr>
          <p:nvPr>
            <p:ph type="sldImg"/>
          </p:nvPr>
        </p:nvSpPr>
        <p:spPr>
          <a:xfrm>
            <a:off x="1182688" y="696913"/>
            <a:ext cx="4645025" cy="3484562"/>
          </a:xfrm>
          <a:ln/>
        </p:spPr>
      </p:sp>
      <p:sp>
        <p:nvSpPr>
          <p:cNvPr id="27652" name="Rectangle 3"/>
          <p:cNvSpPr>
            <a:spLocks noGrp="1" noChangeArrowheads="1"/>
          </p:cNvSpPr>
          <p:nvPr>
            <p:ph type="body" idx="1"/>
          </p:nvPr>
        </p:nvSpPr>
        <p:spPr>
          <a:xfrm>
            <a:off x="702664" y="4415790"/>
            <a:ext cx="5605074"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cs typeface="Arial" pitchFamily="34" charset="0"/>
            </a:endParaRPr>
          </a:p>
        </p:txBody>
      </p:sp>
    </p:spTree>
    <p:extLst>
      <p:ext uri="{BB962C8B-B14F-4D97-AF65-F5344CB8AC3E}">
        <p14:creationId xmlns:p14="http://schemas.microsoft.com/office/powerpoint/2010/main" val="2656483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atin typeface="Arial" pitchFamily="34" charset="0"/>
              <a:cs typeface="Arial" pitchFamily="34" charset="0"/>
            </a:endParaRPr>
          </a:p>
        </p:txBody>
      </p:sp>
    </p:spTree>
    <p:extLst>
      <p:ext uri="{BB962C8B-B14F-4D97-AF65-F5344CB8AC3E}">
        <p14:creationId xmlns:p14="http://schemas.microsoft.com/office/powerpoint/2010/main" val="3133256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bwMode="auto">
          <a:xfrm>
            <a:off x="1182688" y="700088"/>
            <a:ext cx="4645025" cy="34829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p:cNvSpPr>
            <a:spLocks noGrp="1" noChangeArrowheads="1"/>
          </p:cNvSpPr>
          <p:nvPr>
            <p:ph type="body" idx="1"/>
          </p:nvPr>
        </p:nvSpPr>
        <p:spPr bwMode="auto">
          <a:xfrm>
            <a:off x="703263" y="4416425"/>
            <a:ext cx="5603875"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131012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bwMode="auto">
          <a:xfrm>
            <a:off x="1182688" y="700088"/>
            <a:ext cx="4645025" cy="34829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Rectangle 3"/>
          <p:cNvSpPr>
            <a:spLocks noGrp="1" noChangeArrowheads="1"/>
          </p:cNvSpPr>
          <p:nvPr>
            <p:ph type="body" idx="1"/>
          </p:nvPr>
        </p:nvSpPr>
        <p:spPr bwMode="auto">
          <a:xfrm>
            <a:off x="703263" y="4416425"/>
            <a:ext cx="5603875"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820420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C6EABAFB-2B28-4D74-9B46-453841E9331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CFCFF2C-9AA9-4FA8-B407-804E6459DEE5}" type="slidenum">
              <a:rPr lang="en-US" altLang="en-US"/>
              <a:pPr>
                <a:spcBef>
                  <a:spcPct val="0"/>
                </a:spcBef>
              </a:pPr>
              <a:t>26</a:t>
            </a:fld>
            <a:endParaRPr lang="en-US" altLang="en-US"/>
          </a:p>
        </p:txBody>
      </p:sp>
      <p:sp>
        <p:nvSpPr>
          <p:cNvPr id="58371" name="Rectangle 2">
            <a:extLst>
              <a:ext uri="{FF2B5EF4-FFF2-40B4-BE49-F238E27FC236}">
                <a16:creationId xmlns:a16="http://schemas.microsoft.com/office/drawing/2014/main" id="{4A2A4B5E-0B63-4A7D-B6A0-703D2F4BF216}"/>
              </a:ext>
            </a:extLst>
          </p:cNvPr>
          <p:cNvSpPr>
            <a:spLocks noGrp="1" noRot="1" noChangeAspect="1" noChangeArrowheads="1" noTextEdit="1"/>
          </p:cNvSpPr>
          <p:nvPr>
            <p:ph type="sldImg"/>
          </p:nvPr>
        </p:nvSpPr>
        <p:spPr>
          <a:xfrm>
            <a:off x="1144588" y="685800"/>
            <a:ext cx="4568825" cy="3427413"/>
          </a:xfrm>
          <a:ln/>
        </p:spPr>
      </p:sp>
      <p:sp>
        <p:nvSpPr>
          <p:cNvPr id="58372" name="Rectangle 3">
            <a:extLst>
              <a:ext uri="{FF2B5EF4-FFF2-40B4-BE49-F238E27FC236}">
                <a16:creationId xmlns:a16="http://schemas.microsoft.com/office/drawing/2014/main" id="{AA8673A9-ED9E-4870-822F-B17B3A5B3C3E}"/>
              </a:ext>
            </a:extLst>
          </p:cNvPr>
          <p:cNvSpPr>
            <a:spLocks noGrp="1" noChangeArrowheads="1"/>
          </p:cNvSpPr>
          <p:nvPr>
            <p:ph type="body" idx="1"/>
          </p:nvPr>
        </p:nvSpPr>
        <p:spPr>
          <a:xfrm>
            <a:off x="687388" y="4343400"/>
            <a:ext cx="5483225"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7497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C9AF92-867A-466E-BC2E-768F9ED70BBF}" type="slidenum">
              <a:rPr lang="en-US">
                <a:solidFill>
                  <a:prstClr val="black"/>
                </a:solidFill>
              </a:rPr>
              <a:pPr/>
              <a:t>27</a:t>
            </a:fld>
            <a:endParaRPr lang="en-US">
              <a:solidFill>
                <a:prstClr val="black"/>
              </a:solidFill>
            </a:endParaRPr>
          </a:p>
        </p:txBody>
      </p:sp>
      <p:sp>
        <p:nvSpPr>
          <p:cNvPr id="194562" name="Rectangle 2"/>
          <p:cNvSpPr>
            <a:spLocks noGrp="1" noRot="1" noChangeAspect="1" noChangeArrowheads="1" noTextEdit="1"/>
          </p:cNvSpPr>
          <p:nvPr>
            <p:ph type="sldImg"/>
          </p:nvPr>
        </p:nvSpPr>
        <p:spPr>
          <a:xfrm>
            <a:off x="1182688" y="696913"/>
            <a:ext cx="4645025" cy="3484562"/>
          </a:xfrm>
          <a:ln/>
        </p:spPr>
      </p:sp>
      <p:sp>
        <p:nvSpPr>
          <p:cNvPr id="194563" name="Rectangle 3"/>
          <p:cNvSpPr>
            <a:spLocks noGrp="1" noChangeArrowheads="1"/>
          </p:cNvSpPr>
          <p:nvPr>
            <p:ph type="body" idx="1"/>
          </p:nvPr>
        </p:nvSpPr>
        <p:spPr>
          <a:xfrm>
            <a:off x="702664" y="4415790"/>
            <a:ext cx="5605074" cy="4183380"/>
          </a:xfrm>
        </p:spPr>
        <p:txBody>
          <a:bodyPr/>
          <a:lstStyle/>
          <a:p>
            <a:endParaRPr lang="en-US" dirty="0"/>
          </a:p>
        </p:txBody>
      </p:sp>
    </p:spTree>
    <p:extLst>
      <p:ext uri="{BB962C8B-B14F-4D97-AF65-F5344CB8AC3E}">
        <p14:creationId xmlns:p14="http://schemas.microsoft.com/office/powerpoint/2010/main" val="942656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3A337629-D36D-49E4-ACBA-6A81B0F14D58}" type="slidenum">
              <a:rPr lang="en-US" smtClean="0">
                <a:solidFill>
                  <a:srgbClr val="000000"/>
                </a:solidFill>
              </a:rPr>
              <a:pPr/>
              <a:t>28</a:t>
            </a:fld>
            <a:endParaRPr lang="en-US" dirty="0">
              <a:solidFill>
                <a:srgbClr val="000000"/>
              </a:solidFill>
            </a:endParaRPr>
          </a:p>
        </p:txBody>
      </p:sp>
    </p:spTree>
    <p:extLst>
      <p:ext uri="{BB962C8B-B14F-4D97-AF65-F5344CB8AC3E}">
        <p14:creationId xmlns:p14="http://schemas.microsoft.com/office/powerpoint/2010/main" val="2844006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fld id="{38240DB7-E1FF-45BD-8373-B35F370C8A8C}" type="slidenum">
              <a:rPr lang="en-US" sz="1200">
                <a:solidFill>
                  <a:srgbClr val="000000"/>
                </a:solidFill>
              </a:rPr>
              <a:pPr algn="r" eaLnBrk="1" hangingPunct="1"/>
              <a:t>31</a:t>
            </a:fld>
            <a:endParaRPr lang="en-US" sz="1200" dirty="0">
              <a:solidFill>
                <a:srgbClr val="000000"/>
              </a:solidFill>
            </a:endParaRPr>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dirty="0"/>
          </a:p>
        </p:txBody>
      </p:sp>
    </p:spTree>
    <p:extLst>
      <p:ext uri="{BB962C8B-B14F-4D97-AF65-F5344CB8AC3E}">
        <p14:creationId xmlns:p14="http://schemas.microsoft.com/office/powerpoint/2010/main" val="2219894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57066" indent="-291179" eaLnBrk="0" hangingPunct="0">
              <a:defRPr>
                <a:solidFill>
                  <a:schemeClr val="tx1"/>
                </a:solidFill>
                <a:latin typeface="Arial" pitchFamily="34" charset="0"/>
                <a:cs typeface="Arial" pitchFamily="34" charset="0"/>
              </a:defRPr>
            </a:lvl2pPr>
            <a:lvl3pPr marL="1164717" indent="-232943" eaLnBrk="0" hangingPunct="0">
              <a:defRPr>
                <a:solidFill>
                  <a:schemeClr val="tx1"/>
                </a:solidFill>
                <a:latin typeface="Arial" pitchFamily="34" charset="0"/>
                <a:cs typeface="Arial" pitchFamily="34" charset="0"/>
              </a:defRPr>
            </a:lvl3pPr>
            <a:lvl4pPr marL="1630604" indent="-232943" eaLnBrk="0" hangingPunct="0">
              <a:defRPr>
                <a:solidFill>
                  <a:schemeClr val="tx1"/>
                </a:solidFill>
                <a:latin typeface="Arial" pitchFamily="34" charset="0"/>
                <a:cs typeface="Arial" pitchFamily="34" charset="0"/>
              </a:defRPr>
            </a:lvl4pPr>
            <a:lvl5pPr marL="2096491" indent="-232943" eaLnBrk="0" hangingPunct="0">
              <a:defRPr>
                <a:solidFill>
                  <a:schemeClr val="tx1"/>
                </a:solidFill>
                <a:latin typeface="Arial" pitchFamily="34" charset="0"/>
                <a:cs typeface="Arial" pitchFamily="34" charset="0"/>
              </a:defRPr>
            </a:lvl5pPr>
            <a:lvl6pPr marL="2562377" indent="-232943" eaLnBrk="0" fontAlgn="base" hangingPunct="0">
              <a:spcBef>
                <a:spcPct val="0"/>
              </a:spcBef>
              <a:spcAft>
                <a:spcPct val="0"/>
              </a:spcAft>
              <a:defRPr>
                <a:solidFill>
                  <a:schemeClr val="tx1"/>
                </a:solidFill>
                <a:latin typeface="Arial" pitchFamily="34" charset="0"/>
                <a:cs typeface="Arial" pitchFamily="34" charset="0"/>
              </a:defRPr>
            </a:lvl6pPr>
            <a:lvl7pPr marL="3028264" indent="-232943" eaLnBrk="0" fontAlgn="base" hangingPunct="0">
              <a:spcBef>
                <a:spcPct val="0"/>
              </a:spcBef>
              <a:spcAft>
                <a:spcPct val="0"/>
              </a:spcAft>
              <a:defRPr>
                <a:solidFill>
                  <a:schemeClr val="tx1"/>
                </a:solidFill>
                <a:latin typeface="Arial" pitchFamily="34" charset="0"/>
                <a:cs typeface="Arial" pitchFamily="34" charset="0"/>
              </a:defRPr>
            </a:lvl7pPr>
            <a:lvl8pPr marL="3494151" indent="-232943" eaLnBrk="0" fontAlgn="base" hangingPunct="0">
              <a:spcBef>
                <a:spcPct val="0"/>
              </a:spcBef>
              <a:spcAft>
                <a:spcPct val="0"/>
              </a:spcAft>
              <a:defRPr>
                <a:solidFill>
                  <a:schemeClr val="tx1"/>
                </a:solidFill>
                <a:latin typeface="Arial" pitchFamily="34" charset="0"/>
                <a:cs typeface="Arial" pitchFamily="34" charset="0"/>
              </a:defRPr>
            </a:lvl8pPr>
            <a:lvl9pPr marL="3960038" indent="-23294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DF6B1B4C-4C59-4A03-B638-CFBAD9815A28}" type="slidenum">
              <a:rPr lang="en-US">
                <a:solidFill>
                  <a:prstClr val="black"/>
                </a:solidFill>
              </a:rPr>
              <a:pPr eaLnBrk="1" hangingPunct="1"/>
              <a:t>32</a:t>
            </a:fld>
            <a:endParaRPr lang="en-US">
              <a:solidFill>
                <a:prstClr val="black"/>
              </a:solidFill>
            </a:endParaRPr>
          </a:p>
        </p:txBody>
      </p:sp>
      <p:sp>
        <p:nvSpPr>
          <p:cNvPr id="26627" name="Rectangle 2"/>
          <p:cNvSpPr>
            <a:spLocks noGrp="1" noRot="1" noChangeAspect="1" noChangeArrowheads="1" noTextEdit="1"/>
          </p:cNvSpPr>
          <p:nvPr>
            <p:ph type="sldImg"/>
          </p:nvPr>
        </p:nvSpPr>
        <p:spPr>
          <a:xfrm>
            <a:off x="1182688" y="696913"/>
            <a:ext cx="4645025" cy="3484562"/>
          </a:xfrm>
          <a:ln/>
        </p:spPr>
      </p:sp>
      <p:sp>
        <p:nvSpPr>
          <p:cNvPr id="26628" name="Rectangle 3"/>
          <p:cNvSpPr>
            <a:spLocks noGrp="1" noChangeArrowheads="1"/>
          </p:cNvSpPr>
          <p:nvPr>
            <p:ph type="body" idx="1"/>
          </p:nvPr>
        </p:nvSpPr>
        <p:spPr>
          <a:xfrm>
            <a:off x="702664" y="4415790"/>
            <a:ext cx="5605074"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cs typeface="Arial" pitchFamily="34" charset="0"/>
            </a:endParaRPr>
          </a:p>
        </p:txBody>
      </p:sp>
    </p:spTree>
    <p:extLst>
      <p:ext uri="{BB962C8B-B14F-4D97-AF65-F5344CB8AC3E}">
        <p14:creationId xmlns:p14="http://schemas.microsoft.com/office/powerpoint/2010/main" val="2218438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4" name="角丸四角形 14"/>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6" name="角丸四角形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5" name="タイトル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lang="ja-JP" altLang="en-US"/>
              <a:t>マスタ タイトルの書式設定</a:t>
            </a:r>
            <a:endParaRPr lang="en-US"/>
          </a:p>
        </p:txBody>
      </p:sp>
      <p:sp>
        <p:nvSpPr>
          <p:cNvPr id="20" name="サブタイトル 19"/>
          <p:cNvSpPr>
            <a:spLocks noGrp="1"/>
          </p:cNvSpPr>
          <p:nvPr>
            <p:ph type="subTitle" idx="1"/>
          </p:nvPr>
        </p:nvSpPr>
        <p:spPr>
          <a:xfrm>
            <a:off x="722376" y="3685032"/>
            <a:ext cx="7772400" cy="914400"/>
          </a:xfrm>
        </p:spPr>
        <p:txBody>
          <a:bodyPr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ja-JP" altLang="en-US"/>
              <a:t>マスタ サブタイトルの書式設定</a:t>
            </a:r>
            <a:endParaRPr lang="en-US"/>
          </a:p>
        </p:txBody>
      </p:sp>
      <p:sp>
        <p:nvSpPr>
          <p:cNvPr id="7" name="日付プレースホルダ 18"/>
          <p:cNvSpPr>
            <a:spLocks noGrp="1"/>
          </p:cNvSpPr>
          <p:nvPr>
            <p:ph type="dt" sz="half" idx="10"/>
          </p:nvPr>
        </p:nvSpPr>
        <p:spPr/>
        <p:txBody>
          <a:bodyPr/>
          <a:lstStyle>
            <a:lvl1pPr fontAlgn="base">
              <a:spcBef>
                <a:spcPct val="0"/>
              </a:spcBef>
              <a:spcAft>
                <a:spcPct val="0"/>
              </a:spcAft>
              <a:defRPr>
                <a:latin typeface="Arial" charset="0"/>
                <a:cs typeface="Arial" charset="0"/>
              </a:defRPr>
            </a:lvl1pPr>
            <a:extLst/>
          </a:lstStyle>
          <a:p>
            <a:pPr>
              <a:defRPr/>
            </a:pPr>
            <a:fld id="{8F423E39-EC46-4B87-9157-92D4019721E3}" type="datetimeFigureOut">
              <a:rPr lang="ja-JP" altLang="en-US"/>
              <a:pPr>
                <a:defRPr/>
              </a:pPr>
              <a:t>2022/10/10</a:t>
            </a:fld>
            <a:endParaRPr lang="ja-JP" altLang="en-US"/>
          </a:p>
        </p:txBody>
      </p:sp>
      <p:sp>
        <p:nvSpPr>
          <p:cNvPr id="8" name="フッター プレースホルダ 7"/>
          <p:cNvSpPr>
            <a:spLocks noGrp="1"/>
          </p:cNvSpPr>
          <p:nvPr>
            <p:ph type="ftr" sz="quarter" idx="11"/>
          </p:nvPr>
        </p:nvSpPr>
        <p:spPr/>
        <p:txBody>
          <a:bodyPr/>
          <a:lstStyle>
            <a:lvl1pPr fontAlgn="base">
              <a:spcBef>
                <a:spcPct val="0"/>
              </a:spcBef>
              <a:spcAft>
                <a:spcPct val="0"/>
              </a:spcAft>
              <a:defRPr>
                <a:latin typeface="Arial" charset="0"/>
                <a:cs typeface="Arial" charset="0"/>
              </a:defRPr>
            </a:lvl1pPr>
            <a:extLst/>
          </a:lstStyle>
          <a:p>
            <a:pPr>
              <a:defRPr/>
            </a:pPr>
            <a:endParaRPr lang="ja-JP" altLang="en-US"/>
          </a:p>
        </p:txBody>
      </p:sp>
      <p:sp>
        <p:nvSpPr>
          <p:cNvPr id="9" name="スライド番号プレースホルダ 10"/>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extLst/>
          </a:lstStyle>
          <a:p>
            <a:pPr>
              <a:defRPr/>
            </a:pPr>
            <a:fld id="{668B281E-05FA-4A3F-87CB-6F2DBFB0E332}" type="slidenum">
              <a:rPr lang="ja-JP" altLang="en-US"/>
              <a:pPr>
                <a:defRPr/>
              </a:pPr>
              <a:t>‹#›</a:t>
            </a:fld>
            <a:endParaRPr lang="ja-JP" altLang="en-US"/>
          </a:p>
        </p:txBody>
      </p:sp>
    </p:spTree>
    <p:extLst>
      <p:ext uri="{BB962C8B-B14F-4D97-AF65-F5344CB8AC3E}">
        <p14:creationId xmlns:p14="http://schemas.microsoft.com/office/powerpoint/2010/main" val="60869637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502920" y="4983480"/>
            <a:ext cx="8183880" cy="1051560"/>
          </a:xfrm>
        </p:spPr>
        <p:txBody>
          <a:bodyPr/>
          <a:lstStyle/>
          <a:p>
            <a:r>
              <a:rPr lang="ja-JP" altLang="en-US"/>
              <a:t>マスタ タイトルの書式設定</a:t>
            </a:r>
            <a:endParaRPr lang="en-US"/>
          </a:p>
        </p:txBody>
      </p:sp>
      <p:sp>
        <p:nvSpPr>
          <p:cNvPr id="3" name="コンテンツ プレースホルダ 2"/>
          <p:cNvSpPr>
            <a:spLocks noGrp="1"/>
          </p:cNvSpPr>
          <p:nvPr>
            <p:ph idx="1"/>
          </p:nvPr>
        </p:nvSpPr>
        <p:spPr>
          <a:xfrm>
            <a:off x="502920" y="530352"/>
            <a:ext cx="8183880" cy="4187952"/>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日付プレースホルダ 3"/>
          <p:cNvSpPr>
            <a:spLocks noGrp="1"/>
          </p:cNvSpPr>
          <p:nvPr>
            <p:ph type="dt" sz="half" idx="10"/>
          </p:nvPr>
        </p:nvSpPr>
        <p:spPr/>
        <p:txBody>
          <a:bodyPr/>
          <a:lstStyle>
            <a:lvl1pPr fontAlgn="base">
              <a:spcBef>
                <a:spcPct val="0"/>
              </a:spcBef>
              <a:spcAft>
                <a:spcPct val="0"/>
              </a:spcAft>
              <a:defRPr>
                <a:latin typeface="Arial" charset="0"/>
                <a:cs typeface="Arial" charset="0"/>
              </a:defRPr>
            </a:lvl1pPr>
            <a:extLst/>
          </a:lstStyle>
          <a:p>
            <a:pPr>
              <a:defRPr/>
            </a:pPr>
            <a:fld id="{4F0A4B03-A037-4479-A95E-9F890E943F1D}" type="datetimeFigureOut">
              <a:rPr lang="ja-JP" altLang="en-US"/>
              <a:pPr>
                <a:defRPr/>
              </a:pPr>
              <a:t>2022/10/10</a:t>
            </a:fld>
            <a:endParaRPr lang="ja-JP" altLang="en-US"/>
          </a:p>
        </p:txBody>
      </p:sp>
      <p:sp>
        <p:nvSpPr>
          <p:cNvPr id="5" name="フッター プレースホルダ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extLst/>
          </a:lstStyle>
          <a:p>
            <a:pPr>
              <a:defRPr/>
            </a:pPr>
            <a:endParaRPr lang="ja-JP" altLang="en-US"/>
          </a:p>
        </p:txBody>
      </p:sp>
      <p:sp>
        <p:nvSpPr>
          <p:cNvPr id="6" name="スライド番号プレースホルダ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extLst/>
          </a:lstStyle>
          <a:p>
            <a:pPr>
              <a:defRPr/>
            </a:pPr>
            <a:fld id="{1305691A-773F-4752-A63A-0306B2347D03}" type="slidenum">
              <a:rPr lang="ja-JP" altLang="en-US"/>
              <a:pPr>
                <a:defRPr/>
              </a:pPr>
              <a:t>‹#›</a:t>
            </a:fld>
            <a:endParaRPr lang="ja-JP" altLang="en-US"/>
          </a:p>
        </p:txBody>
      </p:sp>
    </p:spTree>
    <p:extLst>
      <p:ext uri="{BB962C8B-B14F-4D97-AF65-F5344CB8AC3E}">
        <p14:creationId xmlns:p14="http://schemas.microsoft.com/office/powerpoint/2010/main" val="177517666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spTree>
      <p:nvGrpSpPr>
        <p:cNvPr id="1" name=""/>
        <p:cNvGrpSpPr/>
        <p:nvPr/>
      </p:nvGrpSpPr>
      <p:grpSpPr>
        <a:xfrm>
          <a:off x="0" y="0"/>
          <a:ext cx="0" cy="0"/>
          <a:chOff x="0" y="0"/>
          <a:chExt cx="0" cy="0"/>
        </a:xfrm>
      </p:grpSpPr>
      <p:sp>
        <p:nvSpPr>
          <p:cNvPr id="4" name="角丸四角形 13"/>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5" name="角丸四角形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2" name="タイトル 1"/>
          <p:cNvSpPr>
            <a:spLocks noGrp="1"/>
          </p:cNvSpPr>
          <p:nvPr>
            <p:ph type="title"/>
          </p:nvPr>
        </p:nvSpPr>
        <p:spPr>
          <a:xfrm>
            <a:off x="468344" y="4928616"/>
            <a:ext cx="8183880" cy="676656"/>
          </a:xfrm>
        </p:spPr>
        <p:txBody>
          <a:bodyPr lIns="91440" bIns="0"/>
          <a:lstStyle>
            <a:lvl1pPr algn="l">
              <a:buNone/>
              <a:defRPr sz="3600" b="0" cap="none" baseline="0">
                <a:solidFill>
                  <a:schemeClr val="bg2">
                    <a:shade val="25000"/>
                  </a:schemeClr>
                </a:solidFill>
                <a:effectLst/>
              </a:defRPr>
            </a:lvl1pPr>
            <a:extLst/>
          </a:lstStyle>
          <a:p>
            <a:r>
              <a:rPr lang="ja-JP" altLang="en-US"/>
              <a:t>マスタ タイトルの書式設定</a:t>
            </a:r>
            <a:endParaRPr lang="en-US"/>
          </a:p>
        </p:txBody>
      </p:sp>
      <p:sp>
        <p:nvSpPr>
          <p:cNvPr id="3" name="テキスト プレースホルダ 2"/>
          <p:cNvSpPr>
            <a:spLocks noGrp="1"/>
          </p:cNvSpPr>
          <p:nvPr>
            <p:ph type="body" idx="1"/>
          </p:nvPr>
        </p:nvSpPr>
        <p:spPr>
          <a:xfrm>
            <a:off x="468344" y="5624484"/>
            <a:ext cx="8183880" cy="420624"/>
          </a:xfrm>
        </p:spPr>
        <p:txBody>
          <a:bodyPr lIns="118872" tIns="0"/>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ja-JP" altLang="en-US"/>
              <a:t>マスタ テキストの書式設定</a:t>
            </a:r>
          </a:p>
        </p:txBody>
      </p:sp>
      <p:sp>
        <p:nvSpPr>
          <p:cNvPr id="6" name="日付プレースホルダ 3"/>
          <p:cNvSpPr>
            <a:spLocks noGrp="1"/>
          </p:cNvSpPr>
          <p:nvPr>
            <p:ph type="dt" sz="half" idx="10"/>
          </p:nvPr>
        </p:nvSpPr>
        <p:spPr/>
        <p:txBody>
          <a:bodyPr/>
          <a:lstStyle>
            <a:lvl1pPr fontAlgn="base">
              <a:spcBef>
                <a:spcPct val="0"/>
              </a:spcBef>
              <a:spcAft>
                <a:spcPct val="0"/>
              </a:spcAft>
              <a:defRPr>
                <a:latin typeface="Arial" charset="0"/>
                <a:cs typeface="Arial" charset="0"/>
              </a:defRPr>
            </a:lvl1pPr>
            <a:extLst/>
          </a:lstStyle>
          <a:p>
            <a:pPr>
              <a:defRPr/>
            </a:pPr>
            <a:fld id="{80A492C7-9BF5-407B-9BEB-4402C24C4E0E}" type="datetimeFigureOut">
              <a:rPr lang="ja-JP" altLang="en-US"/>
              <a:pPr>
                <a:defRPr/>
              </a:pPr>
              <a:t>2022/10/10</a:t>
            </a:fld>
            <a:endParaRPr lang="ja-JP" altLang="en-US"/>
          </a:p>
        </p:txBody>
      </p:sp>
      <p:sp>
        <p:nvSpPr>
          <p:cNvPr id="7" name="フッター プレースホルダ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extLst/>
          </a:lstStyle>
          <a:p>
            <a:pPr>
              <a:defRPr/>
            </a:pPr>
            <a:endParaRPr lang="ja-JP" altLang="en-US"/>
          </a:p>
        </p:txBody>
      </p:sp>
      <p:sp>
        <p:nvSpPr>
          <p:cNvPr id="8" name="スライド番号プレースホルダ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extLst/>
          </a:lstStyle>
          <a:p>
            <a:pPr>
              <a:defRPr/>
            </a:pPr>
            <a:fld id="{F1A22980-DD61-414F-B1BB-0DD8FA6FC176}" type="slidenum">
              <a:rPr lang="ja-JP" altLang="en-US"/>
              <a:pPr>
                <a:defRPr/>
              </a:pPr>
              <a:t>‹#›</a:t>
            </a:fld>
            <a:endParaRPr lang="ja-JP" altLang="en-US"/>
          </a:p>
        </p:txBody>
      </p:sp>
    </p:spTree>
    <p:extLst>
      <p:ext uri="{BB962C8B-B14F-4D97-AF65-F5344CB8AC3E}">
        <p14:creationId xmlns:p14="http://schemas.microsoft.com/office/powerpoint/2010/main" val="408623234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endParaRPr lang="en-US"/>
          </a:p>
        </p:txBody>
      </p:sp>
      <p:sp>
        <p:nvSpPr>
          <p:cNvPr id="3" name="コンテンツ プレースホルダ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コンテンツ プレースホルダ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日付プレースホルダ 4"/>
          <p:cNvSpPr>
            <a:spLocks noGrp="1"/>
          </p:cNvSpPr>
          <p:nvPr>
            <p:ph type="dt" sz="half" idx="10"/>
          </p:nvPr>
        </p:nvSpPr>
        <p:spPr/>
        <p:txBody>
          <a:bodyPr/>
          <a:lstStyle>
            <a:lvl1pPr fontAlgn="base">
              <a:spcBef>
                <a:spcPct val="0"/>
              </a:spcBef>
              <a:spcAft>
                <a:spcPct val="0"/>
              </a:spcAft>
              <a:defRPr>
                <a:latin typeface="Arial" charset="0"/>
                <a:cs typeface="Arial" charset="0"/>
              </a:defRPr>
            </a:lvl1pPr>
            <a:extLst/>
          </a:lstStyle>
          <a:p>
            <a:pPr>
              <a:defRPr/>
            </a:pPr>
            <a:fld id="{4709EC0F-9618-4BA0-97B5-480E39F24805}" type="datetimeFigureOut">
              <a:rPr lang="ja-JP" altLang="en-US"/>
              <a:pPr>
                <a:defRPr/>
              </a:pPr>
              <a:t>2022/10/10</a:t>
            </a:fld>
            <a:endParaRPr lang="ja-JP" altLang="en-US"/>
          </a:p>
        </p:txBody>
      </p:sp>
      <p:sp>
        <p:nvSpPr>
          <p:cNvPr id="6" name="フッター プレースホルダ 5"/>
          <p:cNvSpPr>
            <a:spLocks noGrp="1"/>
          </p:cNvSpPr>
          <p:nvPr>
            <p:ph type="ftr" sz="quarter" idx="11"/>
          </p:nvPr>
        </p:nvSpPr>
        <p:spPr/>
        <p:txBody>
          <a:bodyPr/>
          <a:lstStyle>
            <a:lvl1pPr fontAlgn="base">
              <a:spcBef>
                <a:spcPct val="0"/>
              </a:spcBef>
              <a:spcAft>
                <a:spcPct val="0"/>
              </a:spcAft>
              <a:defRPr>
                <a:latin typeface="Arial" charset="0"/>
                <a:cs typeface="Arial" charset="0"/>
              </a:defRPr>
            </a:lvl1pPr>
            <a:extLst/>
          </a:lstStyle>
          <a:p>
            <a:pPr>
              <a:defRPr/>
            </a:pPr>
            <a:endParaRPr lang="ja-JP" altLang="en-US"/>
          </a:p>
        </p:txBody>
      </p:sp>
      <p:sp>
        <p:nvSpPr>
          <p:cNvPr id="7" name="スライド番号プレースホルダ 6"/>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extLst/>
          </a:lstStyle>
          <a:p>
            <a:pPr>
              <a:defRPr/>
            </a:pPr>
            <a:fld id="{5ED81223-A624-438C-A394-98C2ADE1D72F}" type="slidenum">
              <a:rPr lang="ja-JP" altLang="en-US"/>
              <a:pPr>
                <a:defRPr/>
              </a:pPr>
              <a:t>‹#›</a:t>
            </a:fld>
            <a:endParaRPr lang="ja-JP" altLang="en-US"/>
          </a:p>
        </p:txBody>
      </p:sp>
    </p:spTree>
    <p:extLst>
      <p:ext uri="{BB962C8B-B14F-4D97-AF65-F5344CB8AC3E}">
        <p14:creationId xmlns:p14="http://schemas.microsoft.com/office/powerpoint/2010/main" val="211906694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502920" y="4983480"/>
            <a:ext cx="8183880" cy="1051560"/>
          </a:xfrm>
        </p:spPr>
        <p:txBody>
          <a:bodyPr/>
          <a:lstStyle>
            <a:lvl1pPr>
              <a:defRPr b="1"/>
            </a:lvl1pPr>
            <a:extLst/>
          </a:lstStyle>
          <a:p>
            <a:r>
              <a:rPr lang="ja-JP" altLang="en-US"/>
              <a:t>マスタ タイトルの書式設定</a:t>
            </a:r>
            <a:endParaRPr lang="en-US"/>
          </a:p>
        </p:txBody>
      </p:sp>
      <p:sp>
        <p:nvSpPr>
          <p:cNvPr id="3" name="テキスト プレースホルダ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a:r>
              <a:rPr lang="ja-JP" altLang="en-US"/>
              <a:t>マスタ テキストの書式設定</a:t>
            </a:r>
          </a:p>
        </p:txBody>
      </p:sp>
      <p:sp>
        <p:nvSpPr>
          <p:cNvPr id="4" name="テキスト プレースホルダ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a:r>
              <a:rPr lang="ja-JP" altLang="en-US"/>
              <a:t>マスタ テキストの書式設定</a:t>
            </a:r>
          </a:p>
        </p:txBody>
      </p:sp>
      <p:sp>
        <p:nvSpPr>
          <p:cNvPr id="5" name="コンテンツ プレースホルダ 4"/>
          <p:cNvSpPr>
            <a:spLocks noGrp="1"/>
          </p:cNvSpPr>
          <p:nvPr>
            <p:ph sz="quarter" idx="2"/>
          </p:nvPr>
        </p:nvSpPr>
        <p:spPr>
          <a:xfrm>
            <a:off x="607224" y="1447800"/>
            <a:ext cx="3931920" cy="3489960"/>
          </a:xfrm>
        </p:spPr>
        <p:txBody>
          <a:bodyPr/>
          <a:lstStyle>
            <a:lvl1pPr algn="l">
              <a:defRPr sz="2400"/>
            </a:lvl1pPr>
            <a:lvl2pPr algn="l">
              <a:defRPr sz="2000"/>
            </a:lvl2pPr>
            <a:lvl3pPr algn="l">
              <a:defRPr sz="1800"/>
            </a:lvl3pPr>
            <a:lvl4pPr algn="l">
              <a:defRPr sz="1600"/>
            </a:lvl4pPr>
            <a:lvl5pPr algn="l">
              <a:defRPr sz="1600"/>
            </a:lvl5pPr>
            <a:extLs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コンテンツ プレースホルダ 5"/>
          <p:cNvSpPr>
            <a:spLocks noGrp="1"/>
          </p:cNvSpPr>
          <p:nvPr>
            <p:ph sz="quarter" idx="4"/>
          </p:nvPr>
        </p:nvSpPr>
        <p:spPr>
          <a:xfrm>
            <a:off x="4652169" y="1447800"/>
            <a:ext cx="3931920" cy="3489960"/>
          </a:xfrm>
        </p:spPr>
        <p:txBody>
          <a:bodyPr/>
          <a:lstStyle>
            <a:lvl1pPr algn="l">
              <a:defRPr sz="2400"/>
            </a:lvl1pPr>
            <a:lvl2pPr algn="l">
              <a:defRPr sz="2000"/>
            </a:lvl2pPr>
            <a:lvl3pPr algn="l">
              <a:defRPr sz="1800"/>
            </a:lvl3pPr>
            <a:lvl4pPr algn="l">
              <a:defRPr sz="1600"/>
            </a:lvl4pPr>
            <a:lvl5pPr algn="l">
              <a:defRPr sz="1600"/>
            </a:lvl5pPr>
            <a:extLs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日付プレースホルダ 6"/>
          <p:cNvSpPr>
            <a:spLocks noGrp="1"/>
          </p:cNvSpPr>
          <p:nvPr>
            <p:ph type="dt" sz="half" idx="10"/>
          </p:nvPr>
        </p:nvSpPr>
        <p:spPr/>
        <p:txBody>
          <a:bodyPr/>
          <a:lstStyle>
            <a:lvl1pPr fontAlgn="base">
              <a:spcBef>
                <a:spcPct val="0"/>
              </a:spcBef>
              <a:spcAft>
                <a:spcPct val="0"/>
              </a:spcAft>
              <a:defRPr>
                <a:latin typeface="Arial" charset="0"/>
                <a:cs typeface="Arial" charset="0"/>
              </a:defRPr>
            </a:lvl1pPr>
            <a:extLst/>
          </a:lstStyle>
          <a:p>
            <a:pPr>
              <a:defRPr/>
            </a:pPr>
            <a:fld id="{62610355-3AB5-4CFB-BF1E-7F71F0A50339}" type="datetimeFigureOut">
              <a:rPr lang="ja-JP" altLang="en-US"/>
              <a:pPr>
                <a:defRPr/>
              </a:pPr>
              <a:t>2022/10/10</a:t>
            </a:fld>
            <a:endParaRPr lang="ja-JP" altLang="en-US"/>
          </a:p>
        </p:txBody>
      </p:sp>
      <p:sp>
        <p:nvSpPr>
          <p:cNvPr id="8" name="フッター プレースホルダ 7"/>
          <p:cNvSpPr>
            <a:spLocks noGrp="1"/>
          </p:cNvSpPr>
          <p:nvPr>
            <p:ph type="ftr" sz="quarter" idx="11"/>
          </p:nvPr>
        </p:nvSpPr>
        <p:spPr/>
        <p:txBody>
          <a:bodyPr/>
          <a:lstStyle>
            <a:lvl1pPr fontAlgn="base">
              <a:spcBef>
                <a:spcPct val="0"/>
              </a:spcBef>
              <a:spcAft>
                <a:spcPct val="0"/>
              </a:spcAft>
              <a:defRPr>
                <a:latin typeface="Arial" charset="0"/>
                <a:cs typeface="Arial" charset="0"/>
              </a:defRPr>
            </a:lvl1pPr>
            <a:extLst/>
          </a:lstStyle>
          <a:p>
            <a:pPr>
              <a:defRPr/>
            </a:pPr>
            <a:endParaRPr lang="ja-JP" altLang="en-US"/>
          </a:p>
        </p:txBody>
      </p:sp>
      <p:sp>
        <p:nvSpPr>
          <p:cNvPr id="9" name="スライド番号プレースホルダ 8"/>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extLst/>
          </a:lstStyle>
          <a:p>
            <a:pPr>
              <a:defRPr/>
            </a:pPr>
            <a:fld id="{FE793E15-B530-4520-8CD7-8B5C5E2BDF89}" type="slidenum">
              <a:rPr lang="ja-JP" altLang="en-US"/>
              <a:pPr>
                <a:defRPr/>
              </a:pPr>
              <a:t>‹#›</a:t>
            </a:fld>
            <a:endParaRPr lang="ja-JP" altLang="en-US"/>
          </a:p>
        </p:txBody>
      </p:sp>
    </p:spTree>
    <p:extLst>
      <p:ext uri="{BB962C8B-B14F-4D97-AF65-F5344CB8AC3E}">
        <p14:creationId xmlns:p14="http://schemas.microsoft.com/office/powerpoint/2010/main" val="250685158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endParaRPr lang="en-US"/>
          </a:p>
        </p:txBody>
      </p:sp>
      <p:sp>
        <p:nvSpPr>
          <p:cNvPr id="3" name="日付プレースホルダ 2"/>
          <p:cNvSpPr>
            <a:spLocks noGrp="1"/>
          </p:cNvSpPr>
          <p:nvPr>
            <p:ph type="dt" sz="half" idx="10"/>
          </p:nvPr>
        </p:nvSpPr>
        <p:spPr/>
        <p:txBody>
          <a:bodyPr/>
          <a:lstStyle>
            <a:lvl1pPr fontAlgn="base">
              <a:spcBef>
                <a:spcPct val="0"/>
              </a:spcBef>
              <a:spcAft>
                <a:spcPct val="0"/>
              </a:spcAft>
              <a:defRPr>
                <a:latin typeface="Arial" charset="0"/>
                <a:cs typeface="Arial" charset="0"/>
              </a:defRPr>
            </a:lvl1pPr>
            <a:extLst/>
          </a:lstStyle>
          <a:p>
            <a:pPr>
              <a:defRPr/>
            </a:pPr>
            <a:fld id="{6CDBDD60-69F8-4F1D-B6DC-C055790BA01B}" type="datetimeFigureOut">
              <a:rPr lang="ja-JP" altLang="en-US"/>
              <a:pPr>
                <a:defRPr/>
              </a:pPr>
              <a:t>2022/10/10</a:t>
            </a:fld>
            <a:endParaRPr lang="ja-JP" altLang="en-US"/>
          </a:p>
        </p:txBody>
      </p:sp>
      <p:sp>
        <p:nvSpPr>
          <p:cNvPr id="4" name="フッター プレースホルダ 3"/>
          <p:cNvSpPr>
            <a:spLocks noGrp="1"/>
          </p:cNvSpPr>
          <p:nvPr>
            <p:ph type="ftr" sz="quarter" idx="11"/>
          </p:nvPr>
        </p:nvSpPr>
        <p:spPr/>
        <p:txBody>
          <a:bodyPr/>
          <a:lstStyle>
            <a:lvl1pPr fontAlgn="base">
              <a:spcBef>
                <a:spcPct val="0"/>
              </a:spcBef>
              <a:spcAft>
                <a:spcPct val="0"/>
              </a:spcAft>
              <a:defRPr>
                <a:latin typeface="Arial" charset="0"/>
                <a:cs typeface="Arial" charset="0"/>
              </a:defRPr>
            </a:lvl1pPr>
            <a:extLst/>
          </a:lstStyle>
          <a:p>
            <a:pPr>
              <a:defRPr/>
            </a:pPr>
            <a:endParaRPr lang="ja-JP" altLang="en-US"/>
          </a:p>
        </p:txBody>
      </p:sp>
      <p:sp>
        <p:nvSpPr>
          <p:cNvPr id="5" name="スライド番号プレースホルダ 4"/>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extLst/>
          </a:lstStyle>
          <a:p>
            <a:pPr>
              <a:defRPr/>
            </a:pPr>
            <a:fld id="{A517AC1C-C325-4039-B14B-4CB98637DDA0}" type="slidenum">
              <a:rPr lang="ja-JP" altLang="en-US"/>
              <a:pPr>
                <a:defRPr/>
              </a:pPr>
              <a:t>‹#›</a:t>
            </a:fld>
            <a:endParaRPr lang="ja-JP" altLang="en-US"/>
          </a:p>
        </p:txBody>
      </p:sp>
    </p:spTree>
    <p:extLst>
      <p:ext uri="{BB962C8B-B14F-4D97-AF65-F5344CB8AC3E}">
        <p14:creationId xmlns:p14="http://schemas.microsoft.com/office/powerpoint/2010/main" val="319017939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角丸四角形 6"/>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3" name="日付プレースホルダ 1"/>
          <p:cNvSpPr>
            <a:spLocks noGrp="1"/>
          </p:cNvSpPr>
          <p:nvPr>
            <p:ph type="dt" sz="half" idx="10"/>
          </p:nvPr>
        </p:nvSpPr>
        <p:spPr/>
        <p:txBody>
          <a:bodyPr/>
          <a:lstStyle>
            <a:lvl1pPr fontAlgn="base">
              <a:spcBef>
                <a:spcPct val="0"/>
              </a:spcBef>
              <a:spcAft>
                <a:spcPct val="0"/>
              </a:spcAft>
              <a:defRPr>
                <a:latin typeface="Arial" charset="0"/>
                <a:cs typeface="Arial" charset="0"/>
              </a:defRPr>
            </a:lvl1pPr>
            <a:extLst/>
          </a:lstStyle>
          <a:p>
            <a:pPr>
              <a:defRPr/>
            </a:pPr>
            <a:fld id="{BBCACF58-10DC-4662-B41E-DBC9A69CE3C7}" type="datetimeFigureOut">
              <a:rPr lang="ja-JP" altLang="en-US"/>
              <a:pPr>
                <a:defRPr/>
              </a:pPr>
              <a:t>2022/10/10</a:t>
            </a:fld>
            <a:endParaRPr lang="ja-JP" altLang="en-US"/>
          </a:p>
        </p:txBody>
      </p:sp>
      <p:sp>
        <p:nvSpPr>
          <p:cNvPr id="4" name="フッター プレースホルダ 2"/>
          <p:cNvSpPr>
            <a:spLocks noGrp="1"/>
          </p:cNvSpPr>
          <p:nvPr>
            <p:ph type="ftr" sz="quarter" idx="11"/>
          </p:nvPr>
        </p:nvSpPr>
        <p:spPr/>
        <p:txBody>
          <a:bodyPr/>
          <a:lstStyle>
            <a:lvl1pPr fontAlgn="base">
              <a:spcBef>
                <a:spcPct val="0"/>
              </a:spcBef>
              <a:spcAft>
                <a:spcPct val="0"/>
              </a:spcAft>
              <a:defRPr>
                <a:latin typeface="Arial" charset="0"/>
                <a:cs typeface="Arial" charset="0"/>
              </a:defRPr>
            </a:lvl1pPr>
            <a:extLst/>
          </a:lstStyle>
          <a:p>
            <a:pPr>
              <a:defRPr/>
            </a:pPr>
            <a:endParaRPr lang="ja-JP" altLang="en-US"/>
          </a:p>
        </p:txBody>
      </p:sp>
      <p:sp>
        <p:nvSpPr>
          <p:cNvPr id="5" name="スライド番号プレースホルダ 3"/>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extLst/>
          </a:lstStyle>
          <a:p>
            <a:pPr>
              <a:defRPr/>
            </a:pPr>
            <a:fld id="{C24655F0-8969-4363-944D-6F8C7F78DCFA}" type="slidenum">
              <a:rPr lang="ja-JP" altLang="en-US"/>
              <a:pPr>
                <a:defRPr/>
              </a:pPr>
              <a:t>‹#›</a:t>
            </a:fld>
            <a:endParaRPr lang="ja-JP" altLang="en-US"/>
          </a:p>
        </p:txBody>
      </p:sp>
    </p:spTree>
    <p:extLst>
      <p:ext uri="{BB962C8B-B14F-4D97-AF65-F5344CB8AC3E}">
        <p14:creationId xmlns:p14="http://schemas.microsoft.com/office/powerpoint/2010/main" val="261027718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5538784" y="533400"/>
            <a:ext cx="2971800" cy="914400"/>
          </a:xfrm>
        </p:spPr>
        <p:txBody>
          <a:bodyPr/>
          <a:lstStyle>
            <a:lvl1pPr algn="l">
              <a:buNone/>
              <a:defRPr sz="2200" b="1">
                <a:solidFill>
                  <a:schemeClr val="accent1"/>
                </a:solidFill>
              </a:defRPr>
            </a:lvl1pPr>
            <a:extLst/>
          </a:lstStyle>
          <a:p>
            <a:r>
              <a:rPr lang="ja-JP" altLang="en-US"/>
              <a:t>マスタ タイトルの書式設定</a:t>
            </a:r>
            <a:endParaRPr lang="en-US"/>
          </a:p>
        </p:txBody>
      </p:sp>
      <p:sp>
        <p:nvSpPr>
          <p:cNvPr id="3" name="テキスト プレースホルダ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コンテンツ プレースホルダ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日付プレースホルダ 4"/>
          <p:cNvSpPr>
            <a:spLocks noGrp="1"/>
          </p:cNvSpPr>
          <p:nvPr>
            <p:ph type="dt" sz="half" idx="10"/>
          </p:nvPr>
        </p:nvSpPr>
        <p:spPr/>
        <p:txBody>
          <a:bodyPr/>
          <a:lstStyle>
            <a:lvl1pPr fontAlgn="base">
              <a:spcBef>
                <a:spcPct val="0"/>
              </a:spcBef>
              <a:spcAft>
                <a:spcPct val="0"/>
              </a:spcAft>
              <a:defRPr>
                <a:latin typeface="Arial" charset="0"/>
                <a:cs typeface="Arial" charset="0"/>
              </a:defRPr>
            </a:lvl1pPr>
            <a:extLst/>
          </a:lstStyle>
          <a:p>
            <a:pPr>
              <a:defRPr/>
            </a:pPr>
            <a:fld id="{BB087666-013F-4FDA-BEFA-0D52CB0B933D}" type="datetimeFigureOut">
              <a:rPr lang="ja-JP" altLang="en-US"/>
              <a:pPr>
                <a:defRPr/>
              </a:pPr>
              <a:t>2022/10/10</a:t>
            </a:fld>
            <a:endParaRPr lang="ja-JP" altLang="en-US"/>
          </a:p>
        </p:txBody>
      </p:sp>
      <p:sp>
        <p:nvSpPr>
          <p:cNvPr id="6" name="フッター プレースホルダ 5"/>
          <p:cNvSpPr>
            <a:spLocks noGrp="1"/>
          </p:cNvSpPr>
          <p:nvPr>
            <p:ph type="ftr" sz="quarter" idx="11"/>
          </p:nvPr>
        </p:nvSpPr>
        <p:spPr/>
        <p:txBody>
          <a:bodyPr/>
          <a:lstStyle>
            <a:lvl1pPr fontAlgn="base">
              <a:spcBef>
                <a:spcPct val="0"/>
              </a:spcBef>
              <a:spcAft>
                <a:spcPct val="0"/>
              </a:spcAft>
              <a:defRPr>
                <a:latin typeface="Arial" charset="0"/>
                <a:cs typeface="Arial" charset="0"/>
              </a:defRPr>
            </a:lvl1pPr>
            <a:extLst/>
          </a:lstStyle>
          <a:p>
            <a:pPr>
              <a:defRPr/>
            </a:pPr>
            <a:endParaRPr lang="ja-JP" altLang="en-US"/>
          </a:p>
        </p:txBody>
      </p:sp>
      <p:sp>
        <p:nvSpPr>
          <p:cNvPr id="7" name="スライド番号プレースホルダ 6"/>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extLst/>
          </a:lstStyle>
          <a:p>
            <a:pPr>
              <a:defRPr/>
            </a:pPr>
            <a:fld id="{42257595-CDAE-4E4E-8D2A-48072503B9A9}" type="slidenum">
              <a:rPr lang="ja-JP" altLang="en-US"/>
              <a:pPr>
                <a:defRPr/>
              </a:pPr>
              <a:t>‹#›</a:t>
            </a:fld>
            <a:endParaRPr lang="ja-JP" altLang="en-US"/>
          </a:p>
        </p:txBody>
      </p:sp>
    </p:spTree>
    <p:extLst>
      <p:ext uri="{BB962C8B-B14F-4D97-AF65-F5344CB8AC3E}">
        <p14:creationId xmlns:p14="http://schemas.microsoft.com/office/powerpoint/2010/main" val="249732274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5" name="角丸四角形 14"/>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6" name="1 つの角を丸めた四角形 10"/>
          <p:cNvSpPr/>
          <p:nvPr/>
        </p:nvSpPr>
        <p:spPr>
          <a:xfrm>
            <a:off x="6400800" y="433388"/>
            <a:ext cx="2324100"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2" name="タイトル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lang="ja-JP" altLang="en-US"/>
              <a:t>マスタ タイトルの書式設定</a:t>
            </a:r>
            <a:endParaRPr lang="en-US"/>
          </a:p>
        </p:txBody>
      </p:sp>
      <p:sp>
        <p:nvSpPr>
          <p:cNvPr id="4" name="テキスト プレースホルダ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3" name="図プレースホルダ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normAutofit/>
          </a:bodyPr>
          <a:lstStyle>
            <a:lvl1pPr marL="0" indent="0">
              <a:buNone/>
              <a:defRPr sz="3200"/>
            </a:lvl1pPr>
            <a:extLst/>
          </a:lstStyle>
          <a:p>
            <a:pPr lvl="0"/>
            <a:r>
              <a:rPr lang="ja-JP" altLang="en-US" noProof="0"/>
              <a:t>アイコンをクリックして図を追加</a:t>
            </a:r>
            <a:endParaRPr lang="en-US" noProof="0" dirty="0"/>
          </a:p>
        </p:txBody>
      </p:sp>
      <p:sp>
        <p:nvSpPr>
          <p:cNvPr id="7" name="日付プレースホルダ 4"/>
          <p:cNvSpPr>
            <a:spLocks noGrp="1"/>
          </p:cNvSpPr>
          <p:nvPr>
            <p:ph type="dt" sz="half" idx="10"/>
          </p:nvPr>
        </p:nvSpPr>
        <p:spPr/>
        <p:txBody>
          <a:bodyPr/>
          <a:lstStyle>
            <a:lvl1pPr fontAlgn="base">
              <a:spcBef>
                <a:spcPct val="0"/>
              </a:spcBef>
              <a:spcAft>
                <a:spcPct val="0"/>
              </a:spcAft>
              <a:defRPr>
                <a:latin typeface="Arial" charset="0"/>
                <a:cs typeface="Arial" charset="0"/>
              </a:defRPr>
            </a:lvl1pPr>
            <a:extLst/>
          </a:lstStyle>
          <a:p>
            <a:pPr>
              <a:defRPr/>
            </a:pPr>
            <a:fld id="{C3A78DF4-B142-4B1F-AE36-CA2E01530601}" type="datetimeFigureOut">
              <a:rPr lang="ja-JP" altLang="en-US"/>
              <a:pPr>
                <a:defRPr/>
              </a:pPr>
              <a:t>2022/10/10</a:t>
            </a:fld>
            <a:endParaRPr lang="ja-JP" altLang="en-US"/>
          </a:p>
        </p:txBody>
      </p:sp>
      <p:sp>
        <p:nvSpPr>
          <p:cNvPr id="8" name="フッター プレースホルダ 5"/>
          <p:cNvSpPr>
            <a:spLocks noGrp="1"/>
          </p:cNvSpPr>
          <p:nvPr>
            <p:ph type="ftr" sz="quarter" idx="11"/>
          </p:nvPr>
        </p:nvSpPr>
        <p:spPr/>
        <p:txBody>
          <a:bodyPr/>
          <a:lstStyle>
            <a:lvl1pPr fontAlgn="base">
              <a:spcBef>
                <a:spcPct val="0"/>
              </a:spcBef>
              <a:spcAft>
                <a:spcPct val="0"/>
              </a:spcAft>
              <a:defRPr>
                <a:latin typeface="Arial" charset="0"/>
                <a:cs typeface="Arial" charset="0"/>
              </a:defRPr>
            </a:lvl1pPr>
            <a:extLst/>
          </a:lstStyle>
          <a:p>
            <a:pPr>
              <a:defRPr/>
            </a:pPr>
            <a:endParaRPr lang="ja-JP" altLang="en-US"/>
          </a:p>
        </p:txBody>
      </p:sp>
      <p:sp>
        <p:nvSpPr>
          <p:cNvPr id="9" name="スライド番号プレースホルダ 6"/>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extLst/>
          </a:lstStyle>
          <a:p>
            <a:pPr>
              <a:defRPr/>
            </a:pPr>
            <a:fld id="{24CE8912-7021-44CE-93B5-24B4E497462A}" type="slidenum">
              <a:rPr lang="ja-JP" altLang="en-US"/>
              <a:pPr>
                <a:defRPr/>
              </a:pPr>
              <a:t>‹#›</a:t>
            </a:fld>
            <a:endParaRPr lang="ja-JP" altLang="en-US"/>
          </a:p>
        </p:txBody>
      </p:sp>
    </p:spTree>
    <p:extLst>
      <p:ext uri="{BB962C8B-B14F-4D97-AF65-F5344CB8AC3E}">
        <p14:creationId xmlns:p14="http://schemas.microsoft.com/office/powerpoint/2010/main" val="2443837545"/>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a:xfrm>
            <a:off x="502920" y="4983480"/>
            <a:ext cx="8183880" cy="1051560"/>
          </a:xfrm>
        </p:spPr>
        <p:txBody>
          <a:bodyPr/>
          <a:lstStyle/>
          <a:p>
            <a:r>
              <a:rPr lang="ja-JP" altLang="en-US"/>
              <a:t>マスタ タイトルの書式設定</a:t>
            </a:r>
            <a:endParaRPr lang="en-US"/>
          </a:p>
        </p:txBody>
      </p:sp>
      <p:sp>
        <p:nvSpPr>
          <p:cNvPr id="3" name="縦書きテキスト プレースホルダ 2"/>
          <p:cNvSpPr>
            <a:spLocks noGrp="1"/>
          </p:cNvSpPr>
          <p:nvPr>
            <p:ph type="body" orient="vert" idx="1"/>
          </p:nvPr>
        </p:nvSpPr>
        <p:spPr>
          <a:xfrm>
            <a:off x="502920" y="530352"/>
            <a:ext cx="8183880" cy="4187952"/>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日付プレースホルダ 3"/>
          <p:cNvSpPr>
            <a:spLocks noGrp="1"/>
          </p:cNvSpPr>
          <p:nvPr>
            <p:ph type="dt" sz="half" idx="10"/>
          </p:nvPr>
        </p:nvSpPr>
        <p:spPr/>
        <p:txBody>
          <a:bodyPr/>
          <a:lstStyle>
            <a:lvl1pPr fontAlgn="base">
              <a:spcBef>
                <a:spcPct val="0"/>
              </a:spcBef>
              <a:spcAft>
                <a:spcPct val="0"/>
              </a:spcAft>
              <a:defRPr>
                <a:latin typeface="Arial" charset="0"/>
                <a:cs typeface="Arial" charset="0"/>
              </a:defRPr>
            </a:lvl1pPr>
            <a:extLst/>
          </a:lstStyle>
          <a:p>
            <a:pPr>
              <a:defRPr/>
            </a:pPr>
            <a:fld id="{A08256B4-4D99-4226-B7B7-70A96A8C0142}" type="datetimeFigureOut">
              <a:rPr lang="ja-JP" altLang="en-US"/>
              <a:pPr>
                <a:defRPr/>
              </a:pPr>
              <a:t>2022/10/10</a:t>
            </a:fld>
            <a:endParaRPr lang="ja-JP" altLang="en-US"/>
          </a:p>
        </p:txBody>
      </p:sp>
      <p:sp>
        <p:nvSpPr>
          <p:cNvPr id="5" name="フッター プレースホルダ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extLst/>
          </a:lstStyle>
          <a:p>
            <a:pPr>
              <a:defRPr/>
            </a:pPr>
            <a:endParaRPr lang="ja-JP" altLang="en-US"/>
          </a:p>
        </p:txBody>
      </p:sp>
      <p:sp>
        <p:nvSpPr>
          <p:cNvPr id="6" name="スライド番号プレースホルダ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extLst/>
          </a:lstStyle>
          <a:p>
            <a:pPr>
              <a:defRPr/>
            </a:pPr>
            <a:fld id="{A4231D10-4EED-4D9C-9B53-3199AADE8933}" type="slidenum">
              <a:rPr lang="ja-JP" altLang="en-US"/>
              <a:pPr>
                <a:defRPr/>
              </a:pPr>
              <a:t>‹#›</a:t>
            </a:fld>
            <a:endParaRPr lang="ja-JP" altLang="en-US"/>
          </a:p>
        </p:txBody>
      </p:sp>
    </p:spTree>
    <p:extLst>
      <p:ext uri="{BB962C8B-B14F-4D97-AF65-F5344CB8AC3E}">
        <p14:creationId xmlns:p14="http://schemas.microsoft.com/office/powerpoint/2010/main" val="127998267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533404"/>
            <a:ext cx="1981200" cy="5257799"/>
          </a:xfrm>
        </p:spPr>
        <p:txBody>
          <a:bodyPr vert="eaVert"/>
          <a:lstStyle/>
          <a:p>
            <a:r>
              <a:rPr lang="ja-JP" altLang="en-US"/>
              <a:t>マスタ タイトルの書式設定</a:t>
            </a:r>
            <a:endParaRPr lang="en-US"/>
          </a:p>
        </p:txBody>
      </p:sp>
      <p:sp>
        <p:nvSpPr>
          <p:cNvPr id="3" name="縦書きテキスト プレースホルダ 2"/>
          <p:cNvSpPr>
            <a:spLocks noGrp="1"/>
          </p:cNvSpPr>
          <p:nvPr>
            <p:ph type="body" orient="vert" idx="1"/>
          </p:nvPr>
        </p:nvSpPr>
        <p:spPr>
          <a:xfrm>
            <a:off x="533400" y="533402"/>
            <a:ext cx="5943600" cy="5257801"/>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日付プレースホルダ 3"/>
          <p:cNvSpPr>
            <a:spLocks noGrp="1"/>
          </p:cNvSpPr>
          <p:nvPr>
            <p:ph type="dt" sz="half" idx="10"/>
          </p:nvPr>
        </p:nvSpPr>
        <p:spPr/>
        <p:txBody>
          <a:bodyPr/>
          <a:lstStyle>
            <a:lvl1pPr fontAlgn="base">
              <a:spcBef>
                <a:spcPct val="0"/>
              </a:spcBef>
              <a:spcAft>
                <a:spcPct val="0"/>
              </a:spcAft>
              <a:defRPr>
                <a:latin typeface="Arial" charset="0"/>
                <a:cs typeface="Arial" charset="0"/>
              </a:defRPr>
            </a:lvl1pPr>
            <a:extLst/>
          </a:lstStyle>
          <a:p>
            <a:pPr>
              <a:defRPr/>
            </a:pPr>
            <a:fld id="{02EF0357-2710-446F-8233-F225A9131398}" type="datetimeFigureOut">
              <a:rPr lang="ja-JP" altLang="en-US"/>
              <a:pPr>
                <a:defRPr/>
              </a:pPr>
              <a:t>2022/10/10</a:t>
            </a:fld>
            <a:endParaRPr lang="ja-JP" altLang="en-US"/>
          </a:p>
        </p:txBody>
      </p:sp>
      <p:sp>
        <p:nvSpPr>
          <p:cNvPr id="5" name="フッター プレースホルダ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extLst/>
          </a:lstStyle>
          <a:p>
            <a:pPr>
              <a:defRPr/>
            </a:pPr>
            <a:endParaRPr lang="ja-JP" altLang="en-US"/>
          </a:p>
        </p:txBody>
      </p:sp>
      <p:sp>
        <p:nvSpPr>
          <p:cNvPr id="6" name="スライド番号プレースホルダ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extLst/>
          </a:lstStyle>
          <a:p>
            <a:pPr>
              <a:defRPr/>
            </a:pPr>
            <a:fld id="{88CA1B56-A0EE-40A3-8B26-7F95EB598CFD}" type="slidenum">
              <a:rPr lang="ja-JP" altLang="en-US"/>
              <a:pPr>
                <a:defRPr/>
              </a:pPr>
              <a:t>‹#›</a:t>
            </a:fld>
            <a:endParaRPr lang="ja-JP" altLang="en-US"/>
          </a:p>
        </p:txBody>
      </p:sp>
    </p:spTree>
    <p:extLst>
      <p:ext uri="{BB962C8B-B14F-4D97-AF65-F5344CB8AC3E}">
        <p14:creationId xmlns:p14="http://schemas.microsoft.com/office/powerpoint/2010/main" val="27609872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1C528EF-78D8-49A5-809B-2599B7DD834B}" type="datetimeFigureOut">
              <a:rPr lang="en-US" altLang="en-US"/>
              <a:pPr>
                <a:defRPr/>
              </a:pPr>
              <a:t>10/10/2022</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5EEFA2A5-5979-48A6-9408-4607D4934BEB}" type="slidenum">
              <a:rPr lang="en-US" altLang="en-US"/>
              <a:pPr>
                <a:defRPr/>
              </a:pPr>
              <a:t>‹#›</a:t>
            </a:fld>
            <a:endParaRPr lang="en-US" altLang="en-US" dirty="0"/>
          </a:p>
        </p:txBody>
      </p:sp>
    </p:spTree>
    <p:extLst>
      <p:ext uri="{BB962C8B-B14F-4D97-AF65-F5344CB8AC3E}">
        <p14:creationId xmlns:p14="http://schemas.microsoft.com/office/powerpoint/2010/main" val="4260225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3C57163-4E2A-442A-AF52-8DCCF3E5F898}" type="datetimeFigureOut">
              <a:rPr lang="en-US" altLang="en-US"/>
              <a:pPr>
                <a:defRPr/>
              </a:pPr>
              <a:t>10/10/2022</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AC14CFB5-2CC1-45EB-A3F2-C919B0329890}" type="slidenum">
              <a:rPr lang="en-US" altLang="en-US"/>
              <a:pPr>
                <a:defRPr/>
              </a:pPr>
              <a:t>‹#›</a:t>
            </a:fld>
            <a:endParaRPr lang="en-US" altLang="en-US" dirty="0"/>
          </a:p>
        </p:txBody>
      </p:sp>
    </p:spTree>
    <p:extLst>
      <p:ext uri="{BB962C8B-B14F-4D97-AF65-F5344CB8AC3E}">
        <p14:creationId xmlns:p14="http://schemas.microsoft.com/office/powerpoint/2010/main" val="15027016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7CADFD7-462D-4DC3-B03B-C216ECE8D47D}" type="datetimeFigureOut">
              <a:rPr lang="en-US" altLang="en-US"/>
              <a:pPr>
                <a:defRPr/>
              </a:pPr>
              <a:t>10/10/2022</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B41B0A13-5CDD-4B02-825E-D5B70CB11E2D}" type="slidenum">
              <a:rPr lang="en-US" altLang="en-US"/>
              <a:pPr>
                <a:defRPr/>
              </a:pPr>
              <a:t>‹#›</a:t>
            </a:fld>
            <a:endParaRPr lang="en-US" altLang="en-US" dirty="0"/>
          </a:p>
        </p:txBody>
      </p:sp>
    </p:spTree>
    <p:extLst>
      <p:ext uri="{BB962C8B-B14F-4D97-AF65-F5344CB8AC3E}">
        <p14:creationId xmlns:p14="http://schemas.microsoft.com/office/powerpoint/2010/main" val="24973574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3ACFF109-4CB5-4AAD-95FA-C87EB3E04025}" type="datetimeFigureOut">
              <a:rPr lang="en-US" altLang="en-US"/>
              <a:pPr>
                <a:defRPr/>
              </a:pPr>
              <a:t>10/10/2022</a:t>
            </a:fld>
            <a:endParaRPr lang="en-US" altLang="en-US" dirty="0"/>
          </a:p>
        </p:txBody>
      </p:sp>
      <p:sp>
        <p:nvSpPr>
          <p:cNvPr id="6" name="Footer Placeholder 5"/>
          <p:cNvSpPr>
            <a:spLocks noGrp="1"/>
          </p:cNvSpPr>
          <p:nvPr>
            <p:ph type="ftr" sz="quarter" idx="11"/>
          </p:nvPr>
        </p:nvSpPr>
        <p:spPr/>
        <p:txBody>
          <a:bodyPr/>
          <a:lstStyle>
            <a:lvl1pPr>
              <a:defRPr/>
            </a:lvl1pPr>
          </a:lstStyle>
          <a:p>
            <a:pPr>
              <a:defRPr/>
            </a:pPr>
            <a:endParaRPr lang="en-US" altLang="en-US" dirty="0"/>
          </a:p>
        </p:txBody>
      </p:sp>
      <p:sp>
        <p:nvSpPr>
          <p:cNvPr id="7" name="Slide Number Placeholder 6"/>
          <p:cNvSpPr>
            <a:spLocks noGrp="1"/>
          </p:cNvSpPr>
          <p:nvPr>
            <p:ph type="sldNum" sz="quarter" idx="12"/>
          </p:nvPr>
        </p:nvSpPr>
        <p:spPr/>
        <p:txBody>
          <a:bodyPr/>
          <a:lstStyle>
            <a:lvl1pPr>
              <a:defRPr/>
            </a:lvl1pPr>
          </a:lstStyle>
          <a:p>
            <a:pPr>
              <a:defRPr/>
            </a:pPr>
            <a:fld id="{A713CE82-7117-4891-B558-D1CF2158FB35}" type="slidenum">
              <a:rPr lang="en-US" altLang="en-US"/>
              <a:pPr>
                <a:defRPr/>
              </a:pPr>
              <a:t>‹#›</a:t>
            </a:fld>
            <a:endParaRPr lang="en-US" altLang="en-US" dirty="0"/>
          </a:p>
        </p:txBody>
      </p:sp>
    </p:spTree>
    <p:extLst>
      <p:ext uri="{BB962C8B-B14F-4D97-AF65-F5344CB8AC3E}">
        <p14:creationId xmlns:p14="http://schemas.microsoft.com/office/powerpoint/2010/main" val="5335248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fld id="{A2BA6665-6F14-4A40-AA68-DF2D49F6DD20}" type="datetimeFigureOut">
              <a:rPr lang="en-US" altLang="en-US"/>
              <a:pPr>
                <a:defRPr/>
              </a:pPr>
              <a:t>10/10/2022</a:t>
            </a:fld>
            <a:endParaRPr lang="en-US" altLang="en-US" dirty="0"/>
          </a:p>
        </p:txBody>
      </p:sp>
      <p:sp>
        <p:nvSpPr>
          <p:cNvPr id="8" name="Footer Placeholder 7"/>
          <p:cNvSpPr>
            <a:spLocks noGrp="1"/>
          </p:cNvSpPr>
          <p:nvPr>
            <p:ph type="ftr" sz="quarter" idx="11"/>
          </p:nvPr>
        </p:nvSpPr>
        <p:spPr/>
        <p:txBody>
          <a:bodyPr/>
          <a:lstStyle>
            <a:lvl1pPr>
              <a:defRPr/>
            </a:lvl1pPr>
          </a:lstStyle>
          <a:p>
            <a:pPr>
              <a:defRPr/>
            </a:pPr>
            <a:endParaRPr lang="en-US" altLang="en-US" dirty="0"/>
          </a:p>
        </p:txBody>
      </p:sp>
      <p:sp>
        <p:nvSpPr>
          <p:cNvPr id="9" name="Slide Number Placeholder 8"/>
          <p:cNvSpPr>
            <a:spLocks noGrp="1"/>
          </p:cNvSpPr>
          <p:nvPr>
            <p:ph type="sldNum" sz="quarter" idx="12"/>
          </p:nvPr>
        </p:nvSpPr>
        <p:spPr/>
        <p:txBody>
          <a:bodyPr/>
          <a:lstStyle>
            <a:lvl1pPr>
              <a:defRPr/>
            </a:lvl1pPr>
          </a:lstStyle>
          <a:p>
            <a:pPr>
              <a:defRPr/>
            </a:pPr>
            <a:fld id="{E32395EA-16E2-485C-BE10-C0C30288CF78}" type="slidenum">
              <a:rPr lang="en-US" altLang="en-US"/>
              <a:pPr>
                <a:defRPr/>
              </a:pPr>
              <a:t>‹#›</a:t>
            </a:fld>
            <a:endParaRPr lang="en-US" altLang="en-US" dirty="0"/>
          </a:p>
        </p:txBody>
      </p:sp>
    </p:spTree>
    <p:extLst>
      <p:ext uri="{BB962C8B-B14F-4D97-AF65-F5344CB8AC3E}">
        <p14:creationId xmlns:p14="http://schemas.microsoft.com/office/powerpoint/2010/main" val="34044225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fld id="{B6CFB527-45A3-4F1F-BC31-990A27D35CF4}" type="datetimeFigureOut">
              <a:rPr lang="en-US" altLang="en-US"/>
              <a:pPr>
                <a:defRPr/>
              </a:pPr>
              <a:t>10/10/2022</a:t>
            </a:fld>
            <a:endParaRPr lang="en-US" altLang="en-US" dirty="0"/>
          </a:p>
        </p:txBody>
      </p:sp>
      <p:sp>
        <p:nvSpPr>
          <p:cNvPr id="4" name="Footer Placeholder 3"/>
          <p:cNvSpPr>
            <a:spLocks noGrp="1"/>
          </p:cNvSpPr>
          <p:nvPr>
            <p:ph type="ftr" sz="quarter" idx="11"/>
          </p:nvPr>
        </p:nvSpPr>
        <p:spPr/>
        <p:txBody>
          <a:bodyPr/>
          <a:lstStyle>
            <a:lvl1pPr>
              <a:defRPr/>
            </a:lvl1pPr>
          </a:lstStyle>
          <a:p>
            <a:pPr>
              <a:defRPr/>
            </a:pPr>
            <a:endParaRPr lang="en-US" altLang="en-US" dirty="0"/>
          </a:p>
        </p:txBody>
      </p:sp>
      <p:sp>
        <p:nvSpPr>
          <p:cNvPr id="5" name="Slide Number Placeholder 4"/>
          <p:cNvSpPr>
            <a:spLocks noGrp="1"/>
          </p:cNvSpPr>
          <p:nvPr>
            <p:ph type="sldNum" sz="quarter" idx="12"/>
          </p:nvPr>
        </p:nvSpPr>
        <p:spPr/>
        <p:txBody>
          <a:bodyPr/>
          <a:lstStyle>
            <a:lvl1pPr>
              <a:defRPr/>
            </a:lvl1pPr>
          </a:lstStyle>
          <a:p>
            <a:pPr>
              <a:defRPr/>
            </a:pPr>
            <a:fld id="{BA252998-14DA-4294-9809-0671B108F665}" type="slidenum">
              <a:rPr lang="en-US" altLang="en-US"/>
              <a:pPr>
                <a:defRPr/>
              </a:pPr>
              <a:t>‹#›</a:t>
            </a:fld>
            <a:endParaRPr lang="en-US" altLang="en-US" dirty="0"/>
          </a:p>
        </p:txBody>
      </p:sp>
    </p:spTree>
    <p:extLst>
      <p:ext uri="{BB962C8B-B14F-4D97-AF65-F5344CB8AC3E}">
        <p14:creationId xmlns:p14="http://schemas.microsoft.com/office/powerpoint/2010/main" val="24922159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9420C454-2AF4-4F56-B134-15CC2881F322}" type="datetimeFigureOut">
              <a:rPr lang="en-US" altLang="en-US"/>
              <a:pPr>
                <a:defRPr/>
              </a:pPr>
              <a:t>10/10/2022</a:t>
            </a:fld>
            <a:endParaRPr lang="en-US" altLang="en-US" dirty="0"/>
          </a:p>
        </p:txBody>
      </p:sp>
      <p:sp>
        <p:nvSpPr>
          <p:cNvPr id="3" name="Footer Placeholder 2"/>
          <p:cNvSpPr>
            <a:spLocks noGrp="1"/>
          </p:cNvSpPr>
          <p:nvPr>
            <p:ph type="ftr" sz="quarter" idx="11"/>
          </p:nvPr>
        </p:nvSpPr>
        <p:spPr/>
        <p:txBody>
          <a:bodyPr/>
          <a:lstStyle>
            <a:lvl1pPr>
              <a:defRPr/>
            </a:lvl1pPr>
          </a:lstStyle>
          <a:p>
            <a:pPr>
              <a:defRPr/>
            </a:pPr>
            <a:endParaRPr lang="en-US" altLang="en-US" dirty="0"/>
          </a:p>
        </p:txBody>
      </p:sp>
      <p:sp>
        <p:nvSpPr>
          <p:cNvPr id="4" name="Slide Number Placeholder 3"/>
          <p:cNvSpPr>
            <a:spLocks noGrp="1"/>
          </p:cNvSpPr>
          <p:nvPr>
            <p:ph type="sldNum" sz="quarter" idx="12"/>
          </p:nvPr>
        </p:nvSpPr>
        <p:spPr/>
        <p:txBody>
          <a:bodyPr/>
          <a:lstStyle>
            <a:lvl1pPr>
              <a:defRPr/>
            </a:lvl1pPr>
          </a:lstStyle>
          <a:p>
            <a:pPr>
              <a:defRPr/>
            </a:pPr>
            <a:fld id="{531FBE90-576A-469F-BB2C-57A27D47CF36}" type="slidenum">
              <a:rPr lang="en-US" altLang="en-US"/>
              <a:pPr>
                <a:defRPr/>
              </a:pPr>
              <a:t>‹#›</a:t>
            </a:fld>
            <a:endParaRPr lang="en-US" altLang="en-US" dirty="0"/>
          </a:p>
        </p:txBody>
      </p:sp>
    </p:spTree>
    <p:extLst>
      <p:ext uri="{BB962C8B-B14F-4D97-AF65-F5344CB8AC3E}">
        <p14:creationId xmlns:p14="http://schemas.microsoft.com/office/powerpoint/2010/main" val="31521419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E580C9C6-69CB-45B7-9979-6C3E38187D0A}" type="datetimeFigureOut">
              <a:rPr lang="en-US" altLang="en-US"/>
              <a:pPr>
                <a:defRPr/>
              </a:pPr>
              <a:t>10/10/2022</a:t>
            </a:fld>
            <a:endParaRPr lang="en-US" altLang="en-US" dirty="0"/>
          </a:p>
        </p:txBody>
      </p:sp>
      <p:sp>
        <p:nvSpPr>
          <p:cNvPr id="6" name="Footer Placeholder 5"/>
          <p:cNvSpPr>
            <a:spLocks noGrp="1"/>
          </p:cNvSpPr>
          <p:nvPr>
            <p:ph type="ftr" sz="quarter" idx="11"/>
          </p:nvPr>
        </p:nvSpPr>
        <p:spPr/>
        <p:txBody>
          <a:bodyPr/>
          <a:lstStyle>
            <a:lvl1pPr>
              <a:defRPr/>
            </a:lvl1pPr>
          </a:lstStyle>
          <a:p>
            <a:pPr>
              <a:defRPr/>
            </a:pPr>
            <a:endParaRPr lang="en-US" altLang="en-US" dirty="0"/>
          </a:p>
        </p:txBody>
      </p:sp>
      <p:sp>
        <p:nvSpPr>
          <p:cNvPr id="7" name="Slide Number Placeholder 6"/>
          <p:cNvSpPr>
            <a:spLocks noGrp="1"/>
          </p:cNvSpPr>
          <p:nvPr>
            <p:ph type="sldNum" sz="quarter" idx="12"/>
          </p:nvPr>
        </p:nvSpPr>
        <p:spPr/>
        <p:txBody>
          <a:bodyPr/>
          <a:lstStyle>
            <a:lvl1pPr>
              <a:defRPr/>
            </a:lvl1pPr>
          </a:lstStyle>
          <a:p>
            <a:pPr>
              <a:defRPr/>
            </a:pPr>
            <a:fld id="{D5BE9712-EA71-450B-AE72-6EC24D46A791}" type="slidenum">
              <a:rPr lang="en-US" altLang="en-US"/>
              <a:pPr>
                <a:defRPr/>
              </a:pPr>
              <a:t>‹#›</a:t>
            </a:fld>
            <a:endParaRPr lang="en-US" altLang="en-US" dirty="0"/>
          </a:p>
        </p:txBody>
      </p:sp>
    </p:spTree>
    <p:extLst>
      <p:ext uri="{BB962C8B-B14F-4D97-AF65-F5344CB8AC3E}">
        <p14:creationId xmlns:p14="http://schemas.microsoft.com/office/powerpoint/2010/main" val="42018187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D4E0AD57-2794-4A43-BC3A-6D6DEE633501}" type="datetimeFigureOut">
              <a:rPr lang="en-US" altLang="en-US"/>
              <a:pPr>
                <a:defRPr/>
              </a:pPr>
              <a:t>10/10/2022</a:t>
            </a:fld>
            <a:endParaRPr lang="en-US" altLang="en-US" dirty="0"/>
          </a:p>
        </p:txBody>
      </p:sp>
      <p:sp>
        <p:nvSpPr>
          <p:cNvPr id="6" name="Footer Placeholder 5"/>
          <p:cNvSpPr>
            <a:spLocks noGrp="1"/>
          </p:cNvSpPr>
          <p:nvPr>
            <p:ph type="ftr" sz="quarter" idx="11"/>
          </p:nvPr>
        </p:nvSpPr>
        <p:spPr/>
        <p:txBody>
          <a:bodyPr/>
          <a:lstStyle>
            <a:lvl1pPr>
              <a:defRPr/>
            </a:lvl1pPr>
          </a:lstStyle>
          <a:p>
            <a:pPr>
              <a:defRPr/>
            </a:pPr>
            <a:endParaRPr lang="en-US" altLang="en-US" dirty="0"/>
          </a:p>
        </p:txBody>
      </p:sp>
      <p:sp>
        <p:nvSpPr>
          <p:cNvPr id="7" name="Slide Number Placeholder 6"/>
          <p:cNvSpPr>
            <a:spLocks noGrp="1"/>
          </p:cNvSpPr>
          <p:nvPr>
            <p:ph type="sldNum" sz="quarter" idx="12"/>
          </p:nvPr>
        </p:nvSpPr>
        <p:spPr/>
        <p:txBody>
          <a:bodyPr/>
          <a:lstStyle>
            <a:lvl1pPr>
              <a:defRPr/>
            </a:lvl1pPr>
          </a:lstStyle>
          <a:p>
            <a:pPr>
              <a:defRPr/>
            </a:pPr>
            <a:fld id="{E1B9D0AA-CDC8-41BE-AFF7-7A9CB8C401D6}" type="slidenum">
              <a:rPr lang="en-US" altLang="en-US"/>
              <a:pPr>
                <a:defRPr/>
              </a:pPr>
              <a:t>‹#›</a:t>
            </a:fld>
            <a:endParaRPr lang="en-US" altLang="en-US" dirty="0"/>
          </a:p>
        </p:txBody>
      </p:sp>
    </p:spTree>
    <p:extLst>
      <p:ext uri="{BB962C8B-B14F-4D97-AF65-F5344CB8AC3E}">
        <p14:creationId xmlns:p14="http://schemas.microsoft.com/office/powerpoint/2010/main" val="13713506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99D4D3F-EDC6-440C-ABD2-54996654AEC4}" type="datetimeFigureOut">
              <a:rPr lang="en-US" altLang="en-US"/>
              <a:pPr>
                <a:defRPr/>
              </a:pPr>
              <a:t>10/10/2022</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05C68EAF-25D6-47A5-AF16-8E40A707229B}" type="slidenum">
              <a:rPr lang="en-US" altLang="en-US"/>
              <a:pPr>
                <a:defRPr/>
              </a:pPr>
              <a:t>‹#›</a:t>
            </a:fld>
            <a:endParaRPr lang="en-US" altLang="en-US" dirty="0"/>
          </a:p>
        </p:txBody>
      </p:sp>
    </p:spTree>
    <p:extLst>
      <p:ext uri="{BB962C8B-B14F-4D97-AF65-F5344CB8AC3E}">
        <p14:creationId xmlns:p14="http://schemas.microsoft.com/office/powerpoint/2010/main" val="1886205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315DA01-3A8D-4832-86F7-58BF2CA1F9C1}" type="datetimeFigureOut">
              <a:rPr lang="en-US" altLang="en-US"/>
              <a:pPr>
                <a:defRPr/>
              </a:pPr>
              <a:t>10/10/2022</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516CA87E-87C4-451A-AA13-2FDE2706BB27}" type="slidenum">
              <a:rPr lang="en-US" altLang="en-US"/>
              <a:pPr>
                <a:defRPr/>
              </a:pPr>
              <a:t>‹#›</a:t>
            </a:fld>
            <a:endParaRPr lang="en-US" altLang="en-US" dirty="0"/>
          </a:p>
        </p:txBody>
      </p:sp>
    </p:spTree>
    <p:extLst>
      <p:ext uri="{BB962C8B-B14F-4D97-AF65-F5344CB8AC3E}">
        <p14:creationId xmlns:p14="http://schemas.microsoft.com/office/powerpoint/2010/main" val="7350803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endParaRPr lang="en-US" dirty="0"/>
          </a:p>
        </p:txBody>
      </p:sp>
      <p:sp>
        <p:nvSpPr>
          <p:cNvPr id="6" name="Footer Placeholder 21"/>
          <p:cNvSpPr>
            <a:spLocks noGrp="1"/>
          </p:cNvSpPr>
          <p:nvPr>
            <p:ph type="ftr" sz="quarter" idx="11"/>
          </p:nvPr>
        </p:nvSpPr>
        <p:spPr/>
        <p:txBody>
          <a:bodyPr/>
          <a:lstStyle>
            <a:lvl1pPr>
              <a:defRPr/>
            </a:lvl1pPr>
          </a:lstStyle>
          <a:p>
            <a:pPr>
              <a:defRPr/>
            </a:pPr>
            <a:endParaRPr lang="en-US" dirty="0"/>
          </a:p>
        </p:txBody>
      </p:sp>
      <p:sp>
        <p:nvSpPr>
          <p:cNvPr id="7" name="Slide Number Placeholder 17"/>
          <p:cNvSpPr>
            <a:spLocks noGrp="1"/>
          </p:cNvSpPr>
          <p:nvPr>
            <p:ph type="sldNum" sz="quarter" idx="12"/>
          </p:nvPr>
        </p:nvSpPr>
        <p:spPr/>
        <p:txBody>
          <a:bodyPr/>
          <a:lstStyle>
            <a:lvl1pPr>
              <a:defRPr/>
            </a:lvl1pPr>
          </a:lstStyle>
          <a:p>
            <a:pPr>
              <a:defRPr/>
            </a:pPr>
            <a:fld id="{5612BA31-4ADC-4EA2-9C08-0E0505B50D32}" type="slidenum">
              <a:rPr lang="en-US"/>
              <a:pPr>
                <a:defRPr/>
              </a:pPr>
              <a:t>‹#›</a:t>
            </a:fld>
            <a:endParaRPr lang="en-US" dirty="0"/>
          </a:p>
        </p:txBody>
      </p:sp>
    </p:spTree>
    <p:extLst>
      <p:ext uri="{BB962C8B-B14F-4D97-AF65-F5344CB8AC3E}">
        <p14:creationId xmlns:p14="http://schemas.microsoft.com/office/powerpoint/2010/main" val="11117954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p:txBody>
          <a:bodyPr/>
          <a:lstStyle>
            <a:lvl1pPr>
              <a:defRPr/>
            </a:lvl1pPr>
          </a:lstStyle>
          <a:p>
            <a:pPr>
              <a:defRPr/>
            </a:pPr>
            <a:fld id="{41EB2CD5-9D40-4DFB-8E5D-C6BF1A5B2BF1}" type="slidenum">
              <a:rPr lang="en-US"/>
              <a:pPr>
                <a:defRPr/>
              </a:pPr>
              <a:t>‹#›</a:t>
            </a:fld>
            <a:endParaRPr lang="en-US" dirty="0"/>
          </a:p>
        </p:txBody>
      </p:sp>
    </p:spTree>
    <p:extLst>
      <p:ext uri="{BB962C8B-B14F-4D97-AF65-F5344CB8AC3E}">
        <p14:creationId xmlns:p14="http://schemas.microsoft.com/office/powerpoint/2010/main" val="3183569369"/>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BF6A3F1-EF86-44E9-81F6-A62E1C4C24E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189329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AAF727C-16E6-4F4E-956A-F96F4F070BC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4867894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EEED43A-835B-4492-A31D-D41EB4AF564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70038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ABBB3D6-0CB1-4A88-915A-1500123D3BC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5655978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A3C161EC-C45F-401A-86E6-6370C378017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2799468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EC114C25-E776-484A-93AF-3BDE9E372EB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0172365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D4EAF602-15AF-4BE3-8427-0771CD874DFC}"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236194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DA22FEF-D821-40E8-891A-6F3297CBE87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8559248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828A833-17A2-464E-9C8A-A006BA5EEDD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1925487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7BE8E34-AD64-48C5-B806-684B2685B0A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4388828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7B87796-C39E-4D7F-AC3A-ECAA87DCE9A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978238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A8288955-7055-4548-BE6B-EBB131312AD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6981910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D431EEF-BB93-4B18-A267-73F4980A7A7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419826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0E424A4-FA87-4C6D-AD4F-E693B5E7665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2986981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1B3D1221-FDE0-48AD-A189-3A3A6EEF549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9965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theme" Target="../theme/theme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角丸四角形 6"/>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9" name="角丸四角形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13" name="タイトル プレースホルダ 12"/>
          <p:cNvSpPr>
            <a:spLocks noGrp="1"/>
          </p:cNvSpPr>
          <p:nvPr>
            <p:ph type="title"/>
          </p:nvPr>
        </p:nvSpPr>
        <p:spPr>
          <a:xfrm>
            <a:off x="503238" y="4986338"/>
            <a:ext cx="8183562" cy="1050925"/>
          </a:xfrm>
          <a:prstGeom prst="rect">
            <a:avLst/>
          </a:prstGeom>
        </p:spPr>
        <p:txBody>
          <a:bodyPr vert="horz" anchor="b">
            <a:normAutofit/>
          </a:bodyPr>
          <a:lstStyle/>
          <a:p>
            <a:r>
              <a:rPr lang="ja-JP" altLang="en-US"/>
              <a:t>マスタ タイトルの書式設定</a:t>
            </a:r>
            <a:endParaRPr lang="en-US"/>
          </a:p>
        </p:txBody>
      </p:sp>
      <p:sp>
        <p:nvSpPr>
          <p:cNvPr id="1031" name="テキスト プレースホルダ 3"/>
          <p:cNvSpPr>
            <a:spLocks noGrp="1"/>
          </p:cNvSpPr>
          <p:nvPr>
            <p:ph type="body" idx="1"/>
          </p:nvPr>
        </p:nvSpPr>
        <p:spPr bwMode="auto">
          <a:xfrm>
            <a:off x="503238" y="530225"/>
            <a:ext cx="8183562" cy="418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25" name="日付プレースホルダ 24"/>
          <p:cNvSpPr>
            <a:spLocks noGrp="1"/>
          </p:cNvSpPr>
          <p:nvPr>
            <p:ph type="dt" sz="half" idx="2"/>
          </p:nvPr>
        </p:nvSpPr>
        <p:spPr>
          <a:xfrm>
            <a:off x="3776663" y="6111875"/>
            <a:ext cx="2286000" cy="365125"/>
          </a:xfrm>
          <a:prstGeom prst="rect">
            <a:avLst/>
          </a:prstGeom>
        </p:spPr>
        <p:txBody>
          <a:bodyPr vert="horz" anchor="b"/>
          <a:lstStyle>
            <a:lvl1pPr algn="r" eaLnBrk="1" fontAlgn="auto" latinLnBrk="0" hangingPunct="1">
              <a:spcBef>
                <a:spcPts val="0"/>
              </a:spcBef>
              <a:spcAft>
                <a:spcPts val="0"/>
              </a:spcAft>
              <a:defRPr kumimoji="1" sz="1000">
                <a:solidFill>
                  <a:srgbClr val="E3DED1">
                    <a:shade val="50000"/>
                  </a:srgbClr>
                </a:solidFill>
                <a:latin typeface="Verdana"/>
                <a:cs typeface="+mn-cs"/>
              </a:defRPr>
            </a:lvl1pPr>
            <a:extLst/>
          </a:lstStyle>
          <a:p>
            <a:pPr>
              <a:defRPr/>
            </a:pPr>
            <a:fld id="{B60A3115-D531-4BF5-8912-0DDF8A1BF818}" type="datetimeFigureOut">
              <a:rPr lang="ja-JP" altLang="en-US"/>
              <a:pPr>
                <a:defRPr/>
              </a:pPr>
              <a:t>2022/10/10</a:t>
            </a:fld>
            <a:endParaRPr lang="ja-JP" altLang="en-US"/>
          </a:p>
        </p:txBody>
      </p:sp>
      <p:sp>
        <p:nvSpPr>
          <p:cNvPr id="18" name="フッター プレースホルダ 17"/>
          <p:cNvSpPr>
            <a:spLocks noGrp="1"/>
          </p:cNvSpPr>
          <p:nvPr>
            <p:ph type="ftr" sz="quarter" idx="3"/>
          </p:nvPr>
        </p:nvSpPr>
        <p:spPr>
          <a:xfrm>
            <a:off x="6062663" y="6111875"/>
            <a:ext cx="2286000" cy="365125"/>
          </a:xfrm>
          <a:prstGeom prst="rect">
            <a:avLst/>
          </a:prstGeom>
        </p:spPr>
        <p:txBody>
          <a:bodyPr vert="horz" anchor="b"/>
          <a:lstStyle>
            <a:lvl1pPr algn="l" eaLnBrk="1" fontAlgn="auto" latinLnBrk="0" hangingPunct="1">
              <a:spcBef>
                <a:spcPts val="0"/>
              </a:spcBef>
              <a:spcAft>
                <a:spcPts val="0"/>
              </a:spcAft>
              <a:defRPr kumimoji="1" sz="1000">
                <a:solidFill>
                  <a:srgbClr val="E3DED1">
                    <a:shade val="50000"/>
                  </a:srgbClr>
                </a:solidFill>
                <a:latin typeface="Verdana"/>
                <a:cs typeface="+mn-cs"/>
              </a:defRPr>
            </a:lvl1pPr>
            <a:extLst/>
          </a:lstStyle>
          <a:p>
            <a:pPr>
              <a:defRPr/>
            </a:pPr>
            <a:endParaRPr lang="ja-JP" altLang="en-US"/>
          </a:p>
        </p:txBody>
      </p:sp>
      <p:sp>
        <p:nvSpPr>
          <p:cNvPr id="5" name="スライド番号プレースホルダ 4"/>
          <p:cNvSpPr>
            <a:spLocks noGrp="1"/>
          </p:cNvSpPr>
          <p:nvPr>
            <p:ph type="sldNum" sz="quarter" idx="4"/>
          </p:nvPr>
        </p:nvSpPr>
        <p:spPr>
          <a:xfrm>
            <a:off x="8348663" y="6111875"/>
            <a:ext cx="457200" cy="365125"/>
          </a:xfrm>
          <a:prstGeom prst="rect">
            <a:avLst/>
          </a:prstGeom>
        </p:spPr>
        <p:txBody>
          <a:bodyPr vert="horz" anchor="b"/>
          <a:lstStyle>
            <a:lvl1pPr algn="r" eaLnBrk="1" fontAlgn="auto" latinLnBrk="0" hangingPunct="1">
              <a:spcBef>
                <a:spcPts val="0"/>
              </a:spcBef>
              <a:spcAft>
                <a:spcPts val="0"/>
              </a:spcAft>
              <a:defRPr kumimoji="1" sz="1000">
                <a:solidFill>
                  <a:srgbClr val="E3DED1">
                    <a:shade val="50000"/>
                  </a:srgbClr>
                </a:solidFill>
                <a:latin typeface="Verdana"/>
                <a:cs typeface="+mn-cs"/>
              </a:defRPr>
            </a:lvl1pPr>
            <a:extLst/>
          </a:lstStyle>
          <a:p>
            <a:pPr>
              <a:defRPr/>
            </a:pPr>
            <a:fld id="{52C5264A-7754-4726-AC52-E1F06AF192FF}"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ransition/>
  <p:txStyles>
    <p:titleStyle>
      <a:lvl1pPr algn="l" rtl="0" eaLnBrk="0" fontAlgn="base" hangingPunct="0">
        <a:spcBef>
          <a:spcPct val="0"/>
        </a:spcBef>
        <a:spcAft>
          <a:spcPct val="0"/>
        </a:spcAft>
        <a:defRPr kumimoji="1"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kumimoji="1" sz="3600" b="1">
          <a:solidFill>
            <a:srgbClr val="FF8D3E"/>
          </a:solidFill>
          <a:latin typeface="Verdana" pitchFamily="34" charset="0"/>
        </a:defRPr>
      </a:lvl2pPr>
      <a:lvl3pPr algn="l" rtl="0" eaLnBrk="0" fontAlgn="base" hangingPunct="0">
        <a:spcBef>
          <a:spcPct val="0"/>
        </a:spcBef>
        <a:spcAft>
          <a:spcPct val="0"/>
        </a:spcAft>
        <a:defRPr kumimoji="1" sz="3600" b="1">
          <a:solidFill>
            <a:srgbClr val="FF8D3E"/>
          </a:solidFill>
          <a:latin typeface="Verdana" pitchFamily="34" charset="0"/>
        </a:defRPr>
      </a:lvl3pPr>
      <a:lvl4pPr algn="l" rtl="0" eaLnBrk="0" fontAlgn="base" hangingPunct="0">
        <a:spcBef>
          <a:spcPct val="0"/>
        </a:spcBef>
        <a:spcAft>
          <a:spcPct val="0"/>
        </a:spcAft>
        <a:defRPr kumimoji="1" sz="3600" b="1">
          <a:solidFill>
            <a:srgbClr val="FF8D3E"/>
          </a:solidFill>
          <a:latin typeface="Verdana" pitchFamily="34" charset="0"/>
        </a:defRPr>
      </a:lvl4pPr>
      <a:lvl5pPr algn="l" rtl="0" eaLnBrk="0" fontAlgn="base" hangingPunct="0">
        <a:spcBef>
          <a:spcPct val="0"/>
        </a:spcBef>
        <a:spcAft>
          <a:spcPct val="0"/>
        </a:spcAft>
        <a:defRPr kumimoji="1" sz="3600" b="1">
          <a:solidFill>
            <a:srgbClr val="FF8D3E"/>
          </a:solidFill>
          <a:latin typeface="Verdana" pitchFamily="34" charset="0"/>
        </a:defRPr>
      </a:lvl5pPr>
      <a:lvl6pPr marL="457200" algn="l" rtl="0" fontAlgn="base">
        <a:spcBef>
          <a:spcPct val="0"/>
        </a:spcBef>
        <a:spcAft>
          <a:spcPct val="0"/>
        </a:spcAft>
        <a:defRPr kumimoji="1" sz="3600" b="1">
          <a:solidFill>
            <a:srgbClr val="FF8D3E"/>
          </a:solidFill>
          <a:latin typeface="Verdana" pitchFamily="34" charset="0"/>
        </a:defRPr>
      </a:lvl6pPr>
      <a:lvl7pPr marL="914400" algn="l" rtl="0" fontAlgn="base">
        <a:spcBef>
          <a:spcPct val="0"/>
        </a:spcBef>
        <a:spcAft>
          <a:spcPct val="0"/>
        </a:spcAft>
        <a:defRPr kumimoji="1" sz="3600" b="1">
          <a:solidFill>
            <a:srgbClr val="FF8D3E"/>
          </a:solidFill>
          <a:latin typeface="Verdana" pitchFamily="34" charset="0"/>
        </a:defRPr>
      </a:lvl7pPr>
      <a:lvl8pPr marL="1371600" algn="l" rtl="0" fontAlgn="base">
        <a:spcBef>
          <a:spcPct val="0"/>
        </a:spcBef>
        <a:spcAft>
          <a:spcPct val="0"/>
        </a:spcAft>
        <a:defRPr kumimoji="1" sz="3600" b="1">
          <a:solidFill>
            <a:srgbClr val="FF8D3E"/>
          </a:solidFill>
          <a:latin typeface="Verdana" pitchFamily="34" charset="0"/>
        </a:defRPr>
      </a:lvl8pPr>
      <a:lvl9pPr marL="1828800" algn="l" rtl="0" fontAlgn="base">
        <a:spcBef>
          <a:spcPct val="0"/>
        </a:spcBef>
        <a:spcAft>
          <a:spcPct val="0"/>
        </a:spcAft>
        <a:defRPr kumimoji="1" sz="3600" b="1">
          <a:solidFill>
            <a:srgbClr val="FF8D3E"/>
          </a:solidFill>
          <a:latin typeface="Verdana" pitchFamily="34" charset="0"/>
        </a:defRPr>
      </a:lvl9pPr>
      <a:extLst/>
    </p:titleStyle>
    <p:bodyStyle>
      <a:lvl1pPr marL="265113" indent="-265113" algn="l" rtl="0" eaLnBrk="0" fontAlgn="base" hangingPunct="0">
        <a:spcBef>
          <a:spcPts val="250"/>
        </a:spcBef>
        <a:spcAft>
          <a:spcPct val="0"/>
        </a:spcAft>
        <a:buClr>
          <a:schemeClr val="accent1"/>
        </a:buClr>
        <a:buSzPct val="80000"/>
        <a:buFont typeface="Wingdings 2" pitchFamily="18" charset="2"/>
        <a:buChar char=""/>
        <a:defRPr kumimoji="1" sz="2800" kern="1200">
          <a:solidFill>
            <a:schemeClr val="tx1"/>
          </a:solidFill>
          <a:latin typeface="+mn-lt"/>
          <a:ea typeface="+mn-ea"/>
          <a:cs typeface="+mn-cs"/>
        </a:defRPr>
      </a:lvl1pPr>
      <a:lvl2pPr marL="547688" indent="-200025" algn="l" rtl="0" eaLnBrk="0" fontAlgn="base" hangingPunct="0">
        <a:spcBef>
          <a:spcPts val="250"/>
        </a:spcBef>
        <a:spcAft>
          <a:spcPct val="0"/>
        </a:spcAft>
        <a:buClr>
          <a:schemeClr val="accent1"/>
        </a:buClr>
        <a:buSzPct val="100000"/>
        <a:buFont typeface="Verdana" pitchFamily="34" charset="0"/>
        <a:buChar char="◦"/>
        <a:defRPr kumimoji="1" sz="2400" kern="1200">
          <a:solidFill>
            <a:schemeClr val="tx1"/>
          </a:solidFill>
          <a:latin typeface="+mn-lt"/>
          <a:ea typeface="+mn-ea"/>
          <a:cs typeface="+mn-cs"/>
        </a:defRPr>
      </a:lvl2pPr>
      <a:lvl3pPr marL="785813" indent="-182563" algn="l" rtl="0" eaLnBrk="0" fontAlgn="base" hangingPunct="0">
        <a:spcBef>
          <a:spcPts val="250"/>
        </a:spcBef>
        <a:spcAft>
          <a:spcPct val="0"/>
        </a:spcAft>
        <a:buClr>
          <a:srgbClr val="ED3742"/>
        </a:buClr>
        <a:buSzPct val="100000"/>
        <a:buFont typeface="Wingdings 2" pitchFamily="18" charset="2"/>
        <a:buChar char=""/>
        <a:defRPr kumimoji="1" sz="2200" kern="1200">
          <a:solidFill>
            <a:schemeClr val="tx1"/>
          </a:solidFill>
          <a:latin typeface="+mn-lt"/>
          <a:ea typeface="+mn-ea"/>
          <a:cs typeface="+mn-cs"/>
        </a:defRPr>
      </a:lvl3pPr>
      <a:lvl4pPr marL="1023938" indent="-182563" algn="l" rtl="0" eaLnBrk="0" fontAlgn="base" hangingPunct="0">
        <a:spcBef>
          <a:spcPts val="225"/>
        </a:spcBef>
        <a:spcAft>
          <a:spcPct val="0"/>
        </a:spcAft>
        <a:buClr>
          <a:srgbClr val="ED3742"/>
        </a:buClr>
        <a:buSzPct val="112000"/>
        <a:buFont typeface="Verdana" pitchFamily="34" charset="0"/>
        <a:buChar char="◦"/>
        <a:defRPr kumimoji="1" sz="1900" kern="1200">
          <a:solidFill>
            <a:schemeClr val="tx1"/>
          </a:solidFill>
          <a:latin typeface="+mn-lt"/>
          <a:ea typeface="+mn-ea"/>
          <a:cs typeface="+mn-cs"/>
        </a:defRPr>
      </a:lvl4pPr>
      <a:lvl5pPr marL="1279525" indent="-182563" algn="l" rtl="0" eaLnBrk="0" fontAlgn="base" hangingPunct="0">
        <a:spcBef>
          <a:spcPts val="250"/>
        </a:spcBef>
        <a:spcAft>
          <a:spcPct val="0"/>
        </a:spcAft>
        <a:buClr>
          <a:srgbClr val="4A85BF"/>
        </a:buClr>
        <a:buSzPct val="100000"/>
        <a:buFont typeface="Wingdings 2" pitchFamily="18" charset="2"/>
        <a:buChar char=""/>
        <a:defRPr kumimoji="1" sz="20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1"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1"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1"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1" sz="1500" kern="1200">
          <a:solidFill>
            <a:schemeClr val="tx1"/>
          </a:solidFill>
          <a:latin typeface="+mn-lt"/>
          <a:ea typeface="+mn-ea"/>
          <a:cs typeface="+mn-cs"/>
        </a:defRPr>
      </a:lvl9pPr>
      <a:extLst/>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cs typeface="Arial" charset="0"/>
              </a:defRPr>
            </a:lvl1pPr>
          </a:lstStyle>
          <a:p>
            <a:pPr>
              <a:defRPr/>
            </a:pPr>
            <a:fld id="{8FDB412B-A1DC-4656-9B89-0FCB88F4F467}" type="datetimeFigureOut">
              <a:rPr lang="ja-JP" altLang="en-US"/>
              <a:pPr>
                <a:defRPr/>
              </a:pPr>
              <a:t>2022/10/10</a:t>
            </a:fld>
            <a:endParaRPr lang="ja-JP"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cs typeface="Arial" charset="0"/>
              </a:defRPr>
            </a:lvl1pPr>
          </a:lstStyle>
          <a:p>
            <a:pPr>
              <a:defRPr/>
            </a:pPr>
            <a:endParaRPr lang="ja-JP"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cs typeface="Arial" charset="0"/>
              </a:defRPr>
            </a:lvl1pPr>
          </a:lstStyle>
          <a:p>
            <a:pPr>
              <a:defRPr/>
            </a:pPr>
            <a:fld id="{8B12BA74-9B39-49B3-8E8B-88E185DDBA06}"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890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cs typeface="Arial" charset="0"/>
              </a:defRPr>
            </a:lvl1pPr>
          </a:lstStyle>
          <a:p>
            <a:pPr eaLnBrk="1" hangingPunct="1">
              <a:defRPr/>
            </a:pPr>
            <a:endParaRPr lang="en-US">
              <a:solidFill>
                <a:srgbClr val="000000"/>
              </a:solidFill>
            </a:endParaRPr>
          </a:p>
        </p:txBody>
      </p:sp>
      <p:sp>
        <p:nvSpPr>
          <p:cNvPr id="20890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eaLnBrk="1" hangingPunct="1">
              <a:defRPr/>
            </a:pPr>
            <a:endParaRPr lang="en-US">
              <a:solidFill>
                <a:srgbClr val="000000"/>
              </a:solidFill>
            </a:endParaRPr>
          </a:p>
        </p:txBody>
      </p:sp>
      <p:sp>
        <p:nvSpPr>
          <p:cNvPr id="20890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cs typeface="Arial" charset="0"/>
              </a:defRPr>
            </a:lvl1pPr>
          </a:lstStyle>
          <a:p>
            <a:pPr eaLnBrk="1" hangingPunct="1">
              <a:defRPr/>
            </a:pPr>
            <a:fld id="{8B838858-5706-44EB-AD72-80F8021061E0}" type="slidenum">
              <a:rPr lang="en-US">
                <a:solidFill>
                  <a:srgbClr val="000000"/>
                </a:solidFill>
              </a:rPr>
              <a:pPr eaLnBrk="1" hangingPunct="1">
                <a:defRPr/>
              </a:pPr>
              <a:t>‹#›</a:t>
            </a:fld>
            <a:endParaRPr lang="en-US">
              <a:solidFill>
                <a:srgbClr val="000000"/>
              </a:solidFill>
            </a:endParaRPr>
          </a:p>
        </p:txBody>
      </p:sp>
    </p:spTree>
    <p:extLst>
      <p:ext uri="{BB962C8B-B14F-4D97-AF65-F5344CB8AC3E}">
        <p14:creationId xmlns:p14="http://schemas.microsoft.com/office/powerpoint/2010/main" val="3522920029"/>
      </p:ext>
    </p:extLst>
  </p:cSld>
  <p:clrMap bg1="lt1" tx1="dk1" bg2="lt2" tx2="dk2" accent1="accent1" accent2="accent2" accent3="accent3" accent4="accent4" accent5="accent5" accent6="accent6" hlink="hlink" folHlink="folHlink"/>
  <p:sldLayoutIdLst>
    <p:sldLayoutId id="2147484037" r:id="rId1"/>
    <p:sldLayoutId id="2147484038" r:id="rId2"/>
    <p:sldLayoutId id="2147484039" r:id="rId3"/>
    <p:sldLayoutId id="2147484040" r:id="rId4"/>
    <p:sldLayoutId id="2147484041" r:id="rId5"/>
    <p:sldLayoutId id="2147484042" r:id="rId6"/>
    <p:sldLayoutId id="2147484043" r:id="rId7"/>
    <p:sldLayoutId id="2147484044" r:id="rId8"/>
    <p:sldLayoutId id="2147484045" r:id="rId9"/>
    <p:sldLayoutId id="2147484046" r:id="rId10"/>
    <p:sldLayoutId id="2147484047" r:id="rId11"/>
    <p:sldLayoutId id="2147484048" r:id="rId12"/>
    <p:sldLayoutId id="2147484049" r:id="rId13"/>
    <p:sldLayoutId id="2147484050" r:id="rId14"/>
    <p:sldLayoutId id="2147484051" r:id="rId15"/>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8.xml"/><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24.xml"/><Relationship Id="rId5" Type="http://schemas.microsoft.com/office/2007/relationships/hdphoto" Target="../media/hdphoto4.wdp"/><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4.xml"/><Relationship Id="rId4" Type="http://schemas.microsoft.com/office/2007/relationships/hdphoto" Target="../media/hdphoto5.wdp"/></Relationships>
</file>

<file path=ppt/slides/_rels/slide19.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3.png"/><Relationship Id="rId1" Type="http://schemas.openxmlformats.org/officeDocument/2006/relationships/slideLayout" Target="../slideLayouts/slideLayout24.xml"/><Relationship Id="rId5" Type="http://schemas.microsoft.com/office/2007/relationships/hdphoto" Target="../media/hdphoto7.wdp"/><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e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9.png"/><Relationship Id="rId1" Type="http://schemas.openxmlformats.org/officeDocument/2006/relationships/slideLayout" Target="../slideLayouts/slideLayout24.xml"/><Relationship Id="rId4" Type="http://schemas.openxmlformats.org/officeDocument/2006/relationships/image" Target="../media/image20.jpeg"/></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30.jpg"/><Relationship Id="rId5" Type="http://schemas.openxmlformats.org/officeDocument/2006/relationships/image" Target="../media/image29.jpg"/><Relationship Id="rId4" Type="http://schemas.openxmlformats.org/officeDocument/2006/relationships/image" Target="../media/image28.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3" name="Rectangle 13"/>
          <p:cNvSpPr>
            <a:spLocks noChangeArrowheads="1"/>
          </p:cNvSpPr>
          <p:nvPr/>
        </p:nvSpPr>
        <p:spPr bwMode="auto">
          <a:xfrm>
            <a:off x="24384" y="0"/>
            <a:ext cx="9034733" cy="1110746"/>
          </a:xfrm>
          <a:prstGeom prst="rect">
            <a:avLst/>
          </a:prstGeom>
          <a:solidFill>
            <a:srgbClr val="00B0F0"/>
          </a:solidFill>
          <a:ln>
            <a:headEnd/>
            <a:tailEnd/>
          </a:ln>
        </p:spPr>
        <p:style>
          <a:lnRef idx="1">
            <a:schemeClr val="accent5"/>
          </a:lnRef>
          <a:fillRef idx="3">
            <a:schemeClr val="accent5"/>
          </a:fillRef>
          <a:effectRef idx="2">
            <a:schemeClr val="accent5"/>
          </a:effectRef>
          <a:fontRef idx="minor">
            <a:schemeClr val="lt1"/>
          </a:fontRef>
        </p:style>
        <p:txBody>
          <a:bodyPr wrap="square">
            <a:spAutoFit/>
          </a:bodyPr>
          <a:lstStyle/>
          <a:p>
            <a:pPr algn="ctr">
              <a:defRPr/>
            </a:pPr>
            <a:r>
              <a:rPr lang="en-US" sz="3200" b="1" dirty="0">
                <a:solidFill>
                  <a:schemeClr val="bg1"/>
                </a:solidFill>
              </a:rPr>
              <a:t>50 BEDED UPAZILA  HEALTH  COMPLEX </a:t>
            </a:r>
            <a:br>
              <a:rPr lang="en-US" sz="3200" b="1" dirty="0">
                <a:solidFill>
                  <a:schemeClr val="bg1"/>
                </a:solidFill>
              </a:rPr>
            </a:br>
            <a:r>
              <a:rPr lang="en-US" sz="3200" b="1" dirty="0">
                <a:solidFill>
                  <a:schemeClr val="bg1"/>
                </a:solidFill>
              </a:rPr>
              <a:t>Raipur, Lakshmipur</a:t>
            </a:r>
            <a:r>
              <a:rPr lang="en-US" sz="2400" b="1" dirty="0">
                <a:solidFill>
                  <a:schemeClr val="bg1"/>
                </a:solidFill>
                <a:effectLst>
                  <a:outerShdw blurRad="38100" dist="38100" dir="2700000" algn="tl">
                    <a:srgbClr val="C0C0C0"/>
                  </a:outerShdw>
                </a:effectLst>
              </a:rPr>
              <a:t>.</a:t>
            </a:r>
          </a:p>
        </p:txBody>
      </p:sp>
      <p:pic>
        <p:nvPicPr>
          <p:cNvPr id="2" name="Picture 1"/>
          <p:cNvPicPr>
            <a:picLocks noChangeAspect="1"/>
          </p:cNvPicPr>
          <p:nvPr/>
        </p:nvPicPr>
        <p:blipFill>
          <a:blip r:embed="rId3">
            <a:extLst>
              <a:ext uri="{BEBA8EAE-BF5A-486C-A8C5-ECC9F3942E4B}">
                <a14:imgProps xmlns:a14="http://schemas.microsoft.com/office/drawing/2010/main">
                  <a14:imgLayer r:embed="rId4">
                    <a14:imgEffect>
                      <a14:sharpenSoften amount="20000"/>
                    </a14:imgEffect>
                    <a14:imgEffect>
                      <a14:brightnessContrast bright="18000" contrast="46000"/>
                    </a14:imgEffect>
                  </a14:imgLayer>
                </a14:imgProps>
              </a:ext>
              <a:ext uri="{28A0092B-C50C-407E-A947-70E740481C1C}">
                <a14:useLocalDpi xmlns:a14="http://schemas.microsoft.com/office/drawing/2010/main" val="0"/>
              </a:ext>
            </a:extLst>
          </a:blip>
          <a:stretch>
            <a:fillRect/>
          </a:stretch>
        </p:blipFill>
        <p:spPr>
          <a:xfrm>
            <a:off x="9473" y="1219200"/>
            <a:ext cx="9049644" cy="6948524"/>
          </a:xfrm>
          <a:prstGeom prst="rect">
            <a:avLst/>
          </a:prstGeom>
        </p:spPr>
      </p:pic>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1E3BD5C-418E-4E6F-8442-8A2EE371009A}"/>
              </a:ext>
            </a:extLst>
          </p:cNvPr>
          <p:cNvSpPr>
            <a:spLocks noGrp="1" noChangeArrowheads="1"/>
          </p:cNvSpPr>
          <p:nvPr>
            <p:ph idx="1"/>
          </p:nvPr>
        </p:nvSpPr>
        <p:spPr>
          <a:xfrm>
            <a:off x="457200" y="965200"/>
            <a:ext cx="8229600" cy="5892800"/>
          </a:xfrm>
        </p:spPr>
        <p:txBody>
          <a:bodyPr/>
          <a:lstStyle/>
          <a:p>
            <a:pPr marL="609600" indent="-609600" eaLnBrk="1" hangingPunct="1">
              <a:buFontTx/>
              <a:buAutoNum type="arabicPeriod"/>
            </a:pPr>
            <a:r>
              <a:rPr lang="en-US" altLang="en-US" sz="1800" b="1" dirty="0">
                <a:solidFill>
                  <a:srgbClr val="CC0000"/>
                </a:solidFill>
              </a:rPr>
              <a:t>Total population		: 313760</a:t>
            </a:r>
          </a:p>
          <a:p>
            <a:pPr marL="609600" indent="-609600" eaLnBrk="1" hangingPunct="1">
              <a:buFontTx/>
              <a:buAutoNum type="arabicPeriod"/>
            </a:pPr>
            <a:r>
              <a:rPr lang="en-US" altLang="en-US" sz="1800" b="1" dirty="0">
                <a:solidFill>
                  <a:srgbClr val="CC0000"/>
                </a:solidFill>
              </a:rPr>
              <a:t>Total Fertile Couples 		: 59735</a:t>
            </a:r>
          </a:p>
          <a:p>
            <a:pPr marL="609600" indent="-609600" eaLnBrk="1" hangingPunct="1">
              <a:buFontTx/>
              <a:buAutoNum type="arabicPeriod"/>
            </a:pPr>
            <a:r>
              <a:rPr lang="en-US" altLang="en-US" sz="1800" b="1" dirty="0">
                <a:solidFill>
                  <a:srgbClr val="CC0000"/>
                </a:solidFill>
              </a:rPr>
              <a:t>Total Pregnant		: 7644</a:t>
            </a:r>
          </a:p>
          <a:p>
            <a:pPr marL="609600" indent="-609600" eaLnBrk="1" hangingPunct="1">
              <a:buFontTx/>
              <a:buAutoNum type="arabicPeriod"/>
            </a:pPr>
            <a:r>
              <a:rPr lang="en-US" altLang="en-US" sz="1800" b="1" dirty="0">
                <a:solidFill>
                  <a:srgbClr val="CC0000"/>
                </a:solidFill>
              </a:rPr>
              <a:t>Total Delivery		: 7618</a:t>
            </a:r>
          </a:p>
          <a:p>
            <a:pPr marL="609600" indent="-609600" eaLnBrk="1" hangingPunct="1">
              <a:buFontTx/>
              <a:buAutoNum type="arabicPeriod"/>
            </a:pPr>
            <a:r>
              <a:rPr lang="en-US" altLang="en-US" sz="1800" b="1" dirty="0">
                <a:solidFill>
                  <a:srgbClr val="CC0000"/>
                </a:solidFill>
              </a:rPr>
              <a:t>Total Live birth		: 7599</a:t>
            </a:r>
          </a:p>
          <a:p>
            <a:pPr marL="609600" indent="-609600" eaLnBrk="1" hangingPunct="1">
              <a:buFontTx/>
              <a:buAutoNum type="arabicPeriod"/>
            </a:pPr>
            <a:r>
              <a:rPr lang="en-US" altLang="en-US" sz="1800" b="1" dirty="0"/>
              <a:t>Total death 			: 1011</a:t>
            </a:r>
          </a:p>
          <a:p>
            <a:pPr marL="609600" indent="-609600" eaLnBrk="1" hangingPunct="1">
              <a:buFontTx/>
              <a:buAutoNum type="arabicPeriod"/>
            </a:pPr>
            <a:r>
              <a:rPr lang="en-US" altLang="en-US" sz="1800" b="1" dirty="0"/>
              <a:t>Total Maternal death		: 01                            </a:t>
            </a:r>
          </a:p>
          <a:p>
            <a:pPr marL="609600" indent="-609600" eaLnBrk="1" hangingPunct="1">
              <a:buFontTx/>
              <a:buNone/>
            </a:pPr>
            <a:r>
              <a:rPr lang="en-US" altLang="en-US" sz="1800" b="1" dirty="0"/>
              <a:t>9.         Health Institutions			</a:t>
            </a:r>
          </a:p>
          <a:p>
            <a:pPr marL="609600" indent="-609600" eaLnBrk="1" hangingPunct="1">
              <a:buFontTx/>
              <a:buNone/>
            </a:pPr>
            <a:r>
              <a:rPr lang="en-US" altLang="en-US" sz="1800" b="1" dirty="0"/>
              <a:t>	a. Health Complex        	: 01</a:t>
            </a:r>
          </a:p>
          <a:p>
            <a:pPr marL="609600" indent="-609600" eaLnBrk="1" hangingPunct="1">
              <a:buFontTx/>
              <a:buNone/>
            </a:pPr>
            <a:r>
              <a:rPr lang="en-US" altLang="en-US" sz="1800" b="1" dirty="0"/>
              <a:t>	b. H &amp; FWC                   	: 10 (RD- 2 + FWC– 8 )</a:t>
            </a:r>
          </a:p>
          <a:p>
            <a:pPr marL="609600" indent="-609600" eaLnBrk="1" hangingPunct="1">
              <a:buFontTx/>
              <a:buNone/>
            </a:pPr>
            <a:r>
              <a:rPr lang="en-US" altLang="en-US" sz="1800" b="1" dirty="0"/>
              <a:t>	c.  Community clinic	: 34</a:t>
            </a:r>
          </a:p>
          <a:p>
            <a:pPr marL="609600" indent="-609600" eaLnBrk="1" hangingPunct="1">
              <a:buFontTx/>
              <a:buNone/>
            </a:pPr>
            <a:r>
              <a:rPr lang="en-US" altLang="en-US" sz="1800" b="1" dirty="0"/>
              <a:t>	d. Non- Govt. Clinic  	: 14 ( 9 + 5 ) </a:t>
            </a:r>
          </a:p>
          <a:p>
            <a:pPr marL="609600" indent="-609600" eaLnBrk="1" hangingPunct="1">
              <a:buFontTx/>
              <a:buNone/>
            </a:pPr>
            <a:endParaRPr lang="en-US" altLang="en-US" sz="1800" b="1" dirty="0">
              <a:solidFill>
                <a:srgbClr val="FF0000"/>
              </a:solidFill>
            </a:endParaRPr>
          </a:p>
        </p:txBody>
      </p:sp>
      <p:sp>
        <p:nvSpPr>
          <p:cNvPr id="15363" name="Rectangle 3">
            <a:extLst>
              <a:ext uri="{FF2B5EF4-FFF2-40B4-BE49-F238E27FC236}">
                <a16:creationId xmlns:a16="http://schemas.microsoft.com/office/drawing/2014/main" id="{B72BFF30-49BB-420B-B0B5-C3353816139D}"/>
              </a:ext>
            </a:extLst>
          </p:cNvPr>
          <p:cNvSpPr>
            <a:spLocks noGrp="1" noChangeArrowheads="1"/>
          </p:cNvSpPr>
          <p:nvPr>
            <p:ph type="title"/>
          </p:nvPr>
        </p:nvSpPr>
        <p:spPr>
          <a:xfrm>
            <a:off x="38100" y="0"/>
            <a:ext cx="9067800" cy="914400"/>
          </a:xfrm>
          <a:solidFill>
            <a:srgbClr val="00B0F0"/>
          </a:solidFill>
        </p:spPr>
        <p:txBody>
          <a:bodyPr/>
          <a:lstStyle/>
          <a:p>
            <a:pPr eaLnBrk="1" hangingPunct="1"/>
            <a:r>
              <a:rPr lang="en-US" altLang="en-US" sz="2800" b="1" dirty="0">
                <a:latin typeface="Arial Black" panose="020B0A04020102020204" pitchFamily="34" charset="0"/>
              </a:rPr>
              <a:t>Health Profile of Raipur Upazila- 2021</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00D9D7C-63B0-4885-9C97-EF9BFDCA4EB0}"/>
              </a:ext>
            </a:extLst>
          </p:cNvPr>
          <p:cNvSpPr>
            <a:spLocks noGrp="1" noChangeArrowheads="1"/>
          </p:cNvSpPr>
          <p:nvPr>
            <p:ph type="body" idx="1"/>
          </p:nvPr>
        </p:nvSpPr>
        <p:spPr>
          <a:xfrm>
            <a:off x="381000" y="1524000"/>
            <a:ext cx="7848600" cy="4419600"/>
          </a:xfrm>
        </p:spPr>
        <p:txBody>
          <a:bodyPr/>
          <a:lstStyle/>
          <a:p>
            <a:pPr marL="609600" indent="-609600" eaLnBrk="1" hangingPunct="1">
              <a:lnSpc>
                <a:spcPct val="90000"/>
              </a:lnSpc>
              <a:buFontTx/>
              <a:buNone/>
            </a:pPr>
            <a:r>
              <a:rPr lang="en-US" altLang="en-US" sz="2400" b="1" dirty="0"/>
              <a:t>10. Mother Taken-ANC	:  98.70% (7545) ( 1st Visit)</a:t>
            </a:r>
          </a:p>
          <a:p>
            <a:pPr marL="609600" indent="-609600" eaLnBrk="1" hangingPunct="1">
              <a:lnSpc>
                <a:spcPct val="90000"/>
              </a:lnSpc>
              <a:buFont typeface="Wingdings" panose="05000000000000000000" pitchFamily="2" charset="2"/>
              <a:buNone/>
            </a:pPr>
            <a:r>
              <a:rPr lang="en-US" altLang="en-US" sz="2400" b="1" dirty="0"/>
              <a:t>11. Hospital Delivery Rate 	: 49.33% (3749)</a:t>
            </a:r>
          </a:p>
          <a:p>
            <a:pPr marL="609600" indent="-609600" eaLnBrk="1" hangingPunct="1">
              <a:lnSpc>
                <a:spcPct val="90000"/>
              </a:lnSpc>
              <a:buFont typeface="Wingdings" panose="05000000000000000000" pitchFamily="2" charset="2"/>
              <a:buNone/>
            </a:pPr>
            <a:r>
              <a:rPr lang="en-US" altLang="en-US" sz="2400" b="1" dirty="0"/>
              <a:t>12. Total C. Section rate 	:  46.5% (441) -UHC</a:t>
            </a:r>
          </a:p>
          <a:p>
            <a:pPr marL="609600" indent="-609600" eaLnBrk="1" hangingPunct="1">
              <a:lnSpc>
                <a:spcPct val="90000"/>
              </a:lnSpc>
              <a:buFont typeface="Wingdings" panose="05000000000000000000" pitchFamily="2" charset="2"/>
              <a:buNone/>
            </a:pPr>
            <a:r>
              <a:rPr lang="en-US" altLang="en-US" sz="2400" b="1" dirty="0"/>
              <a:t>13. No. of Hospital bed	: 50</a:t>
            </a:r>
          </a:p>
          <a:p>
            <a:pPr marL="609600" indent="-609600" eaLnBrk="1" hangingPunct="1">
              <a:lnSpc>
                <a:spcPct val="90000"/>
              </a:lnSpc>
              <a:buFontTx/>
              <a:buNone/>
            </a:pPr>
            <a:r>
              <a:rPr lang="en-US" altLang="en-US" sz="2400" b="1" dirty="0"/>
              <a:t>14. Bed Occupancy Rate 	: 104%</a:t>
            </a:r>
          </a:p>
          <a:p>
            <a:pPr marL="609600" indent="-609600" eaLnBrk="1" hangingPunct="1">
              <a:lnSpc>
                <a:spcPct val="90000"/>
              </a:lnSpc>
              <a:buFontTx/>
              <a:buNone/>
            </a:pPr>
            <a:r>
              <a:rPr lang="en-US" altLang="en-US" sz="2400" b="1" dirty="0"/>
              <a:t>15. Maternal Mortality Ratio	: 13.16/ 100000 live Birth (1)</a:t>
            </a:r>
          </a:p>
          <a:p>
            <a:pPr marL="609600" indent="-609600" eaLnBrk="1" hangingPunct="1">
              <a:lnSpc>
                <a:spcPct val="90000"/>
              </a:lnSpc>
              <a:buFontTx/>
              <a:buNone/>
            </a:pPr>
            <a:r>
              <a:rPr lang="en-US" altLang="en-US" sz="2400" b="1" dirty="0"/>
              <a:t>16. Neonatal Mortality Rate	: 1.71/ 1000 live birth (13)</a:t>
            </a:r>
          </a:p>
          <a:p>
            <a:pPr marL="609600" indent="-609600" eaLnBrk="1" hangingPunct="1">
              <a:lnSpc>
                <a:spcPct val="90000"/>
              </a:lnSpc>
              <a:buFontTx/>
              <a:buNone/>
            </a:pPr>
            <a:r>
              <a:rPr lang="en-US" altLang="en-US" sz="2400" b="1" dirty="0"/>
              <a:t>17. Infant Mortality Rate   	: 3.42/1000 live birth (26)</a:t>
            </a:r>
          </a:p>
          <a:p>
            <a:pPr marL="609600" indent="-609600" eaLnBrk="1" hangingPunct="1">
              <a:lnSpc>
                <a:spcPct val="90000"/>
              </a:lnSpc>
              <a:buFontTx/>
              <a:buNone/>
            </a:pPr>
            <a:r>
              <a:rPr lang="en-US" altLang="en-US" sz="2400" b="1" dirty="0"/>
              <a:t>18. Under-5 Mortality Rate   	:  5.79/1000 live birth(44)</a:t>
            </a:r>
          </a:p>
        </p:txBody>
      </p:sp>
      <p:sp>
        <p:nvSpPr>
          <p:cNvPr id="2" name="Rectangle 3">
            <a:extLst>
              <a:ext uri="{FF2B5EF4-FFF2-40B4-BE49-F238E27FC236}">
                <a16:creationId xmlns:a16="http://schemas.microsoft.com/office/drawing/2014/main" id="{B3580272-EE0D-B10A-3074-480C781BD9F7}"/>
              </a:ext>
            </a:extLst>
          </p:cNvPr>
          <p:cNvSpPr>
            <a:spLocks noGrp="1" noChangeArrowheads="1"/>
          </p:cNvSpPr>
          <p:nvPr>
            <p:ph type="title"/>
          </p:nvPr>
        </p:nvSpPr>
        <p:spPr>
          <a:xfrm>
            <a:off x="38100" y="0"/>
            <a:ext cx="9067800" cy="914400"/>
          </a:xfrm>
          <a:solidFill>
            <a:srgbClr val="00B0F0"/>
          </a:solidFill>
        </p:spPr>
        <p:txBody>
          <a:bodyPr/>
          <a:lstStyle/>
          <a:p>
            <a:pPr eaLnBrk="1" hangingPunct="1"/>
            <a:r>
              <a:rPr lang="en-US" altLang="en-US" sz="2800" b="1" dirty="0">
                <a:latin typeface="Arial Black" panose="020B0A04020102020204" pitchFamily="34" charset="0"/>
              </a:rPr>
              <a:t>Health Profile of Raipur Upazila- 2021 cont.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9067800" cy="914400"/>
          </a:xfrm>
          <a:solidFill>
            <a:srgbClr val="00B0F0"/>
          </a:solidFill>
        </p:spPr>
        <p:style>
          <a:lnRef idx="2">
            <a:schemeClr val="dk1"/>
          </a:lnRef>
          <a:fillRef idx="1">
            <a:schemeClr val="lt1"/>
          </a:fillRef>
          <a:effectRef idx="0">
            <a:schemeClr val="dk1"/>
          </a:effectRef>
          <a:fontRef idx="minor">
            <a:schemeClr val="dk1"/>
          </a:fontRef>
        </p:style>
        <p:txBody>
          <a:bodyPr/>
          <a:lstStyle/>
          <a:p>
            <a:r>
              <a:rPr lang="en-US" sz="3600" dirty="0">
                <a:ln w="0"/>
                <a:effectLst>
                  <a:outerShdw blurRad="38100" dist="19050" dir="2700000" algn="tl" rotWithShape="0">
                    <a:schemeClr val="dk1">
                      <a:alpha val="40000"/>
                    </a:schemeClr>
                  </a:outerShdw>
                </a:effectLst>
                <a:latin typeface="Berlin Sans FB Demi" panose="020E0802020502020306" pitchFamily="34" charset="0"/>
              </a:rPr>
              <a:t>Human </a:t>
            </a:r>
            <a:r>
              <a:rPr lang="en-US" sz="3600" dirty="0" err="1">
                <a:ln w="0"/>
                <a:effectLst>
                  <a:outerShdw blurRad="38100" dist="19050" dir="2700000" algn="tl" rotWithShape="0">
                    <a:schemeClr val="dk1">
                      <a:alpha val="40000"/>
                    </a:schemeClr>
                  </a:outerShdw>
                </a:effectLst>
                <a:latin typeface="Berlin Sans FB Demi" panose="020E0802020502020306" pitchFamily="34" charset="0"/>
              </a:rPr>
              <a:t>Resourse</a:t>
            </a:r>
            <a:r>
              <a:rPr lang="en-US" sz="3600" dirty="0">
                <a:ln w="0"/>
                <a:effectLst>
                  <a:outerShdw blurRad="38100" dist="19050" dir="2700000" algn="tl" rotWithShape="0">
                    <a:schemeClr val="dk1">
                      <a:alpha val="40000"/>
                    </a:schemeClr>
                  </a:outerShdw>
                </a:effectLst>
                <a:latin typeface="Berlin Sans FB Demi" panose="020E0802020502020306" pitchFamily="34" charset="0"/>
              </a:rPr>
              <a:t> </a:t>
            </a:r>
          </a:p>
        </p:txBody>
      </p:sp>
      <p:sp>
        <p:nvSpPr>
          <p:cNvPr id="3" name="Content Placeholder 2"/>
          <p:cNvSpPr>
            <a:spLocks noGrp="1"/>
          </p:cNvSpPr>
          <p:nvPr>
            <p:ph idx="1"/>
          </p:nvPr>
        </p:nvSpPr>
        <p:spPr/>
        <p:txBody>
          <a:bodyPr/>
          <a:lstStyle/>
          <a:p>
            <a:pPr eaLnBrk="1" hangingPunct="1">
              <a:buFont typeface="Wingdings" panose="05000000000000000000" pitchFamily="2" charset="2"/>
              <a:buChar char="q"/>
            </a:pPr>
            <a:r>
              <a:rPr lang="en-US" altLang="en-US" sz="1800" b="1" dirty="0"/>
              <a:t>Doctor	 :22</a:t>
            </a:r>
          </a:p>
          <a:p>
            <a:pPr eaLnBrk="1" hangingPunct="1">
              <a:buFont typeface="Wingdings" panose="05000000000000000000" pitchFamily="2" charset="2"/>
              <a:buChar char="q"/>
            </a:pPr>
            <a:r>
              <a:rPr lang="en-US" altLang="en-US" sz="1800" b="1" dirty="0"/>
              <a:t>Nurse                   :22</a:t>
            </a:r>
          </a:p>
          <a:p>
            <a:pPr eaLnBrk="1" hangingPunct="1">
              <a:buFont typeface="Wingdings" panose="05000000000000000000" pitchFamily="2" charset="2"/>
              <a:buChar char="q"/>
            </a:pPr>
            <a:r>
              <a:rPr lang="en-US" altLang="en-US" sz="1800" b="1" dirty="0"/>
              <a:t>HA,AHI,HI               :37</a:t>
            </a:r>
          </a:p>
          <a:p>
            <a:pPr eaLnBrk="1" hangingPunct="1">
              <a:buFont typeface="Wingdings" panose="05000000000000000000" pitchFamily="2" charset="2"/>
              <a:buChar char="q"/>
            </a:pPr>
            <a:r>
              <a:rPr lang="en-US" altLang="en-US" sz="1800" b="1" dirty="0"/>
              <a:t>SBA                   	 :25( 4HA+ 21 FWA )</a:t>
            </a:r>
          </a:p>
          <a:p>
            <a:pPr eaLnBrk="1" hangingPunct="1">
              <a:buFont typeface="Wingdings" panose="05000000000000000000" pitchFamily="2" charset="2"/>
              <a:buChar char="q"/>
            </a:pPr>
            <a:r>
              <a:rPr lang="en-US" altLang="en-US" sz="1800" b="1" dirty="0"/>
              <a:t>Security guard       : 01</a:t>
            </a:r>
          </a:p>
          <a:p>
            <a:pPr eaLnBrk="1" hangingPunct="1">
              <a:buFont typeface="Wingdings" panose="05000000000000000000" pitchFamily="2" charset="2"/>
              <a:buChar char="q"/>
            </a:pPr>
            <a:r>
              <a:rPr lang="en-US" altLang="en-US" sz="1800" b="1" dirty="0"/>
              <a:t>Cleaner                    :03 </a:t>
            </a:r>
          </a:p>
          <a:p>
            <a:pPr eaLnBrk="1" hangingPunct="1">
              <a:buFont typeface="Wingdings" panose="05000000000000000000" pitchFamily="2" charset="2"/>
              <a:buChar char="q"/>
            </a:pPr>
            <a:r>
              <a:rPr lang="en-US" altLang="en-US" sz="1800" b="1" dirty="0"/>
              <a:t>MLSS                        :01</a:t>
            </a:r>
          </a:p>
          <a:p>
            <a:pPr eaLnBrk="1" hangingPunct="1">
              <a:buFont typeface="Wingdings" panose="05000000000000000000" pitchFamily="2" charset="2"/>
              <a:buChar char="q"/>
            </a:pPr>
            <a:r>
              <a:rPr lang="en-US" altLang="en-US" sz="1800" b="1" dirty="0"/>
              <a:t>Lab attendant         :01 </a:t>
            </a:r>
          </a:p>
          <a:p>
            <a:pPr eaLnBrk="1" hangingPunct="1">
              <a:buFont typeface="Wingdings" panose="05000000000000000000" pitchFamily="2" charset="2"/>
              <a:buChar char="q"/>
            </a:pPr>
            <a:r>
              <a:rPr lang="en-US" altLang="en-US" sz="1800" b="1" dirty="0" err="1"/>
              <a:t>Em</a:t>
            </a:r>
            <a:r>
              <a:rPr lang="en-US" altLang="en-US" sz="1800" b="1" dirty="0"/>
              <a:t>. attendant         :01 </a:t>
            </a:r>
          </a:p>
          <a:p>
            <a:pPr eaLnBrk="1" hangingPunct="1">
              <a:buFont typeface="Wingdings" panose="05000000000000000000" pitchFamily="2" charset="2"/>
              <a:buChar char="q"/>
            </a:pPr>
            <a:r>
              <a:rPr lang="en-US" altLang="en-US" sz="1800" b="1" dirty="0"/>
              <a:t>OT boy                      :01</a:t>
            </a:r>
          </a:p>
          <a:p>
            <a:pPr eaLnBrk="1" hangingPunct="1">
              <a:buFont typeface="Wingdings" panose="05000000000000000000" pitchFamily="2" charset="2"/>
              <a:buChar char="q"/>
            </a:pPr>
            <a:r>
              <a:rPr lang="en-US" altLang="en-US" sz="1800" b="1" dirty="0" err="1"/>
              <a:t>Aya</a:t>
            </a:r>
            <a:r>
              <a:rPr lang="en-US" altLang="en-US" sz="1800" b="1" dirty="0"/>
              <a:t>                            :01</a:t>
            </a:r>
          </a:p>
          <a:p>
            <a:pPr eaLnBrk="1" hangingPunct="1">
              <a:buFont typeface="Wingdings" panose="05000000000000000000" pitchFamily="2" charset="2"/>
              <a:buChar char="q"/>
            </a:pPr>
            <a:r>
              <a:rPr lang="en-US" altLang="en-US" sz="1800" b="1" dirty="0"/>
              <a:t>Mali                           01 </a:t>
            </a:r>
          </a:p>
          <a:p>
            <a:pPr defTabSz="950913" eaLnBrk="1" hangingPunct="1">
              <a:buFont typeface="Wingdings" panose="05000000000000000000" pitchFamily="2" charset="2"/>
              <a:buChar char="q"/>
            </a:pPr>
            <a:r>
              <a:rPr lang="en-US" altLang="en-US" sz="1800" b="1" dirty="0"/>
              <a:t>Outsourcing            :04 </a:t>
            </a:r>
          </a:p>
          <a:p>
            <a:endParaRPr lang="en-US" dirty="0"/>
          </a:p>
        </p:txBody>
      </p:sp>
    </p:spTree>
    <p:extLst>
      <p:ext uri="{BB962C8B-B14F-4D97-AF65-F5344CB8AC3E}">
        <p14:creationId xmlns:p14="http://schemas.microsoft.com/office/powerpoint/2010/main" val="3274461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457200" y="274638"/>
            <a:ext cx="8229600" cy="1016000"/>
          </a:xfrm>
          <a:solidFill>
            <a:schemeClr val="accent5">
              <a:lumMod val="40000"/>
              <a:lumOff val="60000"/>
            </a:schemeClr>
          </a:solidFill>
        </p:spPr>
        <p:txBody>
          <a:bodyPr/>
          <a:lstStyle/>
          <a:p>
            <a:r>
              <a:rPr lang="en-US" sz="3600" b="1" dirty="0"/>
              <a:t>A Sub-district level Hospital with a Vision</a:t>
            </a:r>
          </a:p>
        </p:txBody>
      </p:sp>
      <p:sp>
        <p:nvSpPr>
          <p:cNvPr id="5" name="Oval 3"/>
          <p:cNvSpPr>
            <a:spLocks noChangeArrowheads="1"/>
          </p:cNvSpPr>
          <p:nvPr/>
        </p:nvSpPr>
        <p:spPr bwMode="auto">
          <a:xfrm>
            <a:off x="4281487" y="2019300"/>
            <a:ext cx="3124200" cy="1295400"/>
          </a:xfrm>
          <a:prstGeom prst="ellipse">
            <a:avLst/>
          </a:prstGeom>
          <a:solidFill>
            <a:schemeClr val="accent5">
              <a:lumMod val="40000"/>
              <a:lumOff val="60000"/>
            </a:schemeClr>
          </a:solidFill>
          <a:ln w="9525">
            <a:solidFill>
              <a:schemeClr val="tx1"/>
            </a:solidFill>
            <a:round/>
            <a:headEnd/>
            <a:tailEnd/>
          </a:ln>
          <a:effectLst/>
        </p:spPr>
        <p:txBody>
          <a:bodyPr wrap="none" anchor="ctr"/>
          <a:lstStyle/>
          <a:p>
            <a:pPr algn="ctr" eaLnBrk="0" hangingPunct="0"/>
            <a:endParaRPr lang="en-US" sz="1600" b="1" dirty="0">
              <a:solidFill>
                <a:srgbClr val="FF0066"/>
              </a:solidFill>
            </a:endParaRPr>
          </a:p>
          <a:p>
            <a:pPr algn="ctr" eaLnBrk="0" hangingPunct="0"/>
            <a:r>
              <a:rPr lang="en-US" sz="1600" b="1" dirty="0"/>
              <a:t>Maximum utilization of Govt.</a:t>
            </a:r>
          </a:p>
          <a:p>
            <a:pPr algn="ctr" eaLnBrk="0" hangingPunct="0"/>
            <a:r>
              <a:rPr lang="en-US" sz="1600" b="1" dirty="0"/>
              <a:t>resources with </a:t>
            </a:r>
          </a:p>
          <a:p>
            <a:pPr algn="ctr" eaLnBrk="0" hangingPunct="0"/>
            <a:r>
              <a:rPr lang="en-US" sz="1600" b="1" dirty="0"/>
              <a:t>honesty and sincerity</a:t>
            </a:r>
          </a:p>
          <a:p>
            <a:pPr algn="ctr" eaLnBrk="0" hangingPunct="0"/>
            <a:endParaRPr lang="en-US" sz="1600" b="1" dirty="0"/>
          </a:p>
        </p:txBody>
      </p:sp>
      <p:sp>
        <p:nvSpPr>
          <p:cNvPr id="6" name="Oval 4"/>
          <p:cNvSpPr>
            <a:spLocks noChangeArrowheads="1"/>
          </p:cNvSpPr>
          <p:nvPr/>
        </p:nvSpPr>
        <p:spPr bwMode="auto">
          <a:xfrm>
            <a:off x="4281487" y="5105400"/>
            <a:ext cx="3200400" cy="1219200"/>
          </a:xfrm>
          <a:prstGeom prst="ellipse">
            <a:avLst/>
          </a:prstGeom>
          <a:solidFill>
            <a:schemeClr val="accent5">
              <a:lumMod val="40000"/>
              <a:lumOff val="60000"/>
            </a:schemeClr>
          </a:solidFill>
          <a:ln w="9525">
            <a:solidFill>
              <a:schemeClr val="tx1"/>
            </a:solidFill>
            <a:round/>
            <a:headEnd/>
            <a:tailEnd/>
          </a:ln>
          <a:effectLst/>
        </p:spPr>
        <p:txBody>
          <a:bodyPr wrap="none" anchor="ctr"/>
          <a:lstStyle/>
          <a:p>
            <a:pPr algn="ctr" eaLnBrk="0" hangingPunct="0"/>
            <a:r>
              <a:rPr lang="en-US" sz="1600" b="1" dirty="0"/>
              <a:t>Providing Effective and </a:t>
            </a:r>
          </a:p>
          <a:p>
            <a:pPr algn="ctr" eaLnBrk="0" hangingPunct="0"/>
            <a:r>
              <a:rPr lang="en-US" sz="1600" b="1" dirty="0"/>
              <a:t>prompt services </a:t>
            </a:r>
          </a:p>
          <a:p>
            <a:pPr algn="ctr" eaLnBrk="0" hangingPunct="0"/>
            <a:r>
              <a:rPr lang="en-US" sz="1600" b="1" dirty="0"/>
              <a:t>through improved </a:t>
            </a:r>
          </a:p>
          <a:p>
            <a:pPr algn="ctr" eaLnBrk="0" hangingPunct="0"/>
            <a:r>
              <a:rPr lang="en-US" sz="1600" b="1" dirty="0"/>
              <a:t>management system</a:t>
            </a:r>
          </a:p>
        </p:txBody>
      </p:sp>
      <p:sp>
        <p:nvSpPr>
          <p:cNvPr id="8" name="AutoShape 6"/>
          <p:cNvSpPr>
            <a:spLocks noChangeArrowheads="1"/>
          </p:cNvSpPr>
          <p:nvPr/>
        </p:nvSpPr>
        <p:spPr bwMode="auto">
          <a:xfrm>
            <a:off x="1447800" y="2438400"/>
            <a:ext cx="2514600" cy="457200"/>
          </a:xfrm>
          <a:prstGeom prst="notchedRightArrow">
            <a:avLst>
              <a:gd name="adj1" fmla="val 50000"/>
              <a:gd name="adj2" fmla="val 137500"/>
            </a:avLst>
          </a:prstGeom>
          <a:solidFill>
            <a:schemeClr val="accent5">
              <a:lumMod val="40000"/>
              <a:lumOff val="60000"/>
            </a:schemeClr>
          </a:solidFill>
          <a:ln w="9525">
            <a:solidFill>
              <a:schemeClr val="tx1"/>
            </a:solidFill>
            <a:miter lim="800000"/>
            <a:headEnd/>
            <a:tailEnd/>
          </a:ln>
          <a:effectLst/>
        </p:spPr>
        <p:txBody>
          <a:bodyPr wrap="none" anchor="ctr"/>
          <a:lstStyle/>
          <a:p>
            <a:endParaRPr lang="en-GB"/>
          </a:p>
        </p:txBody>
      </p:sp>
      <p:sp>
        <p:nvSpPr>
          <p:cNvPr id="9" name="AutoShape 7"/>
          <p:cNvSpPr>
            <a:spLocks noChangeArrowheads="1"/>
          </p:cNvSpPr>
          <p:nvPr/>
        </p:nvSpPr>
        <p:spPr bwMode="auto">
          <a:xfrm>
            <a:off x="1343025" y="5486400"/>
            <a:ext cx="2438400" cy="457200"/>
          </a:xfrm>
          <a:prstGeom prst="notchedRightArrow">
            <a:avLst>
              <a:gd name="adj1" fmla="val 50000"/>
              <a:gd name="adj2" fmla="val 133333"/>
            </a:avLst>
          </a:prstGeom>
          <a:solidFill>
            <a:schemeClr val="accent5">
              <a:lumMod val="40000"/>
              <a:lumOff val="60000"/>
            </a:schemeClr>
          </a:solidFill>
          <a:ln w="9525">
            <a:solidFill>
              <a:schemeClr val="tx1"/>
            </a:solidFill>
            <a:miter lim="800000"/>
            <a:headEnd/>
            <a:tailEnd/>
          </a:ln>
          <a:effectLst/>
        </p:spPr>
        <p:txBody>
          <a:bodyPr wrap="none" anchor="ctr"/>
          <a:lstStyle/>
          <a:p>
            <a:endParaRPr lang="en-GB"/>
          </a:p>
        </p:txBody>
      </p:sp>
      <p:sp>
        <p:nvSpPr>
          <p:cNvPr id="11" name="Oval 9"/>
          <p:cNvSpPr>
            <a:spLocks noChangeArrowheads="1"/>
          </p:cNvSpPr>
          <p:nvPr/>
        </p:nvSpPr>
        <p:spPr bwMode="auto">
          <a:xfrm>
            <a:off x="4281487" y="3619500"/>
            <a:ext cx="3200400" cy="1219200"/>
          </a:xfrm>
          <a:prstGeom prst="ellipse">
            <a:avLst/>
          </a:prstGeom>
          <a:solidFill>
            <a:schemeClr val="accent5">
              <a:lumMod val="40000"/>
              <a:lumOff val="60000"/>
            </a:schemeClr>
          </a:solidFill>
          <a:ln w="9525">
            <a:solidFill>
              <a:schemeClr val="tx1"/>
            </a:solidFill>
            <a:round/>
            <a:headEnd/>
            <a:tailEnd/>
          </a:ln>
          <a:effectLst/>
        </p:spPr>
        <p:txBody>
          <a:bodyPr wrap="none" anchor="ctr"/>
          <a:lstStyle/>
          <a:p>
            <a:pPr algn="ctr" eaLnBrk="0" hangingPunct="0"/>
            <a:r>
              <a:rPr lang="en-US" sz="1600" b="1" dirty="0"/>
              <a:t>Integrated approach of </a:t>
            </a:r>
          </a:p>
          <a:p>
            <a:pPr algn="ctr" eaLnBrk="0" hangingPunct="0"/>
            <a:r>
              <a:rPr lang="en-US" sz="1600" b="1" dirty="0"/>
              <a:t>Administration, Community</a:t>
            </a:r>
          </a:p>
          <a:p>
            <a:pPr algn="ctr" eaLnBrk="0" hangingPunct="0"/>
            <a:r>
              <a:rPr lang="en-US" sz="1600" b="1" dirty="0"/>
              <a:t>Leaders &amp; Health </a:t>
            </a:r>
          </a:p>
          <a:p>
            <a:pPr algn="ctr" eaLnBrk="0" hangingPunct="0"/>
            <a:r>
              <a:rPr lang="en-US" sz="1600" b="1" dirty="0"/>
              <a:t>Management</a:t>
            </a:r>
          </a:p>
        </p:txBody>
      </p:sp>
      <p:sp>
        <p:nvSpPr>
          <p:cNvPr id="12" name="AutoShape 10"/>
          <p:cNvSpPr>
            <a:spLocks noChangeArrowheads="1"/>
          </p:cNvSpPr>
          <p:nvPr/>
        </p:nvSpPr>
        <p:spPr bwMode="auto">
          <a:xfrm>
            <a:off x="1328737" y="4000500"/>
            <a:ext cx="2438400" cy="457200"/>
          </a:xfrm>
          <a:prstGeom prst="notchedRightArrow">
            <a:avLst>
              <a:gd name="adj1" fmla="val 50000"/>
              <a:gd name="adj2" fmla="val 133333"/>
            </a:avLst>
          </a:prstGeom>
          <a:solidFill>
            <a:schemeClr val="accent5">
              <a:lumMod val="40000"/>
              <a:lumOff val="60000"/>
            </a:schemeClr>
          </a:solidFill>
          <a:ln w="9525">
            <a:solidFill>
              <a:schemeClr val="tx1"/>
            </a:solidFill>
            <a:miter lim="800000"/>
            <a:headEnd/>
            <a:tailEnd/>
          </a:ln>
          <a:effectLst/>
        </p:spPr>
        <p:txBody>
          <a:bodyPr wrap="none" anchor="ctr"/>
          <a:lstStyle/>
          <a:p>
            <a:pPr algn="ctr" eaLnBrk="0" hangingPunct="0"/>
            <a:endParaRPr lang="en-US"/>
          </a:p>
        </p:txBody>
      </p:sp>
    </p:spTree>
    <p:extLst>
      <p:ext uri="{BB962C8B-B14F-4D97-AF65-F5344CB8AC3E}">
        <p14:creationId xmlns:p14="http://schemas.microsoft.com/office/powerpoint/2010/main" val="405819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274638"/>
            <a:ext cx="8229600" cy="866775"/>
          </a:xfrm>
          <a:solidFill>
            <a:schemeClr val="accent1"/>
          </a:solidFill>
        </p:spPr>
        <p:txBody>
          <a:bodyPr/>
          <a:lstStyle/>
          <a:p>
            <a:pPr eaLnBrk="1" hangingPunct="1"/>
            <a:r>
              <a:rPr lang="en-US" sz="3200" b="1" dirty="0"/>
              <a:t>Background History of Raipur UHC</a:t>
            </a:r>
          </a:p>
        </p:txBody>
      </p:sp>
      <p:sp>
        <p:nvSpPr>
          <p:cNvPr id="7171" name="Rectangle 3"/>
          <p:cNvSpPr>
            <a:spLocks noGrp="1" noChangeArrowheads="1"/>
          </p:cNvSpPr>
          <p:nvPr>
            <p:ph type="body" idx="1"/>
          </p:nvPr>
        </p:nvSpPr>
        <p:spPr>
          <a:xfrm>
            <a:off x="457200" y="1177806"/>
            <a:ext cx="8534400" cy="5527793"/>
          </a:xfrm>
        </p:spPr>
        <p:txBody>
          <a:bodyPr/>
          <a:lstStyle/>
          <a:p>
            <a:pPr eaLnBrk="1" hangingPunct="1">
              <a:lnSpc>
                <a:spcPct val="80000"/>
              </a:lnSpc>
              <a:buClr>
                <a:schemeClr val="tx1"/>
              </a:buClr>
            </a:pPr>
            <a:endParaRPr lang="en-US" sz="2400" b="1" dirty="0">
              <a:latin typeface="Times New Roman" panose="02020603050405020304" pitchFamily="18" charset="0"/>
              <a:cs typeface="Times New Roman" panose="02020603050405020304" pitchFamily="18" charset="0"/>
            </a:endParaRPr>
          </a:p>
          <a:p>
            <a:pPr eaLnBrk="1" hangingPunct="1">
              <a:lnSpc>
                <a:spcPct val="80000"/>
              </a:lnSpc>
              <a:buClr>
                <a:schemeClr val="tx1"/>
              </a:buClr>
            </a:pPr>
            <a:endParaRPr lang="en-US" sz="2400" b="1" dirty="0">
              <a:latin typeface="Times New Roman" panose="02020603050405020304" pitchFamily="18" charset="0"/>
              <a:cs typeface="Times New Roman" panose="02020603050405020304" pitchFamily="18" charset="0"/>
            </a:endParaRPr>
          </a:p>
          <a:p>
            <a:pPr eaLnBrk="1" hangingPunct="1">
              <a:lnSpc>
                <a:spcPct val="80000"/>
              </a:lnSpc>
              <a:buClr>
                <a:schemeClr val="tx1"/>
              </a:buClr>
            </a:pPr>
            <a:r>
              <a:rPr lang="en-US" sz="2800" b="1" dirty="0">
                <a:latin typeface="Times New Roman" panose="02020603050405020304" pitchFamily="18" charset="0"/>
                <a:cs typeface="Times New Roman" panose="02020603050405020304" pitchFamily="18" charset="0"/>
              </a:rPr>
              <a:t>The hospital started as 31 bedded THC in 1978.</a:t>
            </a:r>
          </a:p>
          <a:p>
            <a:pPr eaLnBrk="1" hangingPunct="1">
              <a:lnSpc>
                <a:spcPct val="80000"/>
              </a:lnSpc>
              <a:buClr>
                <a:schemeClr val="tx1"/>
              </a:buClr>
            </a:pPr>
            <a:r>
              <a:rPr lang="en-US" sz="2800" b="1" dirty="0">
                <a:latin typeface="Times New Roman" panose="02020603050405020304" pitchFamily="18" charset="0"/>
                <a:cs typeface="Times New Roman" panose="02020603050405020304" pitchFamily="18" charset="0"/>
              </a:rPr>
              <a:t>THC upgraded to UHC in 1982. </a:t>
            </a:r>
          </a:p>
          <a:p>
            <a:pPr eaLnBrk="1" hangingPunct="1">
              <a:lnSpc>
                <a:spcPct val="80000"/>
              </a:lnSpc>
              <a:buClr>
                <a:schemeClr val="tx1"/>
              </a:buClr>
            </a:pPr>
            <a:r>
              <a:rPr lang="en-US" sz="2800" b="1" dirty="0">
                <a:latin typeface="Times New Roman" panose="02020603050405020304" pitchFamily="18" charset="0"/>
                <a:cs typeface="Times New Roman" panose="02020603050405020304" pitchFamily="18" charset="0"/>
              </a:rPr>
              <a:t>From Dec. 1999 Reproductive Health Department of DGHS and UNICEF gave logistic supports and human resource.</a:t>
            </a:r>
          </a:p>
          <a:p>
            <a:pPr eaLnBrk="1" hangingPunct="1">
              <a:lnSpc>
                <a:spcPct val="80000"/>
              </a:lnSpc>
              <a:buClr>
                <a:schemeClr val="tx1"/>
              </a:buClr>
              <a:buFontTx/>
              <a:buNone/>
            </a:pPr>
            <a:endParaRPr lang="en-US" sz="2800" b="1" dirty="0">
              <a:latin typeface="Times New Roman" panose="02020603050405020304" pitchFamily="18" charset="0"/>
              <a:cs typeface="Times New Roman" panose="02020603050405020304" pitchFamily="18" charset="0"/>
            </a:endParaRPr>
          </a:p>
          <a:p>
            <a:pPr eaLnBrk="1" hangingPunct="1">
              <a:lnSpc>
                <a:spcPct val="80000"/>
              </a:lnSpc>
              <a:buClr>
                <a:schemeClr val="tx1"/>
              </a:buClr>
            </a:pPr>
            <a:r>
              <a:rPr lang="en-US" sz="2800" b="1" dirty="0">
                <a:latin typeface="Times New Roman" panose="02020603050405020304" pitchFamily="18" charset="0"/>
                <a:cs typeface="Times New Roman" panose="02020603050405020304" pitchFamily="18" charset="0"/>
              </a:rPr>
              <a:t>Form November 2000, started Comprehensive EOC program.</a:t>
            </a:r>
          </a:p>
          <a:p>
            <a:pPr eaLnBrk="1" hangingPunct="1">
              <a:lnSpc>
                <a:spcPct val="80000"/>
              </a:lnSpc>
              <a:buClr>
                <a:schemeClr val="tx1"/>
              </a:buClr>
            </a:pPr>
            <a:r>
              <a:rPr lang="en-US" sz="2800" b="1" dirty="0">
                <a:latin typeface="Times New Roman" panose="02020603050405020304" pitchFamily="18" charset="0"/>
                <a:cs typeface="Times New Roman" panose="02020603050405020304" pitchFamily="18" charset="0"/>
              </a:rPr>
              <a:t>Safe Blood Transfusion unit established in 2008.</a:t>
            </a:r>
          </a:p>
          <a:p>
            <a:pPr eaLnBrk="1" hangingPunct="1">
              <a:lnSpc>
                <a:spcPct val="80000"/>
              </a:lnSpc>
              <a:buClr>
                <a:schemeClr val="tx1"/>
              </a:buClr>
            </a:pPr>
            <a:endParaRPr lang="en-US" sz="2800" b="1" dirty="0">
              <a:latin typeface="Times New Roman" panose="02020603050405020304" pitchFamily="18" charset="0"/>
              <a:cs typeface="Times New Roman" panose="02020603050405020304" pitchFamily="18" charset="0"/>
            </a:endParaRPr>
          </a:p>
          <a:p>
            <a:pPr eaLnBrk="1" hangingPunct="1">
              <a:lnSpc>
                <a:spcPct val="80000"/>
              </a:lnSpc>
              <a:buClr>
                <a:schemeClr val="tx1"/>
              </a:buClr>
            </a:pPr>
            <a:r>
              <a:rPr lang="en-US" sz="2800" b="1" dirty="0">
                <a:latin typeface="Times New Roman" panose="02020603050405020304" pitchFamily="18" charset="0"/>
                <a:cs typeface="Times New Roman" panose="02020603050405020304" pitchFamily="18" charset="0"/>
              </a:rPr>
              <a:t>Demand Side Financing (DSF) program started in 2008.    </a:t>
            </a:r>
          </a:p>
          <a:p>
            <a:pPr marL="0" indent="0" eaLnBrk="1" hangingPunct="1">
              <a:lnSpc>
                <a:spcPct val="80000"/>
              </a:lnSpc>
              <a:buClr>
                <a:schemeClr val="tx1"/>
              </a:buClr>
              <a:buNone/>
            </a:pPr>
            <a:endParaRPr lang="en-US" sz="2800" b="1" dirty="0">
              <a:latin typeface="Times New Roman" panose="02020603050405020304" pitchFamily="18" charset="0"/>
              <a:cs typeface="Times New Roman" panose="02020603050405020304" pitchFamily="18" charset="0"/>
            </a:endParaRPr>
          </a:p>
          <a:p>
            <a:pPr eaLnBrk="1" hangingPunct="1">
              <a:lnSpc>
                <a:spcPct val="80000"/>
              </a:lnSpc>
              <a:buClr>
                <a:schemeClr val="tx1"/>
              </a:buClr>
            </a:pPr>
            <a:r>
              <a:rPr lang="en-US" sz="2800" b="1" dirty="0">
                <a:latin typeface="Times New Roman" panose="02020603050405020304" pitchFamily="18" charset="0"/>
                <a:cs typeface="Times New Roman" panose="02020603050405020304" pitchFamily="18" charset="0"/>
              </a:rPr>
              <a:t>Hospital is upgraded to 50 bedded hospital  in 2008 </a:t>
            </a:r>
          </a:p>
          <a:p>
            <a:pPr eaLnBrk="1" hangingPunct="1">
              <a:lnSpc>
                <a:spcPct val="80000"/>
              </a:lnSpc>
              <a:buClr>
                <a:schemeClr val="tx1"/>
              </a:buClr>
            </a:pPr>
            <a:endParaRPr lang="en-US" sz="2800" b="1" dirty="0">
              <a:latin typeface="Times New Roman" panose="02020603050405020304" pitchFamily="18" charset="0"/>
              <a:cs typeface="Times New Roman" panose="02020603050405020304" pitchFamily="18" charset="0"/>
            </a:endParaRPr>
          </a:p>
          <a:p>
            <a:pPr marL="0" indent="0" eaLnBrk="1" hangingPunct="1">
              <a:lnSpc>
                <a:spcPct val="80000"/>
              </a:lnSpc>
              <a:buClr>
                <a:schemeClr val="tx1"/>
              </a:buClr>
              <a:buNone/>
            </a:pPr>
            <a:r>
              <a:rPr lang="en-US" sz="2800" b="1" dirty="0">
                <a:latin typeface="Times New Roman" panose="02020603050405020304" pitchFamily="18" charset="0"/>
                <a:cs typeface="Times New Roman" panose="02020603050405020304" pitchFamily="18" charset="0"/>
              </a:rPr>
              <a:t> </a:t>
            </a:r>
          </a:p>
          <a:p>
            <a:pPr eaLnBrk="1" hangingPunct="1">
              <a:lnSpc>
                <a:spcPct val="80000"/>
              </a:lnSpc>
              <a:buClr>
                <a:schemeClr val="tx1"/>
              </a:buClr>
            </a:pP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41852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13B2F-7F8C-7009-9105-E5B425AFFD78}"/>
              </a:ext>
            </a:extLst>
          </p:cNvPr>
          <p:cNvSpPr>
            <a:spLocks noGrp="1"/>
          </p:cNvSpPr>
          <p:nvPr>
            <p:ph idx="1"/>
          </p:nvPr>
        </p:nvSpPr>
        <p:spPr>
          <a:xfrm>
            <a:off x="152400" y="1600200"/>
            <a:ext cx="8991600" cy="5486400"/>
          </a:xfrm>
        </p:spPr>
        <p:txBody>
          <a:bodyPr/>
          <a:lstStyle/>
          <a:p>
            <a:pPr eaLnBrk="1" hangingPunct="1">
              <a:lnSpc>
                <a:spcPct val="80000"/>
              </a:lnSpc>
              <a:spcBef>
                <a:spcPts val="600"/>
              </a:spcBef>
              <a:spcAft>
                <a:spcPts val="1200"/>
              </a:spcAft>
              <a:buClr>
                <a:schemeClr val="tx1"/>
              </a:buClr>
            </a:pPr>
            <a:endParaRPr lang="en-US" sz="3200" b="1" dirty="0">
              <a:latin typeface="Times New Roman" panose="02020603050405020304" pitchFamily="18" charset="0"/>
              <a:cs typeface="Times New Roman" panose="02020603050405020304" pitchFamily="18" charset="0"/>
            </a:endParaRPr>
          </a:p>
          <a:p>
            <a:pPr eaLnBrk="1" hangingPunct="1">
              <a:lnSpc>
                <a:spcPct val="80000"/>
              </a:lnSpc>
              <a:spcBef>
                <a:spcPts val="600"/>
              </a:spcBef>
              <a:spcAft>
                <a:spcPts val="1200"/>
              </a:spcAft>
              <a:buClr>
                <a:schemeClr val="tx1"/>
              </a:buClr>
            </a:pPr>
            <a:endParaRPr lang="en-US" b="1" dirty="0">
              <a:latin typeface="Times New Roman" panose="02020603050405020304" pitchFamily="18" charset="0"/>
              <a:cs typeface="Times New Roman" panose="02020603050405020304" pitchFamily="18" charset="0"/>
            </a:endParaRPr>
          </a:p>
          <a:p>
            <a:pPr eaLnBrk="1" hangingPunct="1">
              <a:lnSpc>
                <a:spcPct val="80000"/>
              </a:lnSpc>
              <a:spcBef>
                <a:spcPts val="600"/>
              </a:spcBef>
              <a:spcAft>
                <a:spcPts val="1200"/>
              </a:spcAft>
              <a:buClr>
                <a:schemeClr val="tx1"/>
              </a:buClr>
            </a:pPr>
            <a:r>
              <a:rPr lang="en-US" sz="3200" b="1" dirty="0">
                <a:latin typeface="Times New Roman" panose="02020603050405020304" pitchFamily="18" charset="0"/>
                <a:cs typeface="Times New Roman" panose="02020603050405020304" pitchFamily="18" charset="0"/>
              </a:rPr>
              <a:t>The UHC was awarded the ‘Health Minister’s Award’’ for Community Health Services in Chittagong division in 2017.</a:t>
            </a:r>
          </a:p>
          <a:p>
            <a:pPr eaLnBrk="1" hangingPunct="1">
              <a:lnSpc>
                <a:spcPct val="80000"/>
              </a:lnSpc>
              <a:spcBef>
                <a:spcPts val="600"/>
              </a:spcBef>
              <a:spcAft>
                <a:spcPts val="1200"/>
              </a:spcAft>
              <a:buClr>
                <a:schemeClr val="tx1"/>
              </a:buClr>
            </a:pPr>
            <a:r>
              <a:rPr lang="en-US" sz="3200" b="1" dirty="0">
                <a:latin typeface="Times New Roman" panose="02020603050405020304" pitchFamily="18" charset="0"/>
                <a:cs typeface="Times New Roman" panose="02020603050405020304" pitchFamily="18" charset="0"/>
              </a:rPr>
              <a:t>NCD Corner started on 1</a:t>
            </a:r>
            <a:r>
              <a:rPr lang="en-US" sz="3200" b="1" baseline="30000" dirty="0">
                <a:latin typeface="Times New Roman" panose="02020603050405020304" pitchFamily="18" charset="0"/>
                <a:cs typeface="Times New Roman" panose="02020603050405020304" pitchFamily="18" charset="0"/>
              </a:rPr>
              <a:t>st</a:t>
            </a:r>
            <a:r>
              <a:rPr lang="en-US" sz="3200" b="1" dirty="0">
                <a:latin typeface="Times New Roman" panose="02020603050405020304" pitchFamily="18" charset="0"/>
                <a:cs typeface="Times New Roman" panose="02020603050405020304" pitchFamily="18" charset="0"/>
              </a:rPr>
              <a:t> January-2021</a:t>
            </a:r>
          </a:p>
          <a:p>
            <a:pPr eaLnBrk="1" hangingPunct="1">
              <a:lnSpc>
                <a:spcPct val="80000"/>
              </a:lnSpc>
              <a:spcBef>
                <a:spcPts val="600"/>
              </a:spcBef>
              <a:spcAft>
                <a:spcPts val="1200"/>
              </a:spcAft>
              <a:buClr>
                <a:schemeClr val="tx1"/>
              </a:buClr>
            </a:pPr>
            <a:r>
              <a:rPr lang="en-US" sz="3200" b="1" dirty="0">
                <a:latin typeface="Times New Roman" panose="02020603050405020304" pitchFamily="18" charset="0"/>
                <a:cs typeface="Times New Roman" panose="02020603050405020304" pitchFamily="18" charset="0"/>
              </a:rPr>
              <a:t>KMC and SAM corner started in January 2021.</a:t>
            </a:r>
          </a:p>
          <a:p>
            <a:pPr eaLnBrk="1" hangingPunct="1">
              <a:lnSpc>
                <a:spcPct val="80000"/>
              </a:lnSpc>
              <a:spcBef>
                <a:spcPts val="600"/>
              </a:spcBef>
              <a:spcAft>
                <a:spcPts val="1200"/>
              </a:spcAft>
              <a:buClr>
                <a:schemeClr val="tx1"/>
              </a:buClr>
            </a:pPr>
            <a:r>
              <a:rPr lang="en-US" sz="3200" b="1" dirty="0">
                <a:latin typeface="Times New Roman" panose="02020603050405020304" pitchFamily="18" charset="0"/>
                <a:cs typeface="Times New Roman" panose="02020603050405020304" pitchFamily="18" charset="0"/>
              </a:rPr>
              <a:t>Essential packages for ANC patients started in August 2021.   </a:t>
            </a:r>
          </a:p>
          <a:p>
            <a:pPr eaLnBrk="1" hangingPunct="1">
              <a:lnSpc>
                <a:spcPct val="80000"/>
              </a:lnSpc>
              <a:spcBef>
                <a:spcPts val="600"/>
              </a:spcBef>
              <a:spcAft>
                <a:spcPts val="1200"/>
              </a:spcAft>
              <a:buClr>
                <a:schemeClr val="tx1"/>
              </a:buClr>
            </a:pPr>
            <a:endParaRPr lang="en-US" sz="3200" b="1" dirty="0">
              <a:latin typeface="Times New Roman" panose="02020603050405020304" pitchFamily="18" charset="0"/>
              <a:cs typeface="Times New Roman" panose="02020603050405020304" pitchFamily="18" charset="0"/>
            </a:endParaRPr>
          </a:p>
          <a:p>
            <a:pPr marL="0" indent="0">
              <a:buNone/>
            </a:pPr>
            <a:endParaRPr lang="en-SG" dirty="0"/>
          </a:p>
        </p:txBody>
      </p:sp>
      <p:sp>
        <p:nvSpPr>
          <p:cNvPr id="4" name="Rectangle 2">
            <a:extLst>
              <a:ext uri="{FF2B5EF4-FFF2-40B4-BE49-F238E27FC236}">
                <a16:creationId xmlns:a16="http://schemas.microsoft.com/office/drawing/2014/main" id="{E1D584F1-13AA-80FD-9C0D-49A6A517C91F}"/>
              </a:ext>
            </a:extLst>
          </p:cNvPr>
          <p:cNvSpPr>
            <a:spLocks noGrp="1" noChangeArrowheads="1"/>
          </p:cNvSpPr>
          <p:nvPr>
            <p:ph type="title"/>
          </p:nvPr>
        </p:nvSpPr>
        <p:spPr>
          <a:xfrm>
            <a:off x="152400" y="76200"/>
            <a:ext cx="8991600" cy="1219200"/>
          </a:xfrm>
          <a:solidFill>
            <a:schemeClr val="accent1"/>
          </a:solidFill>
        </p:spPr>
        <p:txBody>
          <a:bodyPr/>
          <a:lstStyle/>
          <a:p>
            <a:pPr eaLnBrk="1" hangingPunct="1"/>
            <a:r>
              <a:rPr lang="en-US" sz="3200" b="1"/>
              <a:t>Contd.</a:t>
            </a:r>
          </a:p>
        </p:txBody>
      </p:sp>
    </p:spTree>
    <p:extLst>
      <p:ext uri="{BB962C8B-B14F-4D97-AF65-F5344CB8AC3E}">
        <p14:creationId xmlns:p14="http://schemas.microsoft.com/office/powerpoint/2010/main" val="2663851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77" name="Rectangle 57"/>
          <p:cNvSpPr>
            <a:spLocks noChangeArrowheads="1"/>
          </p:cNvSpPr>
          <p:nvPr/>
        </p:nvSpPr>
        <p:spPr bwMode="auto">
          <a:xfrm>
            <a:off x="0" y="714152"/>
            <a:ext cx="9144000" cy="609601"/>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Arial" charset="0"/>
                <a:ea typeface="+mn-ea"/>
                <a:cs typeface="Arial" charset="0"/>
              </a:rPr>
              <a:t>Bed Occupancy Rate from </a:t>
            </a:r>
            <a:r>
              <a:rPr lang="en-US" sz="2400" b="1" dirty="0">
                <a:solidFill>
                  <a:srgbClr val="FFFFFF"/>
                </a:solidFill>
                <a:effectLst>
                  <a:outerShdw blurRad="38100" dist="38100" dir="2700000" algn="tl">
                    <a:srgbClr val="C0C0C0"/>
                  </a:outerShdw>
                </a:effectLst>
              </a:rPr>
              <a:t>2018</a:t>
            </a:r>
            <a:r>
              <a:rPr kumimoji="0" lang="en-US" sz="24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Arial" charset="0"/>
                <a:ea typeface="+mn-ea"/>
                <a:cs typeface="Arial" charset="0"/>
              </a:rPr>
              <a:t> to 2022</a:t>
            </a:r>
          </a:p>
        </p:txBody>
      </p:sp>
      <p:sp>
        <p:nvSpPr>
          <p:cNvPr id="64544" name="Text Box 32"/>
          <p:cNvSpPr txBox="1">
            <a:spLocks noChangeArrowheads="1"/>
          </p:cNvSpPr>
          <p:nvPr/>
        </p:nvSpPr>
        <p:spPr bwMode="auto">
          <a:xfrm>
            <a:off x="0" y="1"/>
            <a:ext cx="9144000" cy="685800"/>
          </a:xfrm>
          <a:prstGeom prst="rect">
            <a:avLst/>
          </a:prstGeom>
          <a:solidFill>
            <a:srgbClr val="00B0F0"/>
          </a:solidFill>
          <a:ln>
            <a:solidFill>
              <a:schemeClr val="bg1"/>
            </a:solidFill>
          </a:ln>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43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Calibri" pitchFamily="34" charset="0"/>
                <a:ea typeface="+mn-ea"/>
                <a:cs typeface="Arial" charset="0"/>
              </a:rPr>
              <a:t>UHC</a:t>
            </a:r>
          </a:p>
        </p:txBody>
      </p:sp>
      <p:graphicFrame>
        <p:nvGraphicFramePr>
          <p:cNvPr id="3" name="Chart 2"/>
          <p:cNvGraphicFramePr/>
          <p:nvPr>
            <p:extLst>
              <p:ext uri="{D42A27DB-BD31-4B8C-83A1-F6EECF244321}">
                <p14:modId xmlns:p14="http://schemas.microsoft.com/office/powerpoint/2010/main" val="2962643330"/>
              </p:ext>
            </p:extLst>
          </p:nvPr>
        </p:nvGraphicFramePr>
        <p:xfrm>
          <a:off x="609600" y="1961707"/>
          <a:ext cx="7358856" cy="463996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8050871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7"/>
          <p:cNvSpPr>
            <a:spLocks noGrp="1" noChangeArrowheads="1"/>
          </p:cNvSpPr>
          <p:nvPr>
            <p:ph type="title"/>
          </p:nvPr>
        </p:nvSpPr>
        <p:spPr>
          <a:xfrm>
            <a:off x="0" y="816935"/>
            <a:ext cx="9144000" cy="630865"/>
          </a:xfrm>
          <a:ln>
            <a:headEnd/>
            <a:tailEnd/>
          </a:ln>
        </p:spPr>
        <p:style>
          <a:lnRef idx="1">
            <a:schemeClr val="accent2"/>
          </a:lnRef>
          <a:fillRef idx="3">
            <a:schemeClr val="accent2"/>
          </a:fillRef>
          <a:effectRef idx="2">
            <a:schemeClr val="accent2"/>
          </a:effectRef>
          <a:fontRef idx="minor">
            <a:schemeClr val="lt1"/>
          </a:fontRef>
        </p:style>
        <p:txBody>
          <a:bodyPr rtlCol="0">
            <a:normAutofit/>
          </a:bodyPr>
          <a:lstStyle/>
          <a:p>
            <a:pPr eaLnBrk="1" fontAlgn="auto" hangingPunct="1">
              <a:spcAft>
                <a:spcPts val="0"/>
              </a:spcAft>
              <a:defRPr/>
            </a:pPr>
            <a:r>
              <a:rPr lang="en-US" sz="2400" b="1" dirty="0">
                <a:solidFill>
                  <a:schemeClr val="bg1"/>
                </a:solidFill>
                <a:effectLst>
                  <a:outerShdw blurRad="38100" dist="38100" dir="2700000" algn="tl">
                    <a:srgbClr val="000000"/>
                  </a:outerShdw>
                </a:effectLst>
              </a:rPr>
              <a:t>Emergency, Indoor &amp; Out Door Service 2018 to 2022</a:t>
            </a:r>
          </a:p>
        </p:txBody>
      </p:sp>
      <p:sp>
        <p:nvSpPr>
          <p:cNvPr id="10" name="Title 1"/>
          <p:cNvSpPr txBox="1">
            <a:spLocks/>
          </p:cNvSpPr>
          <p:nvPr/>
        </p:nvSpPr>
        <p:spPr bwMode="auto">
          <a:xfrm>
            <a:off x="0" y="0"/>
            <a:ext cx="9144000" cy="816935"/>
          </a:xfrm>
          <a:prstGeom prst="rect">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xtLst>
            <a:ext uri="{91240B29-F687-4F45-9708-019B960494DF}">
              <a14:hiddenLine xmlns:a14="http://schemas.microsoft.com/office/drawing/2010/main" w="9525">
                <a:solidFill>
                  <a:srgbClr val="000000"/>
                </a:solidFill>
                <a:miter lim="800000"/>
                <a:headEnd/>
                <a:tailEnd/>
              </a14:hiddenLine>
            </a:ext>
          </a:extLst>
        </p:spPr>
        <p:txBody>
          <a:bodyPr anchor="ctr">
            <a:normAutofit fontScale="97500"/>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44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Calibri" pitchFamily="34" charset="0"/>
                <a:ea typeface="+mn-ea"/>
                <a:cs typeface="+mn-cs"/>
              </a:rPr>
              <a:t>UHC</a:t>
            </a:r>
          </a:p>
        </p:txBody>
      </p:sp>
      <p:graphicFrame>
        <p:nvGraphicFramePr>
          <p:cNvPr id="3" name="Chart 2"/>
          <p:cNvGraphicFramePr/>
          <p:nvPr>
            <p:extLst>
              <p:ext uri="{D42A27DB-BD31-4B8C-83A1-F6EECF244321}">
                <p14:modId xmlns:p14="http://schemas.microsoft.com/office/powerpoint/2010/main" val="3984973129"/>
              </p:ext>
            </p:extLst>
          </p:nvPr>
        </p:nvGraphicFramePr>
        <p:xfrm>
          <a:off x="0" y="1447800"/>
          <a:ext cx="9144000" cy="522413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554572"/>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2651" y="792754"/>
            <a:ext cx="8310349" cy="808038"/>
          </a:xfrm>
        </p:spPr>
        <p:style>
          <a:lnRef idx="1">
            <a:schemeClr val="accent2"/>
          </a:lnRef>
          <a:fillRef idx="3">
            <a:schemeClr val="accent2"/>
          </a:fillRef>
          <a:effectRef idx="2">
            <a:schemeClr val="accent2"/>
          </a:effectRef>
          <a:fontRef idx="minor">
            <a:schemeClr val="lt1"/>
          </a:fontRef>
        </p:style>
        <p:txBody>
          <a:bodyPr/>
          <a:lstStyle/>
          <a:p>
            <a:pPr>
              <a:defRPr/>
            </a:pPr>
            <a:br>
              <a:rPr lang="en-US" sz="2400" b="1" dirty="0">
                <a:solidFill>
                  <a:schemeClr val="bg1"/>
                </a:solidFill>
              </a:rPr>
            </a:br>
            <a:br>
              <a:rPr lang="en-US" sz="2400" b="1" dirty="0">
                <a:solidFill>
                  <a:schemeClr val="bg1"/>
                </a:solidFill>
              </a:rPr>
            </a:br>
            <a:r>
              <a:rPr lang="en-US" sz="2800" b="1" dirty="0">
                <a:solidFill>
                  <a:schemeClr val="bg1"/>
                </a:solidFill>
              </a:rPr>
              <a:t>Comparative data of revenue income (in Taka) from 2018 to 2022</a:t>
            </a:r>
            <a:br>
              <a:rPr lang="en-US" sz="4800" b="1" dirty="0"/>
            </a:br>
            <a:endParaRPr lang="en-US" sz="5400" b="1" dirty="0"/>
          </a:p>
        </p:txBody>
      </p:sp>
      <p:sp>
        <p:nvSpPr>
          <p:cNvPr id="6" name="Title 1"/>
          <p:cNvSpPr txBox="1">
            <a:spLocks/>
          </p:cNvSpPr>
          <p:nvPr/>
        </p:nvSpPr>
        <p:spPr bwMode="auto">
          <a:xfrm>
            <a:off x="452651" y="76200"/>
            <a:ext cx="8305800" cy="715962"/>
          </a:xfrm>
          <a:prstGeom prst="rect">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xtLst>
            <a:ext uri="{91240B29-F687-4F45-9708-019B960494DF}">
              <a14:hiddenLine xmlns:a14="http://schemas.microsoft.com/office/drawing/2010/main" w="9525">
                <a:solidFill>
                  <a:srgbClr val="000000"/>
                </a:solidFill>
                <a:miter lim="800000"/>
                <a:headEnd/>
                <a:tailEnd/>
              </a14:hiddenLine>
            </a:ext>
          </a:extLst>
        </p:spPr>
        <p:txBody>
          <a:bodyPr anchor="ctr">
            <a:normAutofit fontScale="97500"/>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44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Calibri" pitchFamily="34" charset="0"/>
                <a:ea typeface="+mn-ea"/>
                <a:cs typeface="+mn-cs"/>
              </a:rPr>
              <a:t>Raipur UHC</a:t>
            </a:r>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3316080146"/>
              </p:ext>
            </p:extLst>
          </p:nvPr>
        </p:nvGraphicFramePr>
        <p:xfrm>
          <a:off x="452651" y="1600792"/>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18268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solidFill>
            <a:schemeClr val="accent1"/>
          </a:solidFill>
        </p:spPr>
        <p:txBody>
          <a:bodyPr rtlCol="0">
            <a:normAutofit/>
          </a:bodyPr>
          <a:lstStyle/>
          <a:p>
            <a:pPr eaLnBrk="1" fontAlgn="auto" hangingPunct="1">
              <a:spcAft>
                <a:spcPts val="0"/>
              </a:spcAft>
              <a:defRPr/>
            </a:pPr>
            <a:r>
              <a:rPr lang="en-US" sz="4000" b="1" dirty="0">
                <a:solidFill>
                  <a:schemeClr val="accent6">
                    <a:lumMod val="20000"/>
                    <a:lumOff val="80000"/>
                  </a:schemeClr>
                </a:solidFill>
              </a:rPr>
              <a:t>Upazila Health  Complex</a:t>
            </a:r>
            <a:br>
              <a:rPr lang="en-US" sz="4000" b="1" dirty="0">
                <a:solidFill>
                  <a:schemeClr val="accent6">
                    <a:lumMod val="20000"/>
                    <a:lumOff val="80000"/>
                  </a:schemeClr>
                </a:solidFill>
              </a:rPr>
            </a:br>
            <a:r>
              <a:rPr lang="en-US" sz="2800" b="1" dirty="0" err="1">
                <a:solidFill>
                  <a:schemeClr val="accent6">
                    <a:lumMod val="20000"/>
                    <a:lumOff val="80000"/>
                  </a:schemeClr>
                </a:solidFill>
              </a:rPr>
              <a:t>Raipur,Lakshmipur</a:t>
            </a:r>
            <a:r>
              <a:rPr lang="en-US" sz="2800" b="1" dirty="0">
                <a:solidFill>
                  <a:schemeClr val="accent6">
                    <a:lumMod val="20000"/>
                    <a:lumOff val="80000"/>
                  </a:schemeClr>
                </a:solidFill>
              </a:rPr>
              <a:t>.</a:t>
            </a:r>
          </a:p>
        </p:txBody>
      </p:sp>
      <p:sp>
        <p:nvSpPr>
          <p:cNvPr id="31747" name="Rectangle 3"/>
          <p:cNvSpPr>
            <a:spLocks noGrp="1" noChangeArrowheads="1"/>
          </p:cNvSpPr>
          <p:nvPr>
            <p:ph type="body" sz="half" idx="1"/>
          </p:nvPr>
        </p:nvSpPr>
        <p:spPr/>
        <p:txBody>
          <a:bodyPr/>
          <a:lstStyle/>
          <a:p>
            <a:pPr algn="ctr" eaLnBrk="1" hangingPunct="1">
              <a:buFontTx/>
              <a:buNone/>
            </a:pPr>
            <a:endParaRPr lang="en-US" sz="2800" dirty="0"/>
          </a:p>
          <a:p>
            <a:pPr algn="ctr" eaLnBrk="1" hangingPunct="1">
              <a:buFontTx/>
              <a:buNone/>
            </a:pPr>
            <a:endParaRPr lang="en-US" sz="2800" dirty="0"/>
          </a:p>
        </p:txBody>
      </p:sp>
      <p:sp>
        <p:nvSpPr>
          <p:cNvPr id="82949" name="Rectangle 5"/>
          <p:cNvSpPr>
            <a:spLocks noChangeArrowheads="1"/>
          </p:cNvSpPr>
          <p:nvPr/>
        </p:nvSpPr>
        <p:spPr bwMode="auto">
          <a:xfrm>
            <a:off x="457200" y="1450440"/>
            <a:ext cx="8229600" cy="609600"/>
          </a:xfrm>
          <a:prstGeom prst="rect">
            <a:avLst/>
          </a:prstGeom>
          <a:solidFill>
            <a:srgbClr val="FFFF00"/>
          </a:solidFill>
          <a:ln w="9525">
            <a:solidFill>
              <a:schemeClr val="tx1"/>
            </a:solidFill>
            <a:miter lim="800000"/>
            <a:headEnd/>
            <a:tailEnd/>
          </a:ln>
          <a:effectLst/>
        </p:spPr>
        <p:txBody>
          <a:bodyPr anchor="ctr"/>
          <a:lstStyle/>
          <a:p>
            <a:pPr algn="ctr">
              <a:defRPr/>
            </a:pPr>
            <a:r>
              <a:rPr lang="en-US" sz="2400" dirty="0">
                <a:solidFill>
                  <a:srgbClr val="3333CC"/>
                </a:solidFill>
                <a:effectLst>
                  <a:outerShdw blurRad="38100" dist="38100" dir="2700000" algn="tl">
                    <a:srgbClr val="000000"/>
                  </a:outerShdw>
                </a:effectLst>
                <a:latin typeface="Arial" charset="0"/>
                <a:cs typeface="Arial" charset="0"/>
              </a:rPr>
              <a:t>EOC Activities: 2018-2022 (Total Hospital Delivery )</a:t>
            </a:r>
          </a:p>
        </p:txBody>
      </p:sp>
      <p:graphicFrame>
        <p:nvGraphicFramePr>
          <p:cNvPr id="9" name="Content Placeholder 8">
            <a:extLst>
              <a:ext uri="{FF2B5EF4-FFF2-40B4-BE49-F238E27FC236}">
                <a16:creationId xmlns:a16="http://schemas.microsoft.com/office/drawing/2014/main" id="{EA425CF3-DB75-9BA7-356C-EA4234C0C0FD}"/>
              </a:ext>
            </a:extLst>
          </p:cNvPr>
          <p:cNvGraphicFramePr>
            <a:graphicFrameLocks noGrp="1"/>
          </p:cNvGraphicFramePr>
          <p:nvPr>
            <p:ph sz="half" idx="2"/>
            <p:extLst>
              <p:ext uri="{D42A27DB-BD31-4B8C-83A1-F6EECF244321}">
                <p14:modId xmlns:p14="http://schemas.microsoft.com/office/powerpoint/2010/main" val="771302945"/>
              </p:ext>
            </p:extLst>
          </p:nvPr>
        </p:nvGraphicFramePr>
        <p:xfrm>
          <a:off x="533400" y="2060040"/>
          <a:ext cx="8153400" cy="406612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228600" y="0"/>
            <a:ext cx="8686800" cy="1143000"/>
          </a:xfrm>
          <a:solidFill>
            <a:schemeClr val="accent1"/>
          </a:solidFill>
        </p:spPr>
        <p:txBody>
          <a:bodyPr rtlCol="0">
            <a:normAutofit/>
          </a:bodyPr>
          <a:lstStyle/>
          <a:p>
            <a:pPr eaLnBrk="1" fontAlgn="auto" hangingPunct="1">
              <a:spcAft>
                <a:spcPts val="0"/>
              </a:spcAft>
              <a:defRPr/>
            </a:pPr>
            <a:r>
              <a:rPr lang="en-US" sz="4000" b="1" dirty="0">
                <a:solidFill>
                  <a:schemeClr val="accent6">
                    <a:lumMod val="20000"/>
                    <a:lumOff val="80000"/>
                  </a:schemeClr>
                </a:solidFill>
              </a:rPr>
              <a:t>Upazila Health  Complex</a:t>
            </a:r>
            <a:br>
              <a:rPr lang="en-US" sz="4000" b="1" dirty="0">
                <a:solidFill>
                  <a:schemeClr val="accent6">
                    <a:lumMod val="20000"/>
                    <a:lumOff val="80000"/>
                  </a:schemeClr>
                </a:solidFill>
              </a:rPr>
            </a:br>
            <a:r>
              <a:rPr lang="en-US" sz="2800" b="1" dirty="0" err="1">
                <a:solidFill>
                  <a:schemeClr val="accent6">
                    <a:lumMod val="20000"/>
                    <a:lumOff val="80000"/>
                  </a:schemeClr>
                </a:solidFill>
              </a:rPr>
              <a:t>Raipur,Lakshmipur</a:t>
            </a:r>
            <a:r>
              <a:rPr lang="en-US" sz="2800" b="1" dirty="0">
                <a:solidFill>
                  <a:schemeClr val="accent6">
                    <a:lumMod val="20000"/>
                    <a:lumOff val="80000"/>
                  </a:schemeClr>
                </a:solidFill>
              </a:rPr>
              <a:t>.</a:t>
            </a:r>
          </a:p>
        </p:txBody>
      </p:sp>
      <p:sp>
        <p:nvSpPr>
          <p:cNvPr id="6" name="Text Placeholder 5"/>
          <p:cNvSpPr>
            <a:spLocks noGrp="1" noChangeArrowheads="1"/>
          </p:cNvSpPr>
          <p:nvPr>
            <p:ph type="body" sz="half" idx="1"/>
          </p:nvPr>
        </p:nvSpPr>
        <p:spPr bwMode="auto">
          <a:xfrm>
            <a:off x="228600" y="1143000"/>
            <a:ext cx="8686800" cy="685800"/>
          </a:xfrm>
          <a:prstGeom prst="rect">
            <a:avLst/>
          </a:prstGeom>
          <a:solidFill>
            <a:srgbClr val="FFFF00"/>
          </a:solidFill>
          <a:ln w="9525">
            <a:solidFill>
              <a:schemeClr val="tx1"/>
            </a:solidFill>
            <a:miter lim="800000"/>
            <a:headEnd/>
            <a:tailEnd/>
          </a:ln>
          <a:effectLst/>
        </p:spPr>
        <p:txBody>
          <a:bodyPr anchor="ctr"/>
          <a:lstStyle/>
          <a:p>
            <a:pPr marL="0" indent="0" algn="ctr">
              <a:buNone/>
              <a:defRPr/>
            </a:pPr>
            <a:r>
              <a:rPr lang="en-US" sz="2400" dirty="0">
                <a:solidFill>
                  <a:srgbClr val="3333CC"/>
                </a:solidFill>
                <a:effectLst>
                  <a:outerShdw blurRad="38100" dist="38100" dir="2700000" algn="tl">
                    <a:srgbClr val="000000"/>
                  </a:outerShdw>
                </a:effectLst>
                <a:latin typeface="Arial" charset="0"/>
                <a:cs typeface="Arial" charset="0"/>
              </a:rPr>
              <a:t>EOC Activities: 2018-2021 (Normal Delivery )</a:t>
            </a:r>
          </a:p>
        </p:txBody>
      </p:sp>
      <p:graphicFrame>
        <p:nvGraphicFramePr>
          <p:cNvPr id="9" name="Chart 8">
            <a:extLst>
              <a:ext uri="{FF2B5EF4-FFF2-40B4-BE49-F238E27FC236}">
                <a16:creationId xmlns:a16="http://schemas.microsoft.com/office/drawing/2014/main" id="{27508C34-DDD7-06AB-6573-A302FEB7C1E3}"/>
              </a:ext>
            </a:extLst>
          </p:cNvPr>
          <p:cNvGraphicFramePr/>
          <p:nvPr>
            <p:extLst>
              <p:ext uri="{D42A27DB-BD31-4B8C-83A1-F6EECF244321}">
                <p14:modId xmlns:p14="http://schemas.microsoft.com/office/powerpoint/2010/main" val="2044579493"/>
              </p:ext>
            </p:extLst>
          </p:nvPr>
        </p:nvGraphicFramePr>
        <p:xfrm>
          <a:off x="914400" y="2493963"/>
          <a:ext cx="7162800" cy="4064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82135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304800"/>
            <a:ext cx="8229600" cy="960438"/>
          </a:xfrm>
          <a:solidFill>
            <a:schemeClr val="accent1"/>
          </a:solidFill>
        </p:spPr>
        <p:txBody>
          <a:bodyPr rtlCol="0">
            <a:noAutofit/>
          </a:bodyPr>
          <a:lstStyle/>
          <a:p>
            <a:pPr eaLnBrk="1" fontAlgn="auto" hangingPunct="1">
              <a:spcAft>
                <a:spcPts val="0"/>
              </a:spcAft>
              <a:defRPr/>
            </a:pPr>
            <a:r>
              <a:rPr lang="en-US" sz="4000" b="1" dirty="0">
                <a:solidFill>
                  <a:schemeClr val="accent6">
                    <a:lumMod val="20000"/>
                    <a:lumOff val="80000"/>
                  </a:schemeClr>
                </a:solidFill>
              </a:rPr>
              <a:t>Upazila Health  Complex</a:t>
            </a:r>
            <a:br>
              <a:rPr lang="en-US" sz="4000" b="1" dirty="0">
                <a:solidFill>
                  <a:schemeClr val="accent6">
                    <a:lumMod val="20000"/>
                    <a:lumOff val="80000"/>
                  </a:schemeClr>
                </a:solidFill>
              </a:rPr>
            </a:br>
            <a:r>
              <a:rPr lang="en-US" sz="2800" b="1" dirty="0">
                <a:solidFill>
                  <a:schemeClr val="accent6">
                    <a:lumMod val="20000"/>
                    <a:lumOff val="80000"/>
                  </a:schemeClr>
                </a:solidFill>
              </a:rPr>
              <a:t>Raipur, Lakshmipur</a:t>
            </a:r>
          </a:p>
        </p:txBody>
      </p:sp>
      <p:sp>
        <p:nvSpPr>
          <p:cNvPr id="32771" name="Rectangle 3"/>
          <p:cNvSpPr>
            <a:spLocks noGrp="1" noChangeArrowheads="1"/>
          </p:cNvSpPr>
          <p:nvPr>
            <p:ph type="body" sz="half" idx="1"/>
          </p:nvPr>
        </p:nvSpPr>
        <p:spPr/>
        <p:txBody>
          <a:bodyPr/>
          <a:lstStyle/>
          <a:p>
            <a:pPr algn="ctr" eaLnBrk="1" hangingPunct="1">
              <a:buFontTx/>
              <a:buNone/>
            </a:pPr>
            <a:endParaRPr lang="en-US" sz="3600" dirty="0">
              <a:solidFill>
                <a:srgbClr val="FF0066"/>
              </a:solidFill>
            </a:endParaRPr>
          </a:p>
          <a:p>
            <a:pPr algn="ctr" eaLnBrk="1" hangingPunct="1">
              <a:buFontTx/>
              <a:buNone/>
            </a:pPr>
            <a:endParaRPr lang="en-US" sz="3600" dirty="0">
              <a:solidFill>
                <a:srgbClr val="FF0066"/>
              </a:solidFill>
            </a:endParaRPr>
          </a:p>
        </p:txBody>
      </p:sp>
      <p:sp>
        <p:nvSpPr>
          <p:cNvPr id="84996" name="Rectangle 4"/>
          <p:cNvSpPr>
            <a:spLocks noChangeArrowheads="1"/>
          </p:cNvSpPr>
          <p:nvPr/>
        </p:nvSpPr>
        <p:spPr bwMode="auto">
          <a:xfrm>
            <a:off x="457200" y="1265239"/>
            <a:ext cx="8209547" cy="639762"/>
          </a:xfrm>
          <a:prstGeom prst="rect">
            <a:avLst/>
          </a:prstGeom>
          <a:solidFill>
            <a:srgbClr val="FFFF00"/>
          </a:solidFill>
          <a:ln w="9525">
            <a:solidFill>
              <a:schemeClr val="tx1"/>
            </a:solidFill>
            <a:miter lim="800000"/>
            <a:headEnd/>
            <a:tailEnd/>
          </a:ln>
          <a:effectLst/>
        </p:spPr>
        <p:txBody>
          <a:bodyPr anchor="ctr"/>
          <a:lstStyle/>
          <a:p>
            <a:pPr algn="ctr">
              <a:defRPr/>
            </a:pPr>
            <a:r>
              <a:rPr lang="en-US" sz="2800" dirty="0">
                <a:solidFill>
                  <a:srgbClr val="FF0066"/>
                </a:solidFill>
                <a:effectLst>
                  <a:outerShdw blurRad="38100" dist="38100" dir="2700000" algn="tl">
                    <a:srgbClr val="000000"/>
                  </a:outerShdw>
                </a:effectLst>
                <a:latin typeface="Arial" charset="0"/>
                <a:cs typeface="Arial" charset="0"/>
              </a:rPr>
              <a:t>EOC Activities: 2018-2021 (Caesarian Section)</a:t>
            </a:r>
          </a:p>
        </p:txBody>
      </p:sp>
      <p:graphicFrame>
        <p:nvGraphicFramePr>
          <p:cNvPr id="6" name="Content Placeholder 5">
            <a:extLst>
              <a:ext uri="{FF2B5EF4-FFF2-40B4-BE49-F238E27FC236}">
                <a16:creationId xmlns:a16="http://schemas.microsoft.com/office/drawing/2014/main" id="{3196081F-AAD5-5203-261C-46793077058A}"/>
              </a:ext>
            </a:extLst>
          </p:cNvPr>
          <p:cNvGraphicFramePr>
            <a:graphicFrameLocks noGrp="1"/>
          </p:cNvGraphicFramePr>
          <p:nvPr>
            <p:ph sz="half" idx="2"/>
            <p:extLst>
              <p:ext uri="{D42A27DB-BD31-4B8C-83A1-F6EECF244321}">
                <p14:modId xmlns:p14="http://schemas.microsoft.com/office/powerpoint/2010/main" val="297536141"/>
              </p:ext>
            </p:extLst>
          </p:nvPr>
        </p:nvGraphicFramePr>
        <p:xfrm>
          <a:off x="440039" y="1905001"/>
          <a:ext cx="8209548" cy="412908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96000"/>
          </a:schemeClr>
        </a:solidFill>
        <a:effectLst/>
      </p:bgPr>
    </p:bg>
    <p:spTree>
      <p:nvGrpSpPr>
        <p:cNvPr id="1" name=""/>
        <p:cNvGrpSpPr/>
        <p:nvPr/>
      </p:nvGrpSpPr>
      <p:grpSpPr>
        <a:xfrm>
          <a:off x="0" y="0"/>
          <a:ext cx="0" cy="0"/>
          <a:chOff x="0" y="0"/>
          <a:chExt cx="0" cy="0"/>
        </a:xfrm>
      </p:grpSpPr>
      <p:sp>
        <p:nvSpPr>
          <p:cNvPr id="20" name="Title 1"/>
          <p:cNvSpPr txBox="1">
            <a:spLocks/>
          </p:cNvSpPr>
          <p:nvPr/>
        </p:nvSpPr>
        <p:spPr bwMode="auto">
          <a:xfrm>
            <a:off x="31898" y="127567"/>
            <a:ext cx="8959702" cy="460744"/>
          </a:xfrm>
          <a:prstGeom prst="rect">
            <a:avLst/>
          </a:prstGeom>
          <a:solidFill>
            <a:srgbClr val="00B0F0"/>
          </a:solidFill>
          <a:ln>
            <a:noFill/>
          </a:ln>
        </p:spPr>
        <p:txBody>
          <a:bodyPr vert="horz" wrap="square" lIns="91440" tIns="45720" rIns="91440" bIns="45720" numCol="1" rtlCol="0" anchor="ctr" anchorCtr="0" compatLnSpc="1">
            <a:prstTxWarp prst="textNoShape">
              <a:avLst/>
            </a:prstTxWarp>
            <a:normAutofit fontScale="90000" lnSpcReduction="100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fontAlgn="auto" hangingPunct="1">
              <a:spcAft>
                <a:spcPts val="0"/>
              </a:spcAft>
              <a:defRPr/>
            </a:pPr>
            <a:r>
              <a:rPr lang="en-US" sz="2800" b="1" dirty="0">
                <a:solidFill>
                  <a:schemeClr val="bg1"/>
                </a:solidFill>
              </a:rPr>
              <a:t>Ward and Indoor</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304" y="588311"/>
            <a:ext cx="4227280" cy="2914650"/>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1584" y="3629293"/>
            <a:ext cx="4720016" cy="3101140"/>
          </a:xfrm>
          <a:prstGeom prst="rect">
            <a:avLst/>
          </a:prstGeom>
        </p:spPr>
      </p:pic>
      <p:sp>
        <p:nvSpPr>
          <p:cNvPr id="2" name="Arrow: Left 1">
            <a:extLst>
              <a:ext uri="{FF2B5EF4-FFF2-40B4-BE49-F238E27FC236}">
                <a16:creationId xmlns:a16="http://schemas.microsoft.com/office/drawing/2014/main" id="{D49CE2B0-364E-F885-52C2-C99CC89BB70B}"/>
              </a:ext>
            </a:extLst>
          </p:cNvPr>
          <p:cNvSpPr/>
          <p:nvPr/>
        </p:nvSpPr>
        <p:spPr>
          <a:xfrm>
            <a:off x="4800600" y="1474136"/>
            <a:ext cx="3124200" cy="11430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rgbClr val="00B0F0"/>
                </a:solidFill>
              </a:rPr>
              <a:t>Indoor</a:t>
            </a:r>
            <a:endParaRPr lang="en-SG" sz="2800" b="1" dirty="0">
              <a:solidFill>
                <a:srgbClr val="00B0F0"/>
              </a:solidFill>
            </a:endParaRPr>
          </a:p>
        </p:txBody>
      </p:sp>
      <p:sp>
        <p:nvSpPr>
          <p:cNvPr id="3" name="Arrow: Right 2">
            <a:extLst>
              <a:ext uri="{FF2B5EF4-FFF2-40B4-BE49-F238E27FC236}">
                <a16:creationId xmlns:a16="http://schemas.microsoft.com/office/drawing/2014/main" id="{AB94E609-9364-FB56-052C-851C3437B79D}"/>
              </a:ext>
            </a:extLst>
          </p:cNvPr>
          <p:cNvSpPr/>
          <p:nvPr/>
        </p:nvSpPr>
        <p:spPr>
          <a:xfrm>
            <a:off x="633944" y="4572000"/>
            <a:ext cx="3048000" cy="14478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n w="0"/>
                <a:solidFill>
                  <a:schemeClr val="accent1"/>
                </a:solidFill>
                <a:effectLst>
                  <a:outerShdw blurRad="38100" dist="25400" dir="5400000" algn="ctr" rotWithShape="0">
                    <a:srgbClr val="6E747A">
                      <a:alpha val="43000"/>
                    </a:srgbClr>
                  </a:outerShdw>
                </a:effectLst>
              </a:rPr>
              <a:t>KMC CORNER</a:t>
            </a:r>
            <a:endParaRPr lang="en-SG" sz="240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6FB1D7-BE9A-CE49-E188-D2100D1A17B3}"/>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7000"/>
                    </a14:imgEffect>
                  </a14:imgLayer>
                </a14:imgProps>
              </a:ext>
              <a:ext uri="{28A0092B-C50C-407E-A947-70E740481C1C}">
                <a14:useLocalDpi xmlns:a14="http://schemas.microsoft.com/office/drawing/2010/main" val="0"/>
              </a:ext>
            </a:extLst>
          </a:blip>
          <a:stretch>
            <a:fillRect/>
          </a:stretch>
        </p:blipFill>
        <p:spPr>
          <a:xfrm>
            <a:off x="28353" y="670691"/>
            <a:ext cx="4321244" cy="3215066"/>
          </a:xfrm>
          <a:prstGeom prst="rect">
            <a:avLst/>
          </a:prstGeom>
        </p:spPr>
      </p:pic>
      <p:pic>
        <p:nvPicPr>
          <p:cNvPr id="3" name="Picture 2">
            <a:extLst>
              <a:ext uri="{FF2B5EF4-FFF2-40B4-BE49-F238E27FC236}">
                <a16:creationId xmlns:a16="http://schemas.microsoft.com/office/drawing/2014/main" id="{F064E504-F39F-3102-96A7-F8DB7B41CF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49597" y="3498555"/>
            <a:ext cx="4766049" cy="3371850"/>
          </a:xfrm>
          <a:prstGeom prst="rect">
            <a:avLst/>
          </a:prstGeom>
        </p:spPr>
      </p:pic>
      <p:sp>
        <p:nvSpPr>
          <p:cNvPr id="4" name="Rectangle 3">
            <a:extLst>
              <a:ext uri="{FF2B5EF4-FFF2-40B4-BE49-F238E27FC236}">
                <a16:creationId xmlns:a16="http://schemas.microsoft.com/office/drawing/2014/main" id="{A28B6F78-FC60-FD76-415A-364F114A4FDE}"/>
              </a:ext>
            </a:extLst>
          </p:cNvPr>
          <p:cNvSpPr/>
          <p:nvPr/>
        </p:nvSpPr>
        <p:spPr>
          <a:xfrm>
            <a:off x="28354" y="16346"/>
            <a:ext cx="9087294" cy="65434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MCH SERVICES OF HOSPITAL </a:t>
            </a:r>
            <a:endParaRPr lang="en-SG" sz="2400" dirty="0">
              <a:solidFill>
                <a:schemeClr val="tx1"/>
              </a:solidFill>
            </a:endParaRPr>
          </a:p>
        </p:txBody>
      </p:sp>
      <p:sp>
        <p:nvSpPr>
          <p:cNvPr id="5" name="Arrow: Left 4">
            <a:extLst>
              <a:ext uri="{FF2B5EF4-FFF2-40B4-BE49-F238E27FC236}">
                <a16:creationId xmlns:a16="http://schemas.microsoft.com/office/drawing/2014/main" id="{70D147E6-6101-FEF3-1FE5-4DF92700AF4D}"/>
              </a:ext>
            </a:extLst>
          </p:cNvPr>
          <p:cNvSpPr/>
          <p:nvPr/>
        </p:nvSpPr>
        <p:spPr>
          <a:xfrm>
            <a:off x="4800600" y="1474136"/>
            <a:ext cx="3124200" cy="11430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rgbClr val="00B0F0"/>
                </a:solidFill>
              </a:rPr>
              <a:t>LABOR ROOM</a:t>
            </a:r>
            <a:endParaRPr lang="en-SG" sz="2800" b="1" dirty="0">
              <a:solidFill>
                <a:srgbClr val="00B0F0"/>
              </a:solidFill>
            </a:endParaRPr>
          </a:p>
        </p:txBody>
      </p:sp>
      <p:sp>
        <p:nvSpPr>
          <p:cNvPr id="6" name="Arrow: Right 5">
            <a:extLst>
              <a:ext uri="{FF2B5EF4-FFF2-40B4-BE49-F238E27FC236}">
                <a16:creationId xmlns:a16="http://schemas.microsoft.com/office/drawing/2014/main" id="{8F5B8A68-FB67-469E-4C8A-00CCC4B3B517}"/>
              </a:ext>
            </a:extLst>
          </p:cNvPr>
          <p:cNvSpPr/>
          <p:nvPr/>
        </p:nvSpPr>
        <p:spPr>
          <a:xfrm>
            <a:off x="633944" y="4572000"/>
            <a:ext cx="3048000" cy="14478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n w="0"/>
                <a:solidFill>
                  <a:schemeClr val="accent1"/>
                </a:solidFill>
                <a:effectLst>
                  <a:outerShdw blurRad="38100" dist="25400" dir="5400000" algn="ctr" rotWithShape="0">
                    <a:srgbClr val="6E747A">
                      <a:alpha val="43000"/>
                    </a:srgbClr>
                  </a:outerShdw>
                </a:effectLst>
              </a:rPr>
              <a:t>ANC &amp; PNC ROOM</a:t>
            </a:r>
            <a:endParaRPr lang="en-SG" sz="240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626988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itle 1"/>
          <p:cNvSpPr>
            <a:spLocks noGrp="1"/>
          </p:cNvSpPr>
          <p:nvPr>
            <p:ph type="title" sz="quarter"/>
          </p:nvPr>
        </p:nvSpPr>
        <p:spPr>
          <a:xfrm>
            <a:off x="364958" y="221457"/>
            <a:ext cx="8534400" cy="563562"/>
          </a:xfrm>
          <a:solidFill>
            <a:srgbClr val="00B0F0"/>
          </a:solidFill>
        </p:spPr>
        <p:txBody>
          <a:bodyPr rtlCol="0">
            <a:normAutofit/>
          </a:bodyPr>
          <a:lstStyle/>
          <a:p>
            <a:pPr eaLnBrk="1" fontAlgn="auto" hangingPunct="1">
              <a:spcAft>
                <a:spcPts val="0"/>
              </a:spcAft>
              <a:defRPr/>
            </a:pPr>
            <a:r>
              <a:rPr lang="en-US" sz="2000" b="1" dirty="0">
                <a:solidFill>
                  <a:srgbClr val="FFFFFF"/>
                </a:solidFill>
                <a:latin typeface="Arial" charset="0"/>
                <a:cs typeface="Arial" charset="0"/>
              </a:rPr>
              <a:t>OUTDOOR &amp;  EMERGENCY AREA</a:t>
            </a:r>
          </a:p>
        </p:txBody>
      </p:sp>
      <p:pic>
        <p:nvPicPr>
          <p:cNvPr id="3" name="Content Placeholder 2"/>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386316" y="914400"/>
            <a:ext cx="4010025" cy="2743200"/>
          </a:xfrm>
        </p:spPr>
      </p:pic>
      <p:pic>
        <p:nvPicPr>
          <p:cNvPr id="7" name="Content Placeholder 6"/>
          <p:cNvPicPr>
            <a:picLocks noGrp="1" noChangeAspect="1"/>
          </p:cNvPicPr>
          <p:nvPr>
            <p:ph sz="quarter" idx="3"/>
          </p:nvPr>
        </p:nvPicPr>
        <p:blipFill>
          <a:blip r:embed="rId3" cstate="print">
            <a:extLst>
              <a:ext uri="{28A0092B-C50C-407E-A947-70E740481C1C}">
                <a14:useLocalDpi xmlns:a14="http://schemas.microsoft.com/office/drawing/2010/main" val="0"/>
              </a:ext>
            </a:extLst>
          </a:blip>
          <a:stretch>
            <a:fillRect/>
          </a:stretch>
        </p:blipFill>
        <p:spPr>
          <a:xfrm>
            <a:off x="4765158" y="3962400"/>
            <a:ext cx="4134200" cy="2538412"/>
          </a:xfrm>
        </p:spPr>
      </p:pic>
      <p:sp>
        <p:nvSpPr>
          <p:cNvPr id="4" name="Arrow: Left 3">
            <a:extLst>
              <a:ext uri="{FF2B5EF4-FFF2-40B4-BE49-F238E27FC236}">
                <a16:creationId xmlns:a16="http://schemas.microsoft.com/office/drawing/2014/main" id="{FD4F8913-1B44-AE7C-A8DE-C651522C9ECF}"/>
              </a:ext>
            </a:extLst>
          </p:cNvPr>
          <p:cNvSpPr/>
          <p:nvPr/>
        </p:nvSpPr>
        <p:spPr>
          <a:xfrm>
            <a:off x="4800600" y="1474136"/>
            <a:ext cx="3124200" cy="11430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rgbClr val="00B0F0"/>
                </a:solidFill>
              </a:rPr>
              <a:t>OUTDOOR &amp; IMCI </a:t>
            </a:r>
            <a:endParaRPr lang="en-SG" sz="2800" b="1" dirty="0">
              <a:solidFill>
                <a:srgbClr val="00B0F0"/>
              </a:solidFill>
            </a:endParaRPr>
          </a:p>
        </p:txBody>
      </p:sp>
      <p:sp>
        <p:nvSpPr>
          <p:cNvPr id="6" name="Arrow: Right 5">
            <a:extLst>
              <a:ext uri="{FF2B5EF4-FFF2-40B4-BE49-F238E27FC236}">
                <a16:creationId xmlns:a16="http://schemas.microsoft.com/office/drawing/2014/main" id="{E356466A-309D-5D61-C594-ECE85035EE56}"/>
              </a:ext>
            </a:extLst>
          </p:cNvPr>
          <p:cNvSpPr/>
          <p:nvPr/>
        </p:nvSpPr>
        <p:spPr>
          <a:xfrm>
            <a:off x="633944" y="4572000"/>
            <a:ext cx="3048000" cy="14478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n w="0"/>
                <a:solidFill>
                  <a:schemeClr val="accent1"/>
                </a:solidFill>
                <a:effectLst>
                  <a:outerShdw blurRad="38100" dist="25400" dir="5400000" algn="ctr" rotWithShape="0">
                    <a:srgbClr val="6E747A">
                      <a:alpha val="43000"/>
                    </a:srgbClr>
                  </a:outerShdw>
                </a:effectLst>
              </a:rPr>
              <a:t>EMERGENCY AREA</a:t>
            </a:r>
            <a:endParaRPr lang="en-SG" sz="240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itle 1"/>
          <p:cNvSpPr>
            <a:spLocks noGrp="1"/>
          </p:cNvSpPr>
          <p:nvPr>
            <p:ph type="title" sz="quarter"/>
          </p:nvPr>
        </p:nvSpPr>
        <p:spPr>
          <a:xfrm>
            <a:off x="364958" y="221457"/>
            <a:ext cx="8534400" cy="563562"/>
          </a:xfrm>
          <a:solidFill>
            <a:srgbClr val="00B0F0"/>
          </a:solidFill>
        </p:spPr>
        <p:txBody>
          <a:bodyPr rtlCol="0">
            <a:normAutofit/>
          </a:bodyPr>
          <a:lstStyle/>
          <a:p>
            <a:pPr eaLnBrk="1" fontAlgn="auto" hangingPunct="1">
              <a:spcAft>
                <a:spcPts val="0"/>
              </a:spcAft>
              <a:defRPr/>
            </a:pPr>
            <a:r>
              <a:rPr lang="en-US" sz="2000" b="1" dirty="0">
                <a:solidFill>
                  <a:schemeClr val="bg1"/>
                </a:solidFill>
              </a:rPr>
              <a:t>LABOR ROOM AND OT COMPLEX</a:t>
            </a:r>
            <a:endParaRPr lang="en-US" sz="2000" b="1" dirty="0">
              <a:solidFill>
                <a:srgbClr val="FFFFFF"/>
              </a:solidFill>
              <a:latin typeface="Arial" charset="0"/>
              <a:cs typeface="Arial" charset="0"/>
            </a:endParaRPr>
          </a:p>
        </p:txBody>
      </p:sp>
      <p:sp>
        <p:nvSpPr>
          <p:cNvPr id="4" name="Arrow: Left 3">
            <a:extLst>
              <a:ext uri="{FF2B5EF4-FFF2-40B4-BE49-F238E27FC236}">
                <a16:creationId xmlns:a16="http://schemas.microsoft.com/office/drawing/2014/main" id="{FD4F8913-1B44-AE7C-A8DE-C651522C9ECF}"/>
              </a:ext>
            </a:extLst>
          </p:cNvPr>
          <p:cNvSpPr/>
          <p:nvPr/>
        </p:nvSpPr>
        <p:spPr>
          <a:xfrm>
            <a:off x="4800600" y="1474136"/>
            <a:ext cx="3124200" cy="11430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rgbClr val="00B0F0"/>
                </a:solidFill>
              </a:rPr>
              <a:t>OT ROOM</a:t>
            </a:r>
            <a:endParaRPr lang="en-SG" sz="2800" b="1" dirty="0">
              <a:solidFill>
                <a:srgbClr val="00B0F0"/>
              </a:solidFill>
            </a:endParaRPr>
          </a:p>
        </p:txBody>
      </p:sp>
      <p:sp>
        <p:nvSpPr>
          <p:cNvPr id="6" name="Arrow: Right 5">
            <a:extLst>
              <a:ext uri="{FF2B5EF4-FFF2-40B4-BE49-F238E27FC236}">
                <a16:creationId xmlns:a16="http://schemas.microsoft.com/office/drawing/2014/main" id="{E356466A-309D-5D61-C594-ECE85035EE56}"/>
              </a:ext>
            </a:extLst>
          </p:cNvPr>
          <p:cNvSpPr/>
          <p:nvPr/>
        </p:nvSpPr>
        <p:spPr>
          <a:xfrm>
            <a:off x="609600" y="4507706"/>
            <a:ext cx="3048000" cy="14478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n w="0"/>
                <a:solidFill>
                  <a:schemeClr val="accent1"/>
                </a:solidFill>
                <a:effectLst>
                  <a:outerShdw blurRad="38100" dist="25400" dir="5400000" algn="ctr" rotWithShape="0">
                    <a:srgbClr val="6E747A">
                      <a:alpha val="43000"/>
                    </a:srgbClr>
                  </a:outerShdw>
                </a:effectLst>
              </a:rPr>
              <a:t>LABOR ROOM</a:t>
            </a:r>
            <a:endParaRPr lang="en-SG" sz="2400" dirty="0">
              <a:ln w="0"/>
              <a:solidFill>
                <a:schemeClr val="accent1"/>
              </a:solidFill>
              <a:effectLst>
                <a:outerShdw blurRad="38100" dist="25400" dir="5400000" algn="ctr" rotWithShape="0">
                  <a:srgbClr val="6E747A">
                    <a:alpha val="43000"/>
                  </a:srgbClr>
                </a:outerShdw>
              </a:effectLst>
            </a:endParaRPr>
          </a:p>
        </p:txBody>
      </p:sp>
      <p:pic>
        <p:nvPicPr>
          <p:cNvPr id="5" name="Content Placeholder 14">
            <a:extLst>
              <a:ext uri="{FF2B5EF4-FFF2-40B4-BE49-F238E27FC236}">
                <a16:creationId xmlns:a16="http://schemas.microsoft.com/office/drawing/2014/main" id="{2E1C597B-189E-C772-0DE1-43AED6C08006}"/>
              </a:ext>
            </a:extLst>
          </p:cNvPr>
          <p:cNvPicPr>
            <a:picLocks noGrp="1" noChangeAspect="1"/>
          </p:cNvPicPr>
          <p:nvPr>
            <p:ph sz="quarter" idx="1"/>
          </p:nvPr>
        </p:nvPicPr>
        <p:blipFill>
          <a:blip r:embed="rId2" cstate="print">
            <a:extLst>
              <a:ext uri="{BEBA8EAE-BF5A-486C-A8C5-ECC9F3942E4B}">
                <a14:imgProps xmlns:a14="http://schemas.microsoft.com/office/drawing/2010/main">
                  <a14:imgLayer r:embed="rId3">
                    <a14:imgEffect>
                      <a14:brightnessContrast bright="35000"/>
                    </a14:imgEffect>
                  </a14:imgLayer>
                </a14:imgProps>
              </a:ext>
              <a:ext uri="{28A0092B-C50C-407E-A947-70E740481C1C}">
                <a14:useLocalDpi xmlns:a14="http://schemas.microsoft.com/office/drawing/2010/main" val="0"/>
              </a:ext>
            </a:extLst>
          </a:blip>
          <a:stretch>
            <a:fillRect/>
          </a:stretch>
        </p:blipFill>
        <p:spPr>
          <a:xfrm>
            <a:off x="364958" y="1108785"/>
            <a:ext cx="4283241" cy="2677403"/>
          </a:xfrm>
        </p:spPr>
      </p:pic>
      <p:pic>
        <p:nvPicPr>
          <p:cNvPr id="9" name="Content Placeholder 16">
            <a:extLst>
              <a:ext uri="{FF2B5EF4-FFF2-40B4-BE49-F238E27FC236}">
                <a16:creationId xmlns:a16="http://schemas.microsoft.com/office/drawing/2014/main" id="{DF22B484-C0CC-6C3D-1F7C-FA7877EE850B}"/>
              </a:ext>
            </a:extLst>
          </p:cNvPr>
          <p:cNvPicPr>
            <a:picLocks noChangeAspect="1"/>
          </p:cNvPicPr>
          <p:nvPr/>
        </p:nvPicPr>
        <p:blipFill>
          <a:blip r:embed="rId4" cstate="print">
            <a:extLst>
              <a:ext uri="{BEBA8EAE-BF5A-486C-A8C5-ECC9F3942E4B}">
                <a14:imgProps xmlns:a14="http://schemas.microsoft.com/office/drawing/2010/main">
                  <a14:imgLayer r:embed="rId5">
                    <a14:imgEffect>
                      <a14:sharpenSoften amount="13000"/>
                    </a14:imgEffect>
                    <a14:imgEffect>
                      <a14:brightnessContrast bright="37000"/>
                    </a14:imgEffect>
                  </a14:imgLayer>
                </a14:imgProps>
              </a:ext>
              <a:ext uri="{28A0092B-C50C-407E-A947-70E740481C1C}">
                <a14:useLocalDpi xmlns:a14="http://schemas.microsoft.com/office/drawing/2010/main" val="0"/>
              </a:ext>
            </a:extLst>
          </a:blip>
          <a:stretch>
            <a:fillRect/>
          </a:stretch>
        </p:blipFill>
        <p:spPr bwMode="auto">
          <a:xfrm>
            <a:off x="4806950" y="3851841"/>
            <a:ext cx="4092408" cy="27955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8137389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itle 1"/>
          <p:cNvSpPr>
            <a:spLocks noGrp="1"/>
          </p:cNvSpPr>
          <p:nvPr>
            <p:ph type="title" sz="quarter"/>
          </p:nvPr>
        </p:nvSpPr>
        <p:spPr>
          <a:xfrm>
            <a:off x="364958" y="221457"/>
            <a:ext cx="8534400" cy="563562"/>
          </a:xfrm>
          <a:solidFill>
            <a:srgbClr val="00B0F0"/>
          </a:solidFill>
        </p:spPr>
        <p:txBody>
          <a:bodyPr rtlCol="0">
            <a:normAutofit/>
          </a:bodyPr>
          <a:lstStyle/>
          <a:p>
            <a:pPr eaLnBrk="1" fontAlgn="auto" hangingPunct="1">
              <a:spcAft>
                <a:spcPts val="0"/>
              </a:spcAft>
              <a:defRPr/>
            </a:pPr>
            <a:r>
              <a:rPr lang="en-US" sz="2000" b="1" dirty="0">
                <a:solidFill>
                  <a:schemeClr val="bg1"/>
                </a:solidFill>
                <a:latin typeface="Arial" charset="0"/>
                <a:cs typeface="Arial" charset="0"/>
              </a:rPr>
              <a:t>INTERNAL MONITORING SYSTEM  AND CITIZEN CHART</a:t>
            </a:r>
            <a:endParaRPr lang="en-US" sz="2000" b="1" dirty="0">
              <a:solidFill>
                <a:srgbClr val="FFFFFF"/>
              </a:solidFill>
              <a:latin typeface="Arial" charset="0"/>
              <a:cs typeface="Arial" charset="0"/>
            </a:endParaRPr>
          </a:p>
        </p:txBody>
      </p:sp>
      <p:sp>
        <p:nvSpPr>
          <p:cNvPr id="4" name="Arrow: Left 3">
            <a:extLst>
              <a:ext uri="{FF2B5EF4-FFF2-40B4-BE49-F238E27FC236}">
                <a16:creationId xmlns:a16="http://schemas.microsoft.com/office/drawing/2014/main" id="{FD4F8913-1B44-AE7C-A8DE-C651522C9ECF}"/>
              </a:ext>
            </a:extLst>
          </p:cNvPr>
          <p:cNvSpPr/>
          <p:nvPr/>
        </p:nvSpPr>
        <p:spPr>
          <a:xfrm>
            <a:off x="5291054" y="1524000"/>
            <a:ext cx="3124200" cy="11430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rgbClr val="00B0F0"/>
                </a:solidFill>
              </a:rPr>
              <a:t>CC CAMERA </a:t>
            </a:r>
            <a:endParaRPr lang="en-SG" sz="2800" b="1" dirty="0">
              <a:solidFill>
                <a:srgbClr val="00B0F0"/>
              </a:solidFill>
            </a:endParaRPr>
          </a:p>
        </p:txBody>
      </p:sp>
      <p:pic>
        <p:nvPicPr>
          <p:cNvPr id="16" name="Picture 15">
            <a:extLst>
              <a:ext uri="{FF2B5EF4-FFF2-40B4-BE49-F238E27FC236}">
                <a16:creationId xmlns:a16="http://schemas.microsoft.com/office/drawing/2014/main" id="{6B53512D-7BA5-9602-8E37-F1B32997859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667" t="10000" r="2675" b="15555"/>
          <a:stretch/>
        </p:blipFill>
        <p:spPr>
          <a:xfrm>
            <a:off x="364958" y="902494"/>
            <a:ext cx="4473768" cy="2611237"/>
          </a:xfrm>
          <a:prstGeom prst="rect">
            <a:avLst/>
          </a:prstGeom>
        </p:spPr>
      </p:pic>
      <p:pic>
        <p:nvPicPr>
          <p:cNvPr id="19" name="Picture 18">
            <a:extLst>
              <a:ext uri="{FF2B5EF4-FFF2-40B4-BE49-F238E27FC236}">
                <a16:creationId xmlns:a16="http://schemas.microsoft.com/office/drawing/2014/main" id="{222285D7-32AB-89C8-3548-6F61144AA630}"/>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harpenSoften amount="12000"/>
                    </a14:imgEffect>
                    <a14:imgEffect>
                      <a14:brightnessContrast bright="23000"/>
                    </a14:imgEffect>
                  </a14:imgLayer>
                </a14:imgProps>
              </a:ext>
              <a:ext uri="{28A0092B-C50C-407E-A947-70E740481C1C}">
                <a14:useLocalDpi xmlns:a14="http://schemas.microsoft.com/office/drawing/2010/main" val="0"/>
              </a:ext>
            </a:extLst>
          </a:blip>
          <a:srcRect l="16667" t="1112" r="5555"/>
          <a:stretch/>
        </p:blipFill>
        <p:spPr>
          <a:xfrm rot="5400000">
            <a:off x="5387935" y="2964523"/>
            <a:ext cx="3043882" cy="4142299"/>
          </a:xfrm>
          <a:prstGeom prst="rect">
            <a:avLst/>
          </a:prstGeom>
        </p:spPr>
      </p:pic>
      <p:sp>
        <p:nvSpPr>
          <p:cNvPr id="22" name="Arrow: Right 21">
            <a:extLst>
              <a:ext uri="{FF2B5EF4-FFF2-40B4-BE49-F238E27FC236}">
                <a16:creationId xmlns:a16="http://schemas.microsoft.com/office/drawing/2014/main" id="{7DE99590-7650-CB6A-10BB-E9D2D9C48296}"/>
              </a:ext>
            </a:extLst>
          </p:cNvPr>
          <p:cNvSpPr/>
          <p:nvPr/>
        </p:nvSpPr>
        <p:spPr>
          <a:xfrm>
            <a:off x="1295400" y="4343400"/>
            <a:ext cx="3009875" cy="12192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00B0F0"/>
                </a:solidFill>
              </a:rPr>
              <a:t>CHITIZEN CHARTER</a:t>
            </a:r>
            <a:endParaRPr lang="en-SG" sz="2400" b="1" dirty="0">
              <a:solidFill>
                <a:srgbClr val="00B0F0"/>
              </a:solidFill>
            </a:endParaRPr>
          </a:p>
        </p:txBody>
      </p:sp>
    </p:spTree>
    <p:extLst>
      <p:ext uri="{BB962C8B-B14F-4D97-AF65-F5344CB8AC3E}">
        <p14:creationId xmlns:p14="http://schemas.microsoft.com/office/powerpoint/2010/main" val="88744439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itle 1"/>
          <p:cNvSpPr>
            <a:spLocks noGrp="1"/>
          </p:cNvSpPr>
          <p:nvPr>
            <p:ph type="title" sz="quarter"/>
          </p:nvPr>
        </p:nvSpPr>
        <p:spPr>
          <a:xfrm>
            <a:off x="364958" y="221457"/>
            <a:ext cx="8534400" cy="563562"/>
          </a:xfrm>
          <a:solidFill>
            <a:srgbClr val="00B0F0"/>
          </a:solidFill>
        </p:spPr>
        <p:txBody>
          <a:bodyPr rtlCol="0">
            <a:normAutofit/>
          </a:bodyPr>
          <a:lstStyle/>
          <a:p>
            <a:pPr eaLnBrk="1" fontAlgn="auto" hangingPunct="1">
              <a:spcAft>
                <a:spcPts val="0"/>
              </a:spcAft>
              <a:defRPr/>
            </a:pPr>
            <a:r>
              <a:rPr lang="en-US" sz="2000" b="1" dirty="0">
                <a:solidFill>
                  <a:schemeClr val="bg1"/>
                </a:solidFill>
                <a:latin typeface="Arial" charset="0"/>
                <a:cs typeface="Arial" charset="0"/>
              </a:rPr>
              <a:t>BREASTFEEDING CORNER </a:t>
            </a:r>
            <a:endParaRPr lang="en-US" sz="2000" b="1" dirty="0">
              <a:solidFill>
                <a:srgbClr val="FFFFFF"/>
              </a:solidFill>
              <a:latin typeface="Arial" charset="0"/>
              <a:cs typeface="Arial" charset="0"/>
            </a:endParaRPr>
          </a:p>
        </p:txBody>
      </p:sp>
      <p:sp>
        <p:nvSpPr>
          <p:cNvPr id="4" name="Arrow: Left 3">
            <a:extLst>
              <a:ext uri="{FF2B5EF4-FFF2-40B4-BE49-F238E27FC236}">
                <a16:creationId xmlns:a16="http://schemas.microsoft.com/office/drawing/2014/main" id="{FD4F8913-1B44-AE7C-A8DE-C651522C9ECF}"/>
              </a:ext>
            </a:extLst>
          </p:cNvPr>
          <p:cNvSpPr/>
          <p:nvPr/>
        </p:nvSpPr>
        <p:spPr>
          <a:xfrm>
            <a:off x="5291054" y="1524000"/>
            <a:ext cx="3124200" cy="11430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rgbClr val="00B0F0"/>
                </a:solidFill>
              </a:rPr>
              <a:t>OUTSIDE AREA</a:t>
            </a:r>
            <a:endParaRPr lang="en-SG" sz="2800" b="1" dirty="0">
              <a:solidFill>
                <a:srgbClr val="00B0F0"/>
              </a:solidFill>
            </a:endParaRPr>
          </a:p>
        </p:txBody>
      </p:sp>
      <p:sp>
        <p:nvSpPr>
          <p:cNvPr id="6" name="Arrow: Right 5">
            <a:extLst>
              <a:ext uri="{FF2B5EF4-FFF2-40B4-BE49-F238E27FC236}">
                <a16:creationId xmlns:a16="http://schemas.microsoft.com/office/drawing/2014/main" id="{E356466A-309D-5D61-C594-ECE85035EE56}"/>
              </a:ext>
            </a:extLst>
          </p:cNvPr>
          <p:cNvSpPr/>
          <p:nvPr/>
        </p:nvSpPr>
        <p:spPr>
          <a:xfrm>
            <a:off x="609600" y="4507706"/>
            <a:ext cx="3048000" cy="14478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n w="0"/>
                <a:solidFill>
                  <a:schemeClr val="accent1"/>
                </a:solidFill>
                <a:effectLst>
                  <a:outerShdw blurRad="38100" dist="25400" dir="5400000" algn="ctr" rotWithShape="0">
                    <a:srgbClr val="6E747A">
                      <a:alpha val="43000"/>
                    </a:srgbClr>
                  </a:outerShdw>
                </a:effectLst>
              </a:rPr>
              <a:t>INSIDE AREA</a:t>
            </a:r>
            <a:endParaRPr lang="en-SG" sz="2400" dirty="0">
              <a:ln w="0"/>
              <a:solidFill>
                <a:schemeClr val="accent1"/>
              </a:solidFill>
              <a:effectLst>
                <a:outerShdw blurRad="38100" dist="25400" dir="5400000" algn="ctr" rotWithShape="0">
                  <a:srgbClr val="6E747A">
                    <a:alpha val="43000"/>
                  </a:srgbClr>
                </a:outerShdw>
              </a:effectLst>
            </a:endParaRPr>
          </a:p>
        </p:txBody>
      </p:sp>
      <p:pic>
        <p:nvPicPr>
          <p:cNvPr id="12" name="Picture 11">
            <a:extLst>
              <a:ext uri="{FF2B5EF4-FFF2-40B4-BE49-F238E27FC236}">
                <a16:creationId xmlns:a16="http://schemas.microsoft.com/office/drawing/2014/main" id="{4A12938D-FAD4-5E8C-F330-93D97B6A56DC}"/>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5000"/>
                    </a14:imgEffect>
                  </a14:imgLayer>
                </a14:imgProps>
              </a:ext>
              <a:ext uri="{28A0092B-C50C-407E-A947-70E740481C1C}">
                <a14:useLocalDpi xmlns:a14="http://schemas.microsoft.com/office/drawing/2010/main" val="0"/>
              </a:ext>
            </a:extLst>
          </a:blip>
          <a:stretch>
            <a:fillRect/>
          </a:stretch>
        </p:blipFill>
        <p:spPr>
          <a:xfrm>
            <a:off x="375844" y="821503"/>
            <a:ext cx="4272356" cy="3204267"/>
          </a:xfrm>
          <a:prstGeom prst="rect">
            <a:avLst/>
          </a:prstGeom>
        </p:spPr>
      </p:pic>
      <p:pic>
        <p:nvPicPr>
          <p:cNvPr id="14" name="Picture 13">
            <a:extLst>
              <a:ext uri="{FF2B5EF4-FFF2-40B4-BE49-F238E27FC236}">
                <a16:creationId xmlns:a16="http://schemas.microsoft.com/office/drawing/2014/main" id="{FF51A6DE-4F17-B228-30F8-7C6D4310A789}"/>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37000"/>
                    </a14:imgEffect>
                  </a14:imgLayer>
                </a14:imgProps>
              </a:ext>
              <a:ext uri="{28A0092B-C50C-407E-A947-70E740481C1C}">
                <a14:useLocalDpi xmlns:a14="http://schemas.microsoft.com/office/drawing/2010/main" val="0"/>
              </a:ext>
            </a:extLst>
          </a:blip>
          <a:stretch>
            <a:fillRect/>
          </a:stretch>
        </p:blipFill>
        <p:spPr>
          <a:xfrm>
            <a:off x="4670308" y="3590372"/>
            <a:ext cx="4229049" cy="3089714"/>
          </a:xfrm>
          <a:prstGeom prst="rect">
            <a:avLst/>
          </a:prstGeom>
        </p:spPr>
      </p:pic>
    </p:spTree>
    <p:extLst>
      <p:ext uri="{BB962C8B-B14F-4D97-AF65-F5344CB8AC3E}">
        <p14:creationId xmlns:p14="http://schemas.microsoft.com/office/powerpoint/2010/main" val="90587494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itle 1"/>
          <p:cNvSpPr>
            <a:spLocks noGrp="1"/>
          </p:cNvSpPr>
          <p:nvPr>
            <p:ph type="title" sz="quarter"/>
          </p:nvPr>
        </p:nvSpPr>
        <p:spPr>
          <a:xfrm>
            <a:off x="364958" y="221457"/>
            <a:ext cx="8534400" cy="563562"/>
          </a:xfrm>
          <a:solidFill>
            <a:srgbClr val="00B0F0"/>
          </a:solidFill>
        </p:spPr>
        <p:txBody>
          <a:bodyPr rtlCol="0">
            <a:normAutofit/>
          </a:bodyPr>
          <a:lstStyle/>
          <a:p>
            <a:pPr eaLnBrk="1" fontAlgn="auto" hangingPunct="1">
              <a:spcAft>
                <a:spcPts val="0"/>
              </a:spcAft>
              <a:defRPr/>
            </a:pPr>
            <a:r>
              <a:rPr lang="en-US" sz="2000" b="1" dirty="0">
                <a:solidFill>
                  <a:schemeClr val="bg1"/>
                </a:solidFill>
                <a:latin typeface="Arial" charset="0"/>
                <a:cs typeface="Arial" charset="0"/>
              </a:rPr>
              <a:t>QUALITY IMPROVEMENT MEETING</a:t>
            </a:r>
            <a:endParaRPr lang="en-US" sz="2000" b="1" dirty="0">
              <a:solidFill>
                <a:srgbClr val="FFFFFF"/>
              </a:solidFill>
              <a:latin typeface="Arial" charset="0"/>
              <a:cs typeface="Arial" charset="0"/>
            </a:endParaRPr>
          </a:p>
        </p:txBody>
      </p:sp>
      <p:sp>
        <p:nvSpPr>
          <p:cNvPr id="4" name="Arrow: Left 3">
            <a:extLst>
              <a:ext uri="{FF2B5EF4-FFF2-40B4-BE49-F238E27FC236}">
                <a16:creationId xmlns:a16="http://schemas.microsoft.com/office/drawing/2014/main" id="{FD4F8913-1B44-AE7C-A8DE-C651522C9ECF}"/>
              </a:ext>
            </a:extLst>
          </p:cNvPr>
          <p:cNvSpPr/>
          <p:nvPr/>
        </p:nvSpPr>
        <p:spPr>
          <a:xfrm>
            <a:off x="5291054" y="1524000"/>
            <a:ext cx="3446714" cy="11430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rgbClr val="00B0F0"/>
                </a:solidFill>
              </a:rPr>
              <a:t>STAFF MEETING</a:t>
            </a:r>
            <a:endParaRPr lang="en-SG" sz="2800" b="1" dirty="0">
              <a:solidFill>
                <a:srgbClr val="00B0F0"/>
              </a:solidFill>
            </a:endParaRPr>
          </a:p>
        </p:txBody>
      </p:sp>
      <p:sp>
        <p:nvSpPr>
          <p:cNvPr id="6" name="Arrow: Right 5">
            <a:extLst>
              <a:ext uri="{FF2B5EF4-FFF2-40B4-BE49-F238E27FC236}">
                <a16:creationId xmlns:a16="http://schemas.microsoft.com/office/drawing/2014/main" id="{E356466A-309D-5D61-C594-ECE85035EE56}"/>
              </a:ext>
            </a:extLst>
          </p:cNvPr>
          <p:cNvSpPr/>
          <p:nvPr/>
        </p:nvSpPr>
        <p:spPr>
          <a:xfrm>
            <a:off x="838200" y="4413708"/>
            <a:ext cx="3048000" cy="14478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n w="0"/>
                <a:solidFill>
                  <a:schemeClr val="accent1"/>
                </a:solidFill>
                <a:effectLst>
                  <a:outerShdw blurRad="38100" dist="25400" dir="5400000" algn="ctr" rotWithShape="0">
                    <a:srgbClr val="6E747A">
                      <a:alpha val="43000"/>
                    </a:srgbClr>
                  </a:outerShdw>
                </a:effectLst>
              </a:rPr>
              <a:t>STAFF MEETING</a:t>
            </a:r>
            <a:endParaRPr lang="en-SG" sz="2400" dirty="0">
              <a:ln w="0"/>
              <a:solidFill>
                <a:schemeClr val="accent1"/>
              </a:solidFill>
              <a:effectLst>
                <a:outerShdw blurRad="38100" dist="25400" dir="5400000" algn="ctr" rotWithShape="0">
                  <a:srgbClr val="6E747A">
                    <a:alpha val="43000"/>
                  </a:srgbClr>
                </a:outerShdw>
              </a:effectLst>
            </a:endParaRPr>
          </a:p>
        </p:txBody>
      </p:sp>
      <p:pic>
        <p:nvPicPr>
          <p:cNvPr id="7" name="Picture 6">
            <a:extLst>
              <a:ext uri="{FF2B5EF4-FFF2-40B4-BE49-F238E27FC236}">
                <a16:creationId xmlns:a16="http://schemas.microsoft.com/office/drawing/2014/main" id="{BDFE5B8B-2659-4C5C-22A1-34794C422E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4815" y="3649559"/>
            <a:ext cx="4327358" cy="2976098"/>
          </a:xfrm>
          <a:prstGeom prst="rect">
            <a:avLst/>
          </a:prstGeom>
        </p:spPr>
      </p:pic>
      <p:pic>
        <p:nvPicPr>
          <p:cNvPr id="2" name="Content Placeholder 7">
            <a:extLst>
              <a:ext uri="{FF2B5EF4-FFF2-40B4-BE49-F238E27FC236}">
                <a16:creationId xmlns:a16="http://schemas.microsoft.com/office/drawing/2014/main" id="{177E4DEA-4019-C53E-AA33-6A985E4DCB1A}"/>
              </a:ext>
            </a:extLst>
          </p:cNvPr>
          <p:cNvPicPr>
            <a:picLocks noGrp="1" noChangeAspect="1"/>
          </p:cNvPicPr>
          <p:nvPr>
            <p:ph sz="quarter" idx="1"/>
          </p:nvPr>
        </p:nvPicPr>
        <p:blipFill>
          <a:blip r:embed="rId3" cstate="print">
            <a:extLst>
              <a:ext uri="{28A0092B-C50C-407E-A947-70E740481C1C}">
                <a14:useLocalDpi xmlns:a14="http://schemas.microsoft.com/office/drawing/2010/main" val="0"/>
              </a:ext>
            </a:extLst>
          </a:blip>
          <a:stretch>
            <a:fillRect/>
          </a:stretch>
        </p:blipFill>
        <p:spPr>
          <a:xfrm>
            <a:off x="406233" y="795905"/>
            <a:ext cx="4225925" cy="3169444"/>
          </a:xfrm>
        </p:spPr>
      </p:pic>
    </p:spTree>
    <p:extLst>
      <p:ext uri="{BB962C8B-B14F-4D97-AF65-F5344CB8AC3E}">
        <p14:creationId xmlns:p14="http://schemas.microsoft.com/office/powerpoint/2010/main" val="252482724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itle 1"/>
          <p:cNvSpPr>
            <a:spLocks noGrp="1"/>
          </p:cNvSpPr>
          <p:nvPr>
            <p:ph type="title" sz="quarter"/>
          </p:nvPr>
        </p:nvSpPr>
        <p:spPr>
          <a:xfrm>
            <a:off x="364958" y="221457"/>
            <a:ext cx="8534400" cy="563562"/>
          </a:xfrm>
          <a:solidFill>
            <a:srgbClr val="00B0F0"/>
          </a:solidFill>
        </p:spPr>
        <p:txBody>
          <a:bodyPr rtlCol="0">
            <a:normAutofit/>
          </a:bodyPr>
          <a:lstStyle/>
          <a:p>
            <a:pPr eaLnBrk="1" fontAlgn="auto" hangingPunct="1">
              <a:spcAft>
                <a:spcPts val="0"/>
              </a:spcAft>
              <a:defRPr/>
            </a:pPr>
            <a:r>
              <a:rPr lang="en-US" sz="2000" b="1" dirty="0">
                <a:solidFill>
                  <a:schemeClr val="bg1"/>
                </a:solidFill>
                <a:latin typeface="Arial" charset="0"/>
                <a:cs typeface="Arial" charset="0"/>
              </a:rPr>
              <a:t>QUALITY IMPROVEMENT MEETING</a:t>
            </a:r>
            <a:endParaRPr lang="en-US" sz="2000" b="1" dirty="0">
              <a:solidFill>
                <a:srgbClr val="FFFFFF"/>
              </a:solidFill>
              <a:latin typeface="Arial" charset="0"/>
              <a:cs typeface="Arial" charset="0"/>
            </a:endParaRPr>
          </a:p>
        </p:txBody>
      </p:sp>
      <p:sp>
        <p:nvSpPr>
          <p:cNvPr id="4" name="Arrow: Left 3">
            <a:extLst>
              <a:ext uri="{FF2B5EF4-FFF2-40B4-BE49-F238E27FC236}">
                <a16:creationId xmlns:a16="http://schemas.microsoft.com/office/drawing/2014/main" id="{FD4F8913-1B44-AE7C-A8DE-C651522C9ECF}"/>
              </a:ext>
            </a:extLst>
          </p:cNvPr>
          <p:cNvSpPr/>
          <p:nvPr/>
        </p:nvSpPr>
        <p:spPr>
          <a:xfrm>
            <a:off x="5291054" y="1524000"/>
            <a:ext cx="3776746" cy="10668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00B0F0"/>
                </a:solidFill>
              </a:rPr>
              <a:t>NURSING STAFF MEETING</a:t>
            </a:r>
            <a:endParaRPr lang="en-SG" sz="2400" b="1" dirty="0">
              <a:solidFill>
                <a:srgbClr val="00B0F0"/>
              </a:solidFill>
            </a:endParaRPr>
          </a:p>
        </p:txBody>
      </p:sp>
      <p:sp>
        <p:nvSpPr>
          <p:cNvPr id="6" name="Arrow: Right 5">
            <a:extLst>
              <a:ext uri="{FF2B5EF4-FFF2-40B4-BE49-F238E27FC236}">
                <a16:creationId xmlns:a16="http://schemas.microsoft.com/office/drawing/2014/main" id="{E356466A-309D-5D61-C594-ECE85035EE56}"/>
              </a:ext>
            </a:extLst>
          </p:cNvPr>
          <p:cNvSpPr/>
          <p:nvPr/>
        </p:nvSpPr>
        <p:spPr>
          <a:xfrm>
            <a:off x="914400" y="4419600"/>
            <a:ext cx="3048000" cy="14478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n w="0"/>
                <a:solidFill>
                  <a:schemeClr val="accent1"/>
                </a:solidFill>
                <a:effectLst>
                  <a:outerShdw blurRad="38100" dist="25400" dir="5400000" algn="ctr" rotWithShape="0">
                    <a:srgbClr val="6E747A">
                      <a:alpha val="43000"/>
                    </a:srgbClr>
                  </a:outerShdw>
                </a:effectLst>
              </a:rPr>
              <a:t>UHMC MEETING </a:t>
            </a:r>
            <a:endParaRPr lang="en-SG" sz="2400" dirty="0">
              <a:ln w="0"/>
              <a:solidFill>
                <a:schemeClr val="accent1"/>
              </a:solidFill>
              <a:effectLst>
                <a:outerShdw blurRad="38100" dist="25400" dir="5400000" algn="ctr" rotWithShape="0">
                  <a:srgbClr val="6E747A">
                    <a:alpha val="43000"/>
                  </a:srgbClr>
                </a:outerShdw>
              </a:effectLst>
            </a:endParaRPr>
          </a:p>
        </p:txBody>
      </p:sp>
      <p:pic>
        <p:nvPicPr>
          <p:cNvPr id="5" name="Content Placeholder 2">
            <a:extLst>
              <a:ext uri="{FF2B5EF4-FFF2-40B4-BE49-F238E27FC236}">
                <a16:creationId xmlns:a16="http://schemas.microsoft.com/office/drawing/2014/main" id="{01C5AB74-A965-C505-6845-E01462D9407B}"/>
              </a:ext>
            </a:extLst>
          </p:cNvPr>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4419600" y="3690257"/>
            <a:ext cx="4724400" cy="2839131"/>
          </a:xfrm>
        </p:spPr>
      </p:pic>
      <p:pic>
        <p:nvPicPr>
          <p:cNvPr id="8" name="Picture 7">
            <a:extLst>
              <a:ext uri="{FF2B5EF4-FFF2-40B4-BE49-F238E27FC236}">
                <a16:creationId xmlns:a16="http://schemas.microsoft.com/office/drawing/2014/main" id="{609F48D7-88F5-2450-94C1-0F36FCE3F4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5844" y="866038"/>
            <a:ext cx="4729556" cy="2743200"/>
          </a:xfrm>
          <a:prstGeom prst="rect">
            <a:avLst/>
          </a:prstGeom>
        </p:spPr>
      </p:pic>
    </p:spTree>
    <p:extLst>
      <p:ext uri="{BB962C8B-B14F-4D97-AF65-F5344CB8AC3E}">
        <p14:creationId xmlns:p14="http://schemas.microsoft.com/office/powerpoint/2010/main" val="321454349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sz="quarter"/>
          </p:nvPr>
        </p:nvSpPr>
        <p:spPr>
          <a:xfrm>
            <a:off x="152400" y="152400"/>
            <a:ext cx="8763000" cy="457200"/>
          </a:xfrm>
          <a:solidFill>
            <a:srgbClr val="00B0F0"/>
          </a:solidFill>
        </p:spPr>
        <p:txBody>
          <a:bodyPr rtlCol="0">
            <a:normAutofit fontScale="90000"/>
          </a:bodyPr>
          <a:lstStyle/>
          <a:p>
            <a:pPr eaLnBrk="1" fontAlgn="auto" hangingPunct="1">
              <a:spcAft>
                <a:spcPts val="0"/>
              </a:spcAft>
              <a:defRPr/>
            </a:pPr>
            <a:r>
              <a:rPr lang="en-US" sz="2800" b="1" dirty="0">
                <a:solidFill>
                  <a:schemeClr val="bg1"/>
                </a:solidFill>
              </a:rPr>
              <a:t>AROUND HOSPITAL AREA </a:t>
            </a:r>
          </a:p>
        </p:txBody>
      </p:sp>
      <p:pic>
        <p:nvPicPr>
          <p:cNvPr id="6" name="Content Placeholder 5"/>
          <p:cNvPicPr>
            <a:picLocks noGrp="1" noChangeAspect="1"/>
          </p:cNvPicPr>
          <p:nvPr>
            <p:ph sz="quarter" idx="2"/>
          </p:nvPr>
        </p:nvPicPr>
        <p:blipFill>
          <a:blip r:embed="rId2" cstate="print">
            <a:extLst>
              <a:ext uri="{BEBA8EAE-BF5A-486C-A8C5-ECC9F3942E4B}">
                <a14:imgProps xmlns:a14="http://schemas.microsoft.com/office/drawing/2010/main">
                  <a14:imgLayer r:embed="rId3">
                    <a14:imgEffect>
                      <a14:brightnessContrast bright="31000"/>
                    </a14:imgEffect>
                  </a14:imgLayer>
                </a14:imgProps>
              </a:ext>
              <a:ext uri="{28A0092B-C50C-407E-A947-70E740481C1C}">
                <a14:useLocalDpi xmlns:a14="http://schemas.microsoft.com/office/drawing/2010/main" val="0"/>
              </a:ext>
            </a:extLst>
          </a:blip>
          <a:stretch>
            <a:fillRect/>
          </a:stretch>
        </p:blipFill>
        <p:spPr>
          <a:xfrm>
            <a:off x="152400" y="642257"/>
            <a:ext cx="4386942" cy="2895600"/>
          </a:xfrm>
        </p:spPr>
      </p:pic>
      <p:sp>
        <p:nvSpPr>
          <p:cNvPr id="4" name="Arrow: Left 3">
            <a:extLst>
              <a:ext uri="{FF2B5EF4-FFF2-40B4-BE49-F238E27FC236}">
                <a16:creationId xmlns:a16="http://schemas.microsoft.com/office/drawing/2014/main" id="{2EA09AE1-4FF6-B7BD-453B-20DB1BACEDC5}"/>
              </a:ext>
            </a:extLst>
          </p:cNvPr>
          <p:cNvSpPr/>
          <p:nvPr/>
        </p:nvSpPr>
        <p:spPr>
          <a:xfrm>
            <a:off x="5291054" y="1524000"/>
            <a:ext cx="3319546" cy="10668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00B0F0"/>
                </a:solidFill>
              </a:rPr>
              <a:t>GARDENING (FRUITS) </a:t>
            </a:r>
            <a:endParaRPr lang="en-SG" sz="2400" b="1" dirty="0">
              <a:solidFill>
                <a:srgbClr val="00B0F0"/>
              </a:solidFill>
            </a:endParaRPr>
          </a:p>
        </p:txBody>
      </p:sp>
      <p:pic>
        <p:nvPicPr>
          <p:cNvPr id="10" name="Picture 9">
            <a:extLst>
              <a:ext uri="{FF2B5EF4-FFF2-40B4-BE49-F238E27FC236}">
                <a16:creationId xmlns:a16="http://schemas.microsoft.com/office/drawing/2014/main" id="{954B88FB-3953-BC38-86A9-029AF45FDE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39342" y="3429000"/>
            <a:ext cx="4452257" cy="3265715"/>
          </a:xfrm>
          <a:prstGeom prst="rect">
            <a:avLst/>
          </a:prstGeom>
        </p:spPr>
      </p:pic>
      <p:sp>
        <p:nvSpPr>
          <p:cNvPr id="11" name="Arrow: Right 10">
            <a:extLst>
              <a:ext uri="{FF2B5EF4-FFF2-40B4-BE49-F238E27FC236}">
                <a16:creationId xmlns:a16="http://schemas.microsoft.com/office/drawing/2014/main" id="{E23C5328-5DAF-4137-6795-F4DAB05A5F04}"/>
              </a:ext>
            </a:extLst>
          </p:cNvPr>
          <p:cNvSpPr/>
          <p:nvPr/>
        </p:nvSpPr>
        <p:spPr>
          <a:xfrm>
            <a:off x="914400" y="4419600"/>
            <a:ext cx="3048000" cy="14478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n w="0"/>
                <a:solidFill>
                  <a:schemeClr val="accent1"/>
                </a:solidFill>
                <a:effectLst>
                  <a:outerShdw blurRad="38100" dist="25400" dir="5400000" algn="ctr" rotWithShape="0">
                    <a:srgbClr val="6E747A">
                      <a:alpha val="43000"/>
                    </a:srgbClr>
                  </a:outerShdw>
                </a:effectLst>
              </a:rPr>
              <a:t>Medicinal plant </a:t>
            </a:r>
            <a:endParaRPr lang="en-SG" sz="240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sz="quarter"/>
          </p:nvPr>
        </p:nvSpPr>
        <p:spPr>
          <a:xfrm>
            <a:off x="152400" y="152400"/>
            <a:ext cx="8763000" cy="457200"/>
          </a:xfrm>
          <a:solidFill>
            <a:srgbClr val="00B0F0"/>
          </a:solidFill>
        </p:spPr>
        <p:txBody>
          <a:bodyPr rtlCol="0">
            <a:normAutofit fontScale="90000"/>
          </a:bodyPr>
          <a:lstStyle/>
          <a:p>
            <a:pPr eaLnBrk="1" fontAlgn="auto" hangingPunct="1">
              <a:spcAft>
                <a:spcPts val="0"/>
              </a:spcAft>
              <a:defRPr/>
            </a:pPr>
            <a:r>
              <a:rPr lang="en-US" sz="2800" b="1" dirty="0">
                <a:solidFill>
                  <a:schemeClr val="bg1"/>
                </a:solidFill>
              </a:rPr>
              <a:t>POWER SOURCES AND AMBULANCE</a:t>
            </a:r>
          </a:p>
        </p:txBody>
      </p:sp>
      <p:sp>
        <p:nvSpPr>
          <p:cNvPr id="4" name="Arrow: Left 3">
            <a:extLst>
              <a:ext uri="{FF2B5EF4-FFF2-40B4-BE49-F238E27FC236}">
                <a16:creationId xmlns:a16="http://schemas.microsoft.com/office/drawing/2014/main" id="{2EA09AE1-4FF6-B7BD-453B-20DB1BACEDC5}"/>
              </a:ext>
            </a:extLst>
          </p:cNvPr>
          <p:cNvSpPr/>
          <p:nvPr/>
        </p:nvSpPr>
        <p:spPr>
          <a:xfrm>
            <a:off x="5410200" y="1524000"/>
            <a:ext cx="3319546" cy="10668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00B0F0"/>
                </a:solidFill>
              </a:rPr>
              <a:t>AMBULANCE </a:t>
            </a:r>
            <a:endParaRPr lang="en-SG" sz="2400" b="1" dirty="0">
              <a:solidFill>
                <a:srgbClr val="00B0F0"/>
              </a:solidFill>
            </a:endParaRPr>
          </a:p>
        </p:txBody>
      </p:sp>
      <p:sp>
        <p:nvSpPr>
          <p:cNvPr id="11" name="Arrow: Right 10">
            <a:extLst>
              <a:ext uri="{FF2B5EF4-FFF2-40B4-BE49-F238E27FC236}">
                <a16:creationId xmlns:a16="http://schemas.microsoft.com/office/drawing/2014/main" id="{E23C5328-5DAF-4137-6795-F4DAB05A5F04}"/>
              </a:ext>
            </a:extLst>
          </p:cNvPr>
          <p:cNvSpPr/>
          <p:nvPr/>
        </p:nvSpPr>
        <p:spPr>
          <a:xfrm>
            <a:off x="914400" y="4419600"/>
            <a:ext cx="3048000" cy="14478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n w="0"/>
                <a:solidFill>
                  <a:schemeClr val="accent1"/>
                </a:solidFill>
                <a:effectLst>
                  <a:outerShdw blurRad="38100" dist="25400" dir="5400000" algn="ctr" rotWithShape="0">
                    <a:srgbClr val="6E747A">
                      <a:alpha val="43000"/>
                    </a:srgbClr>
                  </a:outerShdw>
                </a:effectLst>
              </a:rPr>
              <a:t>GENERATOR</a:t>
            </a:r>
            <a:endParaRPr lang="en-SG" sz="2400" dirty="0">
              <a:ln w="0"/>
              <a:solidFill>
                <a:schemeClr val="accent1"/>
              </a:solidFill>
              <a:effectLst>
                <a:outerShdw blurRad="38100" dist="25400" dir="5400000" algn="ctr" rotWithShape="0">
                  <a:srgbClr val="6E747A">
                    <a:alpha val="43000"/>
                  </a:srgbClr>
                </a:outerShdw>
              </a:effectLst>
            </a:endParaRPr>
          </a:p>
        </p:txBody>
      </p:sp>
      <p:pic>
        <p:nvPicPr>
          <p:cNvPr id="5" name="Content Placeholder 4">
            <a:extLst>
              <a:ext uri="{FF2B5EF4-FFF2-40B4-BE49-F238E27FC236}">
                <a16:creationId xmlns:a16="http://schemas.microsoft.com/office/drawing/2014/main" id="{159A7FFF-2DD8-7546-C0A7-DEA5EC3BC009}"/>
              </a:ext>
            </a:extLst>
          </p:cNvPr>
          <p:cNvPicPr>
            <a:picLocks noGrp="1" noChangeAspect="1"/>
          </p:cNvPicPr>
          <p:nvPr>
            <p:ph sz="quarter" idx="2"/>
          </p:nvPr>
        </p:nvPicPr>
        <p:blipFill rotWithShape="1">
          <a:blip r:embed="rId2" cstate="print">
            <a:extLst>
              <a:ext uri="{28A0092B-C50C-407E-A947-70E740481C1C}">
                <a14:useLocalDpi xmlns:a14="http://schemas.microsoft.com/office/drawing/2010/main" val="0"/>
              </a:ext>
            </a:extLst>
          </a:blip>
          <a:srcRect t="21131" r="1185" b="17809"/>
          <a:stretch/>
        </p:blipFill>
        <p:spPr>
          <a:xfrm>
            <a:off x="228600" y="947056"/>
            <a:ext cx="4860472" cy="2481943"/>
          </a:xfrm>
        </p:spPr>
      </p:pic>
      <p:pic>
        <p:nvPicPr>
          <p:cNvPr id="7" name="Picture 6">
            <a:extLst>
              <a:ext uri="{FF2B5EF4-FFF2-40B4-BE49-F238E27FC236}">
                <a16:creationId xmlns:a16="http://schemas.microsoft.com/office/drawing/2014/main" id="{556B1EA9-5113-9C38-5C24-C9A8A822096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824" t="3357" r="11765"/>
          <a:stretch/>
        </p:blipFill>
        <p:spPr>
          <a:xfrm rot="5400000">
            <a:off x="5326768" y="3063858"/>
            <a:ext cx="3419434" cy="4149716"/>
          </a:xfrm>
          <a:prstGeom prst="rect">
            <a:avLst/>
          </a:prstGeom>
        </p:spPr>
      </p:pic>
    </p:spTree>
    <p:extLst>
      <p:ext uri="{BB962C8B-B14F-4D97-AF65-F5344CB8AC3E}">
        <p14:creationId xmlns:p14="http://schemas.microsoft.com/office/powerpoint/2010/main" val="45335071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sz="quarter"/>
          </p:nvPr>
        </p:nvSpPr>
        <p:spPr>
          <a:xfrm>
            <a:off x="76200" y="97971"/>
            <a:ext cx="8763000" cy="457200"/>
          </a:xfrm>
          <a:solidFill>
            <a:srgbClr val="00B0F0"/>
          </a:solidFill>
        </p:spPr>
        <p:txBody>
          <a:bodyPr rtlCol="0">
            <a:normAutofit fontScale="90000"/>
          </a:bodyPr>
          <a:lstStyle/>
          <a:p>
            <a:pPr eaLnBrk="1" fontAlgn="auto" hangingPunct="1">
              <a:spcAft>
                <a:spcPts val="0"/>
              </a:spcAft>
              <a:defRPr/>
            </a:pPr>
            <a:r>
              <a:rPr lang="en-US" sz="2800" b="1" dirty="0"/>
              <a:t>Boundary Wall OF Residential Area</a:t>
            </a:r>
            <a:endParaRPr lang="en-US" sz="2800" b="1" dirty="0">
              <a:solidFill>
                <a:schemeClr val="bg1"/>
              </a:solidFill>
            </a:endParaRPr>
          </a:p>
        </p:txBody>
      </p:sp>
      <p:pic>
        <p:nvPicPr>
          <p:cNvPr id="6" name="Picture 5">
            <a:extLst>
              <a:ext uri="{FF2B5EF4-FFF2-40B4-BE49-F238E27FC236}">
                <a16:creationId xmlns:a16="http://schemas.microsoft.com/office/drawing/2014/main" id="{438264B0-A8A9-125A-E63E-0573F02571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552450"/>
            <a:ext cx="4174671" cy="3131003"/>
          </a:xfrm>
          <a:prstGeom prst="rect">
            <a:avLst/>
          </a:prstGeom>
        </p:spPr>
      </p:pic>
      <p:pic>
        <p:nvPicPr>
          <p:cNvPr id="9" name="Picture 8">
            <a:extLst>
              <a:ext uri="{FF2B5EF4-FFF2-40B4-BE49-F238E27FC236}">
                <a16:creationId xmlns:a16="http://schemas.microsoft.com/office/drawing/2014/main" id="{0725C1BE-F7AF-137D-9278-81DCD24EEC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03271" y="3548743"/>
            <a:ext cx="4588329" cy="3131003"/>
          </a:xfrm>
          <a:prstGeom prst="rect">
            <a:avLst/>
          </a:prstGeom>
        </p:spPr>
      </p:pic>
      <p:sp>
        <p:nvSpPr>
          <p:cNvPr id="10" name="Arrow: Left 9">
            <a:extLst>
              <a:ext uri="{FF2B5EF4-FFF2-40B4-BE49-F238E27FC236}">
                <a16:creationId xmlns:a16="http://schemas.microsoft.com/office/drawing/2014/main" id="{DFCA9794-286C-09A2-7116-2A8C3837C56D}"/>
              </a:ext>
            </a:extLst>
          </p:cNvPr>
          <p:cNvSpPr/>
          <p:nvPr/>
        </p:nvSpPr>
        <p:spPr>
          <a:xfrm>
            <a:off x="5562600" y="1676400"/>
            <a:ext cx="3319546" cy="10668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00B0F0"/>
                </a:solidFill>
              </a:rPr>
              <a:t>BOUNDARY WALL </a:t>
            </a:r>
            <a:endParaRPr lang="en-SG" sz="2400" b="1" dirty="0">
              <a:solidFill>
                <a:srgbClr val="00B0F0"/>
              </a:solidFill>
            </a:endParaRPr>
          </a:p>
        </p:txBody>
      </p:sp>
      <p:sp>
        <p:nvSpPr>
          <p:cNvPr id="12" name="Arrow: Right 11">
            <a:extLst>
              <a:ext uri="{FF2B5EF4-FFF2-40B4-BE49-F238E27FC236}">
                <a16:creationId xmlns:a16="http://schemas.microsoft.com/office/drawing/2014/main" id="{696F4E3C-F922-A475-0D2F-D6A7E7CFBE44}"/>
              </a:ext>
            </a:extLst>
          </p:cNvPr>
          <p:cNvSpPr/>
          <p:nvPr/>
        </p:nvSpPr>
        <p:spPr>
          <a:xfrm>
            <a:off x="609600" y="4572000"/>
            <a:ext cx="3124200" cy="12192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00B0F0"/>
                </a:solidFill>
              </a:rPr>
              <a:t>BOUNDARY WALL </a:t>
            </a:r>
            <a:endParaRPr lang="en-SG" sz="2400" b="1" dirty="0">
              <a:solidFill>
                <a:srgbClr val="00B0F0"/>
              </a:solidFill>
            </a:endParaRPr>
          </a:p>
        </p:txBody>
      </p:sp>
    </p:spTree>
    <p:extLst>
      <p:ext uri="{BB962C8B-B14F-4D97-AF65-F5344CB8AC3E}">
        <p14:creationId xmlns:p14="http://schemas.microsoft.com/office/powerpoint/2010/main" val="11755845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rrow: Left 9">
            <a:extLst>
              <a:ext uri="{FF2B5EF4-FFF2-40B4-BE49-F238E27FC236}">
                <a16:creationId xmlns:a16="http://schemas.microsoft.com/office/drawing/2014/main" id="{DFCA9794-286C-09A2-7116-2A8C3837C56D}"/>
              </a:ext>
            </a:extLst>
          </p:cNvPr>
          <p:cNvSpPr/>
          <p:nvPr/>
        </p:nvSpPr>
        <p:spPr>
          <a:xfrm>
            <a:off x="5562600" y="1676400"/>
            <a:ext cx="3319546" cy="10668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00B0F0"/>
                </a:solidFill>
              </a:rPr>
              <a:t>TRAINING SESSION </a:t>
            </a:r>
            <a:endParaRPr lang="en-SG" sz="2400" b="1" dirty="0">
              <a:solidFill>
                <a:srgbClr val="00B0F0"/>
              </a:solidFill>
            </a:endParaRPr>
          </a:p>
        </p:txBody>
      </p:sp>
      <p:sp>
        <p:nvSpPr>
          <p:cNvPr id="12" name="Arrow: Right 11">
            <a:extLst>
              <a:ext uri="{FF2B5EF4-FFF2-40B4-BE49-F238E27FC236}">
                <a16:creationId xmlns:a16="http://schemas.microsoft.com/office/drawing/2014/main" id="{696F4E3C-F922-A475-0D2F-D6A7E7CFBE44}"/>
              </a:ext>
            </a:extLst>
          </p:cNvPr>
          <p:cNvSpPr/>
          <p:nvPr/>
        </p:nvSpPr>
        <p:spPr>
          <a:xfrm>
            <a:off x="609600" y="4572000"/>
            <a:ext cx="3124200" cy="12192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00B0F0"/>
                </a:solidFill>
              </a:rPr>
              <a:t>CONFERENCE HALL</a:t>
            </a:r>
            <a:endParaRPr lang="en-SG" sz="2400" b="1" dirty="0">
              <a:solidFill>
                <a:srgbClr val="00B0F0"/>
              </a:solidFill>
            </a:endParaRPr>
          </a:p>
        </p:txBody>
      </p:sp>
      <p:sp>
        <p:nvSpPr>
          <p:cNvPr id="3" name="Title 1">
            <a:extLst>
              <a:ext uri="{FF2B5EF4-FFF2-40B4-BE49-F238E27FC236}">
                <a16:creationId xmlns:a16="http://schemas.microsoft.com/office/drawing/2014/main" id="{ED3CBF32-22FD-3EDC-A39E-56C1023CAA05}"/>
              </a:ext>
            </a:extLst>
          </p:cNvPr>
          <p:cNvSpPr>
            <a:spLocks noGrp="1"/>
          </p:cNvSpPr>
          <p:nvPr>
            <p:ph type="title" sz="quarter"/>
          </p:nvPr>
        </p:nvSpPr>
        <p:spPr>
          <a:xfrm>
            <a:off x="152400" y="0"/>
            <a:ext cx="8915400" cy="609600"/>
          </a:xfrm>
          <a:solidFill>
            <a:srgbClr val="00B0F0"/>
          </a:solidFill>
        </p:spPr>
        <p:txBody>
          <a:bodyPr rtlCol="0">
            <a:normAutofit/>
          </a:bodyPr>
          <a:lstStyle/>
          <a:p>
            <a:pPr eaLnBrk="1" fontAlgn="auto" hangingPunct="1">
              <a:spcAft>
                <a:spcPts val="0"/>
              </a:spcAft>
              <a:defRPr/>
            </a:pPr>
            <a:r>
              <a:rPr lang="en-US" sz="2800" b="1" dirty="0">
                <a:solidFill>
                  <a:schemeClr val="bg1"/>
                </a:solidFill>
              </a:rPr>
              <a:t>TRAINING AND RENNOVATION OF CONFERENCE HALL</a:t>
            </a:r>
          </a:p>
        </p:txBody>
      </p:sp>
      <p:pic>
        <p:nvPicPr>
          <p:cNvPr id="5" name="Picture 4">
            <a:extLst>
              <a:ext uri="{FF2B5EF4-FFF2-40B4-BE49-F238E27FC236}">
                <a16:creationId xmlns:a16="http://schemas.microsoft.com/office/drawing/2014/main" id="{5A1D55F6-77B2-E2A1-0C0E-99B5DE75F6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67" y="634506"/>
            <a:ext cx="4588329" cy="2674751"/>
          </a:xfrm>
          <a:prstGeom prst="rect">
            <a:avLst/>
          </a:prstGeom>
        </p:spPr>
      </p:pic>
      <p:pic>
        <p:nvPicPr>
          <p:cNvPr id="8" name="Picture 7">
            <a:extLst>
              <a:ext uri="{FF2B5EF4-FFF2-40B4-BE49-F238E27FC236}">
                <a16:creationId xmlns:a16="http://schemas.microsoft.com/office/drawing/2014/main" id="{06B22ECA-F303-CA7A-481B-A995DF1BCE77}"/>
              </a:ext>
            </a:extLst>
          </p:cNvPr>
          <p:cNvPicPr>
            <a:picLocks noChangeAspect="1"/>
          </p:cNvPicPr>
          <p:nvPr/>
        </p:nvPicPr>
        <p:blipFill rotWithShape="1">
          <a:blip r:embed="rId3">
            <a:extLst>
              <a:ext uri="{28A0092B-C50C-407E-A947-70E740481C1C}">
                <a14:useLocalDpi xmlns:a14="http://schemas.microsoft.com/office/drawing/2010/main" val="0"/>
              </a:ext>
            </a:extLst>
          </a:blip>
          <a:srcRect t="6499" r="19327"/>
          <a:stretch/>
        </p:blipFill>
        <p:spPr>
          <a:xfrm>
            <a:off x="4054929" y="3548743"/>
            <a:ext cx="4823727" cy="2572623"/>
          </a:xfrm>
          <a:prstGeom prst="rect">
            <a:avLst/>
          </a:prstGeom>
        </p:spPr>
      </p:pic>
    </p:spTree>
    <p:extLst>
      <p:ext uri="{BB962C8B-B14F-4D97-AF65-F5344CB8AC3E}">
        <p14:creationId xmlns:p14="http://schemas.microsoft.com/office/powerpoint/2010/main" val="391621593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BA17ED29-B1C5-44A0-B7B2-8E405DCB3238}"/>
              </a:ext>
            </a:extLst>
          </p:cNvPr>
          <p:cNvSpPr>
            <a:spLocks noGrp="1" noChangeArrowheads="1"/>
          </p:cNvSpPr>
          <p:nvPr>
            <p:ph type="title"/>
          </p:nvPr>
        </p:nvSpPr>
        <p:spPr>
          <a:xfrm>
            <a:off x="457200" y="274638"/>
            <a:ext cx="8229600" cy="995362"/>
          </a:xfrm>
          <a:solidFill>
            <a:schemeClr val="accent1"/>
          </a:solidFill>
        </p:spPr>
        <p:txBody>
          <a:bodyPr/>
          <a:lstStyle/>
          <a:p>
            <a:pPr eaLnBrk="1" hangingPunct="1"/>
            <a:r>
              <a:rPr lang="en-US" altLang="en-US" sz="3200" b="1" dirty="0"/>
              <a:t>Upazila Health  Complex</a:t>
            </a:r>
            <a:br>
              <a:rPr lang="en-US" altLang="en-US" sz="3200" b="1" dirty="0"/>
            </a:br>
            <a:r>
              <a:rPr lang="en-US" altLang="en-US" sz="3200" b="1" dirty="0" err="1"/>
              <a:t>RaipurLakshmipur</a:t>
            </a:r>
            <a:br>
              <a:rPr lang="en-US" altLang="en-US" sz="3200" b="1" dirty="0"/>
            </a:br>
            <a:endParaRPr lang="en-US" altLang="en-US" sz="2000" b="1" dirty="0"/>
          </a:p>
        </p:txBody>
      </p:sp>
      <p:sp>
        <p:nvSpPr>
          <p:cNvPr id="57347" name="Rectangle 3">
            <a:extLst>
              <a:ext uri="{FF2B5EF4-FFF2-40B4-BE49-F238E27FC236}">
                <a16:creationId xmlns:a16="http://schemas.microsoft.com/office/drawing/2014/main" id="{D935C444-89D8-44E5-B127-72803971B5BD}"/>
              </a:ext>
            </a:extLst>
          </p:cNvPr>
          <p:cNvSpPr>
            <a:spLocks noGrp="1" noChangeArrowheads="1"/>
          </p:cNvSpPr>
          <p:nvPr>
            <p:ph type="body" sz="half" idx="1"/>
          </p:nvPr>
        </p:nvSpPr>
        <p:spPr/>
        <p:txBody>
          <a:bodyPr/>
          <a:lstStyle/>
          <a:p>
            <a:pPr algn="ctr" eaLnBrk="1" hangingPunct="1">
              <a:buFontTx/>
              <a:buNone/>
            </a:pPr>
            <a:endParaRPr lang="en-US" altLang="en-US" sz="2800"/>
          </a:p>
          <a:p>
            <a:pPr algn="ctr" eaLnBrk="1" hangingPunct="1">
              <a:buFontTx/>
              <a:buNone/>
            </a:pPr>
            <a:endParaRPr lang="en-US" altLang="en-US" sz="2800"/>
          </a:p>
        </p:txBody>
      </p:sp>
      <p:sp>
        <p:nvSpPr>
          <p:cNvPr id="218116" name="Rectangle 4">
            <a:extLst>
              <a:ext uri="{FF2B5EF4-FFF2-40B4-BE49-F238E27FC236}">
                <a16:creationId xmlns:a16="http://schemas.microsoft.com/office/drawing/2014/main" id="{7DCD4D61-0048-4A50-A148-F5E3D58F6AA8}"/>
              </a:ext>
            </a:extLst>
          </p:cNvPr>
          <p:cNvSpPr>
            <a:spLocks noChangeArrowheads="1"/>
          </p:cNvSpPr>
          <p:nvPr/>
        </p:nvSpPr>
        <p:spPr bwMode="auto">
          <a:xfrm>
            <a:off x="457200" y="1270000"/>
            <a:ext cx="8153400" cy="469900"/>
          </a:xfrm>
          <a:prstGeom prst="rect">
            <a:avLst/>
          </a:prstGeom>
          <a:solidFill>
            <a:srgbClr val="00FF00"/>
          </a:solidFill>
          <a:ln w="9525">
            <a:solidFill>
              <a:schemeClr val="tx1"/>
            </a:solidFill>
            <a:miter lim="800000"/>
            <a:headEnd/>
            <a:tailEnd/>
          </a:ln>
          <a:effectLst/>
        </p:spPr>
        <p:txBody>
          <a:bodyPr anchor="b"/>
          <a:lstStyle/>
          <a:p>
            <a:pPr algn="ctr" eaLnBrk="1" hangingPunct="1">
              <a:defRPr/>
            </a:pPr>
            <a:r>
              <a:rPr lang="en-US" sz="2000" b="1" dirty="0">
                <a:solidFill>
                  <a:schemeClr val="tx2"/>
                </a:solidFill>
                <a:effectLst>
                  <a:outerShdw blurRad="38100" dist="38100" dir="2700000" algn="tl">
                    <a:srgbClr val="FFFFFF"/>
                  </a:outerShdw>
                </a:effectLst>
                <a:latin typeface="Arial" charset="0"/>
                <a:cs typeface="Arial" charset="0"/>
              </a:rPr>
              <a:t>Community Support</a:t>
            </a:r>
            <a:r>
              <a:rPr lang="en-US" sz="4400" dirty="0">
                <a:solidFill>
                  <a:schemeClr val="tx2"/>
                </a:solidFill>
                <a:latin typeface="Arial" charset="0"/>
                <a:cs typeface="Arial" charset="0"/>
              </a:rPr>
              <a:t> </a:t>
            </a:r>
          </a:p>
        </p:txBody>
      </p:sp>
      <p:sp>
        <p:nvSpPr>
          <p:cNvPr id="218117" name="Text Box 5">
            <a:extLst>
              <a:ext uri="{FF2B5EF4-FFF2-40B4-BE49-F238E27FC236}">
                <a16:creationId xmlns:a16="http://schemas.microsoft.com/office/drawing/2014/main" id="{7E84A1FE-1CF1-44D6-BEC9-A0C9A7A790F3}"/>
              </a:ext>
            </a:extLst>
          </p:cNvPr>
          <p:cNvSpPr txBox="1">
            <a:spLocks noChangeArrowheads="1"/>
          </p:cNvSpPr>
          <p:nvPr/>
        </p:nvSpPr>
        <p:spPr bwMode="auto">
          <a:xfrm>
            <a:off x="457200" y="1915367"/>
            <a:ext cx="85344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indent="274320" algn="just">
              <a:spcBef>
                <a:spcPct val="0"/>
              </a:spcBef>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Central oxygen line has been established with the help of Upazila </a:t>
            </a:r>
            <a:r>
              <a:rPr lang="en-US" altLang="en-US" sz="2800" dirty="0" err="1">
                <a:latin typeface="Times New Roman" panose="02020603050405020304" pitchFamily="18" charset="0"/>
                <a:cs typeface="Times New Roman" panose="02020603050405020304" pitchFamily="18" charset="0"/>
              </a:rPr>
              <a:t>Parishad</a:t>
            </a:r>
            <a:r>
              <a:rPr lang="en-US" altLang="en-US" sz="2800" dirty="0">
                <a:latin typeface="Times New Roman" panose="02020603050405020304" pitchFamily="18" charset="0"/>
                <a:cs typeface="Times New Roman" panose="02020603050405020304" pitchFamily="18" charset="0"/>
              </a:rPr>
              <a:t> funded by JICA </a:t>
            </a:r>
          </a:p>
          <a:p>
            <a:pPr indent="274320" algn="just">
              <a:spcBef>
                <a:spcPct val="0"/>
              </a:spcBef>
              <a:buFont typeface="Wingdings" panose="05000000000000000000" pitchFamily="2" charset="2"/>
              <a:buChar char="v"/>
            </a:pPr>
            <a:r>
              <a:rPr lang="en-US" altLang="en-US" sz="2800" dirty="0" err="1">
                <a:latin typeface="Times New Roman" panose="02020603050405020304" pitchFamily="18" charset="0"/>
                <a:cs typeface="Times New Roman" panose="02020603050405020304" pitchFamily="18" charset="0"/>
              </a:rPr>
              <a:t>Abul</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Khair</a:t>
            </a:r>
            <a:r>
              <a:rPr lang="en-US" altLang="en-US" sz="2800" dirty="0">
                <a:latin typeface="Times New Roman" panose="02020603050405020304" pitchFamily="18" charset="0"/>
                <a:cs typeface="Times New Roman" panose="02020603050405020304" pitchFamily="18" charset="0"/>
              </a:rPr>
              <a:t> Group has donated another oxygen line during the COVID-19 response </a:t>
            </a:r>
          </a:p>
          <a:p>
            <a:pPr indent="274320" algn="just">
              <a:spcBef>
                <a:spcPct val="0"/>
              </a:spcBef>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Honorable Member of Parliament has donated three air conditioners(AC) for UHC</a:t>
            </a:r>
          </a:p>
          <a:p>
            <a:pPr indent="274320" algn="just">
              <a:spcBef>
                <a:spcPct val="0"/>
              </a:spcBef>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Honorable Member of Parliament has donated another twelve ceiling fans for Ward and Different Places. </a:t>
            </a:r>
          </a:p>
          <a:p>
            <a:pPr indent="274320">
              <a:spcBef>
                <a:spcPct val="0"/>
              </a:spcBef>
              <a:buFont typeface="Wingdings" panose="05000000000000000000" pitchFamily="2" charset="2"/>
              <a:buChar char="v"/>
            </a:pPr>
            <a:endParaRPr lang="en-US" altLang="en-US" sz="2400" dirty="0">
              <a:latin typeface="Times New Roman" panose="02020603050405020304" pitchFamily="18" charset="0"/>
              <a:cs typeface="Times New Roman" panose="02020603050405020304" pitchFamily="18" charset="0"/>
            </a:endParaRPr>
          </a:p>
          <a:p>
            <a:pPr>
              <a:spcBef>
                <a:spcPct val="0"/>
              </a:spcBef>
              <a:buNone/>
            </a:pPr>
            <a:endParaRPr lang="en-US" altLang="en-US" sz="2400" dirty="0">
              <a:latin typeface="Times New Roman" panose="02020603050405020304" pitchFamily="18" charset="0"/>
              <a:cs typeface="Times New Roman" panose="02020603050405020304" pitchFamily="18" charset="0"/>
            </a:endParaRPr>
          </a:p>
          <a:p>
            <a:pPr indent="274320">
              <a:spcBef>
                <a:spcPct val="0"/>
              </a:spcBef>
              <a:buFont typeface="Wingdings" panose="05000000000000000000" pitchFamily="2" charset="2"/>
              <a:buChar char="v"/>
            </a:pPr>
            <a:endParaRPr lang="en-US" altLang="en-US" sz="2400" dirty="0">
              <a:latin typeface="Times New Roman" panose="02020603050405020304" pitchFamily="18" charset="0"/>
              <a:cs typeface="Times New Roman" panose="02020603050405020304" pitchFamily="18" charset="0"/>
            </a:endParaRPr>
          </a:p>
          <a:p>
            <a:pPr indent="274320">
              <a:spcBef>
                <a:spcPct val="0"/>
              </a:spcBef>
              <a:buFont typeface="Wingdings" panose="05000000000000000000" pitchFamily="2" charset="2"/>
              <a:buChar char="v"/>
            </a:pPr>
            <a:endParaRPr lang="en-US" altLang="en-US" sz="2400" dirty="0">
              <a:latin typeface="Times New Roman" panose="02020603050405020304" pitchFamily="18" charset="0"/>
              <a:cs typeface="Times New Roman" panose="02020603050405020304" pitchFamily="18" charset="0"/>
            </a:endParaRPr>
          </a:p>
        </p:txBody>
      </p:sp>
      <p:sp>
        <p:nvSpPr>
          <p:cNvPr id="57350" name="Text Box 6">
            <a:extLst>
              <a:ext uri="{FF2B5EF4-FFF2-40B4-BE49-F238E27FC236}">
                <a16:creationId xmlns:a16="http://schemas.microsoft.com/office/drawing/2014/main" id="{444A9FB5-73F8-496D-817C-AAFDD09BF358}"/>
              </a:ext>
            </a:extLst>
          </p:cNvPr>
          <p:cNvSpPr txBox="1">
            <a:spLocks noChangeArrowheads="1"/>
          </p:cNvSpPr>
          <p:nvPr/>
        </p:nvSpPr>
        <p:spPr bwMode="auto">
          <a:xfrm>
            <a:off x="593725" y="21701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18117"/>
                                        </p:tgtEl>
                                        <p:attrNameLst>
                                          <p:attrName>style.visibility</p:attrName>
                                        </p:attrNameLst>
                                      </p:cBhvr>
                                      <p:to>
                                        <p:strVal val="visible"/>
                                      </p:to>
                                    </p:set>
                                    <p:anim calcmode="discrete" valueType="clr">
                                      <p:cBhvr override="childStyle">
                                        <p:cTn id="7" dur="80"/>
                                        <p:tgtEl>
                                          <p:spTgt spid="21811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18117"/>
                                        </p:tgtEl>
                                        <p:attrNameLst>
                                          <p:attrName>fillcolor</p:attrName>
                                        </p:attrNameLst>
                                      </p:cBhvr>
                                      <p:tavLst>
                                        <p:tav tm="0">
                                          <p:val>
                                            <p:clrVal>
                                              <a:schemeClr val="accent2"/>
                                            </p:clrVal>
                                          </p:val>
                                        </p:tav>
                                        <p:tav tm="50000">
                                          <p:val>
                                            <p:clrVal>
                                              <a:schemeClr val="hlink"/>
                                            </p:clrVal>
                                          </p:val>
                                        </p:tav>
                                      </p:tavLst>
                                    </p:anim>
                                    <p:set>
                                      <p:cBhvr>
                                        <p:cTn id="9" dur="80"/>
                                        <p:tgtEl>
                                          <p:spTgt spid="21811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76200" y="76200"/>
            <a:ext cx="8610600" cy="655637"/>
          </a:xfrm>
          <a:solidFill>
            <a:srgbClr val="00B0F0"/>
          </a:solidFill>
        </p:spPr>
        <p:style>
          <a:lnRef idx="2">
            <a:schemeClr val="dk1"/>
          </a:lnRef>
          <a:fillRef idx="1">
            <a:schemeClr val="lt1"/>
          </a:fillRef>
          <a:effectRef idx="0">
            <a:schemeClr val="dk1"/>
          </a:effectRef>
          <a:fontRef idx="minor">
            <a:schemeClr val="dk1"/>
          </a:fontRef>
        </p:style>
        <p:txBody>
          <a:bodyPr/>
          <a:lstStyle/>
          <a:p>
            <a:r>
              <a:rPr lang="en-US" sz="2800" dirty="0">
                <a:ln w="0"/>
                <a:effectLst>
                  <a:outerShdw blurRad="38100" dist="19050" dir="2700000" algn="tl" rotWithShape="0">
                    <a:schemeClr val="dk1">
                      <a:alpha val="40000"/>
                    </a:schemeClr>
                  </a:outerShdw>
                </a:effectLst>
              </a:rPr>
              <a:t>                 COVERAGE OF NEWPAPER</a:t>
            </a:r>
          </a:p>
        </p:txBody>
      </p:sp>
      <p:sp>
        <p:nvSpPr>
          <p:cNvPr id="193539" name="Rectangle 3"/>
          <p:cNvSpPr>
            <a:spLocks noGrp="1" noChangeArrowheads="1"/>
          </p:cNvSpPr>
          <p:nvPr>
            <p:ph type="body" sz="half" idx="1"/>
          </p:nvPr>
        </p:nvSpPr>
        <p:spPr/>
        <p:txBody>
          <a:bodyPr/>
          <a:lstStyle/>
          <a:p>
            <a:pPr>
              <a:buFontTx/>
              <a:buNone/>
            </a:pPr>
            <a:r>
              <a:rPr lang="en-US" sz="2800"/>
              <a:t>  </a:t>
            </a:r>
          </a:p>
          <a:p>
            <a:pPr>
              <a:buFontTx/>
              <a:buNone/>
            </a:pPr>
            <a:endParaRPr lang="en-US" sz="600"/>
          </a:p>
        </p:txBody>
      </p:sp>
      <p:pic>
        <p:nvPicPr>
          <p:cNvPr id="5" name="Picture 4">
            <a:extLst>
              <a:ext uri="{FF2B5EF4-FFF2-40B4-BE49-F238E27FC236}">
                <a16:creationId xmlns:a16="http://schemas.microsoft.com/office/drawing/2014/main" id="{E3F97C22-F007-01CB-C430-B739537767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7516" y="873739"/>
            <a:ext cx="3005009" cy="2971245"/>
          </a:xfrm>
          <a:prstGeom prst="rect">
            <a:avLst/>
          </a:prstGeom>
        </p:spPr>
      </p:pic>
      <p:pic>
        <p:nvPicPr>
          <p:cNvPr id="8" name="Content Placeholder 7">
            <a:extLst>
              <a:ext uri="{FF2B5EF4-FFF2-40B4-BE49-F238E27FC236}">
                <a16:creationId xmlns:a16="http://schemas.microsoft.com/office/drawing/2014/main" id="{8AAF7F44-6B50-5DB3-D556-28B9747B1F8D}"/>
              </a:ext>
            </a:extLst>
          </p:cNvPr>
          <p:cNvPicPr>
            <a:picLocks noGrp="1" noChangeAspect="1"/>
          </p:cNvPicPr>
          <p:nvPr>
            <p:ph sz="half" idx="2"/>
          </p:nvPr>
        </p:nvPicPr>
        <p:blipFill rotWithShape="1">
          <a:blip r:embed="rId4">
            <a:extLst>
              <a:ext uri="{28A0092B-C50C-407E-A947-70E740481C1C}">
                <a14:useLocalDpi xmlns:a14="http://schemas.microsoft.com/office/drawing/2010/main" val="0"/>
              </a:ext>
            </a:extLst>
          </a:blip>
          <a:srcRect l="1" r="48853" b="58713"/>
          <a:stretch/>
        </p:blipFill>
        <p:spPr>
          <a:xfrm>
            <a:off x="4381500" y="3672931"/>
            <a:ext cx="3371642" cy="3090672"/>
          </a:xfrm>
        </p:spPr>
      </p:pic>
      <p:pic>
        <p:nvPicPr>
          <p:cNvPr id="6" name="Content Placeholder 2">
            <a:extLst>
              <a:ext uri="{FF2B5EF4-FFF2-40B4-BE49-F238E27FC236}">
                <a16:creationId xmlns:a16="http://schemas.microsoft.com/office/drawing/2014/main" id="{AD16C50B-0BE6-4C16-97FF-66B2746DCB7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auto">
          <a:xfrm>
            <a:off x="4415619" y="898650"/>
            <a:ext cx="3371642" cy="297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36FF35CD-7112-4179-82DA-80CCC26406C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42999" y="3900402"/>
            <a:ext cx="2969525" cy="2863201"/>
          </a:xfrm>
          <a:prstGeom prst="rect">
            <a:avLst/>
          </a:prstGeom>
        </p:spPr>
      </p:pic>
    </p:spTree>
    <p:extLst>
      <p:ext uri="{BB962C8B-B14F-4D97-AF65-F5344CB8AC3E}">
        <p14:creationId xmlns:p14="http://schemas.microsoft.com/office/powerpoint/2010/main" val="943584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0" y="23884"/>
            <a:ext cx="9144000" cy="609600"/>
          </a:xfrm>
        </p:spPr>
        <p:style>
          <a:lnRef idx="1">
            <a:schemeClr val="accent5"/>
          </a:lnRef>
          <a:fillRef idx="3">
            <a:schemeClr val="accent5"/>
          </a:fillRef>
          <a:effectRef idx="2">
            <a:schemeClr val="accent5"/>
          </a:effectRef>
          <a:fontRef idx="minor">
            <a:schemeClr val="lt1"/>
          </a:fontRef>
        </p:style>
        <p:txBody>
          <a:bodyPr rtlCol="0">
            <a:normAutofit/>
          </a:bodyPr>
          <a:lstStyle/>
          <a:p>
            <a:pPr eaLnBrk="1" fontAlgn="auto" hangingPunct="1">
              <a:spcAft>
                <a:spcPts val="0"/>
              </a:spcAft>
              <a:defRPr/>
            </a:pPr>
            <a:r>
              <a:rPr lang="en-US" sz="3200" b="1" dirty="0">
                <a:solidFill>
                  <a:schemeClr val="bg1"/>
                </a:solidFill>
                <a:effectLst>
                  <a:outerShdw blurRad="38100" dist="38100" dir="2700000" algn="tl">
                    <a:srgbClr val="000000">
                      <a:alpha val="43137"/>
                    </a:srgbClr>
                  </a:outerShdw>
                </a:effectLst>
              </a:rPr>
              <a:t>Achievement of Raipur Upazilla Health Complex</a:t>
            </a:r>
            <a:endParaRPr lang="en-US" sz="3600" b="1" dirty="0">
              <a:solidFill>
                <a:schemeClr val="bg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685800"/>
            <a:ext cx="9144000" cy="6400800"/>
          </a:xfrm>
          <a:ln/>
        </p:spPr>
        <p:style>
          <a:lnRef idx="1">
            <a:schemeClr val="accent5"/>
          </a:lnRef>
          <a:fillRef idx="2">
            <a:schemeClr val="accent5"/>
          </a:fillRef>
          <a:effectRef idx="1">
            <a:schemeClr val="accent5"/>
          </a:effectRef>
          <a:fontRef idx="minor">
            <a:schemeClr val="dk1"/>
          </a:fontRef>
        </p:style>
        <p:txBody>
          <a:bodyPr rtlCol="0">
            <a:normAutofit/>
          </a:bodyPr>
          <a:lstStyle/>
          <a:p>
            <a:pPr marL="457200" indent="-457200" algn="just" eaLnBrk="1" fontAlgn="auto" hangingPunct="1">
              <a:spcBef>
                <a:spcPts val="0"/>
              </a:spcBef>
              <a:spcAft>
                <a:spcPts val="0"/>
              </a:spcAft>
              <a:buFont typeface="Arial" charset="0"/>
              <a:buAutoNum type="arabicPeriod"/>
              <a:defRPr/>
            </a:pPr>
            <a:endParaRPr lang="en-US" sz="2800" b="1" dirty="0">
              <a:latin typeface="Times New Roman" panose="02020603050405020304" pitchFamily="18" charset="0"/>
              <a:cs typeface="Times New Roman" panose="02020603050405020304" pitchFamily="18" charset="0"/>
            </a:endParaRPr>
          </a:p>
          <a:p>
            <a:pPr marL="0" indent="0" algn="just" eaLnBrk="1" fontAlgn="auto" hangingPunct="1">
              <a:spcBef>
                <a:spcPts val="0"/>
              </a:spcBef>
              <a:spcAft>
                <a:spcPts val="0"/>
              </a:spcAft>
              <a:buNone/>
              <a:defRPr/>
            </a:pPr>
            <a:endParaRPr lang="en-US" sz="2800" b="1" dirty="0">
              <a:latin typeface="Times New Roman" panose="02020603050405020304" pitchFamily="18" charset="0"/>
              <a:cs typeface="Times New Roman" panose="02020603050405020304" pitchFamily="18" charset="0"/>
            </a:endParaRPr>
          </a:p>
          <a:p>
            <a:pPr marL="0" indent="0" algn="just" eaLnBrk="1" fontAlgn="auto" hangingPunct="1">
              <a:spcBef>
                <a:spcPts val="0"/>
              </a:spcBef>
              <a:spcAft>
                <a:spcPts val="0"/>
              </a:spcAft>
              <a:buNone/>
              <a:defRPr/>
            </a:pPr>
            <a:endParaRPr lang="en-US" sz="2800" b="1" dirty="0">
              <a:latin typeface="Times New Roman" panose="02020603050405020304" pitchFamily="18" charset="0"/>
              <a:cs typeface="Times New Roman" panose="02020603050405020304" pitchFamily="18" charset="0"/>
            </a:endParaRPr>
          </a:p>
          <a:p>
            <a:pPr algn="just" eaLnBrk="1" fontAlgn="auto" hangingPunct="1">
              <a:spcBef>
                <a:spcPts val="0"/>
              </a:spcBef>
              <a:spcAft>
                <a:spcPts val="0"/>
              </a:spcAft>
              <a:buFont typeface="Wingdings" panose="05000000000000000000" pitchFamily="2" charset="2"/>
              <a:buChar char="q"/>
              <a:defRPr/>
            </a:pPr>
            <a:r>
              <a:rPr lang="en-US" sz="2800" b="1" dirty="0">
                <a:latin typeface="Times New Roman" panose="02020603050405020304" pitchFamily="18" charset="0"/>
                <a:cs typeface="Times New Roman" panose="02020603050405020304" pitchFamily="18" charset="0"/>
              </a:rPr>
              <a:t> </a:t>
            </a:r>
            <a:r>
              <a:rPr lang="en-US" sz="2800" dirty="0">
                <a:latin typeface="Arial Black" panose="020B0A04020102020204" pitchFamily="34" charset="0"/>
                <a:cs typeface="Aharoni" panose="02010803020104030203" pitchFamily="2" charset="-79"/>
              </a:rPr>
              <a:t>In 2017 , Hospital was awarded the champion for Community Health Services in Chittagong division </a:t>
            </a:r>
          </a:p>
          <a:p>
            <a:r>
              <a:rPr lang="en-US" sz="2800" dirty="0">
                <a:latin typeface="Arial Black" panose="020B0A04020102020204" pitchFamily="34" charset="0"/>
                <a:cs typeface="Aharoni" panose="02010803020104030203" pitchFamily="2" charset="-79"/>
              </a:rPr>
              <a:t>Corona vaccine coverage- 1</a:t>
            </a:r>
            <a:r>
              <a:rPr lang="en-US" sz="2800" baseline="30000" dirty="0">
                <a:latin typeface="Arial Black" panose="020B0A04020102020204" pitchFamily="34" charset="0"/>
                <a:cs typeface="Aharoni" panose="02010803020104030203" pitchFamily="2" charset="-79"/>
              </a:rPr>
              <a:t>st</a:t>
            </a:r>
            <a:r>
              <a:rPr lang="en-US" sz="2800" dirty="0">
                <a:latin typeface="Arial Black" panose="020B0A04020102020204" pitchFamily="34" charset="0"/>
                <a:cs typeface="Aharoni" panose="02010803020104030203" pitchFamily="2" charset="-79"/>
              </a:rPr>
              <a:t> dose-72.62% and 2</a:t>
            </a:r>
            <a:r>
              <a:rPr lang="en-US" sz="2800" baseline="30000" dirty="0">
                <a:latin typeface="Arial Black" panose="020B0A04020102020204" pitchFamily="34" charset="0"/>
                <a:cs typeface="Aharoni" panose="02010803020104030203" pitchFamily="2" charset="-79"/>
              </a:rPr>
              <a:t>nd</a:t>
            </a:r>
            <a:r>
              <a:rPr lang="en-US" sz="2800" dirty="0">
                <a:latin typeface="Arial Black" panose="020B0A04020102020204" pitchFamily="34" charset="0"/>
                <a:cs typeface="Aharoni" panose="02010803020104030203" pitchFamily="2" charset="-79"/>
              </a:rPr>
              <a:t> dose-70.1%</a:t>
            </a:r>
          </a:p>
          <a:p>
            <a:r>
              <a:rPr lang="en-US" sz="2800" dirty="0">
                <a:latin typeface="Arial Black" panose="020B0A04020102020204" pitchFamily="34" charset="0"/>
                <a:cs typeface="Aharoni" panose="02010803020104030203" pitchFamily="2" charset="-79"/>
              </a:rPr>
              <a:t>EPI coverage-99.99% in 2021.</a:t>
            </a:r>
          </a:p>
          <a:p>
            <a:r>
              <a:rPr lang="en-US" sz="2800" dirty="0">
                <a:latin typeface="Arial Black" panose="020B0A04020102020204" pitchFamily="34" charset="0"/>
                <a:cs typeface="Aharoni" panose="02010803020104030203" pitchFamily="2" charset="-79"/>
              </a:rPr>
              <a:t>Establishment of NCD corner.</a:t>
            </a:r>
          </a:p>
          <a:p>
            <a:pPr algn="just" eaLnBrk="1" fontAlgn="auto" hangingPunct="1">
              <a:spcBef>
                <a:spcPts val="0"/>
              </a:spcBef>
              <a:spcAft>
                <a:spcPts val="0"/>
              </a:spcAft>
              <a:buFont typeface="Wingdings" panose="05000000000000000000" pitchFamily="2" charset="2"/>
              <a:buChar char="q"/>
              <a:defRPr/>
            </a:pPr>
            <a:endParaRPr lang="en-US" sz="2800" b="1" dirty="0">
              <a:latin typeface="Times New Roman" panose="02020603050405020304" pitchFamily="18" charset="0"/>
              <a:cs typeface="Times New Roman" panose="02020603050405020304" pitchFamily="18" charset="0"/>
            </a:endParaRPr>
          </a:p>
          <a:p>
            <a:pPr algn="just" eaLnBrk="1" fontAlgn="auto" hangingPunct="1">
              <a:spcBef>
                <a:spcPts val="0"/>
              </a:spcBef>
              <a:spcAft>
                <a:spcPts val="0"/>
              </a:spcAft>
              <a:buFont typeface="Wingdings" panose="05000000000000000000" pitchFamily="2" charset="2"/>
              <a:buChar char="q"/>
              <a:defRPr/>
            </a:pP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723750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a:solidFill>
            <a:srgbClr val="00B0F0"/>
          </a:solidFill>
          <a:ln>
            <a:noFill/>
          </a:ln>
        </p:spPr>
        <p:txBody>
          <a:bodyPr vert="horz" wrap="square" lIns="91440" tIns="45720" rIns="91440" bIns="45720" numCol="1" anchor="ctr" anchorCtr="0" compatLnSpc="1">
            <a:prstTxWarp prst="textNoShape">
              <a:avLst/>
            </a:prstTxWarp>
          </a:bodyPr>
          <a:lstStyle/>
          <a:p>
            <a:pPr eaLnBrk="1" hangingPunct="1"/>
            <a:r>
              <a:rPr lang="en-US" sz="4000" b="1" dirty="0"/>
              <a:t>Challenges</a:t>
            </a:r>
          </a:p>
        </p:txBody>
      </p:sp>
      <p:sp>
        <p:nvSpPr>
          <p:cNvPr id="3" name="Content Placeholder 2"/>
          <p:cNvSpPr>
            <a:spLocks noGrp="1"/>
          </p:cNvSpPr>
          <p:nvPr>
            <p:ph idx="1"/>
          </p:nvPr>
        </p:nvSpPr>
        <p:spPr/>
        <p:txBody>
          <a:bodyPr/>
          <a:lstStyle/>
          <a:p>
            <a:pPr>
              <a:spcAft>
                <a:spcPts val="1200"/>
              </a:spcAft>
            </a:pPr>
            <a:r>
              <a:rPr lang="en-US" sz="2400" dirty="0"/>
              <a:t>Vacant post needs to be filled urgently </a:t>
            </a:r>
          </a:p>
          <a:p>
            <a:pPr>
              <a:spcAft>
                <a:spcPts val="1200"/>
              </a:spcAft>
            </a:pPr>
            <a:r>
              <a:rPr lang="en-US" sz="2400" dirty="0"/>
              <a:t> No separate store room in the Hospital</a:t>
            </a:r>
          </a:p>
          <a:p>
            <a:pPr>
              <a:spcAft>
                <a:spcPts val="1200"/>
              </a:spcAft>
            </a:pPr>
            <a:r>
              <a:rPr lang="en-US" sz="2400" dirty="0"/>
              <a:t>Main building of the Hospital is old and reconstruction is necessary.</a:t>
            </a:r>
          </a:p>
          <a:p>
            <a:pPr>
              <a:spcAft>
                <a:spcPts val="1200"/>
              </a:spcAft>
            </a:pPr>
            <a:r>
              <a:rPr lang="en-US" sz="2400" dirty="0"/>
              <a:t>The quarter of officers quarter and dormitory needs urgent reconstruction.</a:t>
            </a:r>
          </a:p>
          <a:p>
            <a:pPr>
              <a:spcAft>
                <a:spcPts val="1200"/>
              </a:spcAft>
            </a:pPr>
            <a:r>
              <a:rPr lang="en-US" sz="2400" dirty="0"/>
              <a:t>Extra quarter needs to be build for the accommodation of doctors </a:t>
            </a:r>
          </a:p>
          <a:p>
            <a:pPr>
              <a:spcAft>
                <a:spcPts val="1200"/>
              </a:spcAft>
            </a:pPr>
            <a:r>
              <a:rPr lang="en-US" sz="2400" dirty="0"/>
              <a:t>Post creation of human resources of  50 bedded Hospital. </a:t>
            </a:r>
          </a:p>
          <a:p>
            <a:pPr marL="0" indent="0">
              <a:spcAft>
                <a:spcPts val="1200"/>
              </a:spcAft>
              <a:buNone/>
            </a:pPr>
            <a:r>
              <a:rPr lang="en-US" sz="2400" dirty="0"/>
              <a:t> </a:t>
            </a:r>
          </a:p>
        </p:txBody>
      </p:sp>
    </p:spTree>
    <p:extLst>
      <p:ext uri="{BB962C8B-B14F-4D97-AF65-F5344CB8AC3E}">
        <p14:creationId xmlns:p14="http://schemas.microsoft.com/office/powerpoint/2010/main" val="29565746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a:solidFill>
            <a:srgbClr val="00B0F0"/>
          </a:solidFill>
          <a:ln>
            <a:noFill/>
          </a:ln>
        </p:spPr>
        <p:txBody>
          <a:bodyPr vert="horz" wrap="square" lIns="91440" tIns="45720" rIns="91440" bIns="45720" numCol="1" anchor="ctr" anchorCtr="0" compatLnSpc="1">
            <a:prstTxWarp prst="textNoShape">
              <a:avLst/>
            </a:prstTxWarp>
          </a:bodyPr>
          <a:lstStyle/>
          <a:p>
            <a:pPr eaLnBrk="1" hangingPunct="1"/>
            <a:r>
              <a:rPr lang="en-US" sz="4000" b="1" dirty="0"/>
              <a:t>Way Forward….</a:t>
            </a:r>
          </a:p>
        </p:txBody>
      </p:sp>
      <p:sp>
        <p:nvSpPr>
          <p:cNvPr id="3" name="Content Placeholder 2"/>
          <p:cNvSpPr>
            <a:spLocks noGrp="1"/>
          </p:cNvSpPr>
          <p:nvPr>
            <p:ph idx="1"/>
          </p:nvPr>
        </p:nvSpPr>
        <p:spPr/>
        <p:txBody>
          <a:bodyPr/>
          <a:lstStyle/>
          <a:p>
            <a:pPr>
              <a:spcBef>
                <a:spcPts val="600"/>
              </a:spcBef>
              <a:spcAft>
                <a:spcPts val="1200"/>
              </a:spcAft>
            </a:pPr>
            <a:r>
              <a:rPr lang="en-US" sz="2400" dirty="0"/>
              <a:t>Implementation of an effective SSK program.</a:t>
            </a:r>
          </a:p>
          <a:p>
            <a:pPr>
              <a:spcBef>
                <a:spcPts val="600"/>
              </a:spcBef>
              <a:spcAft>
                <a:spcPts val="1200"/>
              </a:spcAft>
            </a:pPr>
            <a:r>
              <a:rPr lang="en-US" sz="2400" dirty="0"/>
              <a:t>Establish a parking stand close to the main gate.</a:t>
            </a:r>
          </a:p>
          <a:p>
            <a:pPr>
              <a:spcBef>
                <a:spcPts val="600"/>
              </a:spcBef>
              <a:spcAft>
                <a:spcPts val="1200"/>
              </a:spcAft>
            </a:pPr>
            <a:r>
              <a:rPr lang="en-US" sz="2400" dirty="0"/>
              <a:t>Establishment of USG services soon </a:t>
            </a:r>
          </a:p>
        </p:txBody>
      </p:sp>
    </p:spTree>
    <p:extLst>
      <p:ext uri="{BB962C8B-B14F-4D97-AF65-F5344CB8AC3E}">
        <p14:creationId xmlns:p14="http://schemas.microsoft.com/office/powerpoint/2010/main" val="34383611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2"/>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8F11CBB6-710A-57E6-C7EF-59A7CA89ABE1}"/>
              </a:ext>
            </a:extLst>
          </p:cNvPr>
          <p:cNvSpPr/>
          <p:nvPr/>
        </p:nvSpPr>
        <p:spPr>
          <a:xfrm>
            <a:off x="1714500" y="2362200"/>
            <a:ext cx="5715000" cy="2209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n w="12700">
                  <a:solidFill>
                    <a:schemeClr val="tx2">
                      <a:lumMod val="75000"/>
                    </a:schemeClr>
                  </a:solidFill>
                  <a:prstDash val="solid"/>
                </a:ln>
                <a:solidFill>
                  <a:srgbClr val="7030A0"/>
                </a:solidFill>
                <a:effectLst>
                  <a:outerShdw dist="38100" dir="2640000" algn="bl" rotWithShape="0">
                    <a:schemeClr val="tx2">
                      <a:lumMod val="75000"/>
                    </a:schemeClr>
                  </a:outerShdw>
                </a:effectLst>
              </a:rPr>
              <a:t>THANK YOU</a:t>
            </a:r>
            <a:endParaRPr lang="en-SG" sz="3600" b="1" dirty="0">
              <a:ln w="12700">
                <a:solidFill>
                  <a:schemeClr val="tx2">
                    <a:lumMod val="75000"/>
                  </a:schemeClr>
                </a:solidFill>
                <a:prstDash val="solid"/>
              </a:ln>
              <a:solidFill>
                <a:srgbClr val="7030A0"/>
              </a:solidFill>
              <a:effectLst>
                <a:outerShdw dist="38100" dir="2640000" algn="bl" rotWithShape="0">
                  <a:schemeClr val="tx2">
                    <a:lumMod val="75000"/>
                  </a:schemeClr>
                </a:outerShdw>
              </a:effectLst>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304800"/>
            <a:ext cx="8229600" cy="914400"/>
          </a:xfrm>
          <a:solidFill>
            <a:schemeClr val="accent1"/>
          </a:solidFill>
        </p:spPr>
        <p:txBody>
          <a:bodyPr>
            <a:normAutofit fontScale="90000"/>
          </a:bodyPr>
          <a:lstStyle/>
          <a:p>
            <a:pPr eaLnBrk="1" hangingPunct="1"/>
            <a:r>
              <a:rPr lang="en-US" sz="2800" b="1" dirty="0"/>
              <a:t>Background History of Raipur Health Complex, Lakshmipur.</a:t>
            </a:r>
          </a:p>
        </p:txBody>
      </p:sp>
      <p:sp>
        <p:nvSpPr>
          <p:cNvPr id="6147" name="Rectangle 3"/>
          <p:cNvSpPr>
            <a:spLocks noGrp="1" noChangeArrowheads="1"/>
          </p:cNvSpPr>
          <p:nvPr>
            <p:ph type="body" idx="1"/>
          </p:nvPr>
        </p:nvSpPr>
        <p:spPr>
          <a:xfrm>
            <a:off x="381000" y="1371600"/>
            <a:ext cx="8458200" cy="5486400"/>
          </a:xfrm>
        </p:spPr>
        <p:txBody>
          <a:bodyPr/>
          <a:lstStyle/>
          <a:p>
            <a:pPr marL="0" indent="0" algn="just" eaLnBrk="1" hangingPunct="1">
              <a:lnSpc>
                <a:spcPct val="150000"/>
              </a:lnSpc>
              <a:spcBef>
                <a:spcPts val="600"/>
              </a:spcBef>
              <a:spcAft>
                <a:spcPts val="600"/>
              </a:spcAft>
              <a:buClr>
                <a:schemeClr val="tx1"/>
              </a:buClr>
              <a:buFontTx/>
              <a:buNone/>
            </a:pPr>
            <a:r>
              <a:rPr lang="en-US" sz="1600" b="1" dirty="0">
                <a:latin typeface="Times New Roman" panose="02020603050405020304" pitchFamily="18" charset="0"/>
                <a:cs typeface="Times New Roman" panose="02020603050405020304" pitchFamily="18" charset="0"/>
              </a:rPr>
              <a:t>To reduce Maternal and Child Mortality and Mobility and to ensure the quality services to the mother and child, UHFPO opened following special activities are continued from 2008 with the support of DGHS. </a:t>
            </a:r>
          </a:p>
          <a:p>
            <a:pPr marL="0" indent="0" eaLnBrk="1" hangingPunct="1">
              <a:lnSpc>
                <a:spcPct val="150000"/>
              </a:lnSpc>
              <a:spcBef>
                <a:spcPts val="600"/>
              </a:spcBef>
              <a:spcAft>
                <a:spcPts val="600"/>
              </a:spcAft>
              <a:buClr>
                <a:schemeClr val="tx1"/>
              </a:buClr>
              <a:buFontTx/>
              <a:buNone/>
            </a:pPr>
            <a:r>
              <a:rPr lang="en-US" sz="2400" b="1" dirty="0">
                <a:solidFill>
                  <a:srgbClr val="0000FF"/>
                </a:solidFill>
                <a:latin typeface="Times New Roman" panose="02020603050405020304" pitchFamily="18" charset="0"/>
                <a:cs typeface="Times New Roman" panose="02020603050405020304" pitchFamily="18" charset="0"/>
              </a:rPr>
              <a:t>Special activities:</a:t>
            </a:r>
          </a:p>
          <a:p>
            <a:pPr eaLnBrk="1" hangingPunct="1">
              <a:lnSpc>
                <a:spcPct val="150000"/>
              </a:lnSpc>
              <a:spcBef>
                <a:spcPts val="600"/>
              </a:spcBef>
              <a:spcAft>
                <a:spcPts val="600"/>
              </a:spcAft>
              <a:buClr>
                <a:schemeClr val="tx1"/>
              </a:buClr>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ANC-PNC Corner </a:t>
            </a:r>
          </a:p>
          <a:p>
            <a:pPr eaLnBrk="1" hangingPunct="1">
              <a:lnSpc>
                <a:spcPct val="150000"/>
              </a:lnSpc>
              <a:spcBef>
                <a:spcPts val="600"/>
              </a:spcBef>
              <a:spcAft>
                <a:spcPts val="600"/>
              </a:spcAft>
              <a:buClr>
                <a:schemeClr val="tx1"/>
              </a:buClr>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Basic EOC service </a:t>
            </a:r>
          </a:p>
          <a:p>
            <a:pPr eaLnBrk="1" hangingPunct="1">
              <a:lnSpc>
                <a:spcPct val="150000"/>
              </a:lnSpc>
              <a:spcBef>
                <a:spcPts val="600"/>
              </a:spcBef>
              <a:spcAft>
                <a:spcPts val="600"/>
              </a:spcAft>
              <a:buClr>
                <a:schemeClr val="tx1"/>
              </a:buClr>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Caesarean Section</a:t>
            </a:r>
          </a:p>
          <a:p>
            <a:pPr eaLnBrk="1" hangingPunct="1">
              <a:lnSpc>
                <a:spcPct val="150000"/>
              </a:lnSpc>
              <a:spcBef>
                <a:spcPts val="600"/>
              </a:spcBef>
              <a:spcAft>
                <a:spcPts val="600"/>
              </a:spcAft>
              <a:buClr>
                <a:schemeClr val="tx1"/>
              </a:buClr>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Blood Transfusion</a:t>
            </a:r>
          </a:p>
          <a:p>
            <a:pPr eaLnBrk="1" hangingPunct="1">
              <a:lnSpc>
                <a:spcPct val="150000"/>
              </a:lnSpc>
              <a:spcBef>
                <a:spcPts val="600"/>
              </a:spcBef>
              <a:spcAft>
                <a:spcPts val="600"/>
              </a:spcAft>
              <a:buClr>
                <a:schemeClr val="tx1"/>
              </a:buClr>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IMCI corner for under 5 children</a:t>
            </a:r>
          </a:p>
          <a:p>
            <a:pPr eaLnBrk="1" hangingPunct="1">
              <a:lnSpc>
                <a:spcPct val="150000"/>
              </a:lnSpc>
              <a:spcBef>
                <a:spcPts val="600"/>
              </a:spcBef>
              <a:spcAft>
                <a:spcPts val="600"/>
              </a:spcAft>
              <a:buClr>
                <a:schemeClr val="tx1"/>
              </a:buClr>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Monthly birth and death record</a:t>
            </a:r>
          </a:p>
          <a:p>
            <a:pPr eaLnBrk="1" hangingPunct="1">
              <a:lnSpc>
                <a:spcPct val="150000"/>
              </a:lnSpc>
              <a:spcBef>
                <a:spcPts val="600"/>
              </a:spcBef>
              <a:spcAft>
                <a:spcPts val="600"/>
              </a:spcAft>
              <a:buClr>
                <a:schemeClr val="tx1"/>
              </a:buClr>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VIA and CBE program</a:t>
            </a:r>
          </a:p>
          <a:p>
            <a:pPr marL="0" indent="0" eaLnBrk="1" hangingPunct="1">
              <a:lnSpc>
                <a:spcPct val="150000"/>
              </a:lnSpc>
              <a:spcBef>
                <a:spcPts val="600"/>
              </a:spcBef>
              <a:spcAft>
                <a:spcPts val="600"/>
              </a:spcAft>
              <a:buFontTx/>
              <a:buNone/>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688594"/>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5_シック">
  <a:themeElements>
    <a:clrScheme name="シック">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シック">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シック">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Couture</Template>
  <TotalTime>3971</TotalTime>
  <Words>621</Words>
  <Application>Microsoft Office PowerPoint</Application>
  <PresentationFormat>On-screen Show (4:3)</PresentationFormat>
  <Paragraphs>171</Paragraphs>
  <Slides>32</Slides>
  <Notes>12</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32</vt:i4>
      </vt:variant>
    </vt:vector>
  </HeadingPairs>
  <TitlesOfParts>
    <vt:vector size="43" baseType="lpstr">
      <vt:lpstr>Arial</vt:lpstr>
      <vt:lpstr>Arial Black</vt:lpstr>
      <vt:lpstr>Berlin Sans FB Demi</vt:lpstr>
      <vt:lpstr>Calibri</vt:lpstr>
      <vt:lpstr>Times New Roman</vt:lpstr>
      <vt:lpstr>Verdana</vt:lpstr>
      <vt:lpstr>Wingdings</vt:lpstr>
      <vt:lpstr>Wingdings 2</vt:lpstr>
      <vt:lpstr>5_シック</vt:lpstr>
      <vt:lpstr>Office Theme</vt:lpstr>
      <vt:lpstr>1_Default Design</vt:lpstr>
      <vt:lpstr>PowerPoint Presentation</vt:lpstr>
      <vt:lpstr>Health Profile of Raipur Upazila- 2021</vt:lpstr>
      <vt:lpstr>Health Profile of Raipur Upazila- 2021 cont.</vt:lpstr>
      <vt:lpstr>Human Resourse </vt:lpstr>
      <vt:lpstr>A Sub-district level Hospital with a Vision</vt:lpstr>
      <vt:lpstr>Background History of Raipur UHC</vt:lpstr>
      <vt:lpstr>Contd.</vt:lpstr>
      <vt:lpstr>PowerPoint Presentation</vt:lpstr>
      <vt:lpstr>Emergency, Indoor &amp; Out Door Service 2018 to 2022</vt:lpstr>
      <vt:lpstr>  Comparative data of revenue income (in Taka) from 2018 to 2022 </vt:lpstr>
      <vt:lpstr>Upazila Health  Complex Raipur,Lakshmipur.</vt:lpstr>
      <vt:lpstr>Upazila Health  Complex Raipur,Lakshmipur.</vt:lpstr>
      <vt:lpstr>Upazila Health  Complex Raipur, Lakshmipur</vt:lpstr>
      <vt:lpstr>PowerPoint Presentation</vt:lpstr>
      <vt:lpstr>PowerPoint Presentation</vt:lpstr>
      <vt:lpstr>OUTDOOR &amp;  EMERGENCY AREA</vt:lpstr>
      <vt:lpstr>LABOR ROOM AND OT COMPLEX</vt:lpstr>
      <vt:lpstr>INTERNAL MONITORING SYSTEM  AND CITIZEN CHART</vt:lpstr>
      <vt:lpstr>BREASTFEEDING CORNER </vt:lpstr>
      <vt:lpstr>QUALITY IMPROVEMENT MEETING</vt:lpstr>
      <vt:lpstr>QUALITY IMPROVEMENT MEETING</vt:lpstr>
      <vt:lpstr>AROUND HOSPITAL AREA </vt:lpstr>
      <vt:lpstr>POWER SOURCES AND AMBULANCE</vt:lpstr>
      <vt:lpstr>Boundary Wall OF Residential Area</vt:lpstr>
      <vt:lpstr>TRAINING AND RENNOVATION OF CONFERENCE HALL</vt:lpstr>
      <vt:lpstr>Upazila Health  Complex RaipurLakshmipur </vt:lpstr>
      <vt:lpstr>                 COVERAGE OF NEWPAPER</vt:lpstr>
      <vt:lpstr>Achievement of Raipur Upazilla Health Complex</vt:lpstr>
      <vt:lpstr>Challenges</vt:lpstr>
      <vt:lpstr>Way Forward….</vt:lpstr>
      <vt:lpstr>PowerPoint Presentation</vt:lpstr>
      <vt:lpstr>Background History of Raipur Health Complex, Lakshmipur.</vt:lpstr>
    </vt:vector>
  </TitlesOfParts>
  <Company>UNICEF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and good practice of Quality Improvement through 5S-CQI-TQM approach</dc:title>
  <dc:creator>Emdad</dc:creator>
  <cp:lastModifiedBy>Dell</cp:lastModifiedBy>
  <cp:revision>608</cp:revision>
  <cp:lastPrinted>2022-09-06T06:56:09Z</cp:lastPrinted>
  <dcterms:created xsi:type="dcterms:W3CDTF">2013-05-05T09:56:19Z</dcterms:created>
  <dcterms:modified xsi:type="dcterms:W3CDTF">2022-10-10T03:43:36Z</dcterms:modified>
</cp:coreProperties>
</file>