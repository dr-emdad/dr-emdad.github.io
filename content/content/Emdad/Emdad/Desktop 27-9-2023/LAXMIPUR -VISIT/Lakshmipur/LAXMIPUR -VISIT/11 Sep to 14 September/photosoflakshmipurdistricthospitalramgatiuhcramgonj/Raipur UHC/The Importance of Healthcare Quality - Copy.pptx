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61" r:id="rId4"/>
    <p:sldId id="260" r:id="rId5"/>
    <p:sldId id="259" r:id="rId6"/>
    <p:sldId id="258" r:id="rId7"/>
    <p:sldId id="264" r:id="rId8"/>
    <p:sldId id="265" r:id="rId9"/>
    <p:sldId id="266" r:id="rId10"/>
    <p:sldId id="263" r:id="rId11"/>
    <p:sldId id="262" r:id="rId12"/>
    <p:sldId id="268" r:id="rId13"/>
    <p:sldId id="341" r:id="rId14"/>
    <p:sldId id="521" r:id="rId15"/>
    <p:sldId id="522" r:id="rId16"/>
    <p:sldId id="524" r:id="rId17"/>
    <p:sldId id="272" r:id="rId18"/>
    <p:sldId id="269" r:id="rId19"/>
    <p:sldId id="50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15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EE73A-1CE6-42D4-8B39-CA9114C8CC5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05CA-162B-417C-A3C9-195CE85C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3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13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19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w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Importance of Healthcare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Dr. Md. </a:t>
            </a:r>
            <a:r>
              <a:rPr lang="en-US" dirty="0" err="1"/>
              <a:t>Emdadul</a:t>
            </a:r>
            <a:r>
              <a:rPr lang="en-US" dirty="0"/>
              <a:t> Haque</a:t>
            </a:r>
          </a:p>
          <a:p>
            <a:r>
              <a:rPr lang="en-US" dirty="0"/>
              <a:t>National Consultant(HEU)</a:t>
            </a:r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Poor quality can do harm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Social and economic benefits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efficiency of the health system</a:t>
            </a:r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Oh dear!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Who should care!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Solve priority </a:t>
            </a:r>
            <a:br>
              <a:rPr lang="en-US" dirty="0"/>
            </a:br>
            <a:r>
              <a:rPr lang="en-US" dirty="0"/>
              <a:t>	   Quality problems 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548680"/>
            <a:ext cx="2743200" cy="2592288"/>
          </a:xfrm>
        </p:spPr>
        <p:txBody>
          <a:bodyPr/>
          <a:lstStyle/>
          <a:p>
            <a:r>
              <a:rPr lang="en-US" sz="2400" dirty="0"/>
              <a:t>Quality Improvement</a:t>
            </a:r>
            <a:br>
              <a:rPr lang="en-US" sz="2400" dirty="0"/>
            </a:br>
            <a:br>
              <a:rPr lang="en-US" sz="2400" dirty="0"/>
            </a:br>
            <a:r>
              <a:rPr lang="en-US" sz="2800" dirty="0"/>
              <a:t>Although all </a:t>
            </a:r>
            <a:br>
              <a:rPr lang="en-US" sz="2800" dirty="0"/>
            </a:br>
            <a:r>
              <a:rPr lang="en-US" sz="2800" dirty="0"/>
              <a:t>improvement involves change,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611560" y="4077072"/>
            <a:ext cx="2743200" cy="3035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4617B"/>
                </a:solidFill>
                <a:latin typeface="Calibri"/>
                <a:ea typeface="+mj-ea"/>
                <a:cs typeface="+mj-cs"/>
              </a:rPr>
              <a:t>not all changes are improvement.</a:t>
            </a:r>
            <a:endParaRPr 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20688"/>
            <a:ext cx="46666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645024"/>
            <a:ext cx="4860032" cy="2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19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796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4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5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6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778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165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</a:p>
          <a:p>
            <a:pPr marL="0" indent="0">
              <a:buNone/>
            </a:pPr>
            <a:r>
              <a:rPr lang="en-US" sz="2400" dirty="0"/>
              <a:t>unless people are empowered and </a:t>
            </a:r>
          </a:p>
          <a:p>
            <a:pPr marL="0" indent="0">
              <a:buNone/>
            </a:pPr>
            <a:r>
              <a:rPr lang="en-US" sz="2400" dirty="0"/>
              <a:t>committed to take responsibility for quality </a:t>
            </a:r>
          </a:p>
          <a:p>
            <a:pPr marL="0" indent="0">
              <a:buNone/>
            </a:pPr>
            <a:r>
              <a:rPr lang="en-US" sz="2400" dirty="0"/>
              <a:t>				-as an ongoing process – </a:t>
            </a:r>
          </a:p>
          <a:p>
            <a:pPr marL="0" indent="0">
              <a:buNone/>
            </a:pPr>
            <a:r>
              <a:rPr lang="en-US" sz="2400" dirty="0"/>
              <a:t>      in the end, quality becomes part of people's behavior  and  attitudes” </a:t>
            </a:r>
          </a:p>
          <a:p>
            <a:pPr marL="0" indent="0">
              <a:buNone/>
            </a:pPr>
            <a:r>
              <a:rPr lang="en-US" sz="3200" dirty="0"/>
              <a:t>Dr.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84611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852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05826" y="1556792"/>
            <a:ext cx="6932347" cy="4389437"/>
          </a:xfrm>
        </p:spPr>
      </p:pic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121</TotalTime>
  <Words>179</Words>
  <Application>Microsoft Office PowerPoint</Application>
  <PresentationFormat>On-screen Show (4:3)</PresentationFormat>
  <Paragraphs>52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Constantia</vt:lpstr>
      <vt:lpstr>Times New Roman</vt:lpstr>
      <vt:lpstr>Wingdings 2</vt:lpstr>
      <vt:lpstr>Flow</vt:lpstr>
      <vt:lpstr>ｸﾘｯﾌﾟ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Every SYSTEM achieves the RESULTS for which it was designed!</vt:lpstr>
      <vt:lpstr>Deming Cycle </vt:lpstr>
      <vt:lpstr>PowerPoint Presentation</vt:lpstr>
      <vt:lpstr>Quality Improvement  Although all  improvement involves change, </vt:lpstr>
      <vt:lpstr>Our usual solution:  We need more RESOURCES!!!!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Changes in Surgery &amp; Pediatric Word in Jhenaidah Sadar Hospital</vt:lpstr>
      <vt:lpstr>People connect the links</vt:lpstr>
      <vt:lpstr>                      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Dell</cp:lastModifiedBy>
  <cp:revision>27</cp:revision>
  <dcterms:created xsi:type="dcterms:W3CDTF">2016-09-12T00:18:27Z</dcterms:created>
  <dcterms:modified xsi:type="dcterms:W3CDTF">2022-09-15T09:15:28Z</dcterms:modified>
</cp:coreProperties>
</file>