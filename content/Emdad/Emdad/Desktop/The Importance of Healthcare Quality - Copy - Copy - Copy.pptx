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61" r:id="rId5"/>
    <p:sldId id="260" r:id="rId6"/>
    <p:sldId id="259" r:id="rId7"/>
    <p:sldId id="258" r:id="rId8"/>
    <p:sldId id="262" r:id="rId9"/>
    <p:sldId id="264" r:id="rId10"/>
    <p:sldId id="265" r:id="rId11"/>
    <p:sldId id="266" r:id="rId12"/>
    <p:sldId id="271" r:id="rId13"/>
    <p:sldId id="272" r:id="rId14"/>
    <p:sldId id="267" r:id="rId15"/>
    <p:sldId id="268" r:id="rId16"/>
    <p:sldId id="269" r:id="rId17"/>
    <p:sldId id="270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4/17/2022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4/17/2022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Md.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31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7" y="696386"/>
            <a:ext cx="7848872" cy="616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3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5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" y="1109662"/>
            <a:ext cx="8860774" cy="5343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221205" y="5381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Quality Management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274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83</TotalTime>
  <Words>119</Words>
  <Application>Microsoft Office PowerPoint</Application>
  <PresentationFormat>On-screen Show (4:3)</PresentationFormat>
  <Paragraphs>39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Flow</vt:lpstr>
      <vt:lpstr>Office Theme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Our usual solution:  We need more RESOURCES!!!!</vt:lpstr>
      <vt:lpstr>Every SYSTEM achieves the RESULTS for which it was designed!</vt:lpstr>
      <vt:lpstr>Deming Cycle </vt:lpstr>
      <vt:lpstr>PowerPoint Presentation</vt:lpstr>
      <vt:lpstr>PowerPoint Presentation</vt:lpstr>
      <vt:lpstr>Changes in Surgery &amp; Pediatric Word in Jhenaidah Sadar Hospital</vt:lpstr>
      <vt:lpstr>Quality Management  is Continuous Improvement</vt:lpstr>
      <vt:lpstr>PowerPoint Presentation</vt:lpstr>
      <vt:lpstr>People connect the links</vt:lpstr>
      <vt:lpstr>The Paradigm Shift in Quality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17</cp:revision>
  <dcterms:created xsi:type="dcterms:W3CDTF">2016-09-12T00:18:27Z</dcterms:created>
  <dcterms:modified xsi:type="dcterms:W3CDTF">2022-04-17T08:36:00Z</dcterms:modified>
</cp:coreProperties>
</file>