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29"/>
  </p:notesMasterIdLst>
  <p:sldIdLst>
    <p:sldId id="426" r:id="rId2"/>
    <p:sldId id="427" r:id="rId3"/>
    <p:sldId id="429" r:id="rId4"/>
    <p:sldId id="332" r:id="rId5"/>
    <p:sldId id="341" r:id="rId6"/>
    <p:sldId id="411" r:id="rId7"/>
    <p:sldId id="420" r:id="rId8"/>
    <p:sldId id="343" r:id="rId9"/>
    <p:sldId id="256" r:id="rId10"/>
    <p:sldId id="403" r:id="rId11"/>
    <p:sldId id="326" r:id="rId12"/>
    <p:sldId id="327" r:id="rId13"/>
    <p:sldId id="351" r:id="rId14"/>
    <p:sldId id="402" r:id="rId15"/>
    <p:sldId id="421" r:id="rId16"/>
    <p:sldId id="291" r:id="rId17"/>
    <p:sldId id="323" r:id="rId18"/>
    <p:sldId id="412" r:id="rId19"/>
    <p:sldId id="293" r:id="rId20"/>
    <p:sldId id="330" r:id="rId21"/>
    <p:sldId id="417" r:id="rId22"/>
    <p:sldId id="419" r:id="rId23"/>
    <p:sldId id="413" r:id="rId24"/>
    <p:sldId id="422" r:id="rId25"/>
    <p:sldId id="423" r:id="rId26"/>
    <p:sldId id="424" r:id="rId27"/>
    <p:sldId id="425" r:id="rId2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14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235328"/>
        <c:axId val="141236864"/>
      </c:barChart>
      <c:catAx>
        <c:axId val="141235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1236864"/>
        <c:crosses val="autoZero"/>
        <c:auto val="1"/>
        <c:lblAlgn val="ctr"/>
        <c:lblOffset val="100"/>
        <c:noMultiLvlLbl val="0"/>
      </c:catAx>
      <c:valAx>
        <c:axId val="1412368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12353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0389376"/>
        <c:axId val="160407936"/>
      </c:barChart>
      <c:catAx>
        <c:axId val="160389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0407936"/>
        <c:crosses val="autoZero"/>
        <c:auto val="1"/>
        <c:lblAlgn val="ctr"/>
        <c:lblOffset val="100"/>
        <c:noMultiLvlLbl val="0"/>
      </c:catAx>
      <c:valAx>
        <c:axId val="1604079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03893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48704"/>
        <c:axId val="174250624"/>
      </c:barChart>
      <c:catAx>
        <c:axId val="17424870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74250624"/>
        <c:crosses val="autoZero"/>
        <c:auto val="1"/>
        <c:lblAlgn val="ctr"/>
        <c:lblOffset val="100"/>
        <c:noMultiLvlLbl val="0"/>
      </c:catAx>
      <c:valAx>
        <c:axId val="1742506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74248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6261504"/>
        <c:axId val="337379328"/>
      </c:barChart>
      <c:catAx>
        <c:axId val="336261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37379328"/>
        <c:crosses val="autoZero"/>
        <c:auto val="1"/>
        <c:lblAlgn val="ctr"/>
        <c:lblOffset val="100"/>
        <c:noMultiLvlLbl val="0"/>
      </c:catAx>
      <c:valAx>
        <c:axId val="337379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362615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4412</c:v>
                </c:pt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442688"/>
        <c:axId val="338297984"/>
      </c:barChart>
      <c:catAx>
        <c:axId val="337442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38297984"/>
        <c:crosses val="autoZero"/>
        <c:auto val="1"/>
        <c:lblAlgn val="ctr"/>
        <c:lblOffset val="100"/>
        <c:noMultiLvlLbl val="0"/>
      </c:catAx>
      <c:valAx>
        <c:axId val="3382979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37442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4085248"/>
        <c:axId val="364102016"/>
      </c:barChart>
      <c:catAx>
        <c:axId val="364085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64102016"/>
        <c:crosses val="autoZero"/>
        <c:auto val="1"/>
        <c:lblAlgn val="ctr"/>
        <c:lblOffset val="100"/>
        <c:noMultiLvlLbl val="0"/>
      </c:catAx>
      <c:valAx>
        <c:axId val="3641020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40852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4423040"/>
        <c:axId val="368779264"/>
      </c:barChart>
      <c:catAx>
        <c:axId val="364423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68779264"/>
        <c:crosses val="autoZero"/>
        <c:auto val="1"/>
        <c:lblAlgn val="ctr"/>
        <c:lblOffset val="100"/>
        <c:noMultiLvlLbl val="0"/>
      </c:catAx>
      <c:valAx>
        <c:axId val="3687792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44230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8/26/2020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8/26/2020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2020/8/26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336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8839200" cy="12192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Challenges of Health Related SDG in </a:t>
            </a:r>
            <a:r>
              <a:rPr lang="en-US" sz="3600" b="1" dirty="0" err="1" smtClean="0">
                <a:solidFill>
                  <a:schemeClr val="tx1"/>
                </a:solidFill>
              </a:rPr>
              <a:t>Banladesh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0001" y="1600200"/>
            <a:ext cx="8352999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Implementation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of universal health coverage      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Limited government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resources in health sector                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Health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insurance system. </a:t>
            </a:r>
            <a:endParaRPr lang="en-US" sz="26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Quality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of health care                                     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Stinting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and low birth weight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Road &amp; Traffic accident                                       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Low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institutional delivery and high C-section rate  .</a:t>
            </a:r>
            <a:endParaRPr lang="en-US" sz="26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514350" indent="-51435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Hospital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waste management system                    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Maintenance 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of office time of the service provider.  </a:t>
            </a:r>
            <a:endParaRPr lang="en-US" sz="26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Prevention of Non-communicable disease.</a:t>
            </a:r>
            <a:r>
              <a:rPr lang="en-US" sz="2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endParaRPr lang="en-US" sz="2600" dirty="0" smtClean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41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214485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17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585064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3081226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994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 err="1" smtClean="0"/>
              <a:t>Insecured</a:t>
            </a:r>
            <a:r>
              <a:rPr lang="en-US" sz="2800" b="1" dirty="0" smtClean="0"/>
              <a:t>  </a:t>
            </a:r>
            <a:r>
              <a:rPr lang="en-US" sz="2800" b="1" dirty="0" smtClean="0"/>
              <a:t>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</a:t>
            </a:r>
            <a:r>
              <a:rPr lang="en-US" sz="2400" b="1" dirty="0" smtClean="0"/>
              <a:t> </a:t>
            </a:r>
            <a:r>
              <a:rPr lang="en-US" sz="2800" b="1" dirty="0" smtClean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Receiving money from the patients by non-</a:t>
            </a:r>
            <a:r>
              <a:rPr lang="en-US" sz="2800" b="1" dirty="0" err="1" smtClean="0"/>
              <a:t>gov.</a:t>
            </a:r>
            <a:r>
              <a:rPr lang="en-US" sz="2800" b="1" dirty="0" smtClean="0"/>
              <a:t> staff.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56632884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 every community clinic 1 M.A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with 3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doctors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, 12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550002642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718852784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5530</TotalTime>
  <Words>587</Words>
  <Application>Microsoft Office PowerPoint</Application>
  <PresentationFormat>On-screen Show (4:3)</PresentationFormat>
  <Paragraphs>205</Paragraphs>
  <Slides>27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2017</vt:lpstr>
      <vt:lpstr>3 best performing EmOC Hospital in Khulna division - 2017</vt:lpstr>
      <vt:lpstr>PowerPoint Presentation</vt:lpstr>
      <vt:lpstr>Changes in EOC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667</cp:revision>
  <cp:lastPrinted>2017-03-18T23:47:54Z</cp:lastPrinted>
  <dcterms:created xsi:type="dcterms:W3CDTF">2013-05-05T09:56:19Z</dcterms:created>
  <dcterms:modified xsi:type="dcterms:W3CDTF">2020-08-26T16:57:29Z</dcterms:modified>
</cp:coreProperties>
</file>