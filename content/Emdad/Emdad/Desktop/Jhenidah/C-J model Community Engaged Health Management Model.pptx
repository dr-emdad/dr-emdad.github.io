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57" r:id="rId4"/>
    <p:sldId id="266" r:id="rId5"/>
    <p:sldId id="291" r:id="rId6"/>
    <p:sldId id="283" r:id="rId7"/>
    <p:sldId id="292" r:id="rId8"/>
    <p:sldId id="293" r:id="rId9"/>
    <p:sldId id="286" r:id="rId10"/>
    <p:sldId id="294" r:id="rId11"/>
    <p:sldId id="289" r:id="rId12"/>
    <p:sldId id="290" r:id="rId13"/>
  </p:sldIdLst>
  <p:sldSz cx="12192000" cy="6858000"/>
  <p:notesSz cx="6858000" cy="9144000"/>
  <p:defaultTextStyle>
    <a:defPPr>
      <a:defRPr lang="b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0" d="100"/>
          <a:sy n="80" d="100"/>
        </p:scale>
        <p:origin x="-2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B0D919-F9C2-4325-9463-158E062D390A}" type="doc">
      <dgm:prSet loTypeId="urn:microsoft.com/office/officeart/2005/8/layout/hierarchy2" loCatId="hierarchy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F1D81E2-916A-4DDE-AB4C-A75680133661}">
      <dgm:prSet/>
      <dgm:spPr/>
      <dgm:t>
        <a:bodyPr/>
        <a:lstStyle/>
        <a:p>
          <a:r>
            <a:rPr lang="bn-IN"/>
            <a:t>টেকসই উন্নয়ন ২০৩০</a:t>
          </a:r>
          <a:endParaRPr lang="en-US"/>
        </a:p>
      </dgm:t>
    </dgm:pt>
    <dgm:pt modelId="{D051691E-16A0-458F-B23A-AE43E8966AB3}" type="parTrans" cxnId="{36CEA302-FC0E-41A1-AB8D-A5A19220AE0E}">
      <dgm:prSet/>
      <dgm:spPr/>
      <dgm:t>
        <a:bodyPr/>
        <a:lstStyle/>
        <a:p>
          <a:endParaRPr lang="en-US"/>
        </a:p>
      </dgm:t>
    </dgm:pt>
    <dgm:pt modelId="{034F6C65-CE01-4D51-AEDF-BD8C9659FEE3}" type="sibTrans" cxnId="{36CEA302-FC0E-41A1-AB8D-A5A19220AE0E}">
      <dgm:prSet/>
      <dgm:spPr/>
      <dgm:t>
        <a:bodyPr/>
        <a:lstStyle/>
        <a:p>
          <a:endParaRPr lang="en-US"/>
        </a:p>
      </dgm:t>
    </dgm:pt>
    <dgm:pt modelId="{75CABF2E-4F3C-4F9E-95A0-17719E5918BF}">
      <dgm:prSet/>
      <dgm:spPr/>
      <dgm:t>
        <a:bodyPr/>
        <a:lstStyle/>
        <a:p>
          <a:r>
            <a:rPr lang="bn-IN"/>
            <a:t>সর্বজনীন স্বাস্থ্য সুরক্ষা </a:t>
          </a:r>
          <a:endParaRPr lang="en-US"/>
        </a:p>
      </dgm:t>
    </dgm:pt>
    <dgm:pt modelId="{578204E3-801C-45EA-BFA7-5175D80A63D1}" type="parTrans" cxnId="{8EC0F90D-72F3-446F-9688-D57838E48BB6}">
      <dgm:prSet/>
      <dgm:spPr/>
      <dgm:t>
        <a:bodyPr/>
        <a:lstStyle/>
        <a:p>
          <a:endParaRPr lang="en-US"/>
        </a:p>
      </dgm:t>
    </dgm:pt>
    <dgm:pt modelId="{5EF66A86-1DF8-4C8D-903A-A2A29427005E}" type="sibTrans" cxnId="{8EC0F90D-72F3-446F-9688-D57838E48BB6}">
      <dgm:prSet/>
      <dgm:spPr/>
      <dgm:t>
        <a:bodyPr/>
        <a:lstStyle/>
        <a:p>
          <a:endParaRPr lang="en-US"/>
        </a:p>
      </dgm:t>
    </dgm:pt>
    <dgm:pt modelId="{77D16E69-5CE0-4845-B1E5-9B2ACD7E4655}">
      <dgm:prSet/>
      <dgm:spPr/>
      <dgm:t>
        <a:bodyPr/>
        <a:lstStyle/>
        <a:p>
          <a:r>
            <a:rPr lang="bn-BD"/>
            <a:t>স</a:t>
          </a:r>
          <a:r>
            <a:rPr lang="en-US"/>
            <a:t>্</a:t>
          </a:r>
          <a:r>
            <a:rPr lang="bn-BD"/>
            <a:t>ব</a:t>
          </a:r>
          <a:r>
            <a:rPr lang="en-US"/>
            <a:t>া</a:t>
          </a:r>
          <a:r>
            <a:rPr lang="bn-BD"/>
            <a:t>স</a:t>
          </a:r>
          <a:r>
            <a:rPr lang="en-US"/>
            <a:t>্</a:t>
          </a:r>
          <a:r>
            <a:rPr lang="bn-BD"/>
            <a:t>থ</a:t>
          </a:r>
          <a:r>
            <a:rPr lang="en-US"/>
            <a:t>্</a:t>
          </a:r>
          <a:r>
            <a:rPr lang="bn-BD"/>
            <a:t>য</a:t>
          </a:r>
          <a:r>
            <a:rPr lang="en-US"/>
            <a:t>স</a:t>
          </a:r>
          <a:r>
            <a:rPr lang="bn-BD"/>
            <a:t>ে</a:t>
          </a:r>
          <a:r>
            <a:rPr lang="en-US"/>
            <a:t>ব</a:t>
          </a:r>
          <a:r>
            <a:rPr lang="bn-BD"/>
            <a:t>া</a:t>
          </a:r>
          <a:r>
            <a:rPr lang="en-US"/>
            <a:t>য় চ্যালে</a:t>
          </a:r>
          <a:r>
            <a:rPr lang="bn-IN"/>
            <a:t>ঞ্জ সমূহ</a:t>
          </a:r>
          <a:endParaRPr lang="en-US"/>
        </a:p>
      </dgm:t>
    </dgm:pt>
    <dgm:pt modelId="{4C1E68D2-0937-4F80-90F8-4B884B620823}" type="parTrans" cxnId="{16730854-E2CE-4120-99B7-671400CEC612}">
      <dgm:prSet/>
      <dgm:spPr/>
      <dgm:t>
        <a:bodyPr/>
        <a:lstStyle/>
        <a:p>
          <a:endParaRPr lang="en-US"/>
        </a:p>
      </dgm:t>
    </dgm:pt>
    <dgm:pt modelId="{65AE8593-79D7-40F3-A2DE-7D71CBB437F9}" type="sibTrans" cxnId="{16730854-E2CE-4120-99B7-671400CEC612}">
      <dgm:prSet/>
      <dgm:spPr/>
      <dgm:t>
        <a:bodyPr/>
        <a:lstStyle/>
        <a:p>
          <a:endParaRPr lang="en-US"/>
        </a:p>
      </dgm:t>
    </dgm:pt>
    <dgm:pt modelId="{EDEDDFAB-9B55-493D-95A5-5A15F2A19229}">
      <dgm:prSet/>
      <dgm:spPr/>
      <dgm:t>
        <a:bodyPr/>
        <a:lstStyle/>
        <a:p>
          <a:r>
            <a:rPr lang="bn-IN"/>
            <a:t>মান সম্পন্ন সেবা</a:t>
          </a:r>
          <a:endParaRPr lang="en-US"/>
        </a:p>
      </dgm:t>
    </dgm:pt>
    <dgm:pt modelId="{2284516F-7C52-4EDA-91D7-593B79057C3D}" type="parTrans" cxnId="{01FDB9D8-13E5-4372-98DF-297F3897C2DB}">
      <dgm:prSet/>
      <dgm:spPr/>
      <dgm:t>
        <a:bodyPr/>
        <a:lstStyle/>
        <a:p>
          <a:endParaRPr lang="en-US"/>
        </a:p>
      </dgm:t>
    </dgm:pt>
    <dgm:pt modelId="{7D2574E3-5979-4077-A80A-A85803CC9644}" type="sibTrans" cxnId="{01FDB9D8-13E5-4372-98DF-297F3897C2DB}">
      <dgm:prSet/>
      <dgm:spPr/>
      <dgm:t>
        <a:bodyPr/>
        <a:lstStyle/>
        <a:p>
          <a:endParaRPr lang="en-US"/>
        </a:p>
      </dgm:t>
    </dgm:pt>
    <dgm:pt modelId="{A1CB6DBA-9BD2-419C-801D-DDBF339BAF63}">
      <dgm:prSet/>
      <dgm:spPr/>
      <dgm:t>
        <a:bodyPr/>
        <a:lstStyle/>
        <a:p>
          <a:r>
            <a:rPr lang="bn-IN"/>
            <a:t>ব্যবস্থাপনায় দুর্বলতা</a:t>
          </a:r>
          <a:endParaRPr lang="en-US"/>
        </a:p>
      </dgm:t>
    </dgm:pt>
    <dgm:pt modelId="{EB6E9EAA-1F32-4E77-83B8-61A6C4FF9167}" type="parTrans" cxnId="{00D870EA-6A45-4C90-888B-11DEBA22E67B}">
      <dgm:prSet/>
      <dgm:spPr/>
      <dgm:t>
        <a:bodyPr/>
        <a:lstStyle/>
        <a:p>
          <a:endParaRPr lang="en-US"/>
        </a:p>
      </dgm:t>
    </dgm:pt>
    <dgm:pt modelId="{B8C26E1B-DF2B-4A04-9706-C1BC40FB0944}" type="sibTrans" cxnId="{00D870EA-6A45-4C90-888B-11DEBA22E67B}">
      <dgm:prSet/>
      <dgm:spPr/>
      <dgm:t>
        <a:bodyPr/>
        <a:lstStyle/>
        <a:p>
          <a:endParaRPr lang="en-US"/>
        </a:p>
      </dgm:t>
    </dgm:pt>
    <dgm:pt modelId="{C29A2D8E-9E8C-4ED7-B60E-AD05F0E4A46D}">
      <dgm:prSet/>
      <dgm:spPr/>
      <dgm:t>
        <a:bodyPr/>
        <a:lstStyle/>
        <a:p>
          <a:r>
            <a:rPr lang="bn-IN"/>
            <a:t>সম্পদের অপ্রতুল্যতা</a:t>
          </a:r>
          <a:endParaRPr lang="en-US"/>
        </a:p>
      </dgm:t>
    </dgm:pt>
    <dgm:pt modelId="{21ED1FBA-B135-463B-9F0D-DDD781B8DB4E}" type="parTrans" cxnId="{60CBD7C7-AD14-41A2-8AFF-2CE1154DD715}">
      <dgm:prSet/>
      <dgm:spPr/>
      <dgm:t>
        <a:bodyPr/>
        <a:lstStyle/>
        <a:p>
          <a:endParaRPr lang="en-US"/>
        </a:p>
      </dgm:t>
    </dgm:pt>
    <dgm:pt modelId="{378A61D2-0170-49C2-B38F-E255BEE44474}" type="sibTrans" cxnId="{60CBD7C7-AD14-41A2-8AFF-2CE1154DD715}">
      <dgm:prSet/>
      <dgm:spPr/>
      <dgm:t>
        <a:bodyPr/>
        <a:lstStyle/>
        <a:p>
          <a:endParaRPr lang="en-US"/>
        </a:p>
      </dgm:t>
    </dgm:pt>
    <dgm:pt modelId="{54C94993-F5BF-4ABA-B1D6-30A7F95AE1F7}">
      <dgm:prSet/>
      <dgm:spPr/>
      <dgm:t>
        <a:bodyPr/>
        <a:lstStyle/>
        <a:p>
          <a:r>
            <a:rPr lang="bn-IN"/>
            <a:t>সর্বজনিনতা নিশ্চিতকরণ</a:t>
          </a:r>
          <a:endParaRPr lang="en-US"/>
        </a:p>
      </dgm:t>
    </dgm:pt>
    <dgm:pt modelId="{1199922A-7EB5-4A41-8A58-8BE8FF77F056}" type="parTrans" cxnId="{0AA20D1E-31AB-4DD6-84F8-587EA28B5F2E}">
      <dgm:prSet/>
      <dgm:spPr/>
      <dgm:t>
        <a:bodyPr/>
        <a:lstStyle/>
        <a:p>
          <a:endParaRPr lang="en-US"/>
        </a:p>
      </dgm:t>
    </dgm:pt>
    <dgm:pt modelId="{524A808C-1BFC-4B9A-98B7-611DB7AE8E53}" type="sibTrans" cxnId="{0AA20D1E-31AB-4DD6-84F8-587EA28B5F2E}">
      <dgm:prSet/>
      <dgm:spPr/>
      <dgm:t>
        <a:bodyPr/>
        <a:lstStyle/>
        <a:p>
          <a:endParaRPr lang="en-US"/>
        </a:p>
      </dgm:t>
    </dgm:pt>
    <dgm:pt modelId="{9C8DC0D5-FD7B-46EF-8C69-01BBDE482FAC}" type="pres">
      <dgm:prSet presAssocID="{A9B0D919-F9C2-4325-9463-158E062D390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F7C8270-FA18-4292-8060-938EE0D1150E}" type="pres">
      <dgm:prSet presAssocID="{7F1D81E2-916A-4DDE-AB4C-A75680133661}" presName="root1" presStyleCnt="0"/>
      <dgm:spPr/>
    </dgm:pt>
    <dgm:pt modelId="{FF461FDF-C2B7-4E6F-9ED8-CB7922074B4A}" type="pres">
      <dgm:prSet presAssocID="{7F1D81E2-916A-4DDE-AB4C-A75680133661}" presName="LevelOneTextNod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8FE7F3C-335A-4761-AA35-7285476B4B9A}" type="pres">
      <dgm:prSet presAssocID="{7F1D81E2-916A-4DDE-AB4C-A75680133661}" presName="level2hierChild" presStyleCnt="0"/>
      <dgm:spPr/>
    </dgm:pt>
    <dgm:pt modelId="{C7AE03F8-4824-4E72-9F27-8334A8CC2982}" type="pres">
      <dgm:prSet presAssocID="{578204E3-801C-45EA-BFA7-5175D80A63D1}" presName="conn2-1" presStyleLbl="parChTrans1D2" presStyleIdx="0" presStyleCnt="5"/>
      <dgm:spPr/>
      <dgm:t>
        <a:bodyPr/>
        <a:lstStyle/>
        <a:p>
          <a:endParaRPr lang="en-GB"/>
        </a:p>
      </dgm:t>
    </dgm:pt>
    <dgm:pt modelId="{7F2C60C9-34F2-4B0F-96A5-3CDE36333804}" type="pres">
      <dgm:prSet presAssocID="{578204E3-801C-45EA-BFA7-5175D80A63D1}" presName="connTx" presStyleLbl="parChTrans1D2" presStyleIdx="0" presStyleCnt="5"/>
      <dgm:spPr/>
      <dgm:t>
        <a:bodyPr/>
        <a:lstStyle/>
        <a:p>
          <a:endParaRPr lang="en-GB"/>
        </a:p>
      </dgm:t>
    </dgm:pt>
    <dgm:pt modelId="{5D016AF6-BBA6-442D-B5FB-286FF6448BA0}" type="pres">
      <dgm:prSet presAssocID="{75CABF2E-4F3C-4F9E-95A0-17719E5918BF}" presName="root2" presStyleCnt="0"/>
      <dgm:spPr/>
    </dgm:pt>
    <dgm:pt modelId="{9243511F-7461-42F1-B74E-29D4CD6AD0EC}" type="pres">
      <dgm:prSet presAssocID="{75CABF2E-4F3C-4F9E-95A0-17719E5918BF}" presName="LevelTwoTextNode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F3C1C2C-37CC-4494-B68B-56E131699C53}" type="pres">
      <dgm:prSet presAssocID="{75CABF2E-4F3C-4F9E-95A0-17719E5918BF}" presName="level3hierChild" presStyleCnt="0"/>
      <dgm:spPr/>
    </dgm:pt>
    <dgm:pt modelId="{A471F14A-86AC-443F-A671-81C00954DC43}" type="pres">
      <dgm:prSet presAssocID="{77D16E69-5CE0-4845-B1E5-9B2ACD7E4655}" presName="root1" presStyleCnt="0"/>
      <dgm:spPr/>
    </dgm:pt>
    <dgm:pt modelId="{02D9ECAE-64C1-4A46-8AE9-DC63DFC7443F}" type="pres">
      <dgm:prSet presAssocID="{77D16E69-5CE0-4845-B1E5-9B2ACD7E4655}" presName="LevelOneTextNod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166FB9F-20AD-43E2-AB3A-8A2809540047}" type="pres">
      <dgm:prSet presAssocID="{77D16E69-5CE0-4845-B1E5-9B2ACD7E4655}" presName="level2hierChild" presStyleCnt="0"/>
      <dgm:spPr/>
    </dgm:pt>
    <dgm:pt modelId="{066CEFE1-DD9B-44E8-BF78-F7D87A54DF18}" type="pres">
      <dgm:prSet presAssocID="{2284516F-7C52-4EDA-91D7-593B79057C3D}" presName="conn2-1" presStyleLbl="parChTrans1D2" presStyleIdx="1" presStyleCnt="5"/>
      <dgm:spPr/>
      <dgm:t>
        <a:bodyPr/>
        <a:lstStyle/>
        <a:p>
          <a:endParaRPr lang="en-GB"/>
        </a:p>
      </dgm:t>
    </dgm:pt>
    <dgm:pt modelId="{A93A81DF-4B86-4D06-B1A0-75EC188C9837}" type="pres">
      <dgm:prSet presAssocID="{2284516F-7C52-4EDA-91D7-593B79057C3D}" presName="connTx" presStyleLbl="parChTrans1D2" presStyleIdx="1" presStyleCnt="5"/>
      <dgm:spPr/>
      <dgm:t>
        <a:bodyPr/>
        <a:lstStyle/>
        <a:p>
          <a:endParaRPr lang="en-GB"/>
        </a:p>
      </dgm:t>
    </dgm:pt>
    <dgm:pt modelId="{BD63A524-72FF-41A8-A881-027A8260ACC4}" type="pres">
      <dgm:prSet presAssocID="{EDEDDFAB-9B55-493D-95A5-5A15F2A19229}" presName="root2" presStyleCnt="0"/>
      <dgm:spPr/>
    </dgm:pt>
    <dgm:pt modelId="{6ACAAEBE-C0A0-4A83-81C7-3DFFAD132C62}" type="pres">
      <dgm:prSet presAssocID="{EDEDDFAB-9B55-493D-95A5-5A15F2A19229}" presName="LevelTwoTextNode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49746E1-38A9-4488-9E7C-C8FB618C6746}" type="pres">
      <dgm:prSet presAssocID="{EDEDDFAB-9B55-493D-95A5-5A15F2A19229}" presName="level3hierChild" presStyleCnt="0"/>
      <dgm:spPr/>
    </dgm:pt>
    <dgm:pt modelId="{8BB65E18-FDF9-4A01-8765-686768BA06CB}" type="pres">
      <dgm:prSet presAssocID="{EB6E9EAA-1F32-4E77-83B8-61A6C4FF9167}" presName="conn2-1" presStyleLbl="parChTrans1D2" presStyleIdx="2" presStyleCnt="5"/>
      <dgm:spPr/>
      <dgm:t>
        <a:bodyPr/>
        <a:lstStyle/>
        <a:p>
          <a:endParaRPr lang="en-GB"/>
        </a:p>
      </dgm:t>
    </dgm:pt>
    <dgm:pt modelId="{8AD1704F-2441-4B07-8522-670C1B830FBB}" type="pres">
      <dgm:prSet presAssocID="{EB6E9EAA-1F32-4E77-83B8-61A6C4FF9167}" presName="connTx" presStyleLbl="parChTrans1D2" presStyleIdx="2" presStyleCnt="5"/>
      <dgm:spPr/>
      <dgm:t>
        <a:bodyPr/>
        <a:lstStyle/>
        <a:p>
          <a:endParaRPr lang="en-GB"/>
        </a:p>
      </dgm:t>
    </dgm:pt>
    <dgm:pt modelId="{534EFB1C-42C3-4DB2-AD66-BDD6D56353E8}" type="pres">
      <dgm:prSet presAssocID="{A1CB6DBA-9BD2-419C-801D-DDBF339BAF63}" presName="root2" presStyleCnt="0"/>
      <dgm:spPr/>
    </dgm:pt>
    <dgm:pt modelId="{0C7BF665-B659-4B2D-8C52-C1D83242A13B}" type="pres">
      <dgm:prSet presAssocID="{A1CB6DBA-9BD2-419C-801D-DDBF339BAF63}" presName="LevelTwoTextNode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FF1D38E-B772-4949-9F17-46ED5FD5C30B}" type="pres">
      <dgm:prSet presAssocID="{A1CB6DBA-9BD2-419C-801D-DDBF339BAF63}" presName="level3hierChild" presStyleCnt="0"/>
      <dgm:spPr/>
    </dgm:pt>
    <dgm:pt modelId="{36CA276B-85D4-4AD5-9227-EB0520A2A882}" type="pres">
      <dgm:prSet presAssocID="{21ED1FBA-B135-463B-9F0D-DDD781B8DB4E}" presName="conn2-1" presStyleLbl="parChTrans1D2" presStyleIdx="3" presStyleCnt="5"/>
      <dgm:spPr/>
      <dgm:t>
        <a:bodyPr/>
        <a:lstStyle/>
        <a:p>
          <a:endParaRPr lang="en-GB"/>
        </a:p>
      </dgm:t>
    </dgm:pt>
    <dgm:pt modelId="{97DF57F3-4C72-493B-B62C-D05FEA3DF108}" type="pres">
      <dgm:prSet presAssocID="{21ED1FBA-B135-463B-9F0D-DDD781B8DB4E}" presName="connTx" presStyleLbl="parChTrans1D2" presStyleIdx="3" presStyleCnt="5"/>
      <dgm:spPr/>
      <dgm:t>
        <a:bodyPr/>
        <a:lstStyle/>
        <a:p>
          <a:endParaRPr lang="en-GB"/>
        </a:p>
      </dgm:t>
    </dgm:pt>
    <dgm:pt modelId="{4A4D518C-03F9-4548-A6FA-2D14E30BE6FF}" type="pres">
      <dgm:prSet presAssocID="{C29A2D8E-9E8C-4ED7-B60E-AD05F0E4A46D}" presName="root2" presStyleCnt="0"/>
      <dgm:spPr/>
    </dgm:pt>
    <dgm:pt modelId="{B90EA64D-72C7-47F7-811F-4F93011850B3}" type="pres">
      <dgm:prSet presAssocID="{C29A2D8E-9E8C-4ED7-B60E-AD05F0E4A46D}" presName="LevelTwoTextNode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88FA7E4-97B4-42A1-8AB3-F30D1B49A5A8}" type="pres">
      <dgm:prSet presAssocID="{C29A2D8E-9E8C-4ED7-B60E-AD05F0E4A46D}" presName="level3hierChild" presStyleCnt="0"/>
      <dgm:spPr/>
    </dgm:pt>
    <dgm:pt modelId="{CB8F8060-0DA0-496C-A328-840E703808EA}" type="pres">
      <dgm:prSet presAssocID="{1199922A-7EB5-4A41-8A58-8BE8FF77F056}" presName="conn2-1" presStyleLbl="parChTrans1D2" presStyleIdx="4" presStyleCnt="5"/>
      <dgm:spPr/>
      <dgm:t>
        <a:bodyPr/>
        <a:lstStyle/>
        <a:p>
          <a:endParaRPr lang="en-GB"/>
        </a:p>
      </dgm:t>
    </dgm:pt>
    <dgm:pt modelId="{92C8EAEB-833D-456A-AE3E-5992BFE3BC4D}" type="pres">
      <dgm:prSet presAssocID="{1199922A-7EB5-4A41-8A58-8BE8FF77F056}" presName="connTx" presStyleLbl="parChTrans1D2" presStyleIdx="4" presStyleCnt="5"/>
      <dgm:spPr/>
      <dgm:t>
        <a:bodyPr/>
        <a:lstStyle/>
        <a:p>
          <a:endParaRPr lang="en-GB"/>
        </a:p>
      </dgm:t>
    </dgm:pt>
    <dgm:pt modelId="{E20B63F3-26E9-46E3-85B0-9E5DACCB908C}" type="pres">
      <dgm:prSet presAssocID="{54C94993-F5BF-4ABA-B1D6-30A7F95AE1F7}" presName="root2" presStyleCnt="0"/>
      <dgm:spPr/>
    </dgm:pt>
    <dgm:pt modelId="{46D0A998-A4F3-4171-9245-C7A66B71A6DE}" type="pres">
      <dgm:prSet presAssocID="{54C94993-F5BF-4ABA-B1D6-30A7F95AE1F7}" presName="LevelTwoTextNode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F506314-9DDE-4E23-B907-272FB8D77D90}" type="pres">
      <dgm:prSet presAssocID="{54C94993-F5BF-4ABA-B1D6-30A7F95AE1F7}" presName="level3hierChild" presStyleCnt="0"/>
      <dgm:spPr/>
    </dgm:pt>
  </dgm:ptLst>
  <dgm:cxnLst>
    <dgm:cxn modelId="{60CBD7C7-AD14-41A2-8AFF-2CE1154DD715}" srcId="{77D16E69-5CE0-4845-B1E5-9B2ACD7E4655}" destId="{C29A2D8E-9E8C-4ED7-B60E-AD05F0E4A46D}" srcOrd="2" destOrd="0" parTransId="{21ED1FBA-B135-463B-9F0D-DDD781B8DB4E}" sibTransId="{378A61D2-0170-49C2-B38F-E255BEE44474}"/>
    <dgm:cxn modelId="{DD61EB09-1B3E-4C16-A0D9-B8451FED1236}" type="presOf" srcId="{2284516F-7C52-4EDA-91D7-593B79057C3D}" destId="{066CEFE1-DD9B-44E8-BF78-F7D87A54DF18}" srcOrd="0" destOrd="0" presId="urn:microsoft.com/office/officeart/2005/8/layout/hierarchy2"/>
    <dgm:cxn modelId="{8EC0F90D-72F3-446F-9688-D57838E48BB6}" srcId="{7F1D81E2-916A-4DDE-AB4C-A75680133661}" destId="{75CABF2E-4F3C-4F9E-95A0-17719E5918BF}" srcOrd="0" destOrd="0" parTransId="{578204E3-801C-45EA-BFA7-5175D80A63D1}" sibTransId="{5EF66A86-1DF8-4C8D-903A-A2A29427005E}"/>
    <dgm:cxn modelId="{DF70482B-B101-415E-BA6E-3D6C96ADC1B2}" type="presOf" srcId="{A9B0D919-F9C2-4325-9463-158E062D390A}" destId="{9C8DC0D5-FD7B-46EF-8C69-01BBDE482FAC}" srcOrd="0" destOrd="0" presId="urn:microsoft.com/office/officeart/2005/8/layout/hierarchy2"/>
    <dgm:cxn modelId="{0934E84D-F52D-458F-BAF2-9A75EE35FFFB}" type="presOf" srcId="{21ED1FBA-B135-463B-9F0D-DDD781B8DB4E}" destId="{97DF57F3-4C72-493B-B62C-D05FEA3DF108}" srcOrd="1" destOrd="0" presId="urn:microsoft.com/office/officeart/2005/8/layout/hierarchy2"/>
    <dgm:cxn modelId="{C7FA06AA-DD1F-4677-AC41-FD85837032DF}" type="presOf" srcId="{EB6E9EAA-1F32-4E77-83B8-61A6C4FF9167}" destId="{8BB65E18-FDF9-4A01-8765-686768BA06CB}" srcOrd="0" destOrd="0" presId="urn:microsoft.com/office/officeart/2005/8/layout/hierarchy2"/>
    <dgm:cxn modelId="{9274459F-B3F5-457C-BBD2-0D0B6FC6E299}" type="presOf" srcId="{77D16E69-5CE0-4845-B1E5-9B2ACD7E4655}" destId="{02D9ECAE-64C1-4A46-8AE9-DC63DFC7443F}" srcOrd="0" destOrd="0" presId="urn:microsoft.com/office/officeart/2005/8/layout/hierarchy2"/>
    <dgm:cxn modelId="{64875A5E-A12A-4A4A-9306-CBA42F922C0A}" type="presOf" srcId="{1199922A-7EB5-4A41-8A58-8BE8FF77F056}" destId="{CB8F8060-0DA0-496C-A328-840E703808EA}" srcOrd="0" destOrd="0" presId="urn:microsoft.com/office/officeart/2005/8/layout/hierarchy2"/>
    <dgm:cxn modelId="{00D870EA-6A45-4C90-888B-11DEBA22E67B}" srcId="{77D16E69-5CE0-4845-B1E5-9B2ACD7E4655}" destId="{A1CB6DBA-9BD2-419C-801D-DDBF339BAF63}" srcOrd="1" destOrd="0" parTransId="{EB6E9EAA-1F32-4E77-83B8-61A6C4FF9167}" sibTransId="{B8C26E1B-DF2B-4A04-9706-C1BC40FB0944}"/>
    <dgm:cxn modelId="{3563D112-C539-4123-A080-330CDF348ADD}" type="presOf" srcId="{7F1D81E2-916A-4DDE-AB4C-A75680133661}" destId="{FF461FDF-C2B7-4E6F-9ED8-CB7922074B4A}" srcOrd="0" destOrd="0" presId="urn:microsoft.com/office/officeart/2005/8/layout/hierarchy2"/>
    <dgm:cxn modelId="{0AA20D1E-31AB-4DD6-84F8-587EA28B5F2E}" srcId="{77D16E69-5CE0-4845-B1E5-9B2ACD7E4655}" destId="{54C94993-F5BF-4ABA-B1D6-30A7F95AE1F7}" srcOrd="3" destOrd="0" parTransId="{1199922A-7EB5-4A41-8A58-8BE8FF77F056}" sibTransId="{524A808C-1BFC-4B9A-98B7-611DB7AE8E53}"/>
    <dgm:cxn modelId="{3DBEFEC1-098F-4250-A93E-678B865206A2}" type="presOf" srcId="{2284516F-7C52-4EDA-91D7-593B79057C3D}" destId="{A93A81DF-4B86-4D06-B1A0-75EC188C9837}" srcOrd="1" destOrd="0" presId="urn:microsoft.com/office/officeart/2005/8/layout/hierarchy2"/>
    <dgm:cxn modelId="{8195CF66-D803-4992-8D78-E156BC42A094}" type="presOf" srcId="{C29A2D8E-9E8C-4ED7-B60E-AD05F0E4A46D}" destId="{B90EA64D-72C7-47F7-811F-4F93011850B3}" srcOrd="0" destOrd="0" presId="urn:microsoft.com/office/officeart/2005/8/layout/hierarchy2"/>
    <dgm:cxn modelId="{5355DF03-F187-4E74-8311-F9304B50FEE2}" type="presOf" srcId="{75CABF2E-4F3C-4F9E-95A0-17719E5918BF}" destId="{9243511F-7461-42F1-B74E-29D4CD6AD0EC}" srcOrd="0" destOrd="0" presId="urn:microsoft.com/office/officeart/2005/8/layout/hierarchy2"/>
    <dgm:cxn modelId="{36CEA302-FC0E-41A1-AB8D-A5A19220AE0E}" srcId="{A9B0D919-F9C2-4325-9463-158E062D390A}" destId="{7F1D81E2-916A-4DDE-AB4C-A75680133661}" srcOrd="0" destOrd="0" parTransId="{D051691E-16A0-458F-B23A-AE43E8966AB3}" sibTransId="{034F6C65-CE01-4D51-AEDF-BD8C9659FEE3}"/>
    <dgm:cxn modelId="{01FDB9D8-13E5-4372-98DF-297F3897C2DB}" srcId="{77D16E69-5CE0-4845-B1E5-9B2ACD7E4655}" destId="{EDEDDFAB-9B55-493D-95A5-5A15F2A19229}" srcOrd="0" destOrd="0" parTransId="{2284516F-7C52-4EDA-91D7-593B79057C3D}" sibTransId="{7D2574E3-5979-4077-A80A-A85803CC9644}"/>
    <dgm:cxn modelId="{7DF94486-D704-4665-A304-A7BCF5AE5220}" type="presOf" srcId="{A1CB6DBA-9BD2-419C-801D-DDBF339BAF63}" destId="{0C7BF665-B659-4B2D-8C52-C1D83242A13B}" srcOrd="0" destOrd="0" presId="urn:microsoft.com/office/officeart/2005/8/layout/hierarchy2"/>
    <dgm:cxn modelId="{701016E5-80E5-4CCC-B4B6-FACDDAD6E5AE}" type="presOf" srcId="{21ED1FBA-B135-463B-9F0D-DDD781B8DB4E}" destId="{36CA276B-85D4-4AD5-9227-EB0520A2A882}" srcOrd="0" destOrd="0" presId="urn:microsoft.com/office/officeart/2005/8/layout/hierarchy2"/>
    <dgm:cxn modelId="{BFE7EF9D-63D2-4B35-9ACC-E319CB0EFE30}" type="presOf" srcId="{EB6E9EAA-1F32-4E77-83B8-61A6C4FF9167}" destId="{8AD1704F-2441-4B07-8522-670C1B830FBB}" srcOrd="1" destOrd="0" presId="urn:microsoft.com/office/officeart/2005/8/layout/hierarchy2"/>
    <dgm:cxn modelId="{16730854-E2CE-4120-99B7-671400CEC612}" srcId="{A9B0D919-F9C2-4325-9463-158E062D390A}" destId="{77D16E69-5CE0-4845-B1E5-9B2ACD7E4655}" srcOrd="1" destOrd="0" parTransId="{4C1E68D2-0937-4F80-90F8-4B884B620823}" sibTransId="{65AE8593-79D7-40F3-A2DE-7D71CBB437F9}"/>
    <dgm:cxn modelId="{B86C6083-C433-4FB1-899B-D70D6856AABB}" type="presOf" srcId="{578204E3-801C-45EA-BFA7-5175D80A63D1}" destId="{C7AE03F8-4824-4E72-9F27-8334A8CC2982}" srcOrd="0" destOrd="0" presId="urn:microsoft.com/office/officeart/2005/8/layout/hierarchy2"/>
    <dgm:cxn modelId="{D13D1AC7-EE7C-461D-A2C8-7A6C1FCE3E9C}" type="presOf" srcId="{EDEDDFAB-9B55-493D-95A5-5A15F2A19229}" destId="{6ACAAEBE-C0A0-4A83-81C7-3DFFAD132C62}" srcOrd="0" destOrd="0" presId="urn:microsoft.com/office/officeart/2005/8/layout/hierarchy2"/>
    <dgm:cxn modelId="{2087BB3B-0619-451D-8B8B-D4F01293013E}" type="presOf" srcId="{1199922A-7EB5-4A41-8A58-8BE8FF77F056}" destId="{92C8EAEB-833D-456A-AE3E-5992BFE3BC4D}" srcOrd="1" destOrd="0" presId="urn:microsoft.com/office/officeart/2005/8/layout/hierarchy2"/>
    <dgm:cxn modelId="{21E8814B-BA3F-47CD-8C7A-58EE5897288A}" type="presOf" srcId="{578204E3-801C-45EA-BFA7-5175D80A63D1}" destId="{7F2C60C9-34F2-4B0F-96A5-3CDE36333804}" srcOrd="1" destOrd="0" presId="urn:microsoft.com/office/officeart/2005/8/layout/hierarchy2"/>
    <dgm:cxn modelId="{A7457917-A6F9-4744-8641-06F105CB3DE2}" type="presOf" srcId="{54C94993-F5BF-4ABA-B1D6-30A7F95AE1F7}" destId="{46D0A998-A4F3-4171-9245-C7A66B71A6DE}" srcOrd="0" destOrd="0" presId="urn:microsoft.com/office/officeart/2005/8/layout/hierarchy2"/>
    <dgm:cxn modelId="{5A324BEA-E8C6-427F-9A66-37425584D847}" type="presParOf" srcId="{9C8DC0D5-FD7B-46EF-8C69-01BBDE482FAC}" destId="{2F7C8270-FA18-4292-8060-938EE0D1150E}" srcOrd="0" destOrd="0" presId="urn:microsoft.com/office/officeart/2005/8/layout/hierarchy2"/>
    <dgm:cxn modelId="{050055E3-18E4-426D-8CAA-B58421CE7611}" type="presParOf" srcId="{2F7C8270-FA18-4292-8060-938EE0D1150E}" destId="{FF461FDF-C2B7-4E6F-9ED8-CB7922074B4A}" srcOrd="0" destOrd="0" presId="urn:microsoft.com/office/officeart/2005/8/layout/hierarchy2"/>
    <dgm:cxn modelId="{5C5FAAB4-BE95-4588-BF65-5A13BD12A750}" type="presParOf" srcId="{2F7C8270-FA18-4292-8060-938EE0D1150E}" destId="{D8FE7F3C-335A-4761-AA35-7285476B4B9A}" srcOrd="1" destOrd="0" presId="urn:microsoft.com/office/officeart/2005/8/layout/hierarchy2"/>
    <dgm:cxn modelId="{C81AD4BC-658B-41FD-BC66-183A7AA467C8}" type="presParOf" srcId="{D8FE7F3C-335A-4761-AA35-7285476B4B9A}" destId="{C7AE03F8-4824-4E72-9F27-8334A8CC2982}" srcOrd="0" destOrd="0" presId="urn:microsoft.com/office/officeart/2005/8/layout/hierarchy2"/>
    <dgm:cxn modelId="{F9D5A208-93F4-4CDB-A7F5-4A533EBC9B03}" type="presParOf" srcId="{C7AE03F8-4824-4E72-9F27-8334A8CC2982}" destId="{7F2C60C9-34F2-4B0F-96A5-3CDE36333804}" srcOrd="0" destOrd="0" presId="urn:microsoft.com/office/officeart/2005/8/layout/hierarchy2"/>
    <dgm:cxn modelId="{2C938F05-36B7-46D3-A41B-787668927F52}" type="presParOf" srcId="{D8FE7F3C-335A-4761-AA35-7285476B4B9A}" destId="{5D016AF6-BBA6-442D-B5FB-286FF6448BA0}" srcOrd="1" destOrd="0" presId="urn:microsoft.com/office/officeart/2005/8/layout/hierarchy2"/>
    <dgm:cxn modelId="{107A2ECA-1995-4D7A-8759-44D7CB95BBF2}" type="presParOf" srcId="{5D016AF6-BBA6-442D-B5FB-286FF6448BA0}" destId="{9243511F-7461-42F1-B74E-29D4CD6AD0EC}" srcOrd="0" destOrd="0" presId="urn:microsoft.com/office/officeart/2005/8/layout/hierarchy2"/>
    <dgm:cxn modelId="{5654C2CF-A63D-4B0A-83E1-9030A559411F}" type="presParOf" srcId="{5D016AF6-BBA6-442D-B5FB-286FF6448BA0}" destId="{3F3C1C2C-37CC-4494-B68B-56E131699C53}" srcOrd="1" destOrd="0" presId="urn:microsoft.com/office/officeart/2005/8/layout/hierarchy2"/>
    <dgm:cxn modelId="{F3AB30B2-AC8D-476D-B96F-850598E819C1}" type="presParOf" srcId="{9C8DC0D5-FD7B-46EF-8C69-01BBDE482FAC}" destId="{A471F14A-86AC-443F-A671-81C00954DC43}" srcOrd="1" destOrd="0" presId="urn:microsoft.com/office/officeart/2005/8/layout/hierarchy2"/>
    <dgm:cxn modelId="{172901E0-5927-46E4-9A24-1699FFA12C07}" type="presParOf" srcId="{A471F14A-86AC-443F-A671-81C00954DC43}" destId="{02D9ECAE-64C1-4A46-8AE9-DC63DFC7443F}" srcOrd="0" destOrd="0" presId="urn:microsoft.com/office/officeart/2005/8/layout/hierarchy2"/>
    <dgm:cxn modelId="{58CC7084-01ED-4F93-9946-310494E2D430}" type="presParOf" srcId="{A471F14A-86AC-443F-A671-81C00954DC43}" destId="{4166FB9F-20AD-43E2-AB3A-8A2809540047}" srcOrd="1" destOrd="0" presId="urn:microsoft.com/office/officeart/2005/8/layout/hierarchy2"/>
    <dgm:cxn modelId="{A51E5AA2-4ADE-4741-9436-CA440E1C12FC}" type="presParOf" srcId="{4166FB9F-20AD-43E2-AB3A-8A2809540047}" destId="{066CEFE1-DD9B-44E8-BF78-F7D87A54DF18}" srcOrd="0" destOrd="0" presId="urn:microsoft.com/office/officeart/2005/8/layout/hierarchy2"/>
    <dgm:cxn modelId="{708F39F5-F4BA-46D8-A2D4-CD0CBDA70EB5}" type="presParOf" srcId="{066CEFE1-DD9B-44E8-BF78-F7D87A54DF18}" destId="{A93A81DF-4B86-4D06-B1A0-75EC188C9837}" srcOrd="0" destOrd="0" presId="urn:microsoft.com/office/officeart/2005/8/layout/hierarchy2"/>
    <dgm:cxn modelId="{E72D7F0F-2CFA-4F48-AB8A-C8016D3C1108}" type="presParOf" srcId="{4166FB9F-20AD-43E2-AB3A-8A2809540047}" destId="{BD63A524-72FF-41A8-A881-027A8260ACC4}" srcOrd="1" destOrd="0" presId="urn:microsoft.com/office/officeart/2005/8/layout/hierarchy2"/>
    <dgm:cxn modelId="{428657C2-6AF2-4AB2-929C-01D55A6DFB16}" type="presParOf" srcId="{BD63A524-72FF-41A8-A881-027A8260ACC4}" destId="{6ACAAEBE-C0A0-4A83-81C7-3DFFAD132C62}" srcOrd="0" destOrd="0" presId="urn:microsoft.com/office/officeart/2005/8/layout/hierarchy2"/>
    <dgm:cxn modelId="{B08F68D1-D347-49CF-89C2-7B1FBB801581}" type="presParOf" srcId="{BD63A524-72FF-41A8-A881-027A8260ACC4}" destId="{B49746E1-38A9-4488-9E7C-C8FB618C6746}" srcOrd="1" destOrd="0" presId="urn:microsoft.com/office/officeart/2005/8/layout/hierarchy2"/>
    <dgm:cxn modelId="{5D6DBD9F-422F-4A06-ADFE-1714242ADB89}" type="presParOf" srcId="{4166FB9F-20AD-43E2-AB3A-8A2809540047}" destId="{8BB65E18-FDF9-4A01-8765-686768BA06CB}" srcOrd="2" destOrd="0" presId="urn:microsoft.com/office/officeart/2005/8/layout/hierarchy2"/>
    <dgm:cxn modelId="{0A3669C7-B9C0-45F9-AB44-44C2442BCEC0}" type="presParOf" srcId="{8BB65E18-FDF9-4A01-8765-686768BA06CB}" destId="{8AD1704F-2441-4B07-8522-670C1B830FBB}" srcOrd="0" destOrd="0" presId="urn:microsoft.com/office/officeart/2005/8/layout/hierarchy2"/>
    <dgm:cxn modelId="{74C505C7-B69F-4294-A7CC-98AFEF781B55}" type="presParOf" srcId="{4166FB9F-20AD-43E2-AB3A-8A2809540047}" destId="{534EFB1C-42C3-4DB2-AD66-BDD6D56353E8}" srcOrd="3" destOrd="0" presId="urn:microsoft.com/office/officeart/2005/8/layout/hierarchy2"/>
    <dgm:cxn modelId="{026857A0-79CC-4088-9E31-5C21E1511626}" type="presParOf" srcId="{534EFB1C-42C3-4DB2-AD66-BDD6D56353E8}" destId="{0C7BF665-B659-4B2D-8C52-C1D83242A13B}" srcOrd="0" destOrd="0" presId="urn:microsoft.com/office/officeart/2005/8/layout/hierarchy2"/>
    <dgm:cxn modelId="{80ADED16-2C71-4FFB-B68A-6AA6285959F3}" type="presParOf" srcId="{534EFB1C-42C3-4DB2-AD66-BDD6D56353E8}" destId="{DFF1D38E-B772-4949-9F17-46ED5FD5C30B}" srcOrd="1" destOrd="0" presId="urn:microsoft.com/office/officeart/2005/8/layout/hierarchy2"/>
    <dgm:cxn modelId="{C1B81104-2555-4D2D-B1D7-4F4BA6C30579}" type="presParOf" srcId="{4166FB9F-20AD-43E2-AB3A-8A2809540047}" destId="{36CA276B-85D4-4AD5-9227-EB0520A2A882}" srcOrd="4" destOrd="0" presId="urn:microsoft.com/office/officeart/2005/8/layout/hierarchy2"/>
    <dgm:cxn modelId="{D5AEBDC4-1E68-4744-8E41-AF11895A7341}" type="presParOf" srcId="{36CA276B-85D4-4AD5-9227-EB0520A2A882}" destId="{97DF57F3-4C72-493B-B62C-D05FEA3DF108}" srcOrd="0" destOrd="0" presId="urn:microsoft.com/office/officeart/2005/8/layout/hierarchy2"/>
    <dgm:cxn modelId="{3C3E3ED0-40B3-4FB4-8BA4-6DD6B5E6E5D7}" type="presParOf" srcId="{4166FB9F-20AD-43E2-AB3A-8A2809540047}" destId="{4A4D518C-03F9-4548-A6FA-2D14E30BE6FF}" srcOrd="5" destOrd="0" presId="urn:microsoft.com/office/officeart/2005/8/layout/hierarchy2"/>
    <dgm:cxn modelId="{3FA98FC2-FFDA-4C41-A6BE-183C787867F4}" type="presParOf" srcId="{4A4D518C-03F9-4548-A6FA-2D14E30BE6FF}" destId="{B90EA64D-72C7-47F7-811F-4F93011850B3}" srcOrd="0" destOrd="0" presId="urn:microsoft.com/office/officeart/2005/8/layout/hierarchy2"/>
    <dgm:cxn modelId="{9082F178-643F-4980-B0FF-AF2C8914FAB6}" type="presParOf" srcId="{4A4D518C-03F9-4548-A6FA-2D14E30BE6FF}" destId="{C88FA7E4-97B4-42A1-8AB3-F30D1B49A5A8}" srcOrd="1" destOrd="0" presId="urn:microsoft.com/office/officeart/2005/8/layout/hierarchy2"/>
    <dgm:cxn modelId="{9DDAD489-824B-4899-B25F-2E39F45C6E2C}" type="presParOf" srcId="{4166FB9F-20AD-43E2-AB3A-8A2809540047}" destId="{CB8F8060-0DA0-496C-A328-840E703808EA}" srcOrd="6" destOrd="0" presId="urn:microsoft.com/office/officeart/2005/8/layout/hierarchy2"/>
    <dgm:cxn modelId="{94463185-5901-4F3E-922F-E26037F8BC54}" type="presParOf" srcId="{CB8F8060-0DA0-496C-A328-840E703808EA}" destId="{92C8EAEB-833D-456A-AE3E-5992BFE3BC4D}" srcOrd="0" destOrd="0" presId="urn:microsoft.com/office/officeart/2005/8/layout/hierarchy2"/>
    <dgm:cxn modelId="{AA95E853-DF26-47F0-B20D-0A1AF05F261F}" type="presParOf" srcId="{4166FB9F-20AD-43E2-AB3A-8A2809540047}" destId="{E20B63F3-26E9-46E3-85B0-9E5DACCB908C}" srcOrd="7" destOrd="0" presId="urn:microsoft.com/office/officeart/2005/8/layout/hierarchy2"/>
    <dgm:cxn modelId="{0472B11E-8010-4150-9C43-63D05C557D96}" type="presParOf" srcId="{E20B63F3-26E9-46E3-85B0-9E5DACCB908C}" destId="{46D0A998-A4F3-4171-9245-C7A66B71A6DE}" srcOrd="0" destOrd="0" presId="urn:microsoft.com/office/officeart/2005/8/layout/hierarchy2"/>
    <dgm:cxn modelId="{52808322-9C7E-4E0C-AD7A-FE05A3F54CA8}" type="presParOf" srcId="{E20B63F3-26E9-46E3-85B0-9E5DACCB908C}" destId="{1F506314-9DDE-4E23-B907-272FB8D77D9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bn-IN"/>
            <a:t>সফল নেতৃত্ব</a:t>
          </a:r>
          <a:r>
            <a:rPr lang="bn-IN" b="1"/>
            <a:t> </a:t>
          </a:r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/>
            <a:t>ব্যক্তিগত ও দলগত দক্ষতা </a:t>
          </a:r>
          <a:endParaRPr lang="en-US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/>
            <a:t>জনসম্পৃক্ততা </a:t>
          </a:r>
          <a:endParaRPr lang="en-US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bn-IN"/>
            <a:t>সমন্বয় </a:t>
          </a:r>
          <a:endParaRPr lang="en-US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/>
            <a:t>দূর্নীতি প্রতিরোধে</a:t>
          </a:r>
          <a:endParaRPr lang="en-US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4E602DD-9441-466A-B19F-17743811AF25}" type="presOf" srcId="{88D3464D-A729-40F4-BC36-33D77706DB6F}" destId="{E2E5C2CC-16B6-414F-A1E4-8C9432894059}" srcOrd="0" destOrd="0" presId="urn:microsoft.com/office/officeart/2005/8/layout/cycle3"/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F58824A2-6A2C-4E7E-ACB4-ADCE9496507A}" type="presOf" srcId="{9AEA5E90-4BA3-4DD2-9B18-80F40A809CFB}" destId="{57FC54FE-E97C-4F29-92CF-2A7248720E8D}" srcOrd="0" destOrd="0" presId="urn:microsoft.com/office/officeart/2005/8/layout/cycle3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020871DB-8C44-4C82-A24A-786D4C8C99DF}" type="presOf" srcId="{3D02B9F0-E626-4C8B-BD2A-5010DA3B9508}" destId="{CB4F0E61-DC7F-4119-ABA9-796676CB2FA1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AB78FF21-F83A-4B8C-93DD-A5DA7DDAC065}" type="presOf" srcId="{D9F660D2-7531-4B7B-9DC9-B462E3FDA8AA}" destId="{D1F5521C-92B8-4D4D-8EED-39D567818230}" srcOrd="0" destOrd="0" presId="urn:microsoft.com/office/officeart/2005/8/layout/cycle3"/>
    <dgm:cxn modelId="{E5320E7C-0C84-4B26-87BD-0FAF6E1DFF76}" type="presOf" srcId="{A84A2978-2AC1-4303-BCBD-40A8C5C9F7B0}" destId="{DF5D109B-C564-497C-B822-FF07AB5AC3EF}" srcOrd="0" destOrd="0" presId="urn:microsoft.com/office/officeart/2005/8/layout/cycle3"/>
    <dgm:cxn modelId="{F3792024-9122-4B5A-A04F-1F76973DD06D}" type="presOf" srcId="{4D71D476-FD32-44C8-A5D7-96F395056DC2}" destId="{8173D7A6-1922-458F-9222-CB9A92415CD8}" srcOrd="0" destOrd="0" presId="urn:microsoft.com/office/officeart/2005/8/layout/cycle3"/>
    <dgm:cxn modelId="{AD89F664-0896-488E-9CDE-030D1BD2A624}" type="presOf" srcId="{77B94860-9B07-4F13-B939-C7B0F42EECBC}" destId="{8D24C1E3-835B-4535-A9EB-AB5FCDF4505F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B791EB62-2AC4-4F15-B048-195DC250B193}" type="presOf" srcId="{4F97281A-802C-4000-8D2A-66142CFFCE3C}" destId="{D046EDB0-D1C9-407A-A55E-5858E1E5D4AF}" srcOrd="0" destOrd="0" presId="urn:microsoft.com/office/officeart/2005/8/layout/cycle3"/>
    <dgm:cxn modelId="{AEC44CC3-8FE9-4D12-9ED9-52F6698EB04A}" type="presOf" srcId="{610D7153-D836-425E-ABAB-41B69166C8FA}" destId="{C4FF0D0D-74E1-473C-A1E9-CFD413B11028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40262724-FB5A-4450-9388-91324FD77EBD}" type="presParOf" srcId="{D1F5521C-92B8-4D4D-8EED-39D567818230}" destId="{570E10F7-852E-4DD4-A1D9-BE86AC68401E}" srcOrd="0" destOrd="0" presId="urn:microsoft.com/office/officeart/2005/8/layout/cycle3"/>
    <dgm:cxn modelId="{60E93E28-7755-4180-8D11-03C57C4F96EB}" type="presParOf" srcId="{570E10F7-852E-4DD4-A1D9-BE86AC68401E}" destId="{DF5D109B-C564-497C-B822-FF07AB5AC3EF}" srcOrd="0" destOrd="0" presId="urn:microsoft.com/office/officeart/2005/8/layout/cycle3"/>
    <dgm:cxn modelId="{6AB365CA-7011-4E67-BA0D-99511D2868C9}" type="presParOf" srcId="{570E10F7-852E-4DD4-A1D9-BE86AC68401E}" destId="{D046EDB0-D1C9-407A-A55E-5858E1E5D4AF}" srcOrd="1" destOrd="0" presId="urn:microsoft.com/office/officeart/2005/8/layout/cycle3"/>
    <dgm:cxn modelId="{B961867E-3D68-4740-9ACA-70354E18CDC2}" type="presParOf" srcId="{570E10F7-852E-4DD4-A1D9-BE86AC68401E}" destId="{CB4F0E61-DC7F-4119-ABA9-796676CB2FA1}" srcOrd="2" destOrd="0" presId="urn:microsoft.com/office/officeart/2005/8/layout/cycle3"/>
    <dgm:cxn modelId="{7A2D02A3-36C1-41D5-8A4A-1A7548BF7844}" type="presParOf" srcId="{570E10F7-852E-4DD4-A1D9-BE86AC68401E}" destId="{57FC54FE-E97C-4F29-92CF-2A7248720E8D}" srcOrd="3" destOrd="0" presId="urn:microsoft.com/office/officeart/2005/8/layout/cycle3"/>
    <dgm:cxn modelId="{D09B3524-1934-4284-B5FC-EF88470EA36E}" type="presParOf" srcId="{570E10F7-852E-4DD4-A1D9-BE86AC68401E}" destId="{E2E5C2CC-16B6-414F-A1E4-8C9432894059}" srcOrd="4" destOrd="0" presId="urn:microsoft.com/office/officeart/2005/8/layout/cycle3"/>
    <dgm:cxn modelId="{2533D34E-7FFF-439B-909B-C779642CF6B0}" type="presParOf" srcId="{570E10F7-852E-4DD4-A1D9-BE86AC68401E}" destId="{C4FF0D0D-74E1-473C-A1E9-CFD413B11028}" srcOrd="5" destOrd="0" presId="urn:microsoft.com/office/officeart/2005/8/layout/cycle3"/>
    <dgm:cxn modelId="{F0AEDC0A-4705-4C3F-A8DA-71E3A1E211BA}" type="presParOf" srcId="{570E10F7-852E-4DD4-A1D9-BE86AC68401E}" destId="{8D24C1E3-835B-4535-A9EB-AB5FCDF4505F}" srcOrd="6" destOrd="0" presId="urn:microsoft.com/office/officeart/2005/8/layout/cycle3"/>
    <dgm:cxn modelId="{7388BE5D-C79B-474B-B60B-08EA4715680F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E6659E-6600-4B03-8D1C-5CC6D11F43ED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144A33-BE72-4900-9AEE-FF71EE79FF97}">
      <dgm:prSet/>
      <dgm:spPr/>
      <dgm:t>
        <a:bodyPr/>
        <a:lstStyle/>
        <a:p>
          <a:r>
            <a:rPr lang="bn-IN"/>
            <a:t>বিষয়ভিত্তিক</a:t>
          </a:r>
          <a:r>
            <a:rPr lang="bn-IN" b="1"/>
            <a:t> </a:t>
          </a:r>
          <a:r>
            <a:rPr lang="bn-IN"/>
            <a:t>স্বাস্থ্য</a:t>
          </a:r>
          <a:r>
            <a:rPr lang="bn-IN" b="1"/>
            <a:t> </a:t>
          </a:r>
          <a:r>
            <a:rPr lang="bn-IN"/>
            <a:t>সেবা নিশ্চিতকরণ</a:t>
          </a:r>
          <a:endParaRPr lang="en-US"/>
        </a:p>
      </dgm:t>
    </dgm:pt>
    <dgm:pt modelId="{62E8BC61-0086-4CEE-8EC1-C34A77ED2D58}" type="parTrans" cxnId="{600AED4F-8C53-4944-A303-79355465B579}">
      <dgm:prSet/>
      <dgm:spPr/>
      <dgm:t>
        <a:bodyPr/>
        <a:lstStyle/>
        <a:p>
          <a:endParaRPr lang="en-US"/>
        </a:p>
      </dgm:t>
    </dgm:pt>
    <dgm:pt modelId="{9F3E18FC-4067-4F84-BA20-AEBE087B1CA1}" type="sibTrans" cxnId="{600AED4F-8C53-4944-A303-79355465B579}">
      <dgm:prSet/>
      <dgm:spPr/>
      <dgm:t>
        <a:bodyPr/>
        <a:lstStyle/>
        <a:p>
          <a:endParaRPr lang="en-US"/>
        </a:p>
      </dgm:t>
    </dgm:pt>
    <dgm:pt modelId="{A2D8A72B-7045-40E2-B6C9-A9B179D43641}">
      <dgm:prSet/>
      <dgm:spPr/>
      <dgm:t>
        <a:bodyPr/>
        <a:lstStyle/>
        <a:p>
          <a:r>
            <a:rPr lang="bn-IN"/>
            <a:t>উন্নত</a:t>
          </a:r>
          <a:r>
            <a:rPr lang="bn-IN" b="1"/>
            <a:t> </a:t>
          </a:r>
          <a:r>
            <a:rPr lang="bn-IN"/>
            <a:t>মাতৃ</a:t>
          </a:r>
          <a:r>
            <a:rPr lang="bn-IN" b="1"/>
            <a:t> </a:t>
          </a:r>
          <a:r>
            <a:rPr lang="bn-IN"/>
            <a:t>স্বাস্থ্যসেবা</a:t>
          </a:r>
          <a:r>
            <a:rPr lang="bn-IN" b="1"/>
            <a:t> </a:t>
          </a:r>
          <a:r>
            <a:rPr lang="bn-IN"/>
            <a:t>কার্যক্রম</a:t>
          </a:r>
          <a:endParaRPr lang="en-US"/>
        </a:p>
      </dgm:t>
    </dgm:pt>
    <dgm:pt modelId="{1E9E0A9C-6EA8-44DB-94D5-DF9AE05D1363}" type="parTrans" cxnId="{BB97EF92-2E07-4D77-A83C-EF509C2B8F4E}">
      <dgm:prSet/>
      <dgm:spPr/>
      <dgm:t>
        <a:bodyPr/>
        <a:lstStyle/>
        <a:p>
          <a:endParaRPr lang="en-US"/>
        </a:p>
      </dgm:t>
    </dgm:pt>
    <dgm:pt modelId="{972D8C45-983A-42D3-9F94-606D69296864}" type="sibTrans" cxnId="{BB97EF92-2E07-4D77-A83C-EF509C2B8F4E}">
      <dgm:prSet/>
      <dgm:spPr/>
      <dgm:t>
        <a:bodyPr/>
        <a:lstStyle/>
        <a:p>
          <a:endParaRPr lang="en-US"/>
        </a:p>
      </dgm:t>
    </dgm:pt>
    <dgm:pt modelId="{8AFAA266-F284-4315-91E9-CA64E2EC2FB0}">
      <dgm:prSet/>
      <dgm:spPr/>
      <dgm:t>
        <a:bodyPr/>
        <a:lstStyle/>
        <a:p>
          <a:r>
            <a:rPr lang="bn-IN"/>
            <a:t>উন্নত</a:t>
          </a:r>
          <a:r>
            <a:rPr lang="bn-IN" b="1"/>
            <a:t> </a:t>
          </a:r>
          <a:r>
            <a:rPr lang="bn-IN"/>
            <a:t>শিশু</a:t>
          </a:r>
          <a:r>
            <a:rPr lang="bn-IN" b="1"/>
            <a:t> </a:t>
          </a:r>
          <a:r>
            <a:rPr lang="bn-IN"/>
            <a:t>স্বাস্থ্যসেবা</a:t>
          </a:r>
          <a:r>
            <a:rPr lang="bn-IN" b="1"/>
            <a:t> </a:t>
          </a:r>
          <a:r>
            <a:rPr lang="bn-IN"/>
            <a:t>কার্যক্রম</a:t>
          </a:r>
          <a:endParaRPr lang="en-US"/>
        </a:p>
      </dgm:t>
    </dgm:pt>
    <dgm:pt modelId="{D5F05651-34E3-4654-866B-E978CEF1D997}" type="parTrans" cxnId="{C4A53B73-0FFB-44C8-B92C-35C6C46E3A97}">
      <dgm:prSet/>
      <dgm:spPr/>
      <dgm:t>
        <a:bodyPr/>
        <a:lstStyle/>
        <a:p>
          <a:endParaRPr lang="en-US"/>
        </a:p>
      </dgm:t>
    </dgm:pt>
    <dgm:pt modelId="{C8B1A2D0-9162-4AD3-BE22-935B14DC8FF8}" type="sibTrans" cxnId="{C4A53B73-0FFB-44C8-B92C-35C6C46E3A97}">
      <dgm:prSet/>
      <dgm:spPr/>
      <dgm:t>
        <a:bodyPr/>
        <a:lstStyle/>
        <a:p>
          <a:endParaRPr lang="en-US"/>
        </a:p>
      </dgm:t>
    </dgm:pt>
    <dgm:pt modelId="{208D0C7A-5E0B-42A7-8657-B9817E47B718}">
      <dgm:prSet/>
      <dgm:spPr/>
      <dgm:t>
        <a:bodyPr/>
        <a:lstStyle/>
        <a:p>
          <a:r>
            <a:rPr lang="bn-IN"/>
            <a:t>জন্ম</a:t>
          </a:r>
          <a:r>
            <a:rPr lang="en-US" b="1"/>
            <a:t>-</a:t>
          </a:r>
          <a:r>
            <a:rPr lang="bn-IN"/>
            <a:t>মৃত্যু সহ সকল স্বাস্থ্য</a:t>
          </a:r>
          <a:r>
            <a:rPr lang="bn-IN" b="1"/>
            <a:t> </a:t>
          </a:r>
          <a:r>
            <a:rPr lang="bn-IN"/>
            <a:t>সূচকের অগ্রগতি</a:t>
          </a:r>
          <a:r>
            <a:rPr lang="bn-IN" b="1"/>
            <a:t> </a:t>
          </a:r>
          <a:r>
            <a:rPr lang="bn-IN"/>
            <a:t>মূল্যায়ন ও দায়বদ্ধতা নিশ্চিতকরণ</a:t>
          </a:r>
          <a:endParaRPr lang="en-US"/>
        </a:p>
      </dgm:t>
    </dgm:pt>
    <dgm:pt modelId="{7461D7CC-4528-4E1F-9F3F-49A6DFA93EB8}" type="parTrans" cxnId="{5AB8E336-0A8D-49A9-8C57-56BA85A50FAB}">
      <dgm:prSet/>
      <dgm:spPr/>
      <dgm:t>
        <a:bodyPr/>
        <a:lstStyle/>
        <a:p>
          <a:endParaRPr lang="en-US"/>
        </a:p>
      </dgm:t>
    </dgm:pt>
    <dgm:pt modelId="{53E88DAB-6948-4663-B6DA-2E610931B24E}" type="sibTrans" cxnId="{5AB8E336-0A8D-49A9-8C57-56BA85A50FAB}">
      <dgm:prSet/>
      <dgm:spPr/>
      <dgm:t>
        <a:bodyPr/>
        <a:lstStyle/>
        <a:p>
          <a:endParaRPr lang="en-US"/>
        </a:p>
      </dgm:t>
    </dgm:pt>
    <dgm:pt modelId="{986241D6-3FF4-4248-BD60-9CBDEC6A2639}">
      <dgm:prSet/>
      <dgm:spPr/>
      <dgm:t>
        <a:bodyPr/>
        <a:lstStyle/>
        <a:p>
          <a:r>
            <a:rPr lang="en-US"/>
            <a:t>স্বাস্থ্য শিক্ষার মাধ্যমে স্বাস্থ্য সচেতনতা তৈরি করা</a:t>
          </a:r>
        </a:p>
      </dgm:t>
    </dgm:pt>
    <dgm:pt modelId="{BE0AADF6-5043-48AC-8CF2-891D045EE257}" type="parTrans" cxnId="{F8807326-B415-43AE-8647-F200CD6E7AA2}">
      <dgm:prSet/>
      <dgm:spPr/>
      <dgm:t>
        <a:bodyPr/>
        <a:lstStyle/>
        <a:p>
          <a:endParaRPr lang="en-US"/>
        </a:p>
      </dgm:t>
    </dgm:pt>
    <dgm:pt modelId="{B849A0D5-BDAC-4EFE-ABAA-947E3A292D32}" type="sibTrans" cxnId="{F8807326-B415-43AE-8647-F200CD6E7AA2}">
      <dgm:prSet/>
      <dgm:spPr/>
      <dgm:t>
        <a:bodyPr/>
        <a:lstStyle/>
        <a:p>
          <a:endParaRPr lang="en-US"/>
        </a:p>
      </dgm:t>
    </dgm:pt>
    <dgm:pt modelId="{3164B8CF-5552-487C-BD7B-44842BAFC8D1}">
      <dgm:prSet/>
      <dgm:spPr/>
      <dgm:t>
        <a:bodyPr/>
        <a:lstStyle/>
        <a:p>
          <a:r>
            <a:rPr lang="bn-IN"/>
            <a:t>নিরাপদ রক্ত পরিসঞ্চালনের ব্যবস্থা </a:t>
          </a:r>
          <a:endParaRPr lang="en-US"/>
        </a:p>
      </dgm:t>
    </dgm:pt>
    <dgm:pt modelId="{2A27D8FF-7FD8-41E7-9728-834E5662B4E7}" type="parTrans" cxnId="{D92EBD03-5ACE-49AB-9D21-481293101E45}">
      <dgm:prSet/>
      <dgm:spPr/>
      <dgm:t>
        <a:bodyPr/>
        <a:lstStyle/>
        <a:p>
          <a:endParaRPr lang="en-US"/>
        </a:p>
      </dgm:t>
    </dgm:pt>
    <dgm:pt modelId="{675B81AF-A545-4984-89D3-70160721D232}" type="sibTrans" cxnId="{D92EBD03-5ACE-49AB-9D21-481293101E45}">
      <dgm:prSet/>
      <dgm:spPr/>
      <dgm:t>
        <a:bodyPr/>
        <a:lstStyle/>
        <a:p>
          <a:endParaRPr lang="en-US"/>
        </a:p>
      </dgm:t>
    </dgm:pt>
    <dgm:pt modelId="{E4F051E6-727F-4C48-9409-19C3BA0C7533}">
      <dgm:prSet/>
      <dgm:spPr/>
      <dgm:t>
        <a:bodyPr/>
        <a:lstStyle/>
        <a:p>
          <a:r>
            <a:rPr lang="bn-IN"/>
            <a:t>স্বাস্থ্যসেবার</a:t>
          </a:r>
          <a:r>
            <a:rPr lang="bn-IN" b="1"/>
            <a:t> </a:t>
          </a:r>
          <a:r>
            <a:rPr lang="bn-IN"/>
            <a:t>মানোন্নয়নে</a:t>
          </a:r>
          <a:r>
            <a:rPr lang="bn-IN" b="1"/>
            <a:t> </a:t>
          </a:r>
          <a:r>
            <a:rPr lang="en-GB" b="1"/>
            <a:t>“</a:t>
          </a:r>
          <a:r>
            <a:rPr lang="bn-IN"/>
            <a:t>৫এস</a:t>
          </a:r>
          <a:r>
            <a:rPr lang="bn-IN" b="1"/>
            <a:t> </a:t>
          </a:r>
          <a:r>
            <a:rPr lang="bn-IN"/>
            <a:t>কাইজেন</a:t>
          </a:r>
          <a:r>
            <a:rPr lang="en-GB" b="1"/>
            <a:t>-</a:t>
          </a:r>
          <a:r>
            <a:rPr lang="bn-IN"/>
            <a:t>টিকিউএম</a:t>
          </a:r>
          <a:r>
            <a:rPr lang="en-GB" b="1"/>
            <a:t>” </a:t>
          </a:r>
          <a:r>
            <a:rPr lang="bn-IN"/>
            <a:t>বাস্তবায়ন</a:t>
          </a:r>
          <a:endParaRPr lang="en-US"/>
        </a:p>
      </dgm:t>
    </dgm:pt>
    <dgm:pt modelId="{B9B73FF8-F1C4-4FE2-9F36-F78004579B20}" type="parTrans" cxnId="{187722C8-0AA0-4838-913B-BB5AC74CE8C7}">
      <dgm:prSet/>
      <dgm:spPr/>
      <dgm:t>
        <a:bodyPr/>
        <a:lstStyle/>
        <a:p>
          <a:endParaRPr lang="en-US"/>
        </a:p>
      </dgm:t>
    </dgm:pt>
    <dgm:pt modelId="{D8784F32-A77E-4016-8C71-3D367DA9E4BC}" type="sibTrans" cxnId="{187722C8-0AA0-4838-913B-BB5AC74CE8C7}">
      <dgm:prSet/>
      <dgm:spPr/>
      <dgm:t>
        <a:bodyPr/>
        <a:lstStyle/>
        <a:p>
          <a:endParaRPr lang="en-US"/>
        </a:p>
      </dgm:t>
    </dgm:pt>
    <dgm:pt modelId="{EC5B9B20-CD4B-4537-87F2-2A4C9F032D74}">
      <dgm:prSet/>
      <dgm:spPr/>
      <dgm:t>
        <a:bodyPr/>
        <a:lstStyle/>
        <a:p>
          <a:r>
            <a:rPr lang="en-US"/>
            <a:t>ইউনিট ব্যবস্থাপনায় স্বাস্থ্য সেবার উন্নয়ন</a:t>
          </a:r>
        </a:p>
      </dgm:t>
    </dgm:pt>
    <dgm:pt modelId="{95ACFF8B-22B4-4AFF-AD0A-25B5F25F483B}" type="parTrans" cxnId="{DA0FE1CC-8879-46DA-9DEA-A1BCAA73C21E}">
      <dgm:prSet/>
      <dgm:spPr/>
      <dgm:t>
        <a:bodyPr/>
        <a:lstStyle/>
        <a:p>
          <a:endParaRPr lang="en-US"/>
        </a:p>
      </dgm:t>
    </dgm:pt>
    <dgm:pt modelId="{73EBB8F3-A401-4E5D-B1DE-CD6F271FA0A3}" type="sibTrans" cxnId="{DA0FE1CC-8879-46DA-9DEA-A1BCAA73C21E}">
      <dgm:prSet/>
      <dgm:spPr/>
      <dgm:t>
        <a:bodyPr/>
        <a:lstStyle/>
        <a:p>
          <a:endParaRPr lang="en-US"/>
        </a:p>
      </dgm:t>
    </dgm:pt>
    <dgm:pt modelId="{074E7517-5275-45CE-976C-D9C156D303E7}" type="pres">
      <dgm:prSet presAssocID="{D1E6659E-6600-4B03-8D1C-5CC6D11F43E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7BED1E4-A2FC-4BC2-9B36-DE808955D32A}" type="pres">
      <dgm:prSet presAssocID="{EC5B9B20-CD4B-4537-87F2-2A4C9F032D74}" presName="boxAndChildren" presStyleCnt="0"/>
      <dgm:spPr/>
    </dgm:pt>
    <dgm:pt modelId="{ABB36D88-ACCA-4950-9445-90AA64B14084}" type="pres">
      <dgm:prSet presAssocID="{EC5B9B20-CD4B-4537-87F2-2A4C9F032D74}" presName="parentTextBox" presStyleLbl="node1" presStyleIdx="0" presStyleCnt="8"/>
      <dgm:spPr/>
      <dgm:t>
        <a:bodyPr/>
        <a:lstStyle/>
        <a:p>
          <a:endParaRPr lang="en-GB"/>
        </a:p>
      </dgm:t>
    </dgm:pt>
    <dgm:pt modelId="{92B9F278-1FA5-4F3A-8B77-107D3A656831}" type="pres">
      <dgm:prSet presAssocID="{D8784F32-A77E-4016-8C71-3D367DA9E4BC}" presName="sp" presStyleCnt="0"/>
      <dgm:spPr/>
    </dgm:pt>
    <dgm:pt modelId="{E0BD89AC-AD79-4A12-B646-686D07857F09}" type="pres">
      <dgm:prSet presAssocID="{E4F051E6-727F-4C48-9409-19C3BA0C7533}" presName="arrowAndChildren" presStyleCnt="0"/>
      <dgm:spPr/>
    </dgm:pt>
    <dgm:pt modelId="{FC47355D-38BE-4C9C-9044-3F35C686600A}" type="pres">
      <dgm:prSet presAssocID="{E4F051E6-727F-4C48-9409-19C3BA0C7533}" presName="parentTextArrow" presStyleLbl="node1" presStyleIdx="1" presStyleCnt="8"/>
      <dgm:spPr/>
      <dgm:t>
        <a:bodyPr/>
        <a:lstStyle/>
        <a:p>
          <a:endParaRPr lang="en-GB"/>
        </a:p>
      </dgm:t>
    </dgm:pt>
    <dgm:pt modelId="{35CB708B-C914-4144-AEF8-A83C93ED29B8}" type="pres">
      <dgm:prSet presAssocID="{675B81AF-A545-4984-89D3-70160721D232}" presName="sp" presStyleCnt="0"/>
      <dgm:spPr/>
    </dgm:pt>
    <dgm:pt modelId="{ECA90237-0FD9-457C-ACF9-6B62890243D2}" type="pres">
      <dgm:prSet presAssocID="{3164B8CF-5552-487C-BD7B-44842BAFC8D1}" presName="arrowAndChildren" presStyleCnt="0"/>
      <dgm:spPr/>
    </dgm:pt>
    <dgm:pt modelId="{11F3F1A8-C1E0-4787-95CC-F140716DF659}" type="pres">
      <dgm:prSet presAssocID="{3164B8CF-5552-487C-BD7B-44842BAFC8D1}" presName="parentTextArrow" presStyleLbl="node1" presStyleIdx="2" presStyleCnt="8"/>
      <dgm:spPr/>
      <dgm:t>
        <a:bodyPr/>
        <a:lstStyle/>
        <a:p>
          <a:endParaRPr lang="en-GB"/>
        </a:p>
      </dgm:t>
    </dgm:pt>
    <dgm:pt modelId="{FBF6B46A-5015-4E2E-B6D0-F943E9E8FDE9}" type="pres">
      <dgm:prSet presAssocID="{B849A0D5-BDAC-4EFE-ABAA-947E3A292D32}" presName="sp" presStyleCnt="0"/>
      <dgm:spPr/>
    </dgm:pt>
    <dgm:pt modelId="{E8DCB07B-EAA4-49BE-B7D2-0BCD32C480AB}" type="pres">
      <dgm:prSet presAssocID="{986241D6-3FF4-4248-BD60-9CBDEC6A2639}" presName="arrowAndChildren" presStyleCnt="0"/>
      <dgm:spPr/>
    </dgm:pt>
    <dgm:pt modelId="{14F26CC6-B962-4044-B4C2-BC44DE400F3F}" type="pres">
      <dgm:prSet presAssocID="{986241D6-3FF4-4248-BD60-9CBDEC6A2639}" presName="parentTextArrow" presStyleLbl="node1" presStyleIdx="3" presStyleCnt="8"/>
      <dgm:spPr/>
      <dgm:t>
        <a:bodyPr/>
        <a:lstStyle/>
        <a:p>
          <a:endParaRPr lang="en-GB"/>
        </a:p>
      </dgm:t>
    </dgm:pt>
    <dgm:pt modelId="{3C897A51-8F89-4CD8-B8E0-FE0AF48B9B35}" type="pres">
      <dgm:prSet presAssocID="{53E88DAB-6948-4663-B6DA-2E610931B24E}" presName="sp" presStyleCnt="0"/>
      <dgm:spPr/>
    </dgm:pt>
    <dgm:pt modelId="{F059E8EE-369D-44F4-90D1-82981372AC14}" type="pres">
      <dgm:prSet presAssocID="{208D0C7A-5E0B-42A7-8657-B9817E47B718}" presName="arrowAndChildren" presStyleCnt="0"/>
      <dgm:spPr/>
    </dgm:pt>
    <dgm:pt modelId="{F9650C00-3B0D-4D8F-AA81-4402B4583CF6}" type="pres">
      <dgm:prSet presAssocID="{208D0C7A-5E0B-42A7-8657-B9817E47B718}" presName="parentTextArrow" presStyleLbl="node1" presStyleIdx="4" presStyleCnt="8"/>
      <dgm:spPr/>
      <dgm:t>
        <a:bodyPr/>
        <a:lstStyle/>
        <a:p>
          <a:endParaRPr lang="en-GB"/>
        </a:p>
      </dgm:t>
    </dgm:pt>
    <dgm:pt modelId="{DC7E2569-200B-4240-8C23-35D577ADA1DD}" type="pres">
      <dgm:prSet presAssocID="{C8B1A2D0-9162-4AD3-BE22-935B14DC8FF8}" presName="sp" presStyleCnt="0"/>
      <dgm:spPr/>
    </dgm:pt>
    <dgm:pt modelId="{CE904756-C55D-43C5-A2A7-8795A6329D91}" type="pres">
      <dgm:prSet presAssocID="{8AFAA266-F284-4315-91E9-CA64E2EC2FB0}" presName="arrowAndChildren" presStyleCnt="0"/>
      <dgm:spPr/>
    </dgm:pt>
    <dgm:pt modelId="{927B0F42-A285-4684-872E-B453E91912A6}" type="pres">
      <dgm:prSet presAssocID="{8AFAA266-F284-4315-91E9-CA64E2EC2FB0}" presName="parentTextArrow" presStyleLbl="node1" presStyleIdx="5" presStyleCnt="8"/>
      <dgm:spPr/>
      <dgm:t>
        <a:bodyPr/>
        <a:lstStyle/>
        <a:p>
          <a:endParaRPr lang="en-GB"/>
        </a:p>
      </dgm:t>
    </dgm:pt>
    <dgm:pt modelId="{363440B9-E374-4793-8F99-AA5738165267}" type="pres">
      <dgm:prSet presAssocID="{972D8C45-983A-42D3-9F94-606D69296864}" presName="sp" presStyleCnt="0"/>
      <dgm:spPr/>
    </dgm:pt>
    <dgm:pt modelId="{9E613207-5FC1-45A8-8871-B332AAB44491}" type="pres">
      <dgm:prSet presAssocID="{A2D8A72B-7045-40E2-B6C9-A9B179D43641}" presName="arrowAndChildren" presStyleCnt="0"/>
      <dgm:spPr/>
    </dgm:pt>
    <dgm:pt modelId="{D5BED211-5CFB-4A10-B979-45FB18CCAB6D}" type="pres">
      <dgm:prSet presAssocID="{A2D8A72B-7045-40E2-B6C9-A9B179D43641}" presName="parentTextArrow" presStyleLbl="node1" presStyleIdx="6" presStyleCnt="8"/>
      <dgm:spPr/>
      <dgm:t>
        <a:bodyPr/>
        <a:lstStyle/>
        <a:p>
          <a:endParaRPr lang="en-GB"/>
        </a:p>
      </dgm:t>
    </dgm:pt>
    <dgm:pt modelId="{73EEED5D-6D4E-440B-845D-F785B4F4E72E}" type="pres">
      <dgm:prSet presAssocID="{9F3E18FC-4067-4F84-BA20-AEBE087B1CA1}" presName="sp" presStyleCnt="0"/>
      <dgm:spPr/>
    </dgm:pt>
    <dgm:pt modelId="{77B66685-647E-4C32-8D85-C4A56FD88C11}" type="pres">
      <dgm:prSet presAssocID="{E1144A33-BE72-4900-9AEE-FF71EE79FF97}" presName="arrowAndChildren" presStyleCnt="0"/>
      <dgm:spPr/>
    </dgm:pt>
    <dgm:pt modelId="{4B8C954D-D9BB-4E30-86F0-EE4B99D5B672}" type="pres">
      <dgm:prSet presAssocID="{E1144A33-BE72-4900-9AEE-FF71EE79FF97}" presName="parentTextArrow" presStyleLbl="node1" presStyleIdx="7" presStyleCnt="8"/>
      <dgm:spPr/>
      <dgm:t>
        <a:bodyPr/>
        <a:lstStyle/>
        <a:p>
          <a:endParaRPr lang="en-GB"/>
        </a:p>
      </dgm:t>
    </dgm:pt>
  </dgm:ptLst>
  <dgm:cxnLst>
    <dgm:cxn modelId="{C32D51FD-9BE3-446E-A2E2-862EE34BDDE9}" type="presOf" srcId="{A2D8A72B-7045-40E2-B6C9-A9B179D43641}" destId="{D5BED211-5CFB-4A10-B979-45FB18CCAB6D}" srcOrd="0" destOrd="0" presId="urn:microsoft.com/office/officeart/2005/8/layout/process4"/>
    <dgm:cxn modelId="{5AB8E336-0A8D-49A9-8C57-56BA85A50FAB}" srcId="{D1E6659E-6600-4B03-8D1C-5CC6D11F43ED}" destId="{208D0C7A-5E0B-42A7-8657-B9817E47B718}" srcOrd="3" destOrd="0" parTransId="{7461D7CC-4528-4E1F-9F3F-49A6DFA93EB8}" sibTransId="{53E88DAB-6948-4663-B6DA-2E610931B24E}"/>
    <dgm:cxn modelId="{DA0FE1CC-8879-46DA-9DEA-A1BCAA73C21E}" srcId="{D1E6659E-6600-4B03-8D1C-5CC6D11F43ED}" destId="{EC5B9B20-CD4B-4537-87F2-2A4C9F032D74}" srcOrd="7" destOrd="0" parTransId="{95ACFF8B-22B4-4AFF-AD0A-25B5F25F483B}" sibTransId="{73EBB8F3-A401-4E5D-B1DE-CD6F271FA0A3}"/>
    <dgm:cxn modelId="{BF7E7134-335F-4730-9EB6-D79864A15F7D}" type="presOf" srcId="{E1144A33-BE72-4900-9AEE-FF71EE79FF97}" destId="{4B8C954D-D9BB-4E30-86F0-EE4B99D5B672}" srcOrd="0" destOrd="0" presId="urn:microsoft.com/office/officeart/2005/8/layout/process4"/>
    <dgm:cxn modelId="{D92EBD03-5ACE-49AB-9D21-481293101E45}" srcId="{D1E6659E-6600-4B03-8D1C-5CC6D11F43ED}" destId="{3164B8CF-5552-487C-BD7B-44842BAFC8D1}" srcOrd="5" destOrd="0" parTransId="{2A27D8FF-7FD8-41E7-9728-834E5662B4E7}" sibTransId="{675B81AF-A545-4984-89D3-70160721D232}"/>
    <dgm:cxn modelId="{9258A800-8022-4393-9EDD-69549C921972}" type="presOf" srcId="{D1E6659E-6600-4B03-8D1C-5CC6D11F43ED}" destId="{074E7517-5275-45CE-976C-D9C156D303E7}" srcOrd="0" destOrd="0" presId="urn:microsoft.com/office/officeart/2005/8/layout/process4"/>
    <dgm:cxn modelId="{810A80B8-148E-4A5A-BFAD-5B61FB64A593}" type="presOf" srcId="{8AFAA266-F284-4315-91E9-CA64E2EC2FB0}" destId="{927B0F42-A285-4684-872E-B453E91912A6}" srcOrd="0" destOrd="0" presId="urn:microsoft.com/office/officeart/2005/8/layout/process4"/>
    <dgm:cxn modelId="{F8807326-B415-43AE-8647-F200CD6E7AA2}" srcId="{D1E6659E-6600-4B03-8D1C-5CC6D11F43ED}" destId="{986241D6-3FF4-4248-BD60-9CBDEC6A2639}" srcOrd="4" destOrd="0" parTransId="{BE0AADF6-5043-48AC-8CF2-891D045EE257}" sibTransId="{B849A0D5-BDAC-4EFE-ABAA-947E3A292D32}"/>
    <dgm:cxn modelId="{3F2653E7-6499-49F3-BFC3-C7F1EB80882C}" type="presOf" srcId="{208D0C7A-5E0B-42A7-8657-B9817E47B718}" destId="{F9650C00-3B0D-4D8F-AA81-4402B4583CF6}" srcOrd="0" destOrd="0" presId="urn:microsoft.com/office/officeart/2005/8/layout/process4"/>
    <dgm:cxn modelId="{BC438A45-61AA-4543-92A1-17251864875E}" type="presOf" srcId="{986241D6-3FF4-4248-BD60-9CBDEC6A2639}" destId="{14F26CC6-B962-4044-B4C2-BC44DE400F3F}" srcOrd="0" destOrd="0" presId="urn:microsoft.com/office/officeart/2005/8/layout/process4"/>
    <dgm:cxn modelId="{BB97EF92-2E07-4D77-A83C-EF509C2B8F4E}" srcId="{D1E6659E-6600-4B03-8D1C-5CC6D11F43ED}" destId="{A2D8A72B-7045-40E2-B6C9-A9B179D43641}" srcOrd="1" destOrd="0" parTransId="{1E9E0A9C-6EA8-44DB-94D5-DF9AE05D1363}" sibTransId="{972D8C45-983A-42D3-9F94-606D69296864}"/>
    <dgm:cxn modelId="{B4D74F4C-0C91-4E5E-BD16-42C242DDCF14}" type="presOf" srcId="{E4F051E6-727F-4C48-9409-19C3BA0C7533}" destId="{FC47355D-38BE-4C9C-9044-3F35C686600A}" srcOrd="0" destOrd="0" presId="urn:microsoft.com/office/officeart/2005/8/layout/process4"/>
    <dgm:cxn modelId="{187722C8-0AA0-4838-913B-BB5AC74CE8C7}" srcId="{D1E6659E-6600-4B03-8D1C-5CC6D11F43ED}" destId="{E4F051E6-727F-4C48-9409-19C3BA0C7533}" srcOrd="6" destOrd="0" parTransId="{B9B73FF8-F1C4-4FE2-9F36-F78004579B20}" sibTransId="{D8784F32-A77E-4016-8C71-3D367DA9E4BC}"/>
    <dgm:cxn modelId="{95EA04FB-9725-4D4A-94E9-B8B2991F214B}" type="presOf" srcId="{EC5B9B20-CD4B-4537-87F2-2A4C9F032D74}" destId="{ABB36D88-ACCA-4950-9445-90AA64B14084}" srcOrd="0" destOrd="0" presId="urn:microsoft.com/office/officeart/2005/8/layout/process4"/>
    <dgm:cxn modelId="{C4A53B73-0FFB-44C8-B92C-35C6C46E3A97}" srcId="{D1E6659E-6600-4B03-8D1C-5CC6D11F43ED}" destId="{8AFAA266-F284-4315-91E9-CA64E2EC2FB0}" srcOrd="2" destOrd="0" parTransId="{D5F05651-34E3-4654-866B-E978CEF1D997}" sibTransId="{C8B1A2D0-9162-4AD3-BE22-935B14DC8FF8}"/>
    <dgm:cxn modelId="{600AED4F-8C53-4944-A303-79355465B579}" srcId="{D1E6659E-6600-4B03-8D1C-5CC6D11F43ED}" destId="{E1144A33-BE72-4900-9AEE-FF71EE79FF97}" srcOrd="0" destOrd="0" parTransId="{62E8BC61-0086-4CEE-8EC1-C34A77ED2D58}" sibTransId="{9F3E18FC-4067-4F84-BA20-AEBE087B1CA1}"/>
    <dgm:cxn modelId="{73808396-7920-4786-800B-B70E7CBFB5BB}" type="presOf" srcId="{3164B8CF-5552-487C-BD7B-44842BAFC8D1}" destId="{11F3F1A8-C1E0-4787-95CC-F140716DF659}" srcOrd="0" destOrd="0" presId="urn:microsoft.com/office/officeart/2005/8/layout/process4"/>
    <dgm:cxn modelId="{13A9A114-0FEE-486C-ADFA-A2B196B00BFF}" type="presParOf" srcId="{074E7517-5275-45CE-976C-D9C156D303E7}" destId="{27BED1E4-A2FC-4BC2-9B36-DE808955D32A}" srcOrd="0" destOrd="0" presId="urn:microsoft.com/office/officeart/2005/8/layout/process4"/>
    <dgm:cxn modelId="{F630C1C3-56F7-4610-B493-B971C1C89AD9}" type="presParOf" srcId="{27BED1E4-A2FC-4BC2-9B36-DE808955D32A}" destId="{ABB36D88-ACCA-4950-9445-90AA64B14084}" srcOrd="0" destOrd="0" presId="urn:microsoft.com/office/officeart/2005/8/layout/process4"/>
    <dgm:cxn modelId="{70818A30-B0D9-4AAA-9AA4-8566AC0F58BF}" type="presParOf" srcId="{074E7517-5275-45CE-976C-D9C156D303E7}" destId="{92B9F278-1FA5-4F3A-8B77-107D3A656831}" srcOrd="1" destOrd="0" presId="urn:microsoft.com/office/officeart/2005/8/layout/process4"/>
    <dgm:cxn modelId="{423D35A3-808B-4659-BDAB-B53F3A362251}" type="presParOf" srcId="{074E7517-5275-45CE-976C-D9C156D303E7}" destId="{E0BD89AC-AD79-4A12-B646-686D07857F09}" srcOrd="2" destOrd="0" presId="urn:microsoft.com/office/officeart/2005/8/layout/process4"/>
    <dgm:cxn modelId="{E39855C0-11FD-4AB8-BFFE-6F2EE7679518}" type="presParOf" srcId="{E0BD89AC-AD79-4A12-B646-686D07857F09}" destId="{FC47355D-38BE-4C9C-9044-3F35C686600A}" srcOrd="0" destOrd="0" presId="urn:microsoft.com/office/officeart/2005/8/layout/process4"/>
    <dgm:cxn modelId="{9E01963F-CF08-4E02-A541-FE67A936746D}" type="presParOf" srcId="{074E7517-5275-45CE-976C-D9C156D303E7}" destId="{35CB708B-C914-4144-AEF8-A83C93ED29B8}" srcOrd="3" destOrd="0" presId="urn:microsoft.com/office/officeart/2005/8/layout/process4"/>
    <dgm:cxn modelId="{47AF6727-1C5B-4BF1-B672-2D05BF7012AC}" type="presParOf" srcId="{074E7517-5275-45CE-976C-D9C156D303E7}" destId="{ECA90237-0FD9-457C-ACF9-6B62890243D2}" srcOrd="4" destOrd="0" presId="urn:microsoft.com/office/officeart/2005/8/layout/process4"/>
    <dgm:cxn modelId="{22C7A164-AA0F-45FF-B003-D5C40F57BF12}" type="presParOf" srcId="{ECA90237-0FD9-457C-ACF9-6B62890243D2}" destId="{11F3F1A8-C1E0-4787-95CC-F140716DF659}" srcOrd="0" destOrd="0" presId="urn:microsoft.com/office/officeart/2005/8/layout/process4"/>
    <dgm:cxn modelId="{0E54BCFF-1601-487A-A94A-17C30E3FF01E}" type="presParOf" srcId="{074E7517-5275-45CE-976C-D9C156D303E7}" destId="{FBF6B46A-5015-4E2E-B6D0-F943E9E8FDE9}" srcOrd="5" destOrd="0" presId="urn:microsoft.com/office/officeart/2005/8/layout/process4"/>
    <dgm:cxn modelId="{672C57A0-3EC1-4529-B7F8-B647DA69D88D}" type="presParOf" srcId="{074E7517-5275-45CE-976C-D9C156D303E7}" destId="{E8DCB07B-EAA4-49BE-B7D2-0BCD32C480AB}" srcOrd="6" destOrd="0" presId="urn:microsoft.com/office/officeart/2005/8/layout/process4"/>
    <dgm:cxn modelId="{875DC032-FAD2-4795-A850-99E8B5BB5E76}" type="presParOf" srcId="{E8DCB07B-EAA4-49BE-B7D2-0BCD32C480AB}" destId="{14F26CC6-B962-4044-B4C2-BC44DE400F3F}" srcOrd="0" destOrd="0" presId="urn:microsoft.com/office/officeart/2005/8/layout/process4"/>
    <dgm:cxn modelId="{0B0C0346-434F-48AF-9552-83498A5526B6}" type="presParOf" srcId="{074E7517-5275-45CE-976C-D9C156D303E7}" destId="{3C897A51-8F89-4CD8-B8E0-FE0AF48B9B35}" srcOrd="7" destOrd="0" presId="urn:microsoft.com/office/officeart/2005/8/layout/process4"/>
    <dgm:cxn modelId="{5181C5A6-70B2-405A-9462-58BE057D8412}" type="presParOf" srcId="{074E7517-5275-45CE-976C-D9C156D303E7}" destId="{F059E8EE-369D-44F4-90D1-82981372AC14}" srcOrd="8" destOrd="0" presId="urn:microsoft.com/office/officeart/2005/8/layout/process4"/>
    <dgm:cxn modelId="{1C45D7C9-DFEB-4FDF-9458-0EEE43CE3455}" type="presParOf" srcId="{F059E8EE-369D-44F4-90D1-82981372AC14}" destId="{F9650C00-3B0D-4D8F-AA81-4402B4583CF6}" srcOrd="0" destOrd="0" presId="urn:microsoft.com/office/officeart/2005/8/layout/process4"/>
    <dgm:cxn modelId="{06A5D591-CA2A-4A79-850B-0E36226D64A8}" type="presParOf" srcId="{074E7517-5275-45CE-976C-D9C156D303E7}" destId="{DC7E2569-200B-4240-8C23-35D577ADA1DD}" srcOrd="9" destOrd="0" presId="urn:microsoft.com/office/officeart/2005/8/layout/process4"/>
    <dgm:cxn modelId="{B077A7B2-BDC0-4B8F-BE19-2E10A482BB81}" type="presParOf" srcId="{074E7517-5275-45CE-976C-D9C156D303E7}" destId="{CE904756-C55D-43C5-A2A7-8795A6329D91}" srcOrd="10" destOrd="0" presId="urn:microsoft.com/office/officeart/2005/8/layout/process4"/>
    <dgm:cxn modelId="{3B4FE35D-686B-49A0-A0A5-3795D152A2B2}" type="presParOf" srcId="{CE904756-C55D-43C5-A2A7-8795A6329D91}" destId="{927B0F42-A285-4684-872E-B453E91912A6}" srcOrd="0" destOrd="0" presId="urn:microsoft.com/office/officeart/2005/8/layout/process4"/>
    <dgm:cxn modelId="{7EAFC9BE-395F-4F34-B181-983BBD7FCFCB}" type="presParOf" srcId="{074E7517-5275-45CE-976C-D9C156D303E7}" destId="{363440B9-E374-4793-8F99-AA5738165267}" srcOrd="11" destOrd="0" presId="urn:microsoft.com/office/officeart/2005/8/layout/process4"/>
    <dgm:cxn modelId="{B99AF92B-17AA-4F74-A803-7194AEF10D3E}" type="presParOf" srcId="{074E7517-5275-45CE-976C-D9C156D303E7}" destId="{9E613207-5FC1-45A8-8871-B332AAB44491}" srcOrd="12" destOrd="0" presId="urn:microsoft.com/office/officeart/2005/8/layout/process4"/>
    <dgm:cxn modelId="{02CC765E-3CFC-46EE-B25D-B02C298825D8}" type="presParOf" srcId="{9E613207-5FC1-45A8-8871-B332AAB44491}" destId="{D5BED211-5CFB-4A10-B979-45FB18CCAB6D}" srcOrd="0" destOrd="0" presId="urn:microsoft.com/office/officeart/2005/8/layout/process4"/>
    <dgm:cxn modelId="{C51F262F-E0C7-4624-8329-D2AF2B17A2DC}" type="presParOf" srcId="{074E7517-5275-45CE-976C-D9C156D303E7}" destId="{73EEED5D-6D4E-440B-845D-F785B4F4E72E}" srcOrd="13" destOrd="0" presId="urn:microsoft.com/office/officeart/2005/8/layout/process4"/>
    <dgm:cxn modelId="{1DC1D56C-6C8C-4B6B-83B2-D518FA62D6D7}" type="presParOf" srcId="{074E7517-5275-45CE-976C-D9C156D303E7}" destId="{77B66685-647E-4C32-8D85-C4A56FD88C11}" srcOrd="14" destOrd="0" presId="urn:microsoft.com/office/officeart/2005/8/layout/process4"/>
    <dgm:cxn modelId="{0B941506-2A76-4238-969D-D01287DAF5CE}" type="presParOf" srcId="{77B66685-647E-4C32-8D85-C4A56FD88C11}" destId="{4B8C954D-D9BB-4E30-86F0-EE4B99D5B67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4F4D69-4A71-4BEC-8F49-7F4CB8CEDCEB}" type="doc">
      <dgm:prSet loTypeId="urn:microsoft.com/office/officeart/2005/8/layout/hChevron3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E0A781-88AB-4A16-A458-5E77C588C403}">
      <dgm:prSet/>
      <dgm:spPr/>
      <dgm:t>
        <a:bodyPr/>
        <a:lstStyle/>
        <a:p>
          <a:r>
            <a:rPr lang="bn-BD"/>
            <a:t>সর্বজনীন স্বাস্থ্য সুরক্ষায় জনসম্পৃক্ততা অপরিহার্য </a:t>
          </a:r>
          <a:endParaRPr lang="en-US"/>
        </a:p>
      </dgm:t>
    </dgm:pt>
    <dgm:pt modelId="{B4E19ABB-5BF5-451F-B163-DB6F9CEA8977}" type="parTrans" cxnId="{019F87F9-6C50-4444-8FAE-304994D57772}">
      <dgm:prSet/>
      <dgm:spPr/>
      <dgm:t>
        <a:bodyPr/>
        <a:lstStyle/>
        <a:p>
          <a:endParaRPr lang="en-US"/>
        </a:p>
      </dgm:t>
    </dgm:pt>
    <dgm:pt modelId="{F012D52C-CBD4-4BF5-B7B3-DECDADFADBC3}" type="sibTrans" cxnId="{019F87F9-6C50-4444-8FAE-304994D57772}">
      <dgm:prSet/>
      <dgm:spPr/>
      <dgm:t>
        <a:bodyPr/>
        <a:lstStyle/>
        <a:p>
          <a:endParaRPr lang="en-US"/>
        </a:p>
      </dgm:t>
    </dgm:pt>
    <dgm:pt modelId="{A7AAE586-1116-4AE2-A84E-26BC7F5D6F33}">
      <dgm:prSet/>
      <dgm:spPr/>
      <dgm:t>
        <a:bodyPr/>
        <a:lstStyle/>
        <a:p>
          <a:endParaRPr lang="bn-BD" dirty="0"/>
        </a:p>
        <a:p>
          <a:endParaRPr lang="bn-BD" dirty="0"/>
        </a:p>
        <a:p>
          <a:r>
            <a:rPr lang="bn-BD" dirty="0"/>
            <a:t>স্বাস্থ্য সেবায় দৃষ্টান্ত</a:t>
          </a:r>
          <a:endParaRPr lang="en-US" dirty="0"/>
        </a:p>
      </dgm:t>
    </dgm:pt>
    <dgm:pt modelId="{67CA2E25-07CC-43B3-B460-5569404ADFC7}" type="parTrans" cxnId="{EB5EC92B-AD48-44B5-96DE-336B74729FF3}">
      <dgm:prSet/>
      <dgm:spPr/>
      <dgm:t>
        <a:bodyPr/>
        <a:lstStyle/>
        <a:p>
          <a:endParaRPr lang="en-US"/>
        </a:p>
      </dgm:t>
    </dgm:pt>
    <dgm:pt modelId="{CBA0C6A7-0146-4C92-B6CF-C2F13C3EF597}" type="sibTrans" cxnId="{EB5EC92B-AD48-44B5-96DE-336B74729FF3}">
      <dgm:prSet/>
      <dgm:spPr/>
      <dgm:t>
        <a:bodyPr/>
        <a:lstStyle/>
        <a:p>
          <a:endParaRPr lang="en-US"/>
        </a:p>
      </dgm:t>
    </dgm:pt>
    <dgm:pt modelId="{773D3DCD-DBD8-4267-990E-50E6AA4E760D}">
      <dgm:prSet/>
      <dgm:spPr/>
      <dgm:t>
        <a:bodyPr/>
        <a:lstStyle/>
        <a:p>
          <a:r>
            <a:rPr lang="bn-BD" dirty="0"/>
            <a:t>চৌগাছায় ২২ বছর </a:t>
          </a:r>
          <a:endParaRPr lang="en-US" dirty="0"/>
        </a:p>
      </dgm:t>
    </dgm:pt>
    <dgm:pt modelId="{8078701D-C7F8-44BF-868F-80F1A71214E3}" type="parTrans" cxnId="{ED84FC69-9712-483C-A85B-1A12F09E84CF}">
      <dgm:prSet/>
      <dgm:spPr/>
      <dgm:t>
        <a:bodyPr/>
        <a:lstStyle/>
        <a:p>
          <a:endParaRPr lang="en-US"/>
        </a:p>
      </dgm:t>
    </dgm:pt>
    <dgm:pt modelId="{B06677DB-86A2-4848-8B0A-EAA6DABB5CCE}" type="sibTrans" cxnId="{ED84FC69-9712-483C-A85B-1A12F09E84CF}">
      <dgm:prSet/>
      <dgm:spPr/>
      <dgm:t>
        <a:bodyPr/>
        <a:lstStyle/>
        <a:p>
          <a:endParaRPr lang="en-US"/>
        </a:p>
      </dgm:t>
    </dgm:pt>
    <dgm:pt modelId="{49D5646D-7562-4814-BE20-4ACE4DA9760E}">
      <dgm:prSet/>
      <dgm:spPr/>
      <dgm:t>
        <a:bodyPr/>
        <a:lstStyle/>
        <a:p>
          <a:r>
            <a:rPr lang="bn-BD" dirty="0"/>
            <a:t>ঝিনাইদহ সদর হাসপাতালে: ৬ বছর </a:t>
          </a:r>
          <a:endParaRPr lang="en-US" dirty="0"/>
        </a:p>
      </dgm:t>
    </dgm:pt>
    <dgm:pt modelId="{4B05E0C4-57ED-4703-9A5B-183436071A9D}" type="parTrans" cxnId="{1889110E-399F-4699-AF8E-222650ECF3C5}">
      <dgm:prSet/>
      <dgm:spPr/>
      <dgm:t>
        <a:bodyPr/>
        <a:lstStyle/>
        <a:p>
          <a:endParaRPr lang="en-US"/>
        </a:p>
      </dgm:t>
    </dgm:pt>
    <dgm:pt modelId="{BDB01FAF-544D-4EC6-8819-6C7EC53D2E2C}" type="sibTrans" cxnId="{1889110E-399F-4699-AF8E-222650ECF3C5}">
      <dgm:prSet/>
      <dgm:spPr/>
      <dgm:t>
        <a:bodyPr/>
        <a:lstStyle/>
        <a:p>
          <a:endParaRPr lang="en-US"/>
        </a:p>
      </dgm:t>
    </dgm:pt>
    <dgm:pt modelId="{76905E85-29B8-4E6E-B50C-E9744CFB1D06}">
      <dgm:prSet/>
      <dgm:spPr/>
      <dgm:t>
        <a:bodyPr/>
        <a:lstStyle/>
        <a:p>
          <a:r>
            <a:rPr lang="bn-BD"/>
            <a:t>অর্জন সমূহ</a:t>
          </a:r>
          <a:endParaRPr lang="en-US"/>
        </a:p>
      </dgm:t>
    </dgm:pt>
    <dgm:pt modelId="{EED0B402-54B7-4F7A-A502-AE3D5EE6C4F8}" type="parTrans" cxnId="{340DF562-A4B6-454E-AD8F-BADFB2090907}">
      <dgm:prSet/>
      <dgm:spPr/>
      <dgm:t>
        <a:bodyPr/>
        <a:lstStyle/>
        <a:p>
          <a:endParaRPr lang="en-US"/>
        </a:p>
      </dgm:t>
    </dgm:pt>
    <dgm:pt modelId="{CE4730BD-D95C-4741-8582-E12BE297A869}" type="sibTrans" cxnId="{340DF562-A4B6-454E-AD8F-BADFB2090907}">
      <dgm:prSet/>
      <dgm:spPr/>
      <dgm:t>
        <a:bodyPr/>
        <a:lstStyle/>
        <a:p>
          <a:endParaRPr lang="en-US"/>
        </a:p>
      </dgm:t>
    </dgm:pt>
    <dgm:pt modelId="{456F282E-E1AA-4F40-B9FB-CB18386295E6}">
      <dgm:prSet/>
      <dgm:spPr/>
      <dgm:t>
        <a:bodyPr/>
        <a:lstStyle/>
        <a:p>
          <a:r>
            <a:rPr lang="bn-BD"/>
            <a:t>আস্থা </a:t>
          </a:r>
          <a:endParaRPr lang="en-US"/>
        </a:p>
      </dgm:t>
    </dgm:pt>
    <dgm:pt modelId="{D9842B02-8CD0-4CC8-841B-B679F38D93CC}" type="parTrans" cxnId="{3C5AF878-4098-43AE-A7BB-50D8C8A34454}">
      <dgm:prSet/>
      <dgm:spPr/>
      <dgm:t>
        <a:bodyPr/>
        <a:lstStyle/>
        <a:p>
          <a:endParaRPr lang="en-US"/>
        </a:p>
      </dgm:t>
    </dgm:pt>
    <dgm:pt modelId="{37DA7F11-70CB-4EA7-A567-AA6CD62B2843}" type="sibTrans" cxnId="{3C5AF878-4098-43AE-A7BB-50D8C8A34454}">
      <dgm:prSet/>
      <dgm:spPr/>
      <dgm:t>
        <a:bodyPr/>
        <a:lstStyle/>
        <a:p>
          <a:endParaRPr lang="en-US"/>
        </a:p>
      </dgm:t>
    </dgm:pt>
    <dgm:pt modelId="{C8DCE001-30F5-4AB8-AC12-A1539A2AA7A1}">
      <dgm:prSet/>
      <dgm:spPr/>
      <dgm:t>
        <a:bodyPr/>
        <a:lstStyle/>
        <a:p>
          <a:r>
            <a:rPr lang="bn-BD" dirty="0"/>
            <a:t>নিরাপত্তা </a:t>
          </a:r>
          <a:endParaRPr lang="en-US" dirty="0"/>
        </a:p>
      </dgm:t>
    </dgm:pt>
    <dgm:pt modelId="{E68BBF7C-5349-4067-B76C-D08389183C8F}" type="parTrans" cxnId="{DDBF9806-660C-4B8C-8388-9EB392EFF221}">
      <dgm:prSet/>
      <dgm:spPr/>
      <dgm:t>
        <a:bodyPr/>
        <a:lstStyle/>
        <a:p>
          <a:endParaRPr lang="en-US"/>
        </a:p>
      </dgm:t>
    </dgm:pt>
    <dgm:pt modelId="{71F64944-AFF3-4D91-AF37-DF799B55C264}" type="sibTrans" cxnId="{DDBF9806-660C-4B8C-8388-9EB392EFF221}">
      <dgm:prSet/>
      <dgm:spPr/>
      <dgm:t>
        <a:bodyPr/>
        <a:lstStyle/>
        <a:p>
          <a:endParaRPr lang="en-US"/>
        </a:p>
      </dgm:t>
    </dgm:pt>
    <dgm:pt modelId="{82E5F037-5940-4383-B30A-DE4CC5D69FD8}">
      <dgm:prSet/>
      <dgm:spPr/>
      <dgm:t>
        <a:bodyPr/>
        <a:lstStyle/>
        <a:p>
          <a:r>
            <a:rPr lang="bn-BD" dirty="0"/>
            <a:t>স্সম্পদ সমাবেশ  </a:t>
          </a:r>
          <a:endParaRPr lang="en-US" dirty="0"/>
        </a:p>
      </dgm:t>
    </dgm:pt>
    <dgm:pt modelId="{65613099-2330-4750-BB2A-98266D00BBAA}" type="parTrans" cxnId="{01DD924A-02C8-4119-8CAA-601634E2F9E1}">
      <dgm:prSet/>
      <dgm:spPr/>
      <dgm:t>
        <a:bodyPr/>
        <a:lstStyle/>
        <a:p>
          <a:endParaRPr lang="en-US"/>
        </a:p>
      </dgm:t>
    </dgm:pt>
    <dgm:pt modelId="{82AB172F-497F-4E7B-AE68-1390CCF410B0}" type="sibTrans" cxnId="{01DD924A-02C8-4119-8CAA-601634E2F9E1}">
      <dgm:prSet/>
      <dgm:spPr/>
      <dgm:t>
        <a:bodyPr/>
        <a:lstStyle/>
        <a:p>
          <a:endParaRPr lang="en-US"/>
        </a:p>
      </dgm:t>
    </dgm:pt>
    <dgm:pt modelId="{6B18F670-1969-4D6F-A06E-C28D66E266C7}">
      <dgm:prSet/>
      <dgm:spPr/>
      <dgm:t>
        <a:bodyPr/>
        <a:lstStyle/>
        <a:p>
          <a:r>
            <a:rPr lang="bn-BD" dirty="0"/>
            <a:t>গুণগত মান  </a:t>
          </a:r>
          <a:endParaRPr lang="en-US" dirty="0"/>
        </a:p>
      </dgm:t>
    </dgm:pt>
    <dgm:pt modelId="{C9660EF9-EB47-4187-BD9B-9B363A3E2FF7}" type="parTrans" cxnId="{B233F743-AA2C-4C56-9FE2-CFDFBB7CBE3E}">
      <dgm:prSet/>
      <dgm:spPr/>
      <dgm:t>
        <a:bodyPr/>
        <a:lstStyle/>
        <a:p>
          <a:endParaRPr lang="en-US"/>
        </a:p>
      </dgm:t>
    </dgm:pt>
    <dgm:pt modelId="{67E46F95-6383-43BD-8562-8293A8CA9880}" type="sibTrans" cxnId="{B233F743-AA2C-4C56-9FE2-CFDFBB7CBE3E}">
      <dgm:prSet/>
      <dgm:spPr/>
      <dgm:t>
        <a:bodyPr/>
        <a:lstStyle/>
        <a:p>
          <a:endParaRPr lang="en-US"/>
        </a:p>
      </dgm:t>
    </dgm:pt>
    <dgm:pt modelId="{8520B582-E62E-493B-A104-E6E9DD6207AC}">
      <dgm:prSet/>
      <dgm:spPr/>
      <dgm:t>
        <a:bodyPr/>
        <a:lstStyle/>
        <a:p>
          <a:r>
            <a:rPr lang="bn-BD"/>
            <a:t>দুর্নীতি প্রতিরোধ </a:t>
          </a:r>
          <a:endParaRPr lang="en-US"/>
        </a:p>
      </dgm:t>
    </dgm:pt>
    <dgm:pt modelId="{2C155ED0-5C80-4861-8A24-87FE9EC54697}" type="parTrans" cxnId="{0FCF9840-DFCD-4690-89CB-0485AB25B2D4}">
      <dgm:prSet/>
      <dgm:spPr/>
      <dgm:t>
        <a:bodyPr/>
        <a:lstStyle/>
        <a:p>
          <a:endParaRPr lang="en-US"/>
        </a:p>
      </dgm:t>
    </dgm:pt>
    <dgm:pt modelId="{0DCDCBA8-5DAD-4E0D-96FF-8BA556058C62}" type="sibTrans" cxnId="{0FCF9840-DFCD-4690-89CB-0485AB25B2D4}">
      <dgm:prSet/>
      <dgm:spPr/>
      <dgm:t>
        <a:bodyPr/>
        <a:lstStyle/>
        <a:p>
          <a:endParaRPr lang="en-US"/>
        </a:p>
      </dgm:t>
    </dgm:pt>
    <dgm:pt modelId="{F448EBC0-BC94-43FB-80CD-6C1A989D31D4}">
      <dgm:prSet/>
      <dgm:spPr/>
      <dgm:t>
        <a:bodyPr/>
        <a:lstStyle/>
        <a:p>
          <a:r>
            <a:rPr lang="bn-BD" dirty="0"/>
            <a:t>সুশাসন</a:t>
          </a:r>
          <a:endParaRPr lang="en-US" dirty="0"/>
        </a:p>
      </dgm:t>
    </dgm:pt>
    <dgm:pt modelId="{A07258A9-B983-46DF-B004-38B7CB3249AF}" type="parTrans" cxnId="{A36B38D0-9A9E-42C3-8B27-8D884238BF65}">
      <dgm:prSet/>
      <dgm:spPr/>
      <dgm:t>
        <a:bodyPr/>
        <a:lstStyle/>
        <a:p>
          <a:endParaRPr lang="en-US"/>
        </a:p>
      </dgm:t>
    </dgm:pt>
    <dgm:pt modelId="{35B59923-2E54-413D-B200-CD17390F23C8}" type="sibTrans" cxnId="{A36B38D0-9A9E-42C3-8B27-8D884238BF65}">
      <dgm:prSet/>
      <dgm:spPr/>
      <dgm:t>
        <a:bodyPr/>
        <a:lstStyle/>
        <a:p>
          <a:endParaRPr lang="en-US"/>
        </a:p>
      </dgm:t>
    </dgm:pt>
    <dgm:pt modelId="{536465A5-C097-4402-BFF3-3B3E11CAB4DB}">
      <dgm:prSet/>
      <dgm:spPr/>
      <dgm:t>
        <a:bodyPr/>
        <a:lstStyle/>
        <a:p>
          <a:r>
            <a:rPr lang="bn-BD" dirty="0"/>
            <a:t>জনকল্যাণধর্মী সেবা</a:t>
          </a:r>
          <a:endParaRPr lang="en-US" dirty="0"/>
        </a:p>
      </dgm:t>
    </dgm:pt>
    <dgm:pt modelId="{8B7473B5-4118-4306-A416-92B643233228}" type="parTrans" cxnId="{0D921421-EBD9-45DC-B9C6-93CBECC28706}">
      <dgm:prSet/>
      <dgm:spPr/>
    </dgm:pt>
    <dgm:pt modelId="{2491FEDD-339B-4E4B-BB7D-A7656776A684}" type="sibTrans" cxnId="{0D921421-EBD9-45DC-B9C6-93CBECC28706}">
      <dgm:prSet/>
      <dgm:spPr/>
    </dgm:pt>
    <dgm:pt modelId="{BAB7BC5D-36D0-46BD-B259-0B563ED41D3A}" type="pres">
      <dgm:prSet presAssocID="{534F4D69-4A71-4BEC-8F49-7F4CB8CEDCE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DEA21AA9-D0BD-4B27-B7EC-6648F6517445}" type="pres">
      <dgm:prSet presAssocID="{EDE0A781-88AB-4A16-A458-5E77C588C403}" presName="parAndCh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2F08A14-81FE-4222-80E8-C54FF87F9779}" type="pres">
      <dgm:prSet presAssocID="{F012D52C-CBD4-4BF5-B7B3-DECDADFADBC3}" presName="parAndChSpace" presStyleCnt="0"/>
      <dgm:spPr/>
    </dgm:pt>
    <dgm:pt modelId="{91116DC0-7E00-402D-8707-F66D0AC95D71}" type="pres">
      <dgm:prSet presAssocID="{A7AAE586-1116-4AE2-A84E-26BC7F5D6F33}" presName="parAndCh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CCB3169-597D-4205-A2DD-87E2EE10B557}" type="pres">
      <dgm:prSet presAssocID="{CBA0C6A7-0146-4C92-B6CF-C2F13C3EF597}" presName="parAndChSpace" presStyleCnt="0"/>
      <dgm:spPr/>
    </dgm:pt>
    <dgm:pt modelId="{3704EDBE-5951-4BFC-AE8E-CA9456428532}" type="pres">
      <dgm:prSet presAssocID="{76905E85-29B8-4E6E-B50C-E9744CFB1D06}" presName="parAndCh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D921421-EBD9-45DC-B9C6-93CBECC28706}" srcId="{76905E85-29B8-4E6E-B50C-E9744CFB1D06}" destId="{536465A5-C097-4402-BFF3-3B3E11CAB4DB}" srcOrd="6" destOrd="0" parTransId="{8B7473B5-4118-4306-A416-92B643233228}" sibTransId="{2491FEDD-339B-4E4B-BB7D-A7656776A684}"/>
    <dgm:cxn modelId="{57613EDB-372F-47B2-BCF7-E5CE6F8701A6}" type="presOf" srcId="{536465A5-C097-4402-BFF3-3B3E11CAB4DB}" destId="{3704EDBE-5951-4BFC-AE8E-CA9456428532}" srcOrd="0" destOrd="7" presId="urn:microsoft.com/office/officeart/2005/8/layout/hChevron3"/>
    <dgm:cxn modelId="{073760F7-E214-4CAF-B5D8-CD88BA2E8987}" type="presOf" srcId="{49D5646D-7562-4814-BE20-4ACE4DA9760E}" destId="{91116DC0-7E00-402D-8707-F66D0AC95D71}" srcOrd="0" destOrd="2" presId="urn:microsoft.com/office/officeart/2005/8/layout/hChevron3"/>
    <dgm:cxn modelId="{019F87F9-6C50-4444-8FAE-304994D57772}" srcId="{534F4D69-4A71-4BEC-8F49-7F4CB8CEDCEB}" destId="{EDE0A781-88AB-4A16-A458-5E77C588C403}" srcOrd="0" destOrd="0" parTransId="{B4E19ABB-5BF5-451F-B163-DB6F9CEA8977}" sibTransId="{F012D52C-CBD4-4BF5-B7B3-DECDADFADBC3}"/>
    <dgm:cxn modelId="{40095689-ADB5-4CA5-A81E-296A18D6EF2E}" type="presOf" srcId="{773D3DCD-DBD8-4267-990E-50E6AA4E760D}" destId="{91116DC0-7E00-402D-8707-F66D0AC95D71}" srcOrd="0" destOrd="1" presId="urn:microsoft.com/office/officeart/2005/8/layout/hChevron3"/>
    <dgm:cxn modelId="{25C56DA2-C7F3-4D81-A7C3-F0C48949B77E}" type="presOf" srcId="{456F282E-E1AA-4F40-B9FB-CB18386295E6}" destId="{3704EDBE-5951-4BFC-AE8E-CA9456428532}" srcOrd="0" destOrd="1" presId="urn:microsoft.com/office/officeart/2005/8/layout/hChevron3"/>
    <dgm:cxn modelId="{20427E26-07C2-4DA5-AAC6-0D1BFF2DABCE}" type="presOf" srcId="{EDE0A781-88AB-4A16-A458-5E77C588C403}" destId="{DEA21AA9-D0BD-4B27-B7EC-6648F6517445}" srcOrd="0" destOrd="0" presId="urn:microsoft.com/office/officeart/2005/8/layout/hChevron3"/>
    <dgm:cxn modelId="{8513AA5A-982C-4CB5-AC24-0AF8D94E8528}" type="presOf" srcId="{82E5F037-5940-4383-B30A-DE4CC5D69FD8}" destId="{3704EDBE-5951-4BFC-AE8E-CA9456428532}" srcOrd="0" destOrd="3" presId="urn:microsoft.com/office/officeart/2005/8/layout/hChevron3"/>
    <dgm:cxn modelId="{01DD924A-02C8-4119-8CAA-601634E2F9E1}" srcId="{76905E85-29B8-4E6E-B50C-E9744CFB1D06}" destId="{82E5F037-5940-4383-B30A-DE4CC5D69FD8}" srcOrd="2" destOrd="0" parTransId="{65613099-2330-4750-BB2A-98266D00BBAA}" sibTransId="{82AB172F-497F-4E7B-AE68-1390CCF410B0}"/>
    <dgm:cxn modelId="{FE8436D1-FEC7-49A6-AEF1-5AA66D16D1AB}" type="presOf" srcId="{8520B582-E62E-493B-A104-E6E9DD6207AC}" destId="{3704EDBE-5951-4BFC-AE8E-CA9456428532}" srcOrd="0" destOrd="5" presId="urn:microsoft.com/office/officeart/2005/8/layout/hChevron3"/>
    <dgm:cxn modelId="{340DF562-A4B6-454E-AD8F-BADFB2090907}" srcId="{534F4D69-4A71-4BEC-8F49-7F4CB8CEDCEB}" destId="{76905E85-29B8-4E6E-B50C-E9744CFB1D06}" srcOrd="2" destOrd="0" parTransId="{EED0B402-54B7-4F7A-A502-AE3D5EE6C4F8}" sibTransId="{CE4730BD-D95C-4741-8582-E12BE297A869}"/>
    <dgm:cxn modelId="{54B64F22-3B46-4D4B-9741-D1722D44509C}" type="presOf" srcId="{6B18F670-1969-4D6F-A06E-C28D66E266C7}" destId="{3704EDBE-5951-4BFC-AE8E-CA9456428532}" srcOrd="0" destOrd="4" presId="urn:microsoft.com/office/officeart/2005/8/layout/hChevron3"/>
    <dgm:cxn modelId="{3C5AF878-4098-43AE-A7BB-50D8C8A34454}" srcId="{76905E85-29B8-4E6E-B50C-E9744CFB1D06}" destId="{456F282E-E1AA-4F40-B9FB-CB18386295E6}" srcOrd="0" destOrd="0" parTransId="{D9842B02-8CD0-4CC8-841B-B679F38D93CC}" sibTransId="{37DA7F11-70CB-4EA7-A567-AA6CD62B2843}"/>
    <dgm:cxn modelId="{A0E4165E-7937-45BB-95D1-9643DBC999F6}" type="presOf" srcId="{C8DCE001-30F5-4AB8-AC12-A1539A2AA7A1}" destId="{3704EDBE-5951-4BFC-AE8E-CA9456428532}" srcOrd="0" destOrd="2" presId="urn:microsoft.com/office/officeart/2005/8/layout/hChevron3"/>
    <dgm:cxn modelId="{EB1DB65C-4724-4BE6-9ADD-80528890FB17}" type="presOf" srcId="{534F4D69-4A71-4BEC-8F49-7F4CB8CEDCEB}" destId="{BAB7BC5D-36D0-46BD-B259-0B563ED41D3A}" srcOrd="0" destOrd="0" presId="urn:microsoft.com/office/officeart/2005/8/layout/hChevron3"/>
    <dgm:cxn modelId="{EB5EC92B-AD48-44B5-96DE-336B74729FF3}" srcId="{534F4D69-4A71-4BEC-8F49-7F4CB8CEDCEB}" destId="{A7AAE586-1116-4AE2-A84E-26BC7F5D6F33}" srcOrd="1" destOrd="0" parTransId="{67CA2E25-07CC-43B3-B460-5569404ADFC7}" sibTransId="{CBA0C6A7-0146-4C92-B6CF-C2F13C3EF597}"/>
    <dgm:cxn modelId="{B233F743-AA2C-4C56-9FE2-CFDFBB7CBE3E}" srcId="{76905E85-29B8-4E6E-B50C-E9744CFB1D06}" destId="{6B18F670-1969-4D6F-A06E-C28D66E266C7}" srcOrd="3" destOrd="0" parTransId="{C9660EF9-EB47-4187-BD9B-9B363A3E2FF7}" sibTransId="{67E46F95-6383-43BD-8562-8293A8CA9880}"/>
    <dgm:cxn modelId="{DDBF9806-660C-4B8C-8388-9EB392EFF221}" srcId="{76905E85-29B8-4E6E-B50C-E9744CFB1D06}" destId="{C8DCE001-30F5-4AB8-AC12-A1539A2AA7A1}" srcOrd="1" destOrd="0" parTransId="{E68BBF7C-5349-4067-B76C-D08389183C8F}" sibTransId="{71F64944-AFF3-4D91-AF37-DF799B55C264}"/>
    <dgm:cxn modelId="{D07F6869-0BBD-4991-B02D-F3E6E7BA746D}" type="presOf" srcId="{F448EBC0-BC94-43FB-80CD-6C1A989D31D4}" destId="{3704EDBE-5951-4BFC-AE8E-CA9456428532}" srcOrd="0" destOrd="6" presId="urn:microsoft.com/office/officeart/2005/8/layout/hChevron3"/>
    <dgm:cxn modelId="{59FF5B4E-1577-4F6B-A649-5731E5AC252D}" type="presOf" srcId="{A7AAE586-1116-4AE2-A84E-26BC7F5D6F33}" destId="{91116DC0-7E00-402D-8707-F66D0AC95D71}" srcOrd="0" destOrd="0" presId="urn:microsoft.com/office/officeart/2005/8/layout/hChevron3"/>
    <dgm:cxn modelId="{1889110E-399F-4699-AF8E-222650ECF3C5}" srcId="{A7AAE586-1116-4AE2-A84E-26BC7F5D6F33}" destId="{49D5646D-7562-4814-BE20-4ACE4DA9760E}" srcOrd="1" destOrd="0" parTransId="{4B05E0C4-57ED-4703-9A5B-183436071A9D}" sibTransId="{BDB01FAF-544D-4EC6-8819-6C7EC53D2E2C}"/>
    <dgm:cxn modelId="{A36B38D0-9A9E-42C3-8B27-8D884238BF65}" srcId="{76905E85-29B8-4E6E-B50C-E9744CFB1D06}" destId="{F448EBC0-BC94-43FB-80CD-6C1A989D31D4}" srcOrd="5" destOrd="0" parTransId="{A07258A9-B983-46DF-B004-38B7CB3249AF}" sibTransId="{35B59923-2E54-413D-B200-CD17390F23C8}"/>
    <dgm:cxn modelId="{0FCF9840-DFCD-4690-89CB-0485AB25B2D4}" srcId="{76905E85-29B8-4E6E-B50C-E9744CFB1D06}" destId="{8520B582-E62E-493B-A104-E6E9DD6207AC}" srcOrd="4" destOrd="0" parTransId="{2C155ED0-5C80-4861-8A24-87FE9EC54697}" sibTransId="{0DCDCBA8-5DAD-4E0D-96FF-8BA556058C62}"/>
    <dgm:cxn modelId="{ED84FC69-9712-483C-A85B-1A12F09E84CF}" srcId="{A7AAE586-1116-4AE2-A84E-26BC7F5D6F33}" destId="{773D3DCD-DBD8-4267-990E-50E6AA4E760D}" srcOrd="0" destOrd="0" parTransId="{8078701D-C7F8-44BF-868F-80F1A71214E3}" sibTransId="{B06677DB-86A2-4848-8B0A-EAA6DABB5CCE}"/>
    <dgm:cxn modelId="{FE0F9015-E8DF-4574-BFC5-EC8FF8C8728B}" type="presOf" srcId="{76905E85-29B8-4E6E-B50C-E9744CFB1D06}" destId="{3704EDBE-5951-4BFC-AE8E-CA9456428532}" srcOrd="0" destOrd="0" presId="urn:microsoft.com/office/officeart/2005/8/layout/hChevron3"/>
    <dgm:cxn modelId="{48CA1E0B-CE91-4B58-8EA6-5BDADA7E6EFE}" type="presParOf" srcId="{BAB7BC5D-36D0-46BD-B259-0B563ED41D3A}" destId="{DEA21AA9-D0BD-4B27-B7EC-6648F6517445}" srcOrd="0" destOrd="0" presId="urn:microsoft.com/office/officeart/2005/8/layout/hChevron3"/>
    <dgm:cxn modelId="{C530A1F1-E7C9-45FD-A1BE-BB91AA16862F}" type="presParOf" srcId="{BAB7BC5D-36D0-46BD-B259-0B563ED41D3A}" destId="{32F08A14-81FE-4222-80E8-C54FF87F9779}" srcOrd="1" destOrd="0" presId="urn:microsoft.com/office/officeart/2005/8/layout/hChevron3"/>
    <dgm:cxn modelId="{63FE234A-2616-4C48-9A00-B4DDA330FC4D}" type="presParOf" srcId="{BAB7BC5D-36D0-46BD-B259-0B563ED41D3A}" destId="{91116DC0-7E00-402D-8707-F66D0AC95D71}" srcOrd="2" destOrd="0" presId="urn:microsoft.com/office/officeart/2005/8/layout/hChevron3"/>
    <dgm:cxn modelId="{A596941A-35C6-44F3-ACED-3F835E8A94A0}" type="presParOf" srcId="{BAB7BC5D-36D0-46BD-B259-0B563ED41D3A}" destId="{BCCB3169-597D-4205-A2DD-87E2EE10B557}" srcOrd="3" destOrd="0" presId="urn:microsoft.com/office/officeart/2005/8/layout/hChevron3"/>
    <dgm:cxn modelId="{EF0DFC66-C61A-407A-9E37-F6FAD7E202F6}" type="presParOf" srcId="{BAB7BC5D-36D0-46BD-B259-0B563ED41D3A}" destId="{3704EDBE-5951-4BFC-AE8E-CA9456428532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6B3545-6E1F-4BD7-95AB-49A9379693C8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C941F5-2AEB-47C5-A1EE-B145E6BFDAF6}">
      <dgm:prSet custT="1"/>
      <dgm:spPr/>
      <dgm:t>
        <a:bodyPr/>
        <a:lstStyle/>
        <a:p>
          <a:pPr algn="l"/>
          <a:r>
            <a:rPr lang="bn-BD" sz="3200" dirty="0"/>
            <a:t>রূপ কল্প</a:t>
          </a:r>
        </a:p>
        <a:p>
          <a:pPr algn="l"/>
          <a:r>
            <a:rPr lang="bn-BD" sz="2400" dirty="0"/>
            <a:t>বাংলাদেশে স্বাস্থ্যবান জনগোষ্ঠি গড়ে তোলা </a:t>
          </a:r>
          <a:endParaRPr lang="en-US" sz="2400" dirty="0"/>
        </a:p>
      </dgm:t>
    </dgm:pt>
    <dgm:pt modelId="{BD4B5929-A91D-48F8-B32B-C7B12A4C9F20}" type="parTrans" cxnId="{677A1383-B417-4567-9716-8F9F77C4314B}">
      <dgm:prSet/>
      <dgm:spPr/>
      <dgm:t>
        <a:bodyPr/>
        <a:lstStyle/>
        <a:p>
          <a:endParaRPr lang="en-US"/>
        </a:p>
      </dgm:t>
    </dgm:pt>
    <dgm:pt modelId="{1BE94734-9C98-43D7-965E-AD18E473F098}" type="sibTrans" cxnId="{677A1383-B417-4567-9716-8F9F77C4314B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EF1B1997-A2A8-4CED-A96E-FC149FA095BC}">
      <dgm:prSet custT="1"/>
      <dgm:spPr/>
      <dgm:t>
        <a:bodyPr/>
        <a:lstStyle/>
        <a:p>
          <a:pPr algn="l"/>
          <a:r>
            <a:rPr lang="bn-BD" sz="2800" dirty="0"/>
            <a:t>ব্রত </a:t>
          </a:r>
        </a:p>
        <a:p>
          <a:pPr algn="l"/>
          <a:r>
            <a:rPr lang="bn-BD" sz="2400" dirty="0" smtClean="0"/>
            <a:t>২০৩২: সর্বজনিন স্বাস্থ্য সুরক্ষা</a:t>
          </a:r>
          <a:endParaRPr lang="en-US" sz="2400" dirty="0"/>
        </a:p>
      </dgm:t>
    </dgm:pt>
    <dgm:pt modelId="{B0AF4750-EDD6-41E0-81F2-F4E6A1FE796D}" type="sibTrans" cxnId="{12099C7A-339F-42A9-B674-F33A0DF4967F}">
      <dgm:prSet phldrT="02" phldr="0"/>
      <dgm:spPr/>
      <dgm:t>
        <a:bodyPr/>
        <a:lstStyle/>
        <a:p>
          <a:r>
            <a:rPr lang="en-US" dirty="0"/>
            <a:t>02</a:t>
          </a:r>
        </a:p>
      </dgm:t>
    </dgm:pt>
    <dgm:pt modelId="{74640CDA-B6C6-4681-839F-15ED633020C9}" type="parTrans" cxnId="{12099C7A-339F-42A9-B674-F33A0DF4967F}">
      <dgm:prSet/>
      <dgm:spPr/>
      <dgm:t>
        <a:bodyPr/>
        <a:lstStyle/>
        <a:p>
          <a:endParaRPr lang="en-US"/>
        </a:p>
      </dgm:t>
    </dgm:pt>
    <dgm:pt modelId="{E99A7230-FA9B-4746-BBAD-F12D7690662C}">
      <dgm:prSet custT="1"/>
      <dgm:spPr/>
      <dgm:t>
        <a:bodyPr/>
        <a:lstStyle/>
        <a:p>
          <a:r>
            <a:rPr lang="bn-BD" sz="2000" b="1" dirty="0" smtClean="0"/>
            <a:t>লক্ষ্য</a:t>
          </a:r>
        </a:p>
        <a:p>
          <a:r>
            <a:rPr lang="bn-BD" sz="2000" dirty="0" smtClean="0"/>
            <a:t>২০২০:</a:t>
          </a:r>
          <a:r>
            <a:rPr lang="en-US" sz="2000" dirty="0" smtClean="0"/>
            <a:t> ৪০</a:t>
          </a:r>
          <a:r>
            <a:rPr lang="bn-BD" sz="2000" dirty="0" smtClean="0"/>
            <a:t> উপজেলা,</a:t>
          </a:r>
          <a:r>
            <a:rPr lang="en-US" sz="2000" dirty="0" smtClean="0"/>
            <a:t>২০</a:t>
          </a:r>
          <a:r>
            <a:rPr lang="bn-BD" sz="2000" dirty="0" smtClean="0"/>
            <a:t>জেলা</a:t>
          </a:r>
          <a:r>
            <a:rPr lang="bn-BD" sz="2000" dirty="0"/>
            <a:t>;</a:t>
          </a:r>
        </a:p>
        <a:p>
          <a:r>
            <a:rPr lang="bn-BD" sz="2000" dirty="0"/>
            <a:t>২০২১: ২৫০ উপজেলা, </a:t>
          </a:r>
          <a:r>
            <a:rPr lang="bn-BD" sz="2000" dirty="0" smtClean="0"/>
            <a:t>৩৫</a:t>
          </a:r>
          <a:r>
            <a:rPr lang="en-GB" sz="2000" dirty="0" smtClean="0"/>
            <a:t> </a:t>
          </a:r>
          <a:r>
            <a:rPr lang="bn-BD" sz="2000" dirty="0" smtClean="0"/>
            <a:t>জেলা;</a:t>
          </a:r>
          <a:endParaRPr lang="en-GB" sz="2000" dirty="0" smtClean="0"/>
        </a:p>
        <a:p>
          <a:r>
            <a:rPr lang="bn-BD" sz="2000" dirty="0" smtClean="0"/>
            <a:t>২০২২: অবশিষ্ট উপজেলা, জেলা। </a:t>
          </a:r>
          <a:endParaRPr lang="en-US" sz="2000" dirty="0"/>
        </a:p>
      </dgm:t>
    </dgm:pt>
    <dgm:pt modelId="{3F27A3DA-6245-4CB9-9149-BB705928FC29}" type="sibTrans" cxnId="{8ACFF06F-2644-4B0E-B962-25837BAB2150}">
      <dgm:prSet phldrT="03" phldr="0"/>
      <dgm:spPr/>
      <dgm:t>
        <a:bodyPr/>
        <a:lstStyle/>
        <a:p>
          <a:r>
            <a:rPr lang="en-US" dirty="0" smtClean="0"/>
            <a:t>03</a:t>
          </a:r>
          <a:endParaRPr lang="en-US" dirty="0"/>
        </a:p>
      </dgm:t>
    </dgm:pt>
    <dgm:pt modelId="{BEAF6498-CA20-4101-AE71-669C23C91200}" type="parTrans" cxnId="{8ACFF06F-2644-4B0E-B962-25837BAB2150}">
      <dgm:prSet/>
      <dgm:spPr/>
      <dgm:t>
        <a:bodyPr/>
        <a:lstStyle/>
        <a:p>
          <a:endParaRPr lang="en-US"/>
        </a:p>
      </dgm:t>
    </dgm:pt>
    <dgm:pt modelId="{0442AE94-8B95-4C1A-A418-46ECD15EC502}" type="pres">
      <dgm:prSet presAssocID="{C46B3545-6E1F-4BD7-95AB-49A9379693C8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36D862C6-9A0D-4FB2-A8E7-E2AF3F2B0C87}" type="pres">
      <dgm:prSet presAssocID="{73C941F5-2AEB-47C5-A1EE-B145E6BFDAF6}" presName="compositeNode" presStyleCnt="0">
        <dgm:presLayoutVars>
          <dgm:bulletEnabled val="1"/>
        </dgm:presLayoutVars>
      </dgm:prSet>
      <dgm:spPr/>
    </dgm:pt>
    <dgm:pt modelId="{E11C9A8A-612E-4378-A113-20474EB77E4E}" type="pres">
      <dgm:prSet presAssocID="{73C941F5-2AEB-47C5-A1EE-B145E6BFDAF6}" presName="bgRect" presStyleLbl="alignNode1" presStyleIdx="0" presStyleCnt="3" custScaleX="121576" custScaleY="118669"/>
      <dgm:spPr/>
      <dgm:t>
        <a:bodyPr/>
        <a:lstStyle/>
        <a:p>
          <a:endParaRPr lang="en-GB"/>
        </a:p>
      </dgm:t>
    </dgm:pt>
    <dgm:pt modelId="{09B808A2-C63B-4F75-A044-AEAB546526A5}" type="pres">
      <dgm:prSet presAssocID="{1BE94734-9C98-43D7-965E-AD18E473F098}" presName="sibTransNodeRect" presStyleLbl="alignNode1" presStyleIdx="0" presStyleCnt="3" custScaleY="64315" custLinFactNeighborX="-1459" custLinFactNeighborY="-1824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2657635-8E55-48E0-A21B-F2DD71852C4A}" type="pres">
      <dgm:prSet presAssocID="{73C941F5-2AEB-47C5-A1EE-B145E6BFDAF6}" presName="nodeRect" presStyleLbl="align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B3AAD67-EB91-4F90-8EFC-94059D832C38}" type="pres">
      <dgm:prSet presAssocID="{1BE94734-9C98-43D7-965E-AD18E473F098}" presName="sibTrans" presStyleCnt="0"/>
      <dgm:spPr/>
    </dgm:pt>
    <dgm:pt modelId="{4021FDE9-5105-425C-A9E5-8D9F1490BB9B}" type="pres">
      <dgm:prSet presAssocID="{EF1B1997-A2A8-4CED-A96E-FC149FA095BC}" presName="compositeNode" presStyleCnt="0">
        <dgm:presLayoutVars>
          <dgm:bulletEnabled val="1"/>
        </dgm:presLayoutVars>
      </dgm:prSet>
      <dgm:spPr/>
    </dgm:pt>
    <dgm:pt modelId="{AB8F8E5E-31C2-4E0B-BB7B-3EE999C4330F}" type="pres">
      <dgm:prSet presAssocID="{EF1B1997-A2A8-4CED-A96E-FC149FA095BC}" presName="bgRect" presStyleLbl="alignNode1" presStyleIdx="1" presStyleCnt="3" custScaleX="109714" custScaleY="118669" custLinFactNeighborX="2394" custLinFactNeighborY="-2005"/>
      <dgm:spPr/>
      <dgm:t>
        <a:bodyPr/>
        <a:lstStyle/>
        <a:p>
          <a:endParaRPr lang="en-GB"/>
        </a:p>
      </dgm:t>
    </dgm:pt>
    <dgm:pt modelId="{3B23C79E-2B66-4A71-97AD-8F6A72D693BD}" type="pres">
      <dgm:prSet presAssocID="{B0AF4750-EDD6-41E0-81F2-F4E6A1FE796D}" presName="sibTransNodeRect" presStyleLbl="alignNode1" presStyleIdx="1" presStyleCnt="3" custScaleY="55125" custLinFactNeighborY="-21282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40181AC-216B-44B3-B4A3-8672DF4B7637}" type="pres">
      <dgm:prSet presAssocID="{EF1B1997-A2A8-4CED-A96E-FC149FA095BC}" presName="nodeRect" presStyleLbl="align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CCFED27-6B97-4CBF-92AE-A98D1B93CE4A}" type="pres">
      <dgm:prSet presAssocID="{B0AF4750-EDD6-41E0-81F2-F4E6A1FE796D}" presName="sibTrans" presStyleCnt="0"/>
      <dgm:spPr/>
    </dgm:pt>
    <dgm:pt modelId="{D9AC6A55-D6EA-46D7-8FEB-863F1383F8E4}" type="pres">
      <dgm:prSet presAssocID="{E99A7230-FA9B-4746-BBAD-F12D7690662C}" presName="compositeNode" presStyleCnt="0">
        <dgm:presLayoutVars>
          <dgm:bulletEnabled val="1"/>
        </dgm:presLayoutVars>
      </dgm:prSet>
      <dgm:spPr/>
    </dgm:pt>
    <dgm:pt modelId="{F1FE8A08-3B0A-4D4A-A7B4-C3F762DDF056}" type="pres">
      <dgm:prSet presAssocID="{E99A7230-FA9B-4746-BBAD-F12D7690662C}" presName="bgRect" presStyleLbl="alignNode1" presStyleIdx="2" presStyleCnt="3" custScaleX="117625" custScaleY="118669" custLinFactNeighborX="25"/>
      <dgm:spPr/>
      <dgm:t>
        <a:bodyPr/>
        <a:lstStyle/>
        <a:p>
          <a:endParaRPr lang="en-GB"/>
        </a:p>
      </dgm:t>
    </dgm:pt>
    <dgm:pt modelId="{311BC7FF-12DD-4FB4-80B1-4F8CEB01EB74}" type="pres">
      <dgm:prSet presAssocID="{3F27A3DA-6245-4CB9-9149-BB705928FC29}" presName="sibTransNodeRect" presStyleLbl="alignNode1" presStyleIdx="2" presStyleCnt="3" custScaleY="46081" custLinFactNeighborX="25" custLinFactNeighborY="-2072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4BB2828-BAE6-4544-8648-694D50911F61}" type="pres">
      <dgm:prSet presAssocID="{E99A7230-FA9B-4746-BBAD-F12D7690662C}" presName="nodeRect" presStyleLbl="align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8ACFF06F-2644-4B0E-B962-25837BAB2150}" srcId="{C46B3545-6E1F-4BD7-95AB-49A9379693C8}" destId="{E99A7230-FA9B-4746-BBAD-F12D7690662C}" srcOrd="2" destOrd="0" parTransId="{BEAF6498-CA20-4101-AE71-669C23C91200}" sibTransId="{3F27A3DA-6245-4CB9-9149-BB705928FC29}"/>
    <dgm:cxn modelId="{12099C7A-339F-42A9-B674-F33A0DF4967F}" srcId="{C46B3545-6E1F-4BD7-95AB-49A9379693C8}" destId="{EF1B1997-A2A8-4CED-A96E-FC149FA095BC}" srcOrd="1" destOrd="0" parTransId="{74640CDA-B6C6-4681-839F-15ED633020C9}" sibTransId="{B0AF4750-EDD6-41E0-81F2-F4E6A1FE796D}"/>
    <dgm:cxn modelId="{38FFA1BA-25BD-4732-AE85-833B6E9F6E03}" type="presOf" srcId="{73C941F5-2AEB-47C5-A1EE-B145E6BFDAF6}" destId="{E11C9A8A-612E-4378-A113-20474EB77E4E}" srcOrd="0" destOrd="0" presId="urn:microsoft.com/office/officeart/2016/7/layout/LinearBlockProcessNumbered"/>
    <dgm:cxn modelId="{0965416D-F627-4458-96DB-41A94C756929}" type="presOf" srcId="{1BE94734-9C98-43D7-965E-AD18E473F098}" destId="{09B808A2-C63B-4F75-A044-AEAB546526A5}" srcOrd="0" destOrd="0" presId="urn:microsoft.com/office/officeart/2016/7/layout/LinearBlockProcessNumbered"/>
    <dgm:cxn modelId="{50818461-AD9F-46A1-A221-7011CF1B24E4}" type="presOf" srcId="{E99A7230-FA9B-4746-BBAD-F12D7690662C}" destId="{E4BB2828-BAE6-4544-8648-694D50911F61}" srcOrd="1" destOrd="0" presId="urn:microsoft.com/office/officeart/2016/7/layout/LinearBlockProcessNumbered"/>
    <dgm:cxn modelId="{35ADC1D9-D188-471D-ABF5-659F4B18F7AA}" type="presOf" srcId="{B0AF4750-EDD6-41E0-81F2-F4E6A1FE796D}" destId="{3B23C79E-2B66-4A71-97AD-8F6A72D693BD}" srcOrd="0" destOrd="0" presId="urn:microsoft.com/office/officeart/2016/7/layout/LinearBlockProcessNumbered"/>
    <dgm:cxn modelId="{677A1383-B417-4567-9716-8F9F77C4314B}" srcId="{C46B3545-6E1F-4BD7-95AB-49A9379693C8}" destId="{73C941F5-2AEB-47C5-A1EE-B145E6BFDAF6}" srcOrd="0" destOrd="0" parTransId="{BD4B5929-A91D-48F8-B32B-C7B12A4C9F20}" sibTransId="{1BE94734-9C98-43D7-965E-AD18E473F098}"/>
    <dgm:cxn modelId="{EB73CD80-8FF4-45ED-9E8C-5733FB86F23E}" type="presOf" srcId="{C46B3545-6E1F-4BD7-95AB-49A9379693C8}" destId="{0442AE94-8B95-4C1A-A418-46ECD15EC502}" srcOrd="0" destOrd="0" presId="urn:microsoft.com/office/officeart/2016/7/layout/LinearBlockProcessNumbered"/>
    <dgm:cxn modelId="{8F5032DF-0B99-4998-96A5-5373B73CD897}" type="presOf" srcId="{EF1B1997-A2A8-4CED-A96E-FC149FA095BC}" destId="{140181AC-216B-44B3-B4A3-8672DF4B7637}" srcOrd="1" destOrd="0" presId="urn:microsoft.com/office/officeart/2016/7/layout/LinearBlockProcessNumbered"/>
    <dgm:cxn modelId="{B31A2A72-94C2-40D9-A0AD-F76B3278FCCA}" type="presOf" srcId="{EF1B1997-A2A8-4CED-A96E-FC149FA095BC}" destId="{AB8F8E5E-31C2-4E0B-BB7B-3EE999C4330F}" srcOrd="0" destOrd="0" presId="urn:microsoft.com/office/officeart/2016/7/layout/LinearBlockProcessNumbered"/>
    <dgm:cxn modelId="{81603795-0423-43ED-8EBF-4E0FABE4C1D5}" type="presOf" srcId="{73C941F5-2AEB-47C5-A1EE-B145E6BFDAF6}" destId="{52657635-8E55-48E0-A21B-F2DD71852C4A}" srcOrd="1" destOrd="0" presId="urn:microsoft.com/office/officeart/2016/7/layout/LinearBlockProcessNumbered"/>
    <dgm:cxn modelId="{B1395391-ADFE-4DE3-BC7D-56F82499C850}" type="presOf" srcId="{3F27A3DA-6245-4CB9-9149-BB705928FC29}" destId="{311BC7FF-12DD-4FB4-80B1-4F8CEB01EB74}" srcOrd="0" destOrd="0" presId="urn:microsoft.com/office/officeart/2016/7/layout/LinearBlockProcessNumbered"/>
    <dgm:cxn modelId="{50640AD4-03E0-4A2D-AAE3-4C067FC48CC3}" type="presOf" srcId="{E99A7230-FA9B-4746-BBAD-F12D7690662C}" destId="{F1FE8A08-3B0A-4D4A-A7B4-C3F762DDF056}" srcOrd="0" destOrd="0" presId="urn:microsoft.com/office/officeart/2016/7/layout/LinearBlockProcessNumbered"/>
    <dgm:cxn modelId="{380A768C-354C-4AB7-9844-DB23B9B14F0A}" type="presParOf" srcId="{0442AE94-8B95-4C1A-A418-46ECD15EC502}" destId="{36D862C6-9A0D-4FB2-A8E7-E2AF3F2B0C87}" srcOrd="0" destOrd="0" presId="urn:microsoft.com/office/officeart/2016/7/layout/LinearBlockProcessNumbered"/>
    <dgm:cxn modelId="{77028318-CAA2-4BE1-8F1C-FD0125BB5286}" type="presParOf" srcId="{36D862C6-9A0D-4FB2-A8E7-E2AF3F2B0C87}" destId="{E11C9A8A-612E-4378-A113-20474EB77E4E}" srcOrd="0" destOrd="0" presId="urn:microsoft.com/office/officeart/2016/7/layout/LinearBlockProcessNumbered"/>
    <dgm:cxn modelId="{B2C80393-58FD-4DA0-BC09-4DAFA413C418}" type="presParOf" srcId="{36D862C6-9A0D-4FB2-A8E7-E2AF3F2B0C87}" destId="{09B808A2-C63B-4F75-A044-AEAB546526A5}" srcOrd="1" destOrd="0" presId="urn:microsoft.com/office/officeart/2016/7/layout/LinearBlockProcessNumbered"/>
    <dgm:cxn modelId="{FEEDF689-AD6F-46D0-9A0A-82689CB7606F}" type="presParOf" srcId="{36D862C6-9A0D-4FB2-A8E7-E2AF3F2B0C87}" destId="{52657635-8E55-48E0-A21B-F2DD71852C4A}" srcOrd="2" destOrd="0" presId="urn:microsoft.com/office/officeart/2016/7/layout/LinearBlockProcessNumbered"/>
    <dgm:cxn modelId="{5E62AA75-F546-4891-81AE-113CCC21AE40}" type="presParOf" srcId="{0442AE94-8B95-4C1A-A418-46ECD15EC502}" destId="{CB3AAD67-EB91-4F90-8EFC-94059D832C38}" srcOrd="1" destOrd="0" presId="urn:microsoft.com/office/officeart/2016/7/layout/LinearBlockProcessNumbered"/>
    <dgm:cxn modelId="{7DA452E6-875D-4A51-8CBA-E506385297E8}" type="presParOf" srcId="{0442AE94-8B95-4C1A-A418-46ECD15EC502}" destId="{4021FDE9-5105-425C-A9E5-8D9F1490BB9B}" srcOrd="2" destOrd="0" presId="urn:microsoft.com/office/officeart/2016/7/layout/LinearBlockProcessNumbered"/>
    <dgm:cxn modelId="{3F659099-3A31-436B-97CA-664F1F2299AF}" type="presParOf" srcId="{4021FDE9-5105-425C-A9E5-8D9F1490BB9B}" destId="{AB8F8E5E-31C2-4E0B-BB7B-3EE999C4330F}" srcOrd="0" destOrd="0" presId="urn:microsoft.com/office/officeart/2016/7/layout/LinearBlockProcessNumbered"/>
    <dgm:cxn modelId="{9B77AD5A-A9E6-4F52-9E42-1F5C6EBA437D}" type="presParOf" srcId="{4021FDE9-5105-425C-A9E5-8D9F1490BB9B}" destId="{3B23C79E-2B66-4A71-97AD-8F6A72D693BD}" srcOrd="1" destOrd="0" presId="urn:microsoft.com/office/officeart/2016/7/layout/LinearBlockProcessNumbered"/>
    <dgm:cxn modelId="{A3E778D5-C862-4EE3-821D-39EEB51E2D7A}" type="presParOf" srcId="{4021FDE9-5105-425C-A9E5-8D9F1490BB9B}" destId="{140181AC-216B-44B3-B4A3-8672DF4B7637}" srcOrd="2" destOrd="0" presId="urn:microsoft.com/office/officeart/2016/7/layout/LinearBlockProcessNumbered"/>
    <dgm:cxn modelId="{D59A95BA-9E9F-4673-8D17-5AD48677BFEA}" type="presParOf" srcId="{0442AE94-8B95-4C1A-A418-46ECD15EC502}" destId="{ECCFED27-6B97-4CBF-92AE-A98D1B93CE4A}" srcOrd="3" destOrd="0" presId="urn:microsoft.com/office/officeart/2016/7/layout/LinearBlockProcessNumbered"/>
    <dgm:cxn modelId="{510B933D-F265-4E37-8C62-F8C57E2206F4}" type="presParOf" srcId="{0442AE94-8B95-4C1A-A418-46ECD15EC502}" destId="{D9AC6A55-D6EA-46D7-8FEB-863F1383F8E4}" srcOrd="4" destOrd="0" presId="urn:microsoft.com/office/officeart/2016/7/layout/LinearBlockProcessNumbered"/>
    <dgm:cxn modelId="{A9017550-9BEA-4B7B-9EB2-6390D501AB1B}" type="presParOf" srcId="{D9AC6A55-D6EA-46D7-8FEB-863F1383F8E4}" destId="{F1FE8A08-3B0A-4D4A-A7B4-C3F762DDF056}" srcOrd="0" destOrd="0" presId="urn:microsoft.com/office/officeart/2016/7/layout/LinearBlockProcessNumbered"/>
    <dgm:cxn modelId="{43F8DE57-EA7B-4F96-9B27-8B2954FE69CA}" type="presParOf" srcId="{D9AC6A55-D6EA-46D7-8FEB-863F1383F8E4}" destId="{311BC7FF-12DD-4FB4-80B1-4F8CEB01EB74}" srcOrd="1" destOrd="0" presId="urn:microsoft.com/office/officeart/2016/7/layout/LinearBlockProcessNumbered"/>
    <dgm:cxn modelId="{198E4F74-8620-421D-8610-FFDC5011F02C}" type="presParOf" srcId="{D9AC6A55-D6EA-46D7-8FEB-863F1383F8E4}" destId="{E4BB2828-BAE6-4544-8648-694D50911F6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74492B-526D-42F5-9CF0-ABE866B8629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2CA84B-ECA4-4AAC-BFD1-0B6C2152C9E5}">
      <dgm:prSet/>
      <dgm:spPr/>
      <dgm:t>
        <a:bodyPr/>
        <a:lstStyle/>
        <a:p>
          <a:r>
            <a:rPr lang="bn-BD" dirty="0"/>
            <a:t>১. ৭ম পঞ্চবার্ষিক পরিকল্পনা ও সবর্জনীন স্বাস্থ্য সুরক্ষার লক্ষ্যমাত্রা অর্জনে স্থানীয় পদক্ষেপ </a:t>
          </a:r>
          <a:endParaRPr lang="en-US" dirty="0"/>
        </a:p>
      </dgm:t>
    </dgm:pt>
    <dgm:pt modelId="{106DE098-93FC-4835-8AFD-97AFF16ABB7B}" type="parTrans" cxnId="{FDFD2EB5-7B04-4073-9AC6-4CDB34A58137}">
      <dgm:prSet/>
      <dgm:spPr/>
      <dgm:t>
        <a:bodyPr/>
        <a:lstStyle/>
        <a:p>
          <a:endParaRPr lang="en-US"/>
        </a:p>
      </dgm:t>
    </dgm:pt>
    <dgm:pt modelId="{A1DEB0E6-37C9-49D9-9661-DEFFDE0A7ADB}" type="sibTrans" cxnId="{FDFD2EB5-7B04-4073-9AC6-4CDB34A58137}">
      <dgm:prSet/>
      <dgm:spPr/>
      <dgm:t>
        <a:bodyPr/>
        <a:lstStyle/>
        <a:p>
          <a:endParaRPr lang="en-US"/>
        </a:p>
      </dgm:t>
    </dgm:pt>
    <dgm:pt modelId="{F7BBC24D-1CB7-463E-A186-C733D517BBE7}">
      <dgm:prSet/>
      <dgm:spPr/>
      <dgm:t>
        <a:bodyPr/>
        <a:lstStyle/>
        <a:p>
          <a:r>
            <a:rPr lang="bn-BD"/>
            <a:t>২. সম্পদ ও সুযোগ-সুবিধার সর্বোচ্চ ব্যবহার</a:t>
          </a:r>
          <a:endParaRPr lang="en-US"/>
        </a:p>
      </dgm:t>
    </dgm:pt>
    <dgm:pt modelId="{AC552CA8-B7A9-487D-9595-B950CA7034FC}" type="parTrans" cxnId="{846CF86C-AE2E-4374-AD10-55FBDB894BFB}">
      <dgm:prSet/>
      <dgm:spPr/>
      <dgm:t>
        <a:bodyPr/>
        <a:lstStyle/>
        <a:p>
          <a:endParaRPr lang="en-US"/>
        </a:p>
      </dgm:t>
    </dgm:pt>
    <dgm:pt modelId="{58AB65D3-6C9D-4C78-8026-125EC3561F1F}" type="sibTrans" cxnId="{846CF86C-AE2E-4374-AD10-55FBDB894BFB}">
      <dgm:prSet/>
      <dgm:spPr/>
      <dgm:t>
        <a:bodyPr/>
        <a:lstStyle/>
        <a:p>
          <a:endParaRPr lang="en-US"/>
        </a:p>
      </dgm:t>
    </dgm:pt>
    <dgm:pt modelId="{5ECCE329-B313-419A-BFB5-F1235C2DFB7C}">
      <dgm:prSet/>
      <dgm:spPr/>
      <dgm:t>
        <a:bodyPr/>
        <a:lstStyle/>
        <a:p>
          <a:r>
            <a:rPr lang="bn-BD"/>
            <a:t>৩. জনসম্পৃক্ততা </a:t>
          </a:r>
          <a:endParaRPr lang="en-US"/>
        </a:p>
      </dgm:t>
    </dgm:pt>
    <dgm:pt modelId="{8E87C8A1-5198-4B57-A01B-6E6F1C72FDA5}" type="parTrans" cxnId="{4A8ACB58-500F-4049-B11C-CB9BBB736AD4}">
      <dgm:prSet/>
      <dgm:spPr/>
      <dgm:t>
        <a:bodyPr/>
        <a:lstStyle/>
        <a:p>
          <a:endParaRPr lang="en-US"/>
        </a:p>
      </dgm:t>
    </dgm:pt>
    <dgm:pt modelId="{C59A53C6-646F-4C8A-87DE-254A8D53F924}" type="sibTrans" cxnId="{4A8ACB58-500F-4049-B11C-CB9BBB736AD4}">
      <dgm:prSet/>
      <dgm:spPr/>
      <dgm:t>
        <a:bodyPr/>
        <a:lstStyle/>
        <a:p>
          <a:endParaRPr lang="en-US"/>
        </a:p>
      </dgm:t>
    </dgm:pt>
    <dgm:pt modelId="{E57E07C1-AF19-4F0E-BF9D-DE14B367020F}">
      <dgm:prSet/>
      <dgm:spPr/>
      <dgm:t>
        <a:bodyPr/>
        <a:lstStyle/>
        <a:p>
          <a:r>
            <a:rPr lang="bn-BD"/>
            <a:t>৪. নেতৃত্ত্বের বিকাশ</a:t>
          </a:r>
          <a:endParaRPr lang="en-US"/>
        </a:p>
      </dgm:t>
    </dgm:pt>
    <dgm:pt modelId="{D1218296-8DAD-43E1-BD0D-1C350400DA6A}" type="parTrans" cxnId="{DC5D4DB1-3C0D-4086-B578-236A9DB8B544}">
      <dgm:prSet/>
      <dgm:spPr/>
      <dgm:t>
        <a:bodyPr/>
        <a:lstStyle/>
        <a:p>
          <a:endParaRPr lang="en-US"/>
        </a:p>
      </dgm:t>
    </dgm:pt>
    <dgm:pt modelId="{79418199-01EF-4B14-8327-069867D30767}" type="sibTrans" cxnId="{DC5D4DB1-3C0D-4086-B578-236A9DB8B544}">
      <dgm:prSet/>
      <dgm:spPr/>
      <dgm:t>
        <a:bodyPr/>
        <a:lstStyle/>
        <a:p>
          <a:endParaRPr lang="en-US"/>
        </a:p>
      </dgm:t>
    </dgm:pt>
    <dgm:pt modelId="{FEB643CD-E121-4F06-9429-94290388CE75}">
      <dgm:prSet/>
      <dgm:spPr/>
      <dgm:t>
        <a:bodyPr/>
        <a:lstStyle/>
        <a:p>
          <a:r>
            <a:rPr lang="bn-BD"/>
            <a:t>৫. সেবার মানোন্নয়ন </a:t>
          </a:r>
          <a:endParaRPr lang="en-US"/>
        </a:p>
      </dgm:t>
    </dgm:pt>
    <dgm:pt modelId="{5936DFB5-1DBA-4C5F-9D31-AF721E15F085}" type="parTrans" cxnId="{A3C84004-9392-4942-B434-F7442121DF88}">
      <dgm:prSet/>
      <dgm:spPr/>
      <dgm:t>
        <a:bodyPr/>
        <a:lstStyle/>
        <a:p>
          <a:endParaRPr lang="en-US"/>
        </a:p>
      </dgm:t>
    </dgm:pt>
    <dgm:pt modelId="{043E388E-FA21-4695-88AC-534301EA6944}" type="sibTrans" cxnId="{A3C84004-9392-4942-B434-F7442121DF88}">
      <dgm:prSet/>
      <dgm:spPr/>
      <dgm:t>
        <a:bodyPr/>
        <a:lstStyle/>
        <a:p>
          <a:endParaRPr lang="en-US"/>
        </a:p>
      </dgm:t>
    </dgm:pt>
    <dgm:pt modelId="{1E6EB0BF-8C23-4813-AD60-81DEE7AD6A88}">
      <dgm:prSet/>
      <dgm:spPr/>
      <dgm:t>
        <a:bodyPr/>
        <a:lstStyle/>
        <a:p>
          <a:r>
            <a:rPr lang="bn-BD"/>
            <a:t>৬. স্থানীয় পরিকল্পনা, বাস্তবায়ন, পরিচালন ও পরিবীক্ষণ</a:t>
          </a:r>
          <a:endParaRPr lang="en-US"/>
        </a:p>
      </dgm:t>
    </dgm:pt>
    <dgm:pt modelId="{7A6D3DB0-6CD1-408F-8E75-6BC4C8AD3F5D}" type="parTrans" cxnId="{DA15B125-9491-4C15-9308-EDFF6CAF4140}">
      <dgm:prSet/>
      <dgm:spPr/>
      <dgm:t>
        <a:bodyPr/>
        <a:lstStyle/>
        <a:p>
          <a:endParaRPr lang="en-US"/>
        </a:p>
      </dgm:t>
    </dgm:pt>
    <dgm:pt modelId="{26ABA905-FE1C-46AE-AA66-9C8988698EA6}" type="sibTrans" cxnId="{DA15B125-9491-4C15-9308-EDFF6CAF4140}">
      <dgm:prSet/>
      <dgm:spPr/>
      <dgm:t>
        <a:bodyPr/>
        <a:lstStyle/>
        <a:p>
          <a:endParaRPr lang="en-US"/>
        </a:p>
      </dgm:t>
    </dgm:pt>
    <dgm:pt modelId="{A3F10636-B9E0-42BB-BD48-E1A9569A3960}">
      <dgm:prSet/>
      <dgm:spPr/>
      <dgm:t>
        <a:bodyPr/>
        <a:lstStyle/>
        <a:p>
          <a:r>
            <a:rPr lang="bn-BD"/>
            <a:t>৭.ধারাবাহিক সফলতা, উন্নয়ন ও স্থিতিশীলতা বজায় রাখা</a:t>
          </a:r>
          <a:endParaRPr lang="en-US"/>
        </a:p>
      </dgm:t>
    </dgm:pt>
    <dgm:pt modelId="{CDCA833D-F601-4905-843C-409AED27CD79}" type="parTrans" cxnId="{85FF53C9-4D78-4FC6-B714-1D6B91063015}">
      <dgm:prSet/>
      <dgm:spPr/>
      <dgm:t>
        <a:bodyPr/>
        <a:lstStyle/>
        <a:p>
          <a:endParaRPr lang="en-US"/>
        </a:p>
      </dgm:t>
    </dgm:pt>
    <dgm:pt modelId="{1E63F633-B9D2-4A13-8630-AA0639311DE4}" type="sibTrans" cxnId="{85FF53C9-4D78-4FC6-B714-1D6B91063015}">
      <dgm:prSet/>
      <dgm:spPr/>
      <dgm:t>
        <a:bodyPr/>
        <a:lstStyle/>
        <a:p>
          <a:endParaRPr lang="en-US"/>
        </a:p>
      </dgm:t>
    </dgm:pt>
    <dgm:pt modelId="{352547E0-729D-4776-8262-AFADF30F9EB8}" type="pres">
      <dgm:prSet presAssocID="{C374492B-526D-42F5-9CF0-ABE866B8629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3003225-6229-4459-97EB-24CA6138C0F2}" type="pres">
      <dgm:prSet presAssocID="{172CA84B-ECA4-4AAC-BFD1-0B6C2152C9E5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6E15E89-0F96-416F-A5A2-04CFF21F6150}" type="pres">
      <dgm:prSet presAssocID="{A1DEB0E6-37C9-49D9-9661-DEFFDE0A7ADB}" presName="sibTrans" presStyleLbl="sibTrans1D1" presStyleIdx="0" presStyleCnt="6"/>
      <dgm:spPr/>
      <dgm:t>
        <a:bodyPr/>
        <a:lstStyle/>
        <a:p>
          <a:endParaRPr lang="en-GB"/>
        </a:p>
      </dgm:t>
    </dgm:pt>
    <dgm:pt modelId="{8E370260-3B3F-442C-9173-64FB5F3F5F55}" type="pres">
      <dgm:prSet presAssocID="{A1DEB0E6-37C9-49D9-9661-DEFFDE0A7ADB}" presName="connectorText" presStyleLbl="sibTrans1D1" presStyleIdx="0" presStyleCnt="6"/>
      <dgm:spPr/>
      <dgm:t>
        <a:bodyPr/>
        <a:lstStyle/>
        <a:p>
          <a:endParaRPr lang="en-GB"/>
        </a:p>
      </dgm:t>
    </dgm:pt>
    <dgm:pt modelId="{15CDEA4E-1A6C-4094-A76E-9C36509D3A0F}" type="pres">
      <dgm:prSet presAssocID="{F7BBC24D-1CB7-463E-A186-C733D517BBE7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EDDBE8F-6FAE-44CD-BC1A-903DF098F38B}" type="pres">
      <dgm:prSet presAssocID="{58AB65D3-6C9D-4C78-8026-125EC3561F1F}" presName="sibTrans" presStyleLbl="sibTrans1D1" presStyleIdx="1" presStyleCnt="6"/>
      <dgm:spPr/>
      <dgm:t>
        <a:bodyPr/>
        <a:lstStyle/>
        <a:p>
          <a:endParaRPr lang="en-GB"/>
        </a:p>
      </dgm:t>
    </dgm:pt>
    <dgm:pt modelId="{4202F0CD-24BD-43A6-9764-ABFB01228B43}" type="pres">
      <dgm:prSet presAssocID="{58AB65D3-6C9D-4C78-8026-125EC3561F1F}" presName="connectorText" presStyleLbl="sibTrans1D1" presStyleIdx="1" presStyleCnt="6"/>
      <dgm:spPr/>
      <dgm:t>
        <a:bodyPr/>
        <a:lstStyle/>
        <a:p>
          <a:endParaRPr lang="en-GB"/>
        </a:p>
      </dgm:t>
    </dgm:pt>
    <dgm:pt modelId="{6A9AAC9E-ED1B-45C5-ADF0-1CA0FAF03A48}" type="pres">
      <dgm:prSet presAssocID="{5ECCE329-B313-419A-BFB5-F1235C2DFB7C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E266D37-D631-4F20-927B-4632CA5B93AC}" type="pres">
      <dgm:prSet presAssocID="{C59A53C6-646F-4C8A-87DE-254A8D53F924}" presName="sibTrans" presStyleLbl="sibTrans1D1" presStyleIdx="2" presStyleCnt="6"/>
      <dgm:spPr/>
      <dgm:t>
        <a:bodyPr/>
        <a:lstStyle/>
        <a:p>
          <a:endParaRPr lang="en-GB"/>
        </a:p>
      </dgm:t>
    </dgm:pt>
    <dgm:pt modelId="{657A9630-CEC2-4FAD-894A-2BC438DF7643}" type="pres">
      <dgm:prSet presAssocID="{C59A53C6-646F-4C8A-87DE-254A8D53F924}" presName="connectorText" presStyleLbl="sibTrans1D1" presStyleIdx="2" presStyleCnt="6"/>
      <dgm:spPr/>
      <dgm:t>
        <a:bodyPr/>
        <a:lstStyle/>
        <a:p>
          <a:endParaRPr lang="en-GB"/>
        </a:p>
      </dgm:t>
    </dgm:pt>
    <dgm:pt modelId="{C78BF6CA-5C5D-4777-A891-9D80EA00FDA0}" type="pres">
      <dgm:prSet presAssocID="{E57E07C1-AF19-4F0E-BF9D-DE14B367020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74F3088-7B83-4089-84DC-2D49690A8FC5}" type="pres">
      <dgm:prSet presAssocID="{79418199-01EF-4B14-8327-069867D30767}" presName="sibTrans" presStyleLbl="sibTrans1D1" presStyleIdx="3" presStyleCnt="6"/>
      <dgm:spPr/>
      <dgm:t>
        <a:bodyPr/>
        <a:lstStyle/>
        <a:p>
          <a:endParaRPr lang="en-GB"/>
        </a:p>
      </dgm:t>
    </dgm:pt>
    <dgm:pt modelId="{97E87D5B-DDF2-41C6-9ADE-CFE4C59FF67F}" type="pres">
      <dgm:prSet presAssocID="{79418199-01EF-4B14-8327-069867D30767}" presName="connectorText" presStyleLbl="sibTrans1D1" presStyleIdx="3" presStyleCnt="6"/>
      <dgm:spPr/>
      <dgm:t>
        <a:bodyPr/>
        <a:lstStyle/>
        <a:p>
          <a:endParaRPr lang="en-GB"/>
        </a:p>
      </dgm:t>
    </dgm:pt>
    <dgm:pt modelId="{55294790-47FE-4BC2-8DAF-49B10D7BE9CB}" type="pres">
      <dgm:prSet presAssocID="{FEB643CD-E121-4F06-9429-94290388CE75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30D6C46-21A5-465C-A588-5ECA29208C5D}" type="pres">
      <dgm:prSet presAssocID="{043E388E-FA21-4695-88AC-534301EA6944}" presName="sibTrans" presStyleLbl="sibTrans1D1" presStyleIdx="4" presStyleCnt="6"/>
      <dgm:spPr/>
      <dgm:t>
        <a:bodyPr/>
        <a:lstStyle/>
        <a:p>
          <a:endParaRPr lang="en-GB"/>
        </a:p>
      </dgm:t>
    </dgm:pt>
    <dgm:pt modelId="{7084E699-A740-457D-AD58-E7A4E0E08F9D}" type="pres">
      <dgm:prSet presAssocID="{043E388E-FA21-4695-88AC-534301EA6944}" presName="connectorText" presStyleLbl="sibTrans1D1" presStyleIdx="4" presStyleCnt="6"/>
      <dgm:spPr/>
      <dgm:t>
        <a:bodyPr/>
        <a:lstStyle/>
        <a:p>
          <a:endParaRPr lang="en-GB"/>
        </a:p>
      </dgm:t>
    </dgm:pt>
    <dgm:pt modelId="{69B404E2-EEA4-487F-AB52-C2D03B85E168}" type="pres">
      <dgm:prSet presAssocID="{1E6EB0BF-8C23-4813-AD60-81DEE7AD6A88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D87218F-8274-42A3-9A1B-99CD9B533EAC}" type="pres">
      <dgm:prSet presAssocID="{26ABA905-FE1C-46AE-AA66-9C8988698EA6}" presName="sibTrans" presStyleLbl="sibTrans1D1" presStyleIdx="5" presStyleCnt="6"/>
      <dgm:spPr/>
      <dgm:t>
        <a:bodyPr/>
        <a:lstStyle/>
        <a:p>
          <a:endParaRPr lang="en-GB"/>
        </a:p>
      </dgm:t>
    </dgm:pt>
    <dgm:pt modelId="{33B8A586-B8D1-4416-BC2F-DEFAB2F65606}" type="pres">
      <dgm:prSet presAssocID="{26ABA905-FE1C-46AE-AA66-9C8988698EA6}" presName="connectorText" presStyleLbl="sibTrans1D1" presStyleIdx="5" presStyleCnt="6"/>
      <dgm:spPr/>
      <dgm:t>
        <a:bodyPr/>
        <a:lstStyle/>
        <a:p>
          <a:endParaRPr lang="en-GB"/>
        </a:p>
      </dgm:t>
    </dgm:pt>
    <dgm:pt modelId="{A86D0066-B69F-439A-BF79-2DAFD2451D4F}" type="pres">
      <dgm:prSet presAssocID="{A3F10636-B9E0-42BB-BD48-E1A9569A3960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A5E431A-4B8F-48D0-9CE6-4943433722DE}" type="presOf" srcId="{A3F10636-B9E0-42BB-BD48-E1A9569A3960}" destId="{A86D0066-B69F-439A-BF79-2DAFD2451D4F}" srcOrd="0" destOrd="0" presId="urn:microsoft.com/office/officeart/2016/7/layout/RepeatingBendingProcessNew"/>
    <dgm:cxn modelId="{846CF86C-AE2E-4374-AD10-55FBDB894BFB}" srcId="{C374492B-526D-42F5-9CF0-ABE866B8629B}" destId="{F7BBC24D-1CB7-463E-A186-C733D517BBE7}" srcOrd="1" destOrd="0" parTransId="{AC552CA8-B7A9-487D-9595-B950CA7034FC}" sibTransId="{58AB65D3-6C9D-4C78-8026-125EC3561F1F}"/>
    <dgm:cxn modelId="{E062C9A7-260A-4619-865E-B7F0CC396655}" type="presOf" srcId="{C59A53C6-646F-4C8A-87DE-254A8D53F924}" destId="{AE266D37-D631-4F20-927B-4632CA5B93AC}" srcOrd="0" destOrd="0" presId="urn:microsoft.com/office/officeart/2016/7/layout/RepeatingBendingProcessNew"/>
    <dgm:cxn modelId="{8B8A21CD-E09B-43C3-8A6D-572BD2932E25}" type="presOf" srcId="{172CA84B-ECA4-4AAC-BFD1-0B6C2152C9E5}" destId="{63003225-6229-4459-97EB-24CA6138C0F2}" srcOrd="0" destOrd="0" presId="urn:microsoft.com/office/officeart/2016/7/layout/RepeatingBendingProcessNew"/>
    <dgm:cxn modelId="{C1822038-3EF2-4F03-AA5C-052E851587D0}" type="presOf" srcId="{58AB65D3-6C9D-4C78-8026-125EC3561F1F}" destId="{4EDDBE8F-6FAE-44CD-BC1A-903DF098F38B}" srcOrd="0" destOrd="0" presId="urn:microsoft.com/office/officeart/2016/7/layout/RepeatingBendingProcessNew"/>
    <dgm:cxn modelId="{2363FA57-7CB9-4327-9CEF-51E589E80E9E}" type="presOf" srcId="{79418199-01EF-4B14-8327-069867D30767}" destId="{97E87D5B-DDF2-41C6-9ADE-CFE4C59FF67F}" srcOrd="1" destOrd="0" presId="urn:microsoft.com/office/officeart/2016/7/layout/RepeatingBendingProcessNew"/>
    <dgm:cxn modelId="{A3C84004-9392-4942-B434-F7442121DF88}" srcId="{C374492B-526D-42F5-9CF0-ABE866B8629B}" destId="{FEB643CD-E121-4F06-9429-94290388CE75}" srcOrd="4" destOrd="0" parTransId="{5936DFB5-1DBA-4C5F-9D31-AF721E15F085}" sibTransId="{043E388E-FA21-4695-88AC-534301EA6944}"/>
    <dgm:cxn modelId="{7924F5BE-BCEE-45F3-8B57-0199F86D5F69}" type="presOf" srcId="{C59A53C6-646F-4C8A-87DE-254A8D53F924}" destId="{657A9630-CEC2-4FAD-894A-2BC438DF7643}" srcOrd="1" destOrd="0" presId="urn:microsoft.com/office/officeart/2016/7/layout/RepeatingBendingProcessNew"/>
    <dgm:cxn modelId="{4A8ACB58-500F-4049-B11C-CB9BBB736AD4}" srcId="{C374492B-526D-42F5-9CF0-ABE866B8629B}" destId="{5ECCE329-B313-419A-BFB5-F1235C2DFB7C}" srcOrd="2" destOrd="0" parTransId="{8E87C8A1-5198-4B57-A01B-6E6F1C72FDA5}" sibTransId="{C59A53C6-646F-4C8A-87DE-254A8D53F924}"/>
    <dgm:cxn modelId="{5145B57E-E5B6-4307-A606-F0AF316B9A2A}" type="presOf" srcId="{E57E07C1-AF19-4F0E-BF9D-DE14B367020F}" destId="{C78BF6CA-5C5D-4777-A891-9D80EA00FDA0}" srcOrd="0" destOrd="0" presId="urn:microsoft.com/office/officeart/2016/7/layout/RepeatingBendingProcessNew"/>
    <dgm:cxn modelId="{85FF53C9-4D78-4FC6-B714-1D6B91063015}" srcId="{C374492B-526D-42F5-9CF0-ABE866B8629B}" destId="{A3F10636-B9E0-42BB-BD48-E1A9569A3960}" srcOrd="6" destOrd="0" parTransId="{CDCA833D-F601-4905-843C-409AED27CD79}" sibTransId="{1E63F633-B9D2-4A13-8630-AA0639311DE4}"/>
    <dgm:cxn modelId="{9CFF91FE-DD0E-4C5E-9B3B-CE62055F02E1}" type="presOf" srcId="{79418199-01EF-4B14-8327-069867D30767}" destId="{474F3088-7B83-4089-84DC-2D49690A8FC5}" srcOrd="0" destOrd="0" presId="urn:microsoft.com/office/officeart/2016/7/layout/RepeatingBendingProcessNew"/>
    <dgm:cxn modelId="{6B8CB2B1-FD2E-4592-9A54-A1A85CE17FED}" type="presOf" srcId="{043E388E-FA21-4695-88AC-534301EA6944}" destId="{F30D6C46-21A5-465C-A588-5ECA29208C5D}" srcOrd="0" destOrd="0" presId="urn:microsoft.com/office/officeart/2016/7/layout/RepeatingBendingProcessNew"/>
    <dgm:cxn modelId="{B523E691-6852-4F26-A117-02A7B513DFC9}" type="presOf" srcId="{A1DEB0E6-37C9-49D9-9661-DEFFDE0A7ADB}" destId="{8E370260-3B3F-442C-9173-64FB5F3F5F55}" srcOrd="1" destOrd="0" presId="urn:microsoft.com/office/officeart/2016/7/layout/RepeatingBendingProcessNew"/>
    <dgm:cxn modelId="{218EDC22-FA1D-40CB-BF06-6AE551D39B8F}" type="presOf" srcId="{C374492B-526D-42F5-9CF0-ABE866B8629B}" destId="{352547E0-729D-4776-8262-AFADF30F9EB8}" srcOrd="0" destOrd="0" presId="urn:microsoft.com/office/officeart/2016/7/layout/RepeatingBendingProcessNew"/>
    <dgm:cxn modelId="{DA15B125-9491-4C15-9308-EDFF6CAF4140}" srcId="{C374492B-526D-42F5-9CF0-ABE866B8629B}" destId="{1E6EB0BF-8C23-4813-AD60-81DEE7AD6A88}" srcOrd="5" destOrd="0" parTransId="{7A6D3DB0-6CD1-408F-8E75-6BC4C8AD3F5D}" sibTransId="{26ABA905-FE1C-46AE-AA66-9C8988698EA6}"/>
    <dgm:cxn modelId="{4EC5DABB-1316-4E2D-AFAC-3EDF0D7145D7}" type="presOf" srcId="{FEB643CD-E121-4F06-9429-94290388CE75}" destId="{55294790-47FE-4BC2-8DAF-49B10D7BE9CB}" srcOrd="0" destOrd="0" presId="urn:microsoft.com/office/officeart/2016/7/layout/RepeatingBendingProcessNew"/>
    <dgm:cxn modelId="{6FFE8F33-2E48-488D-B072-411849B67A00}" type="presOf" srcId="{A1DEB0E6-37C9-49D9-9661-DEFFDE0A7ADB}" destId="{C6E15E89-0F96-416F-A5A2-04CFF21F6150}" srcOrd="0" destOrd="0" presId="urn:microsoft.com/office/officeart/2016/7/layout/RepeatingBendingProcessNew"/>
    <dgm:cxn modelId="{A30126FA-FBA8-4BB2-BDDF-AF1D4FF46B92}" type="presOf" srcId="{5ECCE329-B313-419A-BFB5-F1235C2DFB7C}" destId="{6A9AAC9E-ED1B-45C5-ADF0-1CA0FAF03A48}" srcOrd="0" destOrd="0" presId="urn:microsoft.com/office/officeart/2016/7/layout/RepeatingBendingProcessNew"/>
    <dgm:cxn modelId="{DC5D4DB1-3C0D-4086-B578-236A9DB8B544}" srcId="{C374492B-526D-42F5-9CF0-ABE866B8629B}" destId="{E57E07C1-AF19-4F0E-BF9D-DE14B367020F}" srcOrd="3" destOrd="0" parTransId="{D1218296-8DAD-43E1-BD0D-1C350400DA6A}" sibTransId="{79418199-01EF-4B14-8327-069867D30767}"/>
    <dgm:cxn modelId="{FDFD2EB5-7B04-4073-9AC6-4CDB34A58137}" srcId="{C374492B-526D-42F5-9CF0-ABE866B8629B}" destId="{172CA84B-ECA4-4AAC-BFD1-0B6C2152C9E5}" srcOrd="0" destOrd="0" parTransId="{106DE098-93FC-4835-8AFD-97AFF16ABB7B}" sibTransId="{A1DEB0E6-37C9-49D9-9661-DEFFDE0A7ADB}"/>
    <dgm:cxn modelId="{4A417C6A-8652-4DAC-A3A9-7F70D50020DE}" type="presOf" srcId="{26ABA905-FE1C-46AE-AA66-9C8988698EA6}" destId="{DD87218F-8274-42A3-9A1B-99CD9B533EAC}" srcOrd="0" destOrd="0" presId="urn:microsoft.com/office/officeart/2016/7/layout/RepeatingBendingProcessNew"/>
    <dgm:cxn modelId="{7FAC2FA6-2414-41CB-96B6-06DF87BCBE7C}" type="presOf" srcId="{043E388E-FA21-4695-88AC-534301EA6944}" destId="{7084E699-A740-457D-AD58-E7A4E0E08F9D}" srcOrd="1" destOrd="0" presId="urn:microsoft.com/office/officeart/2016/7/layout/RepeatingBendingProcessNew"/>
    <dgm:cxn modelId="{5D668D53-ED55-49B8-B00D-57909291C48D}" type="presOf" srcId="{F7BBC24D-1CB7-463E-A186-C733D517BBE7}" destId="{15CDEA4E-1A6C-4094-A76E-9C36509D3A0F}" srcOrd="0" destOrd="0" presId="urn:microsoft.com/office/officeart/2016/7/layout/RepeatingBendingProcessNew"/>
    <dgm:cxn modelId="{F26B3E0A-68FC-484C-BA9C-1DAA968C736F}" type="presOf" srcId="{58AB65D3-6C9D-4C78-8026-125EC3561F1F}" destId="{4202F0CD-24BD-43A6-9764-ABFB01228B43}" srcOrd="1" destOrd="0" presId="urn:microsoft.com/office/officeart/2016/7/layout/RepeatingBendingProcessNew"/>
    <dgm:cxn modelId="{5F6E165E-9B6E-4538-A727-553F05D11744}" type="presOf" srcId="{26ABA905-FE1C-46AE-AA66-9C8988698EA6}" destId="{33B8A586-B8D1-4416-BC2F-DEFAB2F65606}" srcOrd="1" destOrd="0" presId="urn:microsoft.com/office/officeart/2016/7/layout/RepeatingBendingProcessNew"/>
    <dgm:cxn modelId="{4B47C371-FF9C-449C-89E5-6156F6788181}" type="presOf" srcId="{1E6EB0BF-8C23-4813-AD60-81DEE7AD6A88}" destId="{69B404E2-EEA4-487F-AB52-C2D03B85E168}" srcOrd="0" destOrd="0" presId="urn:microsoft.com/office/officeart/2016/7/layout/RepeatingBendingProcessNew"/>
    <dgm:cxn modelId="{E3BB6726-C299-4057-ABFB-122E0503CFF2}" type="presParOf" srcId="{352547E0-729D-4776-8262-AFADF30F9EB8}" destId="{63003225-6229-4459-97EB-24CA6138C0F2}" srcOrd="0" destOrd="0" presId="urn:microsoft.com/office/officeart/2016/7/layout/RepeatingBendingProcessNew"/>
    <dgm:cxn modelId="{3CC51308-AE9E-495A-A23D-4F85DDED8AA2}" type="presParOf" srcId="{352547E0-729D-4776-8262-AFADF30F9EB8}" destId="{C6E15E89-0F96-416F-A5A2-04CFF21F6150}" srcOrd="1" destOrd="0" presId="urn:microsoft.com/office/officeart/2016/7/layout/RepeatingBendingProcessNew"/>
    <dgm:cxn modelId="{99E1E9FE-3462-4A8C-A52C-B1D4B86F59FF}" type="presParOf" srcId="{C6E15E89-0F96-416F-A5A2-04CFF21F6150}" destId="{8E370260-3B3F-442C-9173-64FB5F3F5F55}" srcOrd="0" destOrd="0" presId="urn:microsoft.com/office/officeart/2016/7/layout/RepeatingBendingProcessNew"/>
    <dgm:cxn modelId="{89C6B3C1-3377-4563-BEB4-A2F5AD68C44C}" type="presParOf" srcId="{352547E0-729D-4776-8262-AFADF30F9EB8}" destId="{15CDEA4E-1A6C-4094-A76E-9C36509D3A0F}" srcOrd="2" destOrd="0" presId="urn:microsoft.com/office/officeart/2016/7/layout/RepeatingBendingProcessNew"/>
    <dgm:cxn modelId="{BDFEB53A-4B56-48AE-BCF6-DB31CAB20AF3}" type="presParOf" srcId="{352547E0-729D-4776-8262-AFADF30F9EB8}" destId="{4EDDBE8F-6FAE-44CD-BC1A-903DF098F38B}" srcOrd="3" destOrd="0" presId="urn:microsoft.com/office/officeart/2016/7/layout/RepeatingBendingProcessNew"/>
    <dgm:cxn modelId="{F4CB9BAB-120B-48A4-A039-3E72720246C0}" type="presParOf" srcId="{4EDDBE8F-6FAE-44CD-BC1A-903DF098F38B}" destId="{4202F0CD-24BD-43A6-9764-ABFB01228B43}" srcOrd="0" destOrd="0" presId="urn:microsoft.com/office/officeart/2016/7/layout/RepeatingBendingProcessNew"/>
    <dgm:cxn modelId="{E182DD4B-23A7-4F2F-B3ED-E1FBC859A602}" type="presParOf" srcId="{352547E0-729D-4776-8262-AFADF30F9EB8}" destId="{6A9AAC9E-ED1B-45C5-ADF0-1CA0FAF03A48}" srcOrd="4" destOrd="0" presId="urn:microsoft.com/office/officeart/2016/7/layout/RepeatingBendingProcessNew"/>
    <dgm:cxn modelId="{B4B3C03F-75D5-42E0-9B87-615115FF420F}" type="presParOf" srcId="{352547E0-729D-4776-8262-AFADF30F9EB8}" destId="{AE266D37-D631-4F20-927B-4632CA5B93AC}" srcOrd="5" destOrd="0" presId="urn:microsoft.com/office/officeart/2016/7/layout/RepeatingBendingProcessNew"/>
    <dgm:cxn modelId="{421192B6-FAEB-4663-83FE-5F5B523732C3}" type="presParOf" srcId="{AE266D37-D631-4F20-927B-4632CA5B93AC}" destId="{657A9630-CEC2-4FAD-894A-2BC438DF7643}" srcOrd="0" destOrd="0" presId="urn:microsoft.com/office/officeart/2016/7/layout/RepeatingBendingProcessNew"/>
    <dgm:cxn modelId="{520BDA1D-C865-411A-9A5C-36D535BEC268}" type="presParOf" srcId="{352547E0-729D-4776-8262-AFADF30F9EB8}" destId="{C78BF6CA-5C5D-4777-A891-9D80EA00FDA0}" srcOrd="6" destOrd="0" presId="urn:microsoft.com/office/officeart/2016/7/layout/RepeatingBendingProcessNew"/>
    <dgm:cxn modelId="{580AF219-FD65-4194-AD0C-5B514F486439}" type="presParOf" srcId="{352547E0-729D-4776-8262-AFADF30F9EB8}" destId="{474F3088-7B83-4089-84DC-2D49690A8FC5}" srcOrd="7" destOrd="0" presId="urn:microsoft.com/office/officeart/2016/7/layout/RepeatingBendingProcessNew"/>
    <dgm:cxn modelId="{0E733AB0-4845-4E2D-90B9-A979FBB1ED3F}" type="presParOf" srcId="{474F3088-7B83-4089-84DC-2D49690A8FC5}" destId="{97E87D5B-DDF2-41C6-9ADE-CFE4C59FF67F}" srcOrd="0" destOrd="0" presId="urn:microsoft.com/office/officeart/2016/7/layout/RepeatingBendingProcessNew"/>
    <dgm:cxn modelId="{F3EBB18E-E0B9-45EE-A4DD-166B4246CB10}" type="presParOf" srcId="{352547E0-729D-4776-8262-AFADF30F9EB8}" destId="{55294790-47FE-4BC2-8DAF-49B10D7BE9CB}" srcOrd="8" destOrd="0" presId="urn:microsoft.com/office/officeart/2016/7/layout/RepeatingBendingProcessNew"/>
    <dgm:cxn modelId="{02F659AF-0618-45E7-BEA9-71DBF7E8A7FE}" type="presParOf" srcId="{352547E0-729D-4776-8262-AFADF30F9EB8}" destId="{F30D6C46-21A5-465C-A588-5ECA29208C5D}" srcOrd="9" destOrd="0" presId="urn:microsoft.com/office/officeart/2016/7/layout/RepeatingBendingProcessNew"/>
    <dgm:cxn modelId="{A9A01199-D2F0-4113-8309-5A4FBE5A7A0B}" type="presParOf" srcId="{F30D6C46-21A5-465C-A588-5ECA29208C5D}" destId="{7084E699-A740-457D-AD58-E7A4E0E08F9D}" srcOrd="0" destOrd="0" presId="urn:microsoft.com/office/officeart/2016/7/layout/RepeatingBendingProcessNew"/>
    <dgm:cxn modelId="{0E2298CA-9512-4365-BF78-0C4CD29D58BA}" type="presParOf" srcId="{352547E0-729D-4776-8262-AFADF30F9EB8}" destId="{69B404E2-EEA4-487F-AB52-C2D03B85E168}" srcOrd="10" destOrd="0" presId="urn:microsoft.com/office/officeart/2016/7/layout/RepeatingBendingProcessNew"/>
    <dgm:cxn modelId="{7D245996-3E23-4114-B517-25940905F46A}" type="presParOf" srcId="{352547E0-729D-4776-8262-AFADF30F9EB8}" destId="{DD87218F-8274-42A3-9A1B-99CD9B533EAC}" srcOrd="11" destOrd="0" presId="urn:microsoft.com/office/officeart/2016/7/layout/RepeatingBendingProcessNew"/>
    <dgm:cxn modelId="{CE78D7A0-78D7-4138-BAB6-FB822505F10C}" type="presParOf" srcId="{DD87218F-8274-42A3-9A1B-99CD9B533EAC}" destId="{33B8A586-B8D1-4416-BC2F-DEFAB2F65606}" srcOrd="0" destOrd="0" presId="urn:microsoft.com/office/officeart/2016/7/layout/RepeatingBendingProcessNew"/>
    <dgm:cxn modelId="{59136BD4-D0BA-4DF1-A8B9-A60F11C3A1C5}" type="presParOf" srcId="{352547E0-729D-4776-8262-AFADF30F9EB8}" destId="{A86D0066-B69F-439A-BF79-2DAFD2451D4F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5FB833-2BC1-491F-B786-A62AF4A55249}" type="doc">
      <dgm:prSet loTypeId="urn:microsoft.com/office/officeart/2018/layout/CircleProcess" loCatId="simpleprocesssa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7B890D3-284C-46F3-B76E-4F5E60E541D3}">
      <dgm:prSet/>
      <dgm:spPr/>
      <dgm:t>
        <a:bodyPr/>
        <a:lstStyle/>
        <a:p>
          <a:r>
            <a:rPr lang="bn-BD"/>
            <a:t>১. প্রাথমিক জরীপ </a:t>
          </a:r>
          <a:endParaRPr lang="en-US"/>
        </a:p>
      </dgm:t>
    </dgm:pt>
    <dgm:pt modelId="{42DF6F89-1703-445E-97DF-27869F02B1B6}" type="parTrans" cxnId="{D9866676-DBBD-4EF5-A264-E4689ED703A1}">
      <dgm:prSet/>
      <dgm:spPr/>
      <dgm:t>
        <a:bodyPr/>
        <a:lstStyle/>
        <a:p>
          <a:endParaRPr lang="en-US"/>
        </a:p>
      </dgm:t>
    </dgm:pt>
    <dgm:pt modelId="{008B281D-115D-4F39-A33A-2E0E77FAEFDE}" type="sibTrans" cxnId="{D9866676-DBBD-4EF5-A264-E4689ED703A1}">
      <dgm:prSet phldrT="1" phldr="0"/>
      <dgm:spPr/>
      <dgm:t>
        <a:bodyPr/>
        <a:lstStyle/>
        <a:p>
          <a:endParaRPr lang="en-US"/>
        </a:p>
      </dgm:t>
    </dgm:pt>
    <dgm:pt modelId="{5D9F48C1-C873-4271-A360-1304AB431EA9}">
      <dgm:prSet/>
      <dgm:spPr/>
      <dgm:t>
        <a:bodyPr/>
        <a:lstStyle/>
        <a:p>
          <a:r>
            <a:rPr lang="bn-BD"/>
            <a:t>২. উপজেলা ও জেলা নির্বাচন </a:t>
          </a:r>
          <a:endParaRPr lang="en-US"/>
        </a:p>
      </dgm:t>
    </dgm:pt>
    <dgm:pt modelId="{E7ED4A66-8D56-4F28-BE61-885BF4D63932}" type="parTrans" cxnId="{3C7E3A42-1365-4771-8ADF-427908094EC5}">
      <dgm:prSet/>
      <dgm:spPr/>
      <dgm:t>
        <a:bodyPr/>
        <a:lstStyle/>
        <a:p>
          <a:endParaRPr lang="en-US"/>
        </a:p>
      </dgm:t>
    </dgm:pt>
    <dgm:pt modelId="{01E53370-083B-468D-BB72-3AE5B5ABEBD8}" type="sibTrans" cxnId="{3C7E3A42-1365-4771-8ADF-427908094EC5}">
      <dgm:prSet phldrT="2" phldr="0"/>
      <dgm:spPr/>
      <dgm:t>
        <a:bodyPr/>
        <a:lstStyle/>
        <a:p>
          <a:endParaRPr lang="en-US"/>
        </a:p>
      </dgm:t>
    </dgm:pt>
    <dgm:pt modelId="{40995147-1F61-4147-89C6-80EC00681CE4}">
      <dgm:prSet/>
      <dgm:spPr/>
      <dgm:t>
        <a:bodyPr/>
        <a:lstStyle/>
        <a:p>
          <a:r>
            <a:rPr lang="bn-BD" dirty="0"/>
            <a:t>৩. পরিকল্পনা প্রণয়ন এবং কমিটি কার্যকর</a:t>
          </a:r>
          <a:endParaRPr lang="en-US" dirty="0"/>
        </a:p>
      </dgm:t>
    </dgm:pt>
    <dgm:pt modelId="{B39B8127-BBA6-431C-A9E2-1AC48E9B934C}" type="parTrans" cxnId="{CDCE2CFC-091A-4532-A17D-B3F260627019}">
      <dgm:prSet/>
      <dgm:spPr/>
      <dgm:t>
        <a:bodyPr/>
        <a:lstStyle/>
        <a:p>
          <a:endParaRPr lang="en-US"/>
        </a:p>
      </dgm:t>
    </dgm:pt>
    <dgm:pt modelId="{20947568-DD99-41AE-BDB6-95A05C675FC7}" type="sibTrans" cxnId="{CDCE2CFC-091A-4532-A17D-B3F260627019}">
      <dgm:prSet phldrT="3" phldr="0"/>
      <dgm:spPr/>
      <dgm:t>
        <a:bodyPr/>
        <a:lstStyle/>
        <a:p>
          <a:endParaRPr lang="en-US"/>
        </a:p>
      </dgm:t>
    </dgm:pt>
    <dgm:pt modelId="{B0950E6C-9A3B-4E8D-974A-D29951EA64F2}">
      <dgm:prSet/>
      <dgm:spPr/>
      <dgm:t>
        <a:bodyPr/>
        <a:lstStyle/>
        <a:p>
          <a:r>
            <a:rPr lang="bn-BD"/>
            <a:t>৪. প্রচার প্রচারণা ও সামাজিক আন্দোলন </a:t>
          </a:r>
          <a:endParaRPr lang="en-US"/>
        </a:p>
      </dgm:t>
    </dgm:pt>
    <dgm:pt modelId="{85F5E3CB-0472-4E96-A3BA-776981B83BA3}" type="parTrans" cxnId="{22B47D46-7A37-42BA-999E-4A559D70EDE5}">
      <dgm:prSet/>
      <dgm:spPr/>
      <dgm:t>
        <a:bodyPr/>
        <a:lstStyle/>
        <a:p>
          <a:endParaRPr lang="en-US"/>
        </a:p>
      </dgm:t>
    </dgm:pt>
    <dgm:pt modelId="{D3877845-4D07-402B-ADD6-71A85AB7F19B}" type="sibTrans" cxnId="{22B47D46-7A37-42BA-999E-4A559D70EDE5}">
      <dgm:prSet phldrT="4" phldr="0"/>
      <dgm:spPr/>
      <dgm:t>
        <a:bodyPr/>
        <a:lstStyle/>
        <a:p>
          <a:endParaRPr lang="en-US"/>
        </a:p>
      </dgm:t>
    </dgm:pt>
    <dgm:pt modelId="{6AB5141A-859E-45F7-BBAD-C1E4399B3D45}">
      <dgm:prSet/>
      <dgm:spPr/>
      <dgm:t>
        <a:bodyPr/>
        <a:lstStyle/>
        <a:p>
          <a:r>
            <a:rPr lang="bn-BD"/>
            <a:t>৫. নেতৃত্ব বিকাশ এবং ব্যবস্থাপনা উন্নয়ন</a:t>
          </a:r>
          <a:endParaRPr lang="en-US"/>
        </a:p>
      </dgm:t>
    </dgm:pt>
    <dgm:pt modelId="{1BF45C28-3B37-4532-BD2B-452F586B3A06}" type="parTrans" cxnId="{253CC84B-1443-405B-B1A9-15BFBFADA5AB}">
      <dgm:prSet/>
      <dgm:spPr/>
      <dgm:t>
        <a:bodyPr/>
        <a:lstStyle/>
        <a:p>
          <a:endParaRPr lang="en-US"/>
        </a:p>
      </dgm:t>
    </dgm:pt>
    <dgm:pt modelId="{9E262CFB-8235-4B3C-B1C6-B6A7AE35F770}" type="sibTrans" cxnId="{253CC84B-1443-405B-B1A9-15BFBFADA5AB}">
      <dgm:prSet phldrT="5" phldr="0"/>
      <dgm:spPr/>
      <dgm:t>
        <a:bodyPr/>
        <a:lstStyle/>
        <a:p>
          <a:endParaRPr lang="en-US"/>
        </a:p>
      </dgm:t>
    </dgm:pt>
    <dgm:pt modelId="{08F46BA3-EB8E-48B3-B7B6-0F8ACB2D961E}">
      <dgm:prSet/>
      <dgm:spPr/>
      <dgm:t>
        <a:bodyPr/>
        <a:lstStyle/>
        <a:p>
          <a:r>
            <a:rPr lang="bn-BD"/>
            <a:t>৬. প্রয়োজনীয় জনবলের সংস্থান</a:t>
          </a:r>
          <a:endParaRPr lang="en-US"/>
        </a:p>
      </dgm:t>
    </dgm:pt>
    <dgm:pt modelId="{E6420F06-B183-4D8E-BB35-A2A89B5DDB82}" type="parTrans" cxnId="{E6828882-B5BF-4860-B85E-E873C9B73870}">
      <dgm:prSet/>
      <dgm:spPr/>
      <dgm:t>
        <a:bodyPr/>
        <a:lstStyle/>
        <a:p>
          <a:endParaRPr lang="en-US"/>
        </a:p>
      </dgm:t>
    </dgm:pt>
    <dgm:pt modelId="{80D6E4C5-3412-4679-B9A9-E611C79C0172}" type="sibTrans" cxnId="{E6828882-B5BF-4860-B85E-E873C9B73870}">
      <dgm:prSet phldrT="6" phldr="0"/>
      <dgm:spPr/>
      <dgm:t>
        <a:bodyPr/>
        <a:lstStyle/>
        <a:p>
          <a:endParaRPr lang="en-US"/>
        </a:p>
      </dgm:t>
    </dgm:pt>
    <dgm:pt modelId="{A34D296E-E07A-4D1D-B0E4-A4F34D2F763A}" type="pres">
      <dgm:prSet presAssocID="{B35FB833-2BC1-491F-B786-A62AF4A55249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GB"/>
        </a:p>
      </dgm:t>
    </dgm:pt>
    <dgm:pt modelId="{7AB8BDA3-BC10-4756-A200-C1F251710C5B}" type="pres">
      <dgm:prSet presAssocID="{08F46BA3-EB8E-48B3-B7B6-0F8ACB2D961E}" presName="Accent6" presStyleCnt="0"/>
      <dgm:spPr/>
    </dgm:pt>
    <dgm:pt modelId="{D1B146E1-9DB6-43EA-9C03-7F4124128CF0}" type="pres">
      <dgm:prSet presAssocID="{08F46BA3-EB8E-48B3-B7B6-0F8ACB2D961E}" presName="Accent" presStyleLbl="node1" presStyleIdx="0" presStyleCnt="12"/>
      <dgm:spPr/>
    </dgm:pt>
    <dgm:pt modelId="{ED54E14C-0474-4066-B240-C0F4FF722572}" type="pres">
      <dgm:prSet presAssocID="{08F46BA3-EB8E-48B3-B7B6-0F8ACB2D961E}" presName="ParentBackground6" presStyleCnt="0"/>
      <dgm:spPr/>
    </dgm:pt>
    <dgm:pt modelId="{D085DD1C-2309-4B88-8FAC-86B9D7CC481C}" type="pres">
      <dgm:prSet presAssocID="{08F46BA3-EB8E-48B3-B7B6-0F8ACB2D961E}" presName="ParentBackground" presStyleLbl="node1" presStyleIdx="1" presStyleCnt="12"/>
      <dgm:spPr/>
      <dgm:t>
        <a:bodyPr/>
        <a:lstStyle/>
        <a:p>
          <a:endParaRPr lang="en-GB"/>
        </a:p>
      </dgm:t>
    </dgm:pt>
    <dgm:pt modelId="{EF9A3491-07F4-4165-B6AE-727C20FB4760}" type="pres">
      <dgm:prSet presAssocID="{08F46BA3-EB8E-48B3-B7B6-0F8ACB2D961E}" presName="Parent6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D889FBB-D148-448A-B2BA-33D720A2BDDD}" type="pres">
      <dgm:prSet presAssocID="{6AB5141A-859E-45F7-BBAD-C1E4399B3D45}" presName="Accent5" presStyleCnt="0"/>
      <dgm:spPr/>
    </dgm:pt>
    <dgm:pt modelId="{A1756D3C-DDC5-4885-B174-EAA11A735645}" type="pres">
      <dgm:prSet presAssocID="{6AB5141A-859E-45F7-BBAD-C1E4399B3D45}" presName="Accent" presStyleLbl="node1" presStyleIdx="2" presStyleCnt="12"/>
      <dgm:spPr/>
    </dgm:pt>
    <dgm:pt modelId="{E891D60D-4B43-4187-BABE-1668448ECF3A}" type="pres">
      <dgm:prSet presAssocID="{6AB5141A-859E-45F7-BBAD-C1E4399B3D45}" presName="ParentBackground5" presStyleCnt="0"/>
      <dgm:spPr/>
    </dgm:pt>
    <dgm:pt modelId="{E68478EB-51E2-48AA-8FA6-3ADDC11A9028}" type="pres">
      <dgm:prSet presAssocID="{6AB5141A-859E-45F7-BBAD-C1E4399B3D45}" presName="ParentBackground" presStyleLbl="node1" presStyleIdx="3" presStyleCnt="12"/>
      <dgm:spPr/>
      <dgm:t>
        <a:bodyPr/>
        <a:lstStyle/>
        <a:p>
          <a:endParaRPr lang="en-GB"/>
        </a:p>
      </dgm:t>
    </dgm:pt>
    <dgm:pt modelId="{6C67E0EF-FFD2-46AF-A956-DA5FE3D48B5B}" type="pres">
      <dgm:prSet presAssocID="{6AB5141A-859E-45F7-BBAD-C1E4399B3D45}" presName="Parent5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A26C7AC-EB57-4665-8EB5-C5E0FCA8484B}" type="pres">
      <dgm:prSet presAssocID="{B0950E6C-9A3B-4E8D-974A-D29951EA64F2}" presName="Accent4" presStyleCnt="0"/>
      <dgm:spPr/>
    </dgm:pt>
    <dgm:pt modelId="{587AA25C-79F2-44F0-890E-A140A0740982}" type="pres">
      <dgm:prSet presAssocID="{B0950E6C-9A3B-4E8D-974A-D29951EA64F2}" presName="Accent" presStyleLbl="node1" presStyleIdx="4" presStyleCnt="12"/>
      <dgm:spPr/>
    </dgm:pt>
    <dgm:pt modelId="{44BDAF60-239B-4D50-9163-C619C5C159A2}" type="pres">
      <dgm:prSet presAssocID="{B0950E6C-9A3B-4E8D-974A-D29951EA64F2}" presName="ParentBackground4" presStyleCnt="0"/>
      <dgm:spPr/>
    </dgm:pt>
    <dgm:pt modelId="{71F3FA38-7FF0-420D-B845-E041611F41B4}" type="pres">
      <dgm:prSet presAssocID="{B0950E6C-9A3B-4E8D-974A-D29951EA64F2}" presName="ParentBackground" presStyleLbl="node1" presStyleIdx="5" presStyleCnt="12"/>
      <dgm:spPr/>
      <dgm:t>
        <a:bodyPr/>
        <a:lstStyle/>
        <a:p>
          <a:endParaRPr lang="en-GB"/>
        </a:p>
      </dgm:t>
    </dgm:pt>
    <dgm:pt modelId="{202D1A3E-82D2-4108-B153-64626185492D}" type="pres">
      <dgm:prSet presAssocID="{B0950E6C-9A3B-4E8D-974A-D29951EA64F2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96E2ADD-908E-4702-9710-72AA02484EE7}" type="pres">
      <dgm:prSet presAssocID="{40995147-1F61-4147-89C6-80EC00681CE4}" presName="Accent3" presStyleCnt="0"/>
      <dgm:spPr/>
    </dgm:pt>
    <dgm:pt modelId="{78315EA9-15D5-429B-ABDB-CE251E18BB37}" type="pres">
      <dgm:prSet presAssocID="{40995147-1F61-4147-89C6-80EC00681CE4}" presName="Accent" presStyleLbl="node1" presStyleIdx="6" presStyleCnt="12"/>
      <dgm:spPr/>
    </dgm:pt>
    <dgm:pt modelId="{2CEC1556-46F5-4A92-AD2B-A60F74066CA6}" type="pres">
      <dgm:prSet presAssocID="{40995147-1F61-4147-89C6-80EC00681CE4}" presName="ParentBackground3" presStyleCnt="0"/>
      <dgm:spPr/>
    </dgm:pt>
    <dgm:pt modelId="{54967B65-1731-4380-978B-D055152F6635}" type="pres">
      <dgm:prSet presAssocID="{40995147-1F61-4147-89C6-80EC00681CE4}" presName="ParentBackground" presStyleLbl="node1" presStyleIdx="7" presStyleCnt="12"/>
      <dgm:spPr/>
      <dgm:t>
        <a:bodyPr/>
        <a:lstStyle/>
        <a:p>
          <a:endParaRPr lang="en-GB"/>
        </a:p>
      </dgm:t>
    </dgm:pt>
    <dgm:pt modelId="{41085A09-3C78-495F-8717-85B579C15F4C}" type="pres">
      <dgm:prSet presAssocID="{40995147-1F61-4147-89C6-80EC00681CE4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72358EE-96F3-4024-87B2-90472B75985E}" type="pres">
      <dgm:prSet presAssocID="{5D9F48C1-C873-4271-A360-1304AB431EA9}" presName="Accent2" presStyleCnt="0"/>
      <dgm:spPr/>
    </dgm:pt>
    <dgm:pt modelId="{A7735911-4906-453B-AD00-FD4CBE0027E3}" type="pres">
      <dgm:prSet presAssocID="{5D9F48C1-C873-4271-A360-1304AB431EA9}" presName="Accent" presStyleLbl="node1" presStyleIdx="8" presStyleCnt="12"/>
      <dgm:spPr/>
    </dgm:pt>
    <dgm:pt modelId="{B7AD82BF-7060-4764-89DB-925CD155644D}" type="pres">
      <dgm:prSet presAssocID="{5D9F48C1-C873-4271-A360-1304AB431EA9}" presName="ParentBackground2" presStyleCnt="0"/>
      <dgm:spPr/>
    </dgm:pt>
    <dgm:pt modelId="{4D6F1310-7E68-482E-86A3-C8F7B58E4008}" type="pres">
      <dgm:prSet presAssocID="{5D9F48C1-C873-4271-A360-1304AB431EA9}" presName="ParentBackground" presStyleLbl="node1" presStyleIdx="9" presStyleCnt="12"/>
      <dgm:spPr/>
      <dgm:t>
        <a:bodyPr/>
        <a:lstStyle/>
        <a:p>
          <a:endParaRPr lang="en-GB"/>
        </a:p>
      </dgm:t>
    </dgm:pt>
    <dgm:pt modelId="{E9FBD5AE-5838-49D4-ACDA-545607A44AC1}" type="pres">
      <dgm:prSet presAssocID="{5D9F48C1-C873-4271-A360-1304AB431EA9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D7B4BA6-EF01-4675-A20D-45B2A7B6F517}" type="pres">
      <dgm:prSet presAssocID="{07B890D3-284C-46F3-B76E-4F5E60E541D3}" presName="Accent1" presStyleCnt="0"/>
      <dgm:spPr/>
    </dgm:pt>
    <dgm:pt modelId="{DCED2D85-D69B-42DF-9524-47C28C4DF67E}" type="pres">
      <dgm:prSet presAssocID="{07B890D3-284C-46F3-B76E-4F5E60E541D3}" presName="Accent" presStyleLbl="node1" presStyleIdx="10" presStyleCnt="12"/>
      <dgm:spPr/>
    </dgm:pt>
    <dgm:pt modelId="{602E8DFC-7263-4958-AAE7-253D2F6A314F}" type="pres">
      <dgm:prSet presAssocID="{07B890D3-284C-46F3-B76E-4F5E60E541D3}" presName="ParentBackground1" presStyleCnt="0"/>
      <dgm:spPr/>
    </dgm:pt>
    <dgm:pt modelId="{9343FE0B-D640-43A6-8883-89A9D0862AE2}" type="pres">
      <dgm:prSet presAssocID="{07B890D3-284C-46F3-B76E-4F5E60E541D3}" presName="ParentBackground" presStyleLbl="node1" presStyleIdx="11" presStyleCnt="12"/>
      <dgm:spPr/>
      <dgm:t>
        <a:bodyPr/>
        <a:lstStyle/>
        <a:p>
          <a:endParaRPr lang="en-GB"/>
        </a:p>
      </dgm:t>
    </dgm:pt>
    <dgm:pt modelId="{5A1AD4E7-F83E-4EDA-944C-8423BCC0E3D3}" type="pres">
      <dgm:prSet presAssocID="{07B890D3-284C-46F3-B76E-4F5E60E541D3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48EBAE8-53B3-4346-8FBC-030C39AD49E5}" type="presOf" srcId="{B0950E6C-9A3B-4E8D-974A-D29951EA64F2}" destId="{202D1A3E-82D2-4108-B153-64626185492D}" srcOrd="1" destOrd="0" presId="urn:microsoft.com/office/officeart/2018/layout/CircleProcess"/>
    <dgm:cxn modelId="{22B47D46-7A37-42BA-999E-4A559D70EDE5}" srcId="{B35FB833-2BC1-491F-B786-A62AF4A55249}" destId="{B0950E6C-9A3B-4E8D-974A-D29951EA64F2}" srcOrd="3" destOrd="0" parTransId="{85F5E3CB-0472-4E96-A3BA-776981B83BA3}" sibTransId="{D3877845-4D07-402B-ADD6-71A85AB7F19B}"/>
    <dgm:cxn modelId="{F1A3CC7D-C9F8-4A52-B944-98E458882FF7}" type="presOf" srcId="{B35FB833-2BC1-491F-B786-A62AF4A55249}" destId="{A34D296E-E07A-4D1D-B0E4-A4F34D2F763A}" srcOrd="0" destOrd="0" presId="urn:microsoft.com/office/officeart/2018/layout/CircleProcess"/>
    <dgm:cxn modelId="{C4F2B00B-C200-459D-8A26-E6F835945A9C}" type="presOf" srcId="{6AB5141A-859E-45F7-BBAD-C1E4399B3D45}" destId="{E68478EB-51E2-48AA-8FA6-3ADDC11A9028}" srcOrd="0" destOrd="0" presId="urn:microsoft.com/office/officeart/2018/layout/CircleProcess"/>
    <dgm:cxn modelId="{B4CC81AD-6284-41E1-8B71-163B87B3FF7B}" type="presOf" srcId="{08F46BA3-EB8E-48B3-B7B6-0F8ACB2D961E}" destId="{D085DD1C-2309-4B88-8FAC-86B9D7CC481C}" srcOrd="0" destOrd="0" presId="urn:microsoft.com/office/officeart/2018/layout/CircleProcess"/>
    <dgm:cxn modelId="{DF54B2C1-0CE7-4C19-9E18-37F355300BF1}" type="presOf" srcId="{5D9F48C1-C873-4271-A360-1304AB431EA9}" destId="{4D6F1310-7E68-482E-86A3-C8F7B58E4008}" srcOrd="0" destOrd="0" presId="urn:microsoft.com/office/officeart/2018/layout/CircleProcess"/>
    <dgm:cxn modelId="{E8390F10-F376-4A9F-A08C-E506C5618ECF}" type="presOf" srcId="{07B890D3-284C-46F3-B76E-4F5E60E541D3}" destId="{9343FE0B-D640-43A6-8883-89A9D0862AE2}" srcOrd="0" destOrd="0" presId="urn:microsoft.com/office/officeart/2018/layout/CircleProcess"/>
    <dgm:cxn modelId="{D9866676-DBBD-4EF5-A264-E4689ED703A1}" srcId="{B35FB833-2BC1-491F-B786-A62AF4A55249}" destId="{07B890D3-284C-46F3-B76E-4F5E60E541D3}" srcOrd="0" destOrd="0" parTransId="{42DF6F89-1703-445E-97DF-27869F02B1B6}" sibTransId="{008B281D-115D-4F39-A33A-2E0E77FAEFDE}"/>
    <dgm:cxn modelId="{CDCE2CFC-091A-4532-A17D-B3F260627019}" srcId="{B35FB833-2BC1-491F-B786-A62AF4A55249}" destId="{40995147-1F61-4147-89C6-80EC00681CE4}" srcOrd="2" destOrd="0" parTransId="{B39B8127-BBA6-431C-A9E2-1AC48E9B934C}" sibTransId="{20947568-DD99-41AE-BDB6-95A05C675FC7}"/>
    <dgm:cxn modelId="{3C7E3A42-1365-4771-8ADF-427908094EC5}" srcId="{B35FB833-2BC1-491F-B786-A62AF4A55249}" destId="{5D9F48C1-C873-4271-A360-1304AB431EA9}" srcOrd="1" destOrd="0" parTransId="{E7ED4A66-8D56-4F28-BE61-885BF4D63932}" sibTransId="{01E53370-083B-468D-BB72-3AE5B5ABEBD8}"/>
    <dgm:cxn modelId="{1EB6328C-C325-420D-BD7F-E3D254762FA6}" type="presOf" srcId="{5D9F48C1-C873-4271-A360-1304AB431EA9}" destId="{E9FBD5AE-5838-49D4-ACDA-545607A44AC1}" srcOrd="1" destOrd="0" presId="urn:microsoft.com/office/officeart/2018/layout/CircleProcess"/>
    <dgm:cxn modelId="{B484F187-58FF-4EDE-8158-DF2762FBEBCC}" type="presOf" srcId="{08F46BA3-EB8E-48B3-B7B6-0F8ACB2D961E}" destId="{EF9A3491-07F4-4165-B6AE-727C20FB4760}" srcOrd="1" destOrd="0" presId="urn:microsoft.com/office/officeart/2018/layout/CircleProcess"/>
    <dgm:cxn modelId="{5051F637-9077-4A24-B213-8B0EAD3F34D5}" type="presOf" srcId="{6AB5141A-859E-45F7-BBAD-C1E4399B3D45}" destId="{6C67E0EF-FFD2-46AF-A956-DA5FE3D48B5B}" srcOrd="1" destOrd="0" presId="urn:microsoft.com/office/officeart/2018/layout/CircleProcess"/>
    <dgm:cxn modelId="{E6828882-B5BF-4860-B85E-E873C9B73870}" srcId="{B35FB833-2BC1-491F-B786-A62AF4A55249}" destId="{08F46BA3-EB8E-48B3-B7B6-0F8ACB2D961E}" srcOrd="5" destOrd="0" parTransId="{E6420F06-B183-4D8E-BB35-A2A89B5DDB82}" sibTransId="{80D6E4C5-3412-4679-B9A9-E611C79C0172}"/>
    <dgm:cxn modelId="{95B02CC6-B6F1-4005-9BFB-D01992D074FF}" type="presOf" srcId="{40995147-1F61-4147-89C6-80EC00681CE4}" destId="{41085A09-3C78-495F-8717-85B579C15F4C}" srcOrd="1" destOrd="0" presId="urn:microsoft.com/office/officeart/2018/layout/CircleProcess"/>
    <dgm:cxn modelId="{7FCD99B6-7DB8-4179-970F-7872656EC71E}" type="presOf" srcId="{B0950E6C-9A3B-4E8D-974A-D29951EA64F2}" destId="{71F3FA38-7FF0-420D-B845-E041611F41B4}" srcOrd="0" destOrd="0" presId="urn:microsoft.com/office/officeart/2018/layout/CircleProcess"/>
    <dgm:cxn modelId="{2FFBDC69-56D4-41F1-A19A-AAD1A46C66EF}" type="presOf" srcId="{07B890D3-284C-46F3-B76E-4F5E60E541D3}" destId="{5A1AD4E7-F83E-4EDA-944C-8423BCC0E3D3}" srcOrd="1" destOrd="0" presId="urn:microsoft.com/office/officeart/2018/layout/CircleProcess"/>
    <dgm:cxn modelId="{F41937E0-C652-4EC5-9C5E-D733F40EA1AF}" type="presOf" srcId="{40995147-1F61-4147-89C6-80EC00681CE4}" destId="{54967B65-1731-4380-978B-D055152F6635}" srcOrd="0" destOrd="0" presId="urn:microsoft.com/office/officeart/2018/layout/CircleProcess"/>
    <dgm:cxn modelId="{253CC84B-1443-405B-B1A9-15BFBFADA5AB}" srcId="{B35FB833-2BC1-491F-B786-A62AF4A55249}" destId="{6AB5141A-859E-45F7-BBAD-C1E4399B3D45}" srcOrd="4" destOrd="0" parTransId="{1BF45C28-3B37-4532-BD2B-452F586B3A06}" sibTransId="{9E262CFB-8235-4B3C-B1C6-B6A7AE35F770}"/>
    <dgm:cxn modelId="{7758D8C2-C2ED-4A60-BA15-33610EFB33A7}" type="presParOf" srcId="{A34D296E-E07A-4D1D-B0E4-A4F34D2F763A}" destId="{7AB8BDA3-BC10-4756-A200-C1F251710C5B}" srcOrd="0" destOrd="0" presId="urn:microsoft.com/office/officeart/2018/layout/CircleProcess"/>
    <dgm:cxn modelId="{A8EC2141-7809-40F7-B7CB-8397D04D63E7}" type="presParOf" srcId="{7AB8BDA3-BC10-4756-A200-C1F251710C5B}" destId="{D1B146E1-9DB6-43EA-9C03-7F4124128CF0}" srcOrd="0" destOrd="0" presId="urn:microsoft.com/office/officeart/2018/layout/CircleProcess"/>
    <dgm:cxn modelId="{3EB6F15A-9139-452A-A428-A93765EC87FF}" type="presParOf" srcId="{A34D296E-E07A-4D1D-B0E4-A4F34D2F763A}" destId="{ED54E14C-0474-4066-B240-C0F4FF722572}" srcOrd="1" destOrd="0" presId="urn:microsoft.com/office/officeart/2018/layout/CircleProcess"/>
    <dgm:cxn modelId="{977A7105-889B-44D8-A389-6D649D3FE79A}" type="presParOf" srcId="{ED54E14C-0474-4066-B240-C0F4FF722572}" destId="{D085DD1C-2309-4B88-8FAC-86B9D7CC481C}" srcOrd="0" destOrd="0" presId="urn:microsoft.com/office/officeart/2018/layout/CircleProcess"/>
    <dgm:cxn modelId="{58B9FA41-8781-4E2F-A3A5-FC439487532C}" type="presParOf" srcId="{A34D296E-E07A-4D1D-B0E4-A4F34D2F763A}" destId="{EF9A3491-07F4-4165-B6AE-727C20FB4760}" srcOrd="2" destOrd="0" presId="urn:microsoft.com/office/officeart/2018/layout/CircleProcess"/>
    <dgm:cxn modelId="{793892D6-A4BE-414E-85AA-517CCD4FD00E}" type="presParOf" srcId="{A34D296E-E07A-4D1D-B0E4-A4F34D2F763A}" destId="{4D889FBB-D148-448A-B2BA-33D720A2BDDD}" srcOrd="3" destOrd="0" presId="urn:microsoft.com/office/officeart/2018/layout/CircleProcess"/>
    <dgm:cxn modelId="{E47058C4-9A25-4D10-A6E3-F4B66645868F}" type="presParOf" srcId="{4D889FBB-D148-448A-B2BA-33D720A2BDDD}" destId="{A1756D3C-DDC5-4885-B174-EAA11A735645}" srcOrd="0" destOrd="0" presId="urn:microsoft.com/office/officeart/2018/layout/CircleProcess"/>
    <dgm:cxn modelId="{46A1C271-306D-4CC6-8630-B54E8C970ED3}" type="presParOf" srcId="{A34D296E-E07A-4D1D-B0E4-A4F34D2F763A}" destId="{E891D60D-4B43-4187-BABE-1668448ECF3A}" srcOrd="4" destOrd="0" presId="urn:microsoft.com/office/officeart/2018/layout/CircleProcess"/>
    <dgm:cxn modelId="{6C168018-030C-4E81-97AC-A3088576313E}" type="presParOf" srcId="{E891D60D-4B43-4187-BABE-1668448ECF3A}" destId="{E68478EB-51E2-48AA-8FA6-3ADDC11A9028}" srcOrd="0" destOrd="0" presId="urn:microsoft.com/office/officeart/2018/layout/CircleProcess"/>
    <dgm:cxn modelId="{1849183C-E90F-48C3-AFB4-40ADE4E159A8}" type="presParOf" srcId="{A34D296E-E07A-4D1D-B0E4-A4F34D2F763A}" destId="{6C67E0EF-FFD2-46AF-A956-DA5FE3D48B5B}" srcOrd="5" destOrd="0" presId="urn:microsoft.com/office/officeart/2018/layout/CircleProcess"/>
    <dgm:cxn modelId="{5D8714CF-3B5C-4DE6-8066-A61F50203BFD}" type="presParOf" srcId="{A34D296E-E07A-4D1D-B0E4-A4F34D2F763A}" destId="{1A26C7AC-EB57-4665-8EB5-C5E0FCA8484B}" srcOrd="6" destOrd="0" presId="urn:microsoft.com/office/officeart/2018/layout/CircleProcess"/>
    <dgm:cxn modelId="{0D962156-8D34-4012-973A-6D1D59A06687}" type="presParOf" srcId="{1A26C7AC-EB57-4665-8EB5-C5E0FCA8484B}" destId="{587AA25C-79F2-44F0-890E-A140A0740982}" srcOrd="0" destOrd="0" presId="urn:microsoft.com/office/officeart/2018/layout/CircleProcess"/>
    <dgm:cxn modelId="{56393B8D-7AD2-422A-82A8-53756E7A2B85}" type="presParOf" srcId="{A34D296E-E07A-4D1D-B0E4-A4F34D2F763A}" destId="{44BDAF60-239B-4D50-9163-C619C5C159A2}" srcOrd="7" destOrd="0" presId="urn:microsoft.com/office/officeart/2018/layout/CircleProcess"/>
    <dgm:cxn modelId="{B675FB08-5959-472B-B935-62DAEFBBE5B9}" type="presParOf" srcId="{44BDAF60-239B-4D50-9163-C619C5C159A2}" destId="{71F3FA38-7FF0-420D-B845-E041611F41B4}" srcOrd="0" destOrd="0" presId="urn:microsoft.com/office/officeart/2018/layout/CircleProcess"/>
    <dgm:cxn modelId="{48E5A0BF-8C38-44A1-BFD0-98A3A920461E}" type="presParOf" srcId="{A34D296E-E07A-4D1D-B0E4-A4F34D2F763A}" destId="{202D1A3E-82D2-4108-B153-64626185492D}" srcOrd="8" destOrd="0" presId="urn:microsoft.com/office/officeart/2018/layout/CircleProcess"/>
    <dgm:cxn modelId="{7AEDD295-AF04-40D9-BCAC-94E1B81B7076}" type="presParOf" srcId="{A34D296E-E07A-4D1D-B0E4-A4F34D2F763A}" destId="{B96E2ADD-908E-4702-9710-72AA02484EE7}" srcOrd="9" destOrd="0" presId="urn:microsoft.com/office/officeart/2018/layout/CircleProcess"/>
    <dgm:cxn modelId="{DAA2AECB-9135-4143-B197-4A4E0ED49051}" type="presParOf" srcId="{B96E2ADD-908E-4702-9710-72AA02484EE7}" destId="{78315EA9-15D5-429B-ABDB-CE251E18BB37}" srcOrd="0" destOrd="0" presId="urn:microsoft.com/office/officeart/2018/layout/CircleProcess"/>
    <dgm:cxn modelId="{1447E18B-C417-47A0-92BA-99173D27B432}" type="presParOf" srcId="{A34D296E-E07A-4D1D-B0E4-A4F34D2F763A}" destId="{2CEC1556-46F5-4A92-AD2B-A60F74066CA6}" srcOrd="10" destOrd="0" presId="urn:microsoft.com/office/officeart/2018/layout/CircleProcess"/>
    <dgm:cxn modelId="{E4EA2C51-3A7B-40DA-AA79-D886C000210E}" type="presParOf" srcId="{2CEC1556-46F5-4A92-AD2B-A60F74066CA6}" destId="{54967B65-1731-4380-978B-D055152F6635}" srcOrd="0" destOrd="0" presId="urn:microsoft.com/office/officeart/2018/layout/CircleProcess"/>
    <dgm:cxn modelId="{202FD5AF-44CB-45E7-BA50-119850FB0C61}" type="presParOf" srcId="{A34D296E-E07A-4D1D-B0E4-A4F34D2F763A}" destId="{41085A09-3C78-495F-8717-85B579C15F4C}" srcOrd="11" destOrd="0" presId="urn:microsoft.com/office/officeart/2018/layout/CircleProcess"/>
    <dgm:cxn modelId="{2FD30D56-959C-46FA-BEE4-E38C80E31C37}" type="presParOf" srcId="{A34D296E-E07A-4D1D-B0E4-A4F34D2F763A}" destId="{172358EE-96F3-4024-87B2-90472B75985E}" srcOrd="12" destOrd="0" presId="urn:microsoft.com/office/officeart/2018/layout/CircleProcess"/>
    <dgm:cxn modelId="{E4827FFC-5884-4BFC-BC6F-7D8FB6094EBD}" type="presParOf" srcId="{172358EE-96F3-4024-87B2-90472B75985E}" destId="{A7735911-4906-453B-AD00-FD4CBE0027E3}" srcOrd="0" destOrd="0" presId="urn:microsoft.com/office/officeart/2018/layout/CircleProcess"/>
    <dgm:cxn modelId="{497EB9FC-9C0B-49E5-9213-CDA4F16AF3BD}" type="presParOf" srcId="{A34D296E-E07A-4D1D-B0E4-A4F34D2F763A}" destId="{B7AD82BF-7060-4764-89DB-925CD155644D}" srcOrd="13" destOrd="0" presId="urn:microsoft.com/office/officeart/2018/layout/CircleProcess"/>
    <dgm:cxn modelId="{6FACE8CA-606B-4567-9A5F-3AACF2E208A6}" type="presParOf" srcId="{B7AD82BF-7060-4764-89DB-925CD155644D}" destId="{4D6F1310-7E68-482E-86A3-C8F7B58E4008}" srcOrd="0" destOrd="0" presId="urn:microsoft.com/office/officeart/2018/layout/CircleProcess"/>
    <dgm:cxn modelId="{F7613CD6-B8E7-46A5-8511-B728E897F6A5}" type="presParOf" srcId="{A34D296E-E07A-4D1D-B0E4-A4F34D2F763A}" destId="{E9FBD5AE-5838-49D4-ACDA-545607A44AC1}" srcOrd="14" destOrd="0" presId="urn:microsoft.com/office/officeart/2018/layout/CircleProcess"/>
    <dgm:cxn modelId="{2D8C5F3E-E00A-4BB9-AFD5-CB24EC6F7784}" type="presParOf" srcId="{A34D296E-E07A-4D1D-B0E4-A4F34D2F763A}" destId="{3D7B4BA6-EF01-4675-A20D-45B2A7B6F517}" srcOrd="15" destOrd="0" presId="urn:microsoft.com/office/officeart/2018/layout/CircleProcess"/>
    <dgm:cxn modelId="{2EA380FD-0823-4342-A904-082DDCA6B9DB}" type="presParOf" srcId="{3D7B4BA6-EF01-4675-A20D-45B2A7B6F517}" destId="{DCED2D85-D69B-42DF-9524-47C28C4DF67E}" srcOrd="0" destOrd="0" presId="urn:microsoft.com/office/officeart/2018/layout/CircleProcess"/>
    <dgm:cxn modelId="{C571827F-4484-4F5C-8460-1528AF8C9BB6}" type="presParOf" srcId="{A34D296E-E07A-4D1D-B0E4-A4F34D2F763A}" destId="{602E8DFC-7263-4958-AAE7-253D2F6A314F}" srcOrd="16" destOrd="0" presId="urn:microsoft.com/office/officeart/2018/layout/CircleProcess"/>
    <dgm:cxn modelId="{915D6E52-D268-4895-84CC-B0C478BB597E}" type="presParOf" srcId="{602E8DFC-7263-4958-AAE7-253D2F6A314F}" destId="{9343FE0B-D640-43A6-8883-89A9D0862AE2}" srcOrd="0" destOrd="0" presId="urn:microsoft.com/office/officeart/2018/layout/CircleProcess"/>
    <dgm:cxn modelId="{607BE4C6-FC0F-467F-ABD6-7DBC808F378B}" type="presParOf" srcId="{A34D296E-E07A-4D1D-B0E4-A4F34D2F763A}" destId="{5A1AD4E7-F83E-4EDA-944C-8423BCC0E3D3}" srcOrd="17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FC90A30-3DB5-4901-939F-504BAB9771FB}" type="doc">
      <dgm:prSet loTypeId="urn:microsoft.com/office/officeart/2005/8/layout/cycle2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E5B08A6-0151-40F4-8559-ED9D2FE6C3B6}">
      <dgm:prSet/>
      <dgm:spPr/>
      <dgm:t>
        <a:bodyPr/>
        <a:lstStyle/>
        <a:p>
          <a:r>
            <a:rPr lang="bn-BD" dirty="0"/>
            <a:t>৭. প্রয়োজনীয় সাজসরঞ্জাম সরবরাহ</a:t>
          </a:r>
          <a:endParaRPr lang="en-US" dirty="0"/>
        </a:p>
      </dgm:t>
    </dgm:pt>
    <dgm:pt modelId="{009049C6-5221-4DB7-85D8-D991A7CF0D0C}" type="parTrans" cxnId="{F207D6F5-E7DE-4B8F-805E-596A5613F384}">
      <dgm:prSet/>
      <dgm:spPr/>
      <dgm:t>
        <a:bodyPr/>
        <a:lstStyle/>
        <a:p>
          <a:endParaRPr lang="en-US"/>
        </a:p>
      </dgm:t>
    </dgm:pt>
    <dgm:pt modelId="{AC281607-AD55-44ED-9724-657FDD0ED89C}" type="sibTrans" cxnId="{F207D6F5-E7DE-4B8F-805E-596A5613F38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CBE5704-BD77-48A2-AEAD-F5616613E565}">
      <dgm:prSet/>
      <dgm:spPr/>
      <dgm:t>
        <a:bodyPr/>
        <a:lstStyle/>
        <a:p>
          <a:r>
            <a:rPr lang="bn-BD" dirty="0"/>
            <a:t>৮. বরাদ্দকৃত সম্পদ ও সুযোগ-সুবিধার সর্বোচ্চ ব্যবহার</a:t>
          </a:r>
          <a:endParaRPr lang="en-US" dirty="0"/>
        </a:p>
      </dgm:t>
    </dgm:pt>
    <dgm:pt modelId="{ECB2D25A-B871-43B9-BE73-E3A68F19BF24}" type="parTrans" cxnId="{68D60EC1-341A-44B1-9FBE-8D6D34F1FFF7}">
      <dgm:prSet/>
      <dgm:spPr/>
      <dgm:t>
        <a:bodyPr/>
        <a:lstStyle/>
        <a:p>
          <a:endParaRPr lang="en-US"/>
        </a:p>
      </dgm:t>
    </dgm:pt>
    <dgm:pt modelId="{63BE6296-AD0F-47F4-82CA-7EB6444CC455}" type="sibTrans" cxnId="{68D60EC1-341A-44B1-9FBE-8D6D34F1FFF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FC0A97B-0ABF-4E19-B647-F8A772432C93}">
      <dgm:prSet/>
      <dgm:spPr/>
      <dgm:t>
        <a:bodyPr/>
        <a:lstStyle/>
        <a:p>
          <a:r>
            <a:rPr lang="bn-BD" dirty="0"/>
            <a:t>৯. জনসম্পৃক্ততা</a:t>
          </a:r>
          <a:endParaRPr lang="en-US" dirty="0"/>
        </a:p>
      </dgm:t>
    </dgm:pt>
    <dgm:pt modelId="{7367DA9C-30CE-497F-A2D7-4842BE1FCA8D}" type="parTrans" cxnId="{0D762578-36AD-4424-B9A9-57494AEE36A2}">
      <dgm:prSet/>
      <dgm:spPr/>
      <dgm:t>
        <a:bodyPr/>
        <a:lstStyle/>
        <a:p>
          <a:endParaRPr lang="en-US"/>
        </a:p>
      </dgm:t>
    </dgm:pt>
    <dgm:pt modelId="{B66C5543-C612-468E-BD9D-80DA7760B5FF}" type="sibTrans" cxnId="{0D762578-36AD-4424-B9A9-57494AEE36A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7A89E47-D5D2-490F-92F8-B9917E2E4467}">
      <dgm:prSet/>
      <dgm:spPr/>
      <dgm:t>
        <a:bodyPr/>
        <a:lstStyle/>
        <a:p>
          <a:r>
            <a:rPr lang="bn-BD" dirty="0"/>
            <a:t>১০. স্থানীয় কমিটি কার্যকর করণ </a:t>
          </a:r>
          <a:endParaRPr lang="en-US" dirty="0"/>
        </a:p>
      </dgm:t>
    </dgm:pt>
    <dgm:pt modelId="{ED02A780-F549-44D2-8B67-FDC847819D4F}" type="parTrans" cxnId="{88EF3376-7F06-4362-B9BF-F958E3B4659E}">
      <dgm:prSet/>
      <dgm:spPr/>
      <dgm:t>
        <a:bodyPr/>
        <a:lstStyle/>
        <a:p>
          <a:endParaRPr lang="en-US"/>
        </a:p>
      </dgm:t>
    </dgm:pt>
    <dgm:pt modelId="{D45AB3ED-F638-4793-B9CB-3DA5F241B7C3}" type="sibTrans" cxnId="{88EF3376-7F06-4362-B9BF-F958E3B4659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7AAEF94-3055-49BD-AAB2-2C596643228A}">
      <dgm:prSet/>
      <dgm:spPr/>
      <dgm:t>
        <a:bodyPr/>
        <a:lstStyle/>
        <a:p>
          <a:r>
            <a:rPr lang="bn-BD" dirty="0"/>
            <a:t>১১. স্থানীয় পর্যায়ে পরিকল্পনা বাস্তবায়ন ও পরিচালন</a:t>
          </a:r>
          <a:endParaRPr lang="en-US" dirty="0"/>
        </a:p>
      </dgm:t>
    </dgm:pt>
    <dgm:pt modelId="{1AF6AD46-68F0-4908-B662-A3D13530621A}" type="parTrans" cxnId="{5F434AFD-35C5-46EA-A254-256110AFF048}">
      <dgm:prSet/>
      <dgm:spPr/>
      <dgm:t>
        <a:bodyPr/>
        <a:lstStyle/>
        <a:p>
          <a:endParaRPr lang="en-US"/>
        </a:p>
      </dgm:t>
    </dgm:pt>
    <dgm:pt modelId="{5DFBA088-DF59-403B-AC89-983A3D5FD83A}" type="sibTrans" cxnId="{5F434AFD-35C5-46EA-A254-256110AFF04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ECF53577-94A3-48D1-AC50-26EE0BC04D34}">
      <dgm:prSet custT="1"/>
      <dgm:spPr/>
      <dgm:t>
        <a:bodyPr/>
        <a:lstStyle/>
        <a:p>
          <a:r>
            <a:rPr lang="bn-BD" sz="1600" dirty="0"/>
            <a:t>১২. নিয়মিত পর্যবেক্ষণ ও মুল্যায়ন এর মাধ্যমে সফলতা ও উন্নয়ন বজায় রাখা </a:t>
          </a:r>
          <a:endParaRPr lang="en-US" sz="1600" dirty="0"/>
        </a:p>
      </dgm:t>
    </dgm:pt>
    <dgm:pt modelId="{7CEEE21D-B7A4-4AFA-8B62-BC4FE83D4404}" type="parTrans" cxnId="{28F5F43B-9E19-46E1-805D-B6626F424658}">
      <dgm:prSet/>
      <dgm:spPr/>
      <dgm:t>
        <a:bodyPr/>
        <a:lstStyle/>
        <a:p>
          <a:endParaRPr lang="en-US"/>
        </a:p>
      </dgm:t>
    </dgm:pt>
    <dgm:pt modelId="{09FF69F1-E26C-4FD7-B248-EC8DF6914958}" type="sibTrans" cxnId="{28F5F43B-9E19-46E1-805D-B6626F424658}">
      <dgm:prSet phldrT="6" phldr="0"/>
      <dgm:spPr/>
      <dgm:t>
        <a:bodyPr/>
        <a:lstStyle/>
        <a:p>
          <a:r>
            <a:rPr lang="en-US" dirty="0"/>
            <a:t>6</a:t>
          </a:r>
        </a:p>
      </dgm:t>
    </dgm:pt>
    <dgm:pt modelId="{C40C0709-AE35-4F46-9773-0F159D23E4B1}" type="pres">
      <dgm:prSet presAssocID="{0FC90A30-3DB5-4901-939F-504BAB9771F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EEB6B38-B7C8-439D-A048-6288DF870429}" type="pres">
      <dgm:prSet presAssocID="{FE5B08A6-0151-40F4-8559-ED9D2FE6C3B6}" presName="node" presStyleLbl="node1" presStyleIdx="0" presStyleCnt="6" custScaleX="177204" custScaleY="117961" custRadScaleRad="79484" custRadScaleInc="-117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C585BBB-124E-4F17-AB12-D634AA0E7828}" type="pres">
      <dgm:prSet presAssocID="{AC281607-AD55-44ED-9724-657FDD0ED89C}" presName="sibTrans" presStyleLbl="sibTrans2D1" presStyleIdx="0" presStyleCnt="6"/>
      <dgm:spPr/>
      <dgm:t>
        <a:bodyPr/>
        <a:lstStyle/>
        <a:p>
          <a:endParaRPr lang="en-GB"/>
        </a:p>
      </dgm:t>
    </dgm:pt>
    <dgm:pt modelId="{DB14A8E4-D2A4-476F-AD2E-5B4B6345F582}" type="pres">
      <dgm:prSet presAssocID="{AC281607-AD55-44ED-9724-657FDD0ED89C}" presName="connectorText" presStyleLbl="sibTrans2D1" presStyleIdx="0" presStyleCnt="6"/>
      <dgm:spPr/>
      <dgm:t>
        <a:bodyPr/>
        <a:lstStyle/>
        <a:p>
          <a:endParaRPr lang="en-GB"/>
        </a:p>
      </dgm:t>
    </dgm:pt>
    <dgm:pt modelId="{7C8C4271-A7E3-41E3-9444-1587E549A46B}" type="pres">
      <dgm:prSet presAssocID="{8CBE5704-BD77-48A2-AEAD-F5616613E565}" presName="node" presStyleLbl="node1" presStyleIdx="1" presStyleCnt="6" custScaleX="218060" custScaleY="121185" custRadScaleRad="206970" custRadScaleInc="3869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F7499D5-50F6-457F-B666-2C0E06818270}" type="pres">
      <dgm:prSet presAssocID="{63BE6296-AD0F-47F4-82CA-7EB6444CC455}" presName="sibTrans" presStyleLbl="sibTrans2D1" presStyleIdx="1" presStyleCnt="6"/>
      <dgm:spPr/>
      <dgm:t>
        <a:bodyPr/>
        <a:lstStyle/>
        <a:p>
          <a:endParaRPr lang="en-GB"/>
        </a:p>
      </dgm:t>
    </dgm:pt>
    <dgm:pt modelId="{F3E56EC8-EAD5-41D6-9294-6433F064959F}" type="pres">
      <dgm:prSet presAssocID="{63BE6296-AD0F-47F4-82CA-7EB6444CC455}" presName="connectorText" presStyleLbl="sibTrans2D1" presStyleIdx="1" presStyleCnt="6"/>
      <dgm:spPr/>
      <dgm:t>
        <a:bodyPr/>
        <a:lstStyle/>
        <a:p>
          <a:endParaRPr lang="en-GB"/>
        </a:p>
      </dgm:t>
    </dgm:pt>
    <dgm:pt modelId="{0B7BFCF1-99AF-47EA-8379-030FEE642F80}" type="pres">
      <dgm:prSet presAssocID="{2FC0A97B-0ABF-4E19-B647-F8A772432C93}" presName="node" presStyleLbl="node1" presStyleIdx="2" presStyleCnt="6" custScaleX="200136" custScaleY="119801" custRadScaleRad="196929" custRadScaleInc="-4130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AD22F07-E537-4B88-9098-629DD5F565A2}" type="pres">
      <dgm:prSet presAssocID="{B66C5543-C612-468E-BD9D-80DA7760B5FF}" presName="sibTrans" presStyleLbl="sibTrans2D1" presStyleIdx="2" presStyleCnt="6"/>
      <dgm:spPr/>
      <dgm:t>
        <a:bodyPr/>
        <a:lstStyle/>
        <a:p>
          <a:endParaRPr lang="en-GB"/>
        </a:p>
      </dgm:t>
    </dgm:pt>
    <dgm:pt modelId="{539DC1AA-5D84-40A6-8825-DF34D7F2E9DE}" type="pres">
      <dgm:prSet presAssocID="{B66C5543-C612-468E-BD9D-80DA7760B5FF}" presName="connectorText" presStyleLbl="sibTrans2D1" presStyleIdx="2" presStyleCnt="6"/>
      <dgm:spPr/>
      <dgm:t>
        <a:bodyPr/>
        <a:lstStyle/>
        <a:p>
          <a:endParaRPr lang="en-GB"/>
        </a:p>
      </dgm:t>
    </dgm:pt>
    <dgm:pt modelId="{361EB4A8-3FA1-49A9-BED1-0869110DD773}" type="pres">
      <dgm:prSet presAssocID="{A7A89E47-D5D2-490F-92F8-B9917E2E4467}" presName="node" presStyleLbl="node1" presStyleIdx="3" presStyleCnt="6" custScaleX="218382" custScaleY="124264" custRadScaleRad="73605" custRadScaleInc="-1461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496AED6-100C-4212-AD2C-C58FB2506CF9}" type="pres">
      <dgm:prSet presAssocID="{D45AB3ED-F638-4793-B9CB-3DA5F241B7C3}" presName="sibTrans" presStyleLbl="sibTrans2D1" presStyleIdx="3" presStyleCnt="6"/>
      <dgm:spPr/>
      <dgm:t>
        <a:bodyPr/>
        <a:lstStyle/>
        <a:p>
          <a:endParaRPr lang="en-GB"/>
        </a:p>
      </dgm:t>
    </dgm:pt>
    <dgm:pt modelId="{BE4ECA56-55A2-4609-AA49-8F1AC92A18FD}" type="pres">
      <dgm:prSet presAssocID="{D45AB3ED-F638-4793-B9CB-3DA5F241B7C3}" presName="connectorText" presStyleLbl="sibTrans2D1" presStyleIdx="3" presStyleCnt="6"/>
      <dgm:spPr/>
      <dgm:t>
        <a:bodyPr/>
        <a:lstStyle/>
        <a:p>
          <a:endParaRPr lang="en-GB"/>
        </a:p>
      </dgm:t>
    </dgm:pt>
    <dgm:pt modelId="{A0AB91EA-73B9-451B-9F26-BD6CC800FA4A}" type="pres">
      <dgm:prSet presAssocID="{17AAEF94-3055-49BD-AAB2-2C596643228A}" presName="node" presStyleLbl="node1" presStyleIdx="4" presStyleCnt="6" custScaleX="215492" custScaleY="114628" custRadScaleRad="180186" custRadScaleInc="3524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1C2E50-D15D-46A4-A982-777B599A1962}" type="pres">
      <dgm:prSet presAssocID="{5DFBA088-DF59-403B-AC89-983A3D5FD83A}" presName="sibTrans" presStyleLbl="sibTrans2D1" presStyleIdx="4" presStyleCnt="6"/>
      <dgm:spPr/>
      <dgm:t>
        <a:bodyPr/>
        <a:lstStyle/>
        <a:p>
          <a:endParaRPr lang="en-GB"/>
        </a:p>
      </dgm:t>
    </dgm:pt>
    <dgm:pt modelId="{6B4D9388-EF36-46FF-9370-1DD86BB1C436}" type="pres">
      <dgm:prSet presAssocID="{5DFBA088-DF59-403B-AC89-983A3D5FD83A}" presName="connectorText" presStyleLbl="sibTrans2D1" presStyleIdx="4" presStyleCnt="6"/>
      <dgm:spPr/>
      <dgm:t>
        <a:bodyPr/>
        <a:lstStyle/>
        <a:p>
          <a:endParaRPr lang="en-GB"/>
        </a:p>
      </dgm:t>
    </dgm:pt>
    <dgm:pt modelId="{57A975B9-02C3-4EB4-99F5-16194A33DE21}" type="pres">
      <dgm:prSet presAssocID="{ECF53577-94A3-48D1-AC50-26EE0BC04D34}" presName="node" presStyleLbl="node1" presStyleIdx="5" presStyleCnt="6" custScaleX="216982" custScaleY="108355" custRadScaleRad="198463" custRadScaleInc="-3494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349A0E8-2A83-4E76-8C7B-08E89191E47E}" type="pres">
      <dgm:prSet presAssocID="{09FF69F1-E26C-4FD7-B248-EC8DF6914958}" presName="sibTrans" presStyleLbl="sibTrans2D1" presStyleIdx="5" presStyleCnt="6"/>
      <dgm:spPr/>
      <dgm:t>
        <a:bodyPr/>
        <a:lstStyle/>
        <a:p>
          <a:endParaRPr lang="en-GB"/>
        </a:p>
      </dgm:t>
    </dgm:pt>
    <dgm:pt modelId="{4AA9722F-88A2-4A96-9E69-1020CAFC4D15}" type="pres">
      <dgm:prSet presAssocID="{09FF69F1-E26C-4FD7-B248-EC8DF6914958}" presName="connectorText" presStyleLbl="sibTrans2D1" presStyleIdx="5" presStyleCnt="6"/>
      <dgm:spPr/>
      <dgm:t>
        <a:bodyPr/>
        <a:lstStyle/>
        <a:p>
          <a:endParaRPr lang="en-GB"/>
        </a:p>
      </dgm:t>
    </dgm:pt>
  </dgm:ptLst>
  <dgm:cxnLst>
    <dgm:cxn modelId="{F207D6F5-E7DE-4B8F-805E-596A5613F384}" srcId="{0FC90A30-3DB5-4901-939F-504BAB9771FB}" destId="{FE5B08A6-0151-40F4-8559-ED9D2FE6C3B6}" srcOrd="0" destOrd="0" parTransId="{009049C6-5221-4DB7-85D8-D991A7CF0D0C}" sibTransId="{AC281607-AD55-44ED-9724-657FDD0ED89C}"/>
    <dgm:cxn modelId="{7FEB4380-0C00-4F43-81F1-8DB6A465CFF1}" type="presOf" srcId="{0FC90A30-3DB5-4901-939F-504BAB9771FB}" destId="{C40C0709-AE35-4F46-9773-0F159D23E4B1}" srcOrd="0" destOrd="0" presId="urn:microsoft.com/office/officeart/2005/8/layout/cycle2"/>
    <dgm:cxn modelId="{3DE4B77D-9A71-4C18-87F9-F595332C5C1B}" type="presOf" srcId="{63BE6296-AD0F-47F4-82CA-7EB6444CC455}" destId="{F3E56EC8-EAD5-41D6-9294-6433F064959F}" srcOrd="1" destOrd="0" presId="urn:microsoft.com/office/officeart/2005/8/layout/cycle2"/>
    <dgm:cxn modelId="{47246B35-0462-49BD-9E1F-39C6DFDB4E97}" type="presOf" srcId="{09FF69F1-E26C-4FD7-B248-EC8DF6914958}" destId="{1349A0E8-2A83-4E76-8C7B-08E89191E47E}" srcOrd="0" destOrd="0" presId="urn:microsoft.com/office/officeart/2005/8/layout/cycle2"/>
    <dgm:cxn modelId="{067C0357-823B-4BBA-8184-537990B08E2A}" type="presOf" srcId="{FE5B08A6-0151-40F4-8559-ED9D2FE6C3B6}" destId="{5EEB6B38-B7C8-439D-A048-6288DF870429}" srcOrd="0" destOrd="0" presId="urn:microsoft.com/office/officeart/2005/8/layout/cycle2"/>
    <dgm:cxn modelId="{D6CF4EF1-D2BF-4BB5-B394-C7DCE45035B6}" type="presOf" srcId="{B66C5543-C612-468E-BD9D-80DA7760B5FF}" destId="{539DC1AA-5D84-40A6-8825-DF34D7F2E9DE}" srcOrd="1" destOrd="0" presId="urn:microsoft.com/office/officeart/2005/8/layout/cycle2"/>
    <dgm:cxn modelId="{68D60EC1-341A-44B1-9FBE-8D6D34F1FFF7}" srcId="{0FC90A30-3DB5-4901-939F-504BAB9771FB}" destId="{8CBE5704-BD77-48A2-AEAD-F5616613E565}" srcOrd="1" destOrd="0" parTransId="{ECB2D25A-B871-43B9-BE73-E3A68F19BF24}" sibTransId="{63BE6296-AD0F-47F4-82CA-7EB6444CC455}"/>
    <dgm:cxn modelId="{586023DD-028B-4BEC-80DC-B474BE5C5147}" type="presOf" srcId="{B66C5543-C612-468E-BD9D-80DA7760B5FF}" destId="{EAD22F07-E537-4B88-9098-629DD5F565A2}" srcOrd="0" destOrd="0" presId="urn:microsoft.com/office/officeart/2005/8/layout/cycle2"/>
    <dgm:cxn modelId="{FC64F424-D6F9-4F34-8DF1-69BC06B322D2}" type="presOf" srcId="{8CBE5704-BD77-48A2-AEAD-F5616613E565}" destId="{7C8C4271-A7E3-41E3-9444-1587E549A46B}" srcOrd="0" destOrd="0" presId="urn:microsoft.com/office/officeart/2005/8/layout/cycle2"/>
    <dgm:cxn modelId="{2C009C8D-04C9-435C-AA1E-4718036F62E7}" type="presOf" srcId="{D45AB3ED-F638-4793-B9CB-3DA5F241B7C3}" destId="{3496AED6-100C-4212-AD2C-C58FB2506CF9}" srcOrd="0" destOrd="0" presId="urn:microsoft.com/office/officeart/2005/8/layout/cycle2"/>
    <dgm:cxn modelId="{25BD43BA-25AF-4EC2-A3F6-0F9B7680F039}" type="presOf" srcId="{09FF69F1-E26C-4FD7-B248-EC8DF6914958}" destId="{4AA9722F-88A2-4A96-9E69-1020CAFC4D15}" srcOrd="1" destOrd="0" presId="urn:microsoft.com/office/officeart/2005/8/layout/cycle2"/>
    <dgm:cxn modelId="{63BDFCD2-3EA6-4253-85E1-2503C81E3093}" type="presOf" srcId="{2FC0A97B-0ABF-4E19-B647-F8A772432C93}" destId="{0B7BFCF1-99AF-47EA-8379-030FEE642F80}" srcOrd="0" destOrd="0" presId="urn:microsoft.com/office/officeart/2005/8/layout/cycle2"/>
    <dgm:cxn modelId="{6194C699-8293-40BB-A219-B568F02C6B25}" type="presOf" srcId="{17AAEF94-3055-49BD-AAB2-2C596643228A}" destId="{A0AB91EA-73B9-451B-9F26-BD6CC800FA4A}" srcOrd="0" destOrd="0" presId="urn:microsoft.com/office/officeart/2005/8/layout/cycle2"/>
    <dgm:cxn modelId="{C6DB65AA-9441-4978-BAB7-9EBF53D6F535}" type="presOf" srcId="{A7A89E47-D5D2-490F-92F8-B9917E2E4467}" destId="{361EB4A8-3FA1-49A9-BED1-0869110DD773}" srcOrd="0" destOrd="0" presId="urn:microsoft.com/office/officeart/2005/8/layout/cycle2"/>
    <dgm:cxn modelId="{806621C3-95D3-44D1-AC3B-4377D9FAFA5B}" type="presOf" srcId="{5DFBA088-DF59-403B-AC89-983A3D5FD83A}" destId="{6B4D9388-EF36-46FF-9370-1DD86BB1C436}" srcOrd="1" destOrd="0" presId="urn:microsoft.com/office/officeart/2005/8/layout/cycle2"/>
    <dgm:cxn modelId="{28F5F43B-9E19-46E1-805D-B6626F424658}" srcId="{0FC90A30-3DB5-4901-939F-504BAB9771FB}" destId="{ECF53577-94A3-48D1-AC50-26EE0BC04D34}" srcOrd="5" destOrd="0" parTransId="{7CEEE21D-B7A4-4AFA-8B62-BC4FE83D4404}" sibTransId="{09FF69F1-E26C-4FD7-B248-EC8DF6914958}"/>
    <dgm:cxn modelId="{44F2E863-D473-44C0-9784-0ECECDA35F40}" type="presOf" srcId="{63BE6296-AD0F-47F4-82CA-7EB6444CC455}" destId="{0F7499D5-50F6-457F-B666-2C0E06818270}" srcOrd="0" destOrd="0" presId="urn:microsoft.com/office/officeart/2005/8/layout/cycle2"/>
    <dgm:cxn modelId="{DF54A476-F9F8-4979-81A1-D2BFA6DA5F7B}" type="presOf" srcId="{AC281607-AD55-44ED-9724-657FDD0ED89C}" destId="{1C585BBB-124E-4F17-AB12-D634AA0E7828}" srcOrd="0" destOrd="0" presId="urn:microsoft.com/office/officeart/2005/8/layout/cycle2"/>
    <dgm:cxn modelId="{0D762578-36AD-4424-B9A9-57494AEE36A2}" srcId="{0FC90A30-3DB5-4901-939F-504BAB9771FB}" destId="{2FC0A97B-0ABF-4E19-B647-F8A772432C93}" srcOrd="2" destOrd="0" parTransId="{7367DA9C-30CE-497F-A2D7-4842BE1FCA8D}" sibTransId="{B66C5543-C612-468E-BD9D-80DA7760B5FF}"/>
    <dgm:cxn modelId="{88EF3376-7F06-4362-B9BF-F958E3B4659E}" srcId="{0FC90A30-3DB5-4901-939F-504BAB9771FB}" destId="{A7A89E47-D5D2-490F-92F8-B9917E2E4467}" srcOrd="3" destOrd="0" parTransId="{ED02A780-F549-44D2-8B67-FDC847819D4F}" sibTransId="{D45AB3ED-F638-4793-B9CB-3DA5F241B7C3}"/>
    <dgm:cxn modelId="{5F434AFD-35C5-46EA-A254-256110AFF048}" srcId="{0FC90A30-3DB5-4901-939F-504BAB9771FB}" destId="{17AAEF94-3055-49BD-AAB2-2C596643228A}" srcOrd="4" destOrd="0" parTransId="{1AF6AD46-68F0-4908-B662-A3D13530621A}" sibTransId="{5DFBA088-DF59-403B-AC89-983A3D5FD83A}"/>
    <dgm:cxn modelId="{81B2E939-4735-4C96-90A2-392409AACDD4}" type="presOf" srcId="{5DFBA088-DF59-403B-AC89-983A3D5FD83A}" destId="{541C2E50-D15D-46A4-A982-777B599A1962}" srcOrd="0" destOrd="0" presId="urn:microsoft.com/office/officeart/2005/8/layout/cycle2"/>
    <dgm:cxn modelId="{D4EDAF32-10F5-4B6A-A31E-A4E37D171126}" type="presOf" srcId="{ECF53577-94A3-48D1-AC50-26EE0BC04D34}" destId="{57A975B9-02C3-4EB4-99F5-16194A33DE21}" srcOrd="0" destOrd="0" presId="urn:microsoft.com/office/officeart/2005/8/layout/cycle2"/>
    <dgm:cxn modelId="{3DC5D9A5-FF73-450D-9621-73DD5E8DCAC4}" type="presOf" srcId="{AC281607-AD55-44ED-9724-657FDD0ED89C}" destId="{DB14A8E4-D2A4-476F-AD2E-5B4B6345F582}" srcOrd="1" destOrd="0" presId="urn:microsoft.com/office/officeart/2005/8/layout/cycle2"/>
    <dgm:cxn modelId="{228BF893-33BB-4850-97F9-D82CB49EA1C4}" type="presOf" srcId="{D45AB3ED-F638-4793-B9CB-3DA5F241B7C3}" destId="{BE4ECA56-55A2-4609-AA49-8F1AC92A18FD}" srcOrd="1" destOrd="0" presId="urn:microsoft.com/office/officeart/2005/8/layout/cycle2"/>
    <dgm:cxn modelId="{3D0F4CB8-C3E3-4B71-A314-9B52A2455D48}" type="presParOf" srcId="{C40C0709-AE35-4F46-9773-0F159D23E4B1}" destId="{5EEB6B38-B7C8-439D-A048-6288DF870429}" srcOrd="0" destOrd="0" presId="urn:microsoft.com/office/officeart/2005/8/layout/cycle2"/>
    <dgm:cxn modelId="{7EE12B7A-237B-4341-A85A-6CAEE1239401}" type="presParOf" srcId="{C40C0709-AE35-4F46-9773-0F159D23E4B1}" destId="{1C585BBB-124E-4F17-AB12-D634AA0E7828}" srcOrd="1" destOrd="0" presId="urn:microsoft.com/office/officeart/2005/8/layout/cycle2"/>
    <dgm:cxn modelId="{6E88A22F-E6C5-4275-9DAD-8E9B4C5E20F7}" type="presParOf" srcId="{1C585BBB-124E-4F17-AB12-D634AA0E7828}" destId="{DB14A8E4-D2A4-476F-AD2E-5B4B6345F582}" srcOrd="0" destOrd="0" presId="urn:microsoft.com/office/officeart/2005/8/layout/cycle2"/>
    <dgm:cxn modelId="{AA684E0B-F440-4476-9D90-6495DAB0A46E}" type="presParOf" srcId="{C40C0709-AE35-4F46-9773-0F159D23E4B1}" destId="{7C8C4271-A7E3-41E3-9444-1587E549A46B}" srcOrd="2" destOrd="0" presId="urn:microsoft.com/office/officeart/2005/8/layout/cycle2"/>
    <dgm:cxn modelId="{51F24BA6-C6E5-45B3-A51E-37AC291E1583}" type="presParOf" srcId="{C40C0709-AE35-4F46-9773-0F159D23E4B1}" destId="{0F7499D5-50F6-457F-B666-2C0E06818270}" srcOrd="3" destOrd="0" presId="urn:microsoft.com/office/officeart/2005/8/layout/cycle2"/>
    <dgm:cxn modelId="{4859C97D-1DE0-41B1-B024-255FFB088DBF}" type="presParOf" srcId="{0F7499D5-50F6-457F-B666-2C0E06818270}" destId="{F3E56EC8-EAD5-41D6-9294-6433F064959F}" srcOrd="0" destOrd="0" presId="urn:microsoft.com/office/officeart/2005/8/layout/cycle2"/>
    <dgm:cxn modelId="{CA5D5EB1-4D6E-4C24-9715-D390562B74F7}" type="presParOf" srcId="{C40C0709-AE35-4F46-9773-0F159D23E4B1}" destId="{0B7BFCF1-99AF-47EA-8379-030FEE642F80}" srcOrd="4" destOrd="0" presId="urn:microsoft.com/office/officeart/2005/8/layout/cycle2"/>
    <dgm:cxn modelId="{F5177A67-1F91-440F-9809-3499B432774D}" type="presParOf" srcId="{C40C0709-AE35-4F46-9773-0F159D23E4B1}" destId="{EAD22F07-E537-4B88-9098-629DD5F565A2}" srcOrd="5" destOrd="0" presId="urn:microsoft.com/office/officeart/2005/8/layout/cycle2"/>
    <dgm:cxn modelId="{716E5A4D-04BB-46C0-AC1D-46A33206AEFB}" type="presParOf" srcId="{EAD22F07-E537-4B88-9098-629DD5F565A2}" destId="{539DC1AA-5D84-40A6-8825-DF34D7F2E9DE}" srcOrd="0" destOrd="0" presId="urn:microsoft.com/office/officeart/2005/8/layout/cycle2"/>
    <dgm:cxn modelId="{A9942D75-9BD8-43E0-951A-D26FAD431D05}" type="presParOf" srcId="{C40C0709-AE35-4F46-9773-0F159D23E4B1}" destId="{361EB4A8-3FA1-49A9-BED1-0869110DD773}" srcOrd="6" destOrd="0" presId="urn:microsoft.com/office/officeart/2005/8/layout/cycle2"/>
    <dgm:cxn modelId="{3BBAE777-03F9-4602-941D-7E784B4364C6}" type="presParOf" srcId="{C40C0709-AE35-4F46-9773-0F159D23E4B1}" destId="{3496AED6-100C-4212-AD2C-C58FB2506CF9}" srcOrd="7" destOrd="0" presId="urn:microsoft.com/office/officeart/2005/8/layout/cycle2"/>
    <dgm:cxn modelId="{05395ADD-8A65-443D-A3FE-29D763D2B6F7}" type="presParOf" srcId="{3496AED6-100C-4212-AD2C-C58FB2506CF9}" destId="{BE4ECA56-55A2-4609-AA49-8F1AC92A18FD}" srcOrd="0" destOrd="0" presId="urn:microsoft.com/office/officeart/2005/8/layout/cycle2"/>
    <dgm:cxn modelId="{A200F776-29C5-4F5E-A807-CC66A70F38CA}" type="presParOf" srcId="{C40C0709-AE35-4F46-9773-0F159D23E4B1}" destId="{A0AB91EA-73B9-451B-9F26-BD6CC800FA4A}" srcOrd="8" destOrd="0" presId="urn:microsoft.com/office/officeart/2005/8/layout/cycle2"/>
    <dgm:cxn modelId="{A4F4A3B4-2E44-422A-BB18-03FDE9FAABF8}" type="presParOf" srcId="{C40C0709-AE35-4F46-9773-0F159D23E4B1}" destId="{541C2E50-D15D-46A4-A982-777B599A1962}" srcOrd="9" destOrd="0" presId="urn:microsoft.com/office/officeart/2005/8/layout/cycle2"/>
    <dgm:cxn modelId="{F213B93C-C47B-4750-871C-E96E054A0D2D}" type="presParOf" srcId="{541C2E50-D15D-46A4-A982-777B599A1962}" destId="{6B4D9388-EF36-46FF-9370-1DD86BB1C436}" srcOrd="0" destOrd="0" presId="urn:microsoft.com/office/officeart/2005/8/layout/cycle2"/>
    <dgm:cxn modelId="{29E83299-5EBC-4261-A6BE-23D64E2B744B}" type="presParOf" srcId="{C40C0709-AE35-4F46-9773-0F159D23E4B1}" destId="{57A975B9-02C3-4EB4-99F5-16194A33DE21}" srcOrd="10" destOrd="0" presId="urn:microsoft.com/office/officeart/2005/8/layout/cycle2"/>
    <dgm:cxn modelId="{C4BEE17F-A39C-4189-ADFC-BA320DACC507}" type="presParOf" srcId="{C40C0709-AE35-4F46-9773-0F159D23E4B1}" destId="{1349A0E8-2A83-4E76-8C7B-08E89191E47E}" srcOrd="11" destOrd="0" presId="urn:microsoft.com/office/officeart/2005/8/layout/cycle2"/>
    <dgm:cxn modelId="{77C0BBA2-E711-4168-9C58-863F2D30B28A}" type="presParOf" srcId="{1349A0E8-2A83-4E76-8C7B-08E89191E47E}" destId="{4AA9722F-88A2-4A96-9E69-1020CAFC4D1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71C0B37-F5D0-4E1D-A012-E7559485547B}" type="doc">
      <dgm:prSet loTypeId="urn:microsoft.com/office/officeart/2016/7/layout/RepeatingBendingProcessNew" loCatId="process" qsTypeId="urn:microsoft.com/office/officeart/2005/8/quickstyle/simple3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CA579B-4D1C-4F31-AB41-9B690FAC6216}">
      <dgm:prSet/>
      <dgm:spPr/>
      <dgm:t>
        <a:bodyPr/>
        <a:lstStyle/>
        <a:p>
          <a:r>
            <a:rPr lang="bn-BD" dirty="0"/>
            <a:t>১. </a:t>
          </a:r>
          <a:r>
            <a:rPr lang="bn-BD"/>
            <a:t>জাতীয় স্টিয়ারিং কমিটি</a:t>
          </a:r>
          <a:endParaRPr lang="en-US"/>
        </a:p>
      </dgm:t>
    </dgm:pt>
    <dgm:pt modelId="{C22D779F-8EE1-4BEC-ACB5-4FFD9DB72A0F}" type="parTrans" cxnId="{06962DD0-CDD0-4D76-BB3B-FC69589754ED}">
      <dgm:prSet/>
      <dgm:spPr/>
      <dgm:t>
        <a:bodyPr/>
        <a:lstStyle/>
        <a:p>
          <a:endParaRPr lang="en-US"/>
        </a:p>
      </dgm:t>
    </dgm:pt>
    <dgm:pt modelId="{24EBB8E4-1AF4-41DF-A22A-0CA5FC303014}" type="sibTrans" cxnId="{06962DD0-CDD0-4D76-BB3B-FC69589754ED}">
      <dgm:prSet/>
      <dgm:spPr/>
      <dgm:t>
        <a:bodyPr/>
        <a:lstStyle/>
        <a:p>
          <a:endParaRPr lang="en-US"/>
        </a:p>
      </dgm:t>
    </dgm:pt>
    <dgm:pt modelId="{F199F5DA-9BA7-4AF6-8F48-671528E4E4AE}">
      <dgm:prSet/>
      <dgm:spPr/>
      <dgm:t>
        <a:bodyPr/>
        <a:lstStyle/>
        <a:p>
          <a:r>
            <a:rPr lang="bn-BD" dirty="0"/>
            <a:t>২. জাতীয় টেকনিক্যাল কমিটি: কার্যকর</a:t>
          </a:r>
          <a:endParaRPr lang="en-US" dirty="0"/>
        </a:p>
      </dgm:t>
    </dgm:pt>
    <dgm:pt modelId="{50F39BEA-96B0-419D-891A-993DA7A89535}" type="parTrans" cxnId="{2C9F3553-5FCB-4A5D-9430-D17EDE234ABD}">
      <dgm:prSet/>
      <dgm:spPr/>
      <dgm:t>
        <a:bodyPr/>
        <a:lstStyle/>
        <a:p>
          <a:endParaRPr lang="en-US"/>
        </a:p>
      </dgm:t>
    </dgm:pt>
    <dgm:pt modelId="{3B5C1508-E1D9-4536-AD92-01341AA8639A}" type="sibTrans" cxnId="{2C9F3553-5FCB-4A5D-9430-D17EDE234ABD}">
      <dgm:prSet/>
      <dgm:spPr/>
      <dgm:t>
        <a:bodyPr/>
        <a:lstStyle/>
        <a:p>
          <a:endParaRPr lang="en-US"/>
        </a:p>
      </dgm:t>
    </dgm:pt>
    <dgm:pt modelId="{C6B88927-5A76-4EE1-A102-E55D8BA65033}">
      <dgm:prSet/>
      <dgm:spPr/>
      <dgm:t>
        <a:bodyPr/>
        <a:lstStyle/>
        <a:p>
          <a:r>
            <a:rPr lang="bn-BD" dirty="0"/>
            <a:t>৩. জেলা কমিউনিটি সহায়তা কমিটি</a:t>
          </a:r>
          <a:endParaRPr lang="en-US" dirty="0"/>
        </a:p>
      </dgm:t>
    </dgm:pt>
    <dgm:pt modelId="{AF5C86FE-664A-4372-A18B-4865FC0C4E05}" type="parTrans" cxnId="{D3312179-678E-4C91-ADDC-C258910FAD6E}">
      <dgm:prSet/>
      <dgm:spPr/>
      <dgm:t>
        <a:bodyPr/>
        <a:lstStyle/>
        <a:p>
          <a:endParaRPr lang="en-US"/>
        </a:p>
      </dgm:t>
    </dgm:pt>
    <dgm:pt modelId="{81EE31EF-DBC4-47B6-AF52-F7BD3014983A}" type="sibTrans" cxnId="{D3312179-678E-4C91-ADDC-C258910FAD6E}">
      <dgm:prSet/>
      <dgm:spPr/>
      <dgm:t>
        <a:bodyPr/>
        <a:lstStyle/>
        <a:p>
          <a:endParaRPr lang="en-US"/>
        </a:p>
      </dgm:t>
    </dgm:pt>
    <dgm:pt modelId="{734FF831-CE8B-409D-979E-621A3BFF8751}">
      <dgm:prSet/>
      <dgm:spPr/>
      <dgm:t>
        <a:bodyPr/>
        <a:lstStyle/>
        <a:p>
          <a:r>
            <a:rPr lang="bn-BD" dirty="0"/>
            <a:t>৪. জেলা হাসপাতাল বাস্তবায়ন কমিটি</a:t>
          </a:r>
          <a:endParaRPr lang="en-US" dirty="0"/>
        </a:p>
      </dgm:t>
    </dgm:pt>
    <dgm:pt modelId="{F6C8A0F7-94B3-4F9F-A027-0F09884EC4F9}" type="parTrans" cxnId="{BEFB1528-06EA-4ED6-8AAD-B3B58AB35C3E}">
      <dgm:prSet/>
      <dgm:spPr/>
      <dgm:t>
        <a:bodyPr/>
        <a:lstStyle/>
        <a:p>
          <a:endParaRPr lang="en-US"/>
        </a:p>
      </dgm:t>
    </dgm:pt>
    <dgm:pt modelId="{8729CCA4-58FF-48B5-B06D-A35D852E9085}" type="sibTrans" cxnId="{BEFB1528-06EA-4ED6-8AAD-B3B58AB35C3E}">
      <dgm:prSet/>
      <dgm:spPr/>
      <dgm:t>
        <a:bodyPr/>
        <a:lstStyle/>
        <a:p>
          <a:endParaRPr lang="en-US"/>
        </a:p>
      </dgm:t>
    </dgm:pt>
    <dgm:pt modelId="{111788FD-AAA8-46C6-8F65-86EF11E884C2}">
      <dgm:prSet/>
      <dgm:spPr/>
      <dgm:t>
        <a:bodyPr/>
        <a:lstStyle/>
        <a:p>
          <a:r>
            <a:rPr lang="bn-BD" dirty="0"/>
            <a:t>৫. উপজেলা কমিউনিটি সহায়তা কমিটি</a:t>
          </a:r>
          <a:endParaRPr lang="en-US" dirty="0"/>
        </a:p>
      </dgm:t>
    </dgm:pt>
    <dgm:pt modelId="{719A0029-7FA6-4C97-B01A-1F25B2E566EB}" type="parTrans" cxnId="{85283183-41A8-40EB-B9F3-02E9303C709A}">
      <dgm:prSet/>
      <dgm:spPr/>
      <dgm:t>
        <a:bodyPr/>
        <a:lstStyle/>
        <a:p>
          <a:endParaRPr lang="en-US"/>
        </a:p>
      </dgm:t>
    </dgm:pt>
    <dgm:pt modelId="{D6E023EF-F830-4E6B-8ADD-F06BDC19663D}" type="sibTrans" cxnId="{85283183-41A8-40EB-B9F3-02E9303C709A}">
      <dgm:prSet/>
      <dgm:spPr/>
      <dgm:t>
        <a:bodyPr/>
        <a:lstStyle/>
        <a:p>
          <a:endParaRPr lang="en-US"/>
        </a:p>
      </dgm:t>
    </dgm:pt>
    <dgm:pt modelId="{3EFC343A-36A8-43A0-89D6-0AB0015B9104}">
      <dgm:prSet/>
      <dgm:spPr/>
      <dgm:t>
        <a:bodyPr/>
        <a:lstStyle/>
        <a:p>
          <a:r>
            <a:rPr lang="bn-BD" dirty="0"/>
            <a:t>৬. উপজেলা হাসপাতাল বাস্তবায়ন কমিটি</a:t>
          </a:r>
          <a:endParaRPr lang="en-US" dirty="0"/>
        </a:p>
      </dgm:t>
    </dgm:pt>
    <dgm:pt modelId="{7DB4E089-DE7A-4930-9255-614A500DB842}" type="parTrans" cxnId="{22E47A75-7202-4823-9D1B-43B92EF3653D}">
      <dgm:prSet/>
      <dgm:spPr/>
      <dgm:t>
        <a:bodyPr/>
        <a:lstStyle/>
        <a:p>
          <a:endParaRPr lang="en-US"/>
        </a:p>
      </dgm:t>
    </dgm:pt>
    <dgm:pt modelId="{429DD070-E7D7-49CA-B11C-F5B751CFDD82}" type="sibTrans" cxnId="{22E47A75-7202-4823-9D1B-43B92EF3653D}">
      <dgm:prSet/>
      <dgm:spPr/>
      <dgm:t>
        <a:bodyPr/>
        <a:lstStyle/>
        <a:p>
          <a:endParaRPr lang="en-US"/>
        </a:p>
      </dgm:t>
    </dgm:pt>
    <dgm:pt modelId="{F5D2410F-3D80-42C6-95D9-200E3ABA0B85}" type="pres">
      <dgm:prSet presAssocID="{671C0B37-F5D0-4E1D-A012-E7559485547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3F65947-C237-48E4-BF90-1CAC551612C4}" type="pres">
      <dgm:prSet presAssocID="{BECA579B-4D1C-4F31-AB41-9B690FAC621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F51AE26-2C06-4863-8946-8A63F04C5682}" type="pres">
      <dgm:prSet presAssocID="{24EBB8E4-1AF4-41DF-A22A-0CA5FC303014}" presName="sibTrans" presStyleLbl="sibTrans1D1" presStyleIdx="0" presStyleCnt="5"/>
      <dgm:spPr/>
      <dgm:t>
        <a:bodyPr/>
        <a:lstStyle/>
        <a:p>
          <a:endParaRPr lang="en-GB"/>
        </a:p>
      </dgm:t>
    </dgm:pt>
    <dgm:pt modelId="{E4DACFC7-8988-4DFF-927A-DFCC9B1594A4}" type="pres">
      <dgm:prSet presAssocID="{24EBB8E4-1AF4-41DF-A22A-0CA5FC303014}" presName="connectorText" presStyleLbl="sibTrans1D1" presStyleIdx="0" presStyleCnt="5"/>
      <dgm:spPr/>
      <dgm:t>
        <a:bodyPr/>
        <a:lstStyle/>
        <a:p>
          <a:endParaRPr lang="en-GB"/>
        </a:p>
      </dgm:t>
    </dgm:pt>
    <dgm:pt modelId="{F33F1493-1CB9-4683-BC69-7860ED232720}" type="pres">
      <dgm:prSet presAssocID="{F199F5DA-9BA7-4AF6-8F48-671528E4E4AE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D98A0C1-BD51-4FB0-A12A-3362FDB67BBD}" type="pres">
      <dgm:prSet presAssocID="{3B5C1508-E1D9-4536-AD92-01341AA8639A}" presName="sibTrans" presStyleLbl="sibTrans1D1" presStyleIdx="1" presStyleCnt="5"/>
      <dgm:spPr/>
      <dgm:t>
        <a:bodyPr/>
        <a:lstStyle/>
        <a:p>
          <a:endParaRPr lang="en-GB"/>
        </a:p>
      </dgm:t>
    </dgm:pt>
    <dgm:pt modelId="{BC556F79-EFE4-4AE0-A29B-CCBEA1F3F843}" type="pres">
      <dgm:prSet presAssocID="{3B5C1508-E1D9-4536-AD92-01341AA8639A}" presName="connectorText" presStyleLbl="sibTrans1D1" presStyleIdx="1" presStyleCnt="5"/>
      <dgm:spPr/>
      <dgm:t>
        <a:bodyPr/>
        <a:lstStyle/>
        <a:p>
          <a:endParaRPr lang="en-GB"/>
        </a:p>
      </dgm:t>
    </dgm:pt>
    <dgm:pt modelId="{27E7B5BC-1F52-4F4E-9AD4-D60507B95E42}" type="pres">
      <dgm:prSet presAssocID="{C6B88927-5A76-4EE1-A102-E55D8BA65033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2152AAC-5158-483D-BECE-0FA9E4E54F80}" type="pres">
      <dgm:prSet presAssocID="{81EE31EF-DBC4-47B6-AF52-F7BD3014983A}" presName="sibTrans" presStyleLbl="sibTrans1D1" presStyleIdx="2" presStyleCnt="5"/>
      <dgm:spPr/>
      <dgm:t>
        <a:bodyPr/>
        <a:lstStyle/>
        <a:p>
          <a:endParaRPr lang="en-GB"/>
        </a:p>
      </dgm:t>
    </dgm:pt>
    <dgm:pt modelId="{295DBDCF-0595-4A8B-9D65-D751FE9630CF}" type="pres">
      <dgm:prSet presAssocID="{81EE31EF-DBC4-47B6-AF52-F7BD3014983A}" presName="connectorText" presStyleLbl="sibTrans1D1" presStyleIdx="2" presStyleCnt="5"/>
      <dgm:spPr/>
      <dgm:t>
        <a:bodyPr/>
        <a:lstStyle/>
        <a:p>
          <a:endParaRPr lang="en-GB"/>
        </a:p>
      </dgm:t>
    </dgm:pt>
    <dgm:pt modelId="{21D71920-330E-4E01-9E75-3D7FC979F7A7}" type="pres">
      <dgm:prSet presAssocID="{734FF831-CE8B-409D-979E-621A3BFF875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EBCE006-DD13-4AC6-8E53-36FD9CC79434}" type="pres">
      <dgm:prSet presAssocID="{8729CCA4-58FF-48B5-B06D-A35D852E9085}" presName="sibTrans" presStyleLbl="sibTrans1D1" presStyleIdx="3" presStyleCnt="5"/>
      <dgm:spPr/>
      <dgm:t>
        <a:bodyPr/>
        <a:lstStyle/>
        <a:p>
          <a:endParaRPr lang="en-GB"/>
        </a:p>
      </dgm:t>
    </dgm:pt>
    <dgm:pt modelId="{20AA7DBB-28CC-4350-85D6-7DCE37496668}" type="pres">
      <dgm:prSet presAssocID="{8729CCA4-58FF-48B5-B06D-A35D852E9085}" presName="connectorText" presStyleLbl="sibTrans1D1" presStyleIdx="3" presStyleCnt="5"/>
      <dgm:spPr/>
      <dgm:t>
        <a:bodyPr/>
        <a:lstStyle/>
        <a:p>
          <a:endParaRPr lang="en-GB"/>
        </a:p>
      </dgm:t>
    </dgm:pt>
    <dgm:pt modelId="{3ABA2473-F0D6-436C-B64E-F1EC0672ECE0}" type="pres">
      <dgm:prSet presAssocID="{111788FD-AAA8-46C6-8F65-86EF11E884C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6F0BD2C-C036-4B7E-BD37-0445E70A57C1}" type="pres">
      <dgm:prSet presAssocID="{D6E023EF-F830-4E6B-8ADD-F06BDC19663D}" presName="sibTrans" presStyleLbl="sibTrans1D1" presStyleIdx="4" presStyleCnt="5"/>
      <dgm:spPr/>
      <dgm:t>
        <a:bodyPr/>
        <a:lstStyle/>
        <a:p>
          <a:endParaRPr lang="en-GB"/>
        </a:p>
      </dgm:t>
    </dgm:pt>
    <dgm:pt modelId="{B1198C4A-1CA4-4EEF-8F0A-1B32BC458FE8}" type="pres">
      <dgm:prSet presAssocID="{D6E023EF-F830-4E6B-8ADD-F06BDC19663D}" presName="connectorText" presStyleLbl="sibTrans1D1" presStyleIdx="4" presStyleCnt="5"/>
      <dgm:spPr/>
      <dgm:t>
        <a:bodyPr/>
        <a:lstStyle/>
        <a:p>
          <a:endParaRPr lang="en-GB"/>
        </a:p>
      </dgm:t>
    </dgm:pt>
    <dgm:pt modelId="{FFAA5C66-8C55-42AB-86C9-FC4E9A14F980}" type="pres">
      <dgm:prSet presAssocID="{3EFC343A-36A8-43A0-89D6-0AB0015B910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B1F32BF-B037-4649-B4D3-B3676DABE0A9}" type="presOf" srcId="{111788FD-AAA8-46C6-8F65-86EF11E884C2}" destId="{3ABA2473-F0D6-436C-B64E-F1EC0672ECE0}" srcOrd="0" destOrd="0" presId="urn:microsoft.com/office/officeart/2016/7/layout/RepeatingBendingProcessNew"/>
    <dgm:cxn modelId="{408A9D12-E430-4CB7-926A-ECC3A72BF8F4}" type="presOf" srcId="{8729CCA4-58FF-48B5-B06D-A35D852E9085}" destId="{0EBCE006-DD13-4AC6-8E53-36FD9CC79434}" srcOrd="0" destOrd="0" presId="urn:microsoft.com/office/officeart/2016/7/layout/RepeatingBendingProcessNew"/>
    <dgm:cxn modelId="{2C9F3553-5FCB-4A5D-9430-D17EDE234ABD}" srcId="{671C0B37-F5D0-4E1D-A012-E7559485547B}" destId="{F199F5DA-9BA7-4AF6-8F48-671528E4E4AE}" srcOrd="1" destOrd="0" parTransId="{50F39BEA-96B0-419D-891A-993DA7A89535}" sibTransId="{3B5C1508-E1D9-4536-AD92-01341AA8639A}"/>
    <dgm:cxn modelId="{2489D34F-2A65-4B1F-BE80-8575EDFDC035}" type="presOf" srcId="{D6E023EF-F830-4E6B-8ADD-F06BDC19663D}" destId="{B1198C4A-1CA4-4EEF-8F0A-1B32BC458FE8}" srcOrd="1" destOrd="0" presId="urn:microsoft.com/office/officeart/2016/7/layout/RepeatingBendingProcessNew"/>
    <dgm:cxn modelId="{CABF0AE8-36F7-4AF7-94AD-A869857D0F77}" type="presOf" srcId="{3B5C1508-E1D9-4536-AD92-01341AA8639A}" destId="{6D98A0C1-BD51-4FB0-A12A-3362FDB67BBD}" srcOrd="0" destOrd="0" presId="urn:microsoft.com/office/officeart/2016/7/layout/RepeatingBendingProcessNew"/>
    <dgm:cxn modelId="{31DAA5F8-1826-4A13-854B-2A96D1954410}" type="presOf" srcId="{24EBB8E4-1AF4-41DF-A22A-0CA5FC303014}" destId="{E4DACFC7-8988-4DFF-927A-DFCC9B1594A4}" srcOrd="1" destOrd="0" presId="urn:microsoft.com/office/officeart/2016/7/layout/RepeatingBendingProcessNew"/>
    <dgm:cxn modelId="{E6D5112E-FDF7-40E6-B082-EA5FD400C887}" type="presOf" srcId="{BECA579B-4D1C-4F31-AB41-9B690FAC6216}" destId="{53F65947-C237-48E4-BF90-1CAC551612C4}" srcOrd="0" destOrd="0" presId="urn:microsoft.com/office/officeart/2016/7/layout/RepeatingBendingProcessNew"/>
    <dgm:cxn modelId="{A20B58F0-D48F-4669-B960-BB7483CB2C7B}" type="presOf" srcId="{D6E023EF-F830-4E6B-8ADD-F06BDC19663D}" destId="{76F0BD2C-C036-4B7E-BD37-0445E70A57C1}" srcOrd="0" destOrd="0" presId="urn:microsoft.com/office/officeart/2016/7/layout/RepeatingBendingProcessNew"/>
    <dgm:cxn modelId="{6AA08CF7-FFF1-47D0-A542-4A2795A7499B}" type="presOf" srcId="{F199F5DA-9BA7-4AF6-8F48-671528E4E4AE}" destId="{F33F1493-1CB9-4683-BC69-7860ED232720}" srcOrd="0" destOrd="0" presId="urn:microsoft.com/office/officeart/2016/7/layout/RepeatingBendingProcessNew"/>
    <dgm:cxn modelId="{7FEDF4BC-10FE-4E02-BA06-230DE275B94F}" type="presOf" srcId="{671C0B37-F5D0-4E1D-A012-E7559485547B}" destId="{F5D2410F-3D80-42C6-95D9-200E3ABA0B85}" srcOrd="0" destOrd="0" presId="urn:microsoft.com/office/officeart/2016/7/layout/RepeatingBendingProcessNew"/>
    <dgm:cxn modelId="{044E87B5-EE43-4BD0-BEEA-2ED73FA8CC0F}" type="presOf" srcId="{8729CCA4-58FF-48B5-B06D-A35D852E9085}" destId="{20AA7DBB-28CC-4350-85D6-7DCE37496668}" srcOrd="1" destOrd="0" presId="urn:microsoft.com/office/officeart/2016/7/layout/RepeatingBendingProcessNew"/>
    <dgm:cxn modelId="{D3312179-678E-4C91-ADDC-C258910FAD6E}" srcId="{671C0B37-F5D0-4E1D-A012-E7559485547B}" destId="{C6B88927-5A76-4EE1-A102-E55D8BA65033}" srcOrd="2" destOrd="0" parTransId="{AF5C86FE-664A-4372-A18B-4865FC0C4E05}" sibTransId="{81EE31EF-DBC4-47B6-AF52-F7BD3014983A}"/>
    <dgm:cxn modelId="{06962DD0-CDD0-4D76-BB3B-FC69589754ED}" srcId="{671C0B37-F5D0-4E1D-A012-E7559485547B}" destId="{BECA579B-4D1C-4F31-AB41-9B690FAC6216}" srcOrd="0" destOrd="0" parTransId="{C22D779F-8EE1-4BEC-ACB5-4FFD9DB72A0F}" sibTransId="{24EBB8E4-1AF4-41DF-A22A-0CA5FC303014}"/>
    <dgm:cxn modelId="{E08B95B8-4311-4097-9ADF-9540349C9050}" type="presOf" srcId="{81EE31EF-DBC4-47B6-AF52-F7BD3014983A}" destId="{D2152AAC-5158-483D-BECE-0FA9E4E54F80}" srcOrd="0" destOrd="0" presId="urn:microsoft.com/office/officeart/2016/7/layout/RepeatingBendingProcessNew"/>
    <dgm:cxn modelId="{F7EDFB0A-3BE7-4C82-81CA-980115BA0372}" type="presOf" srcId="{3EFC343A-36A8-43A0-89D6-0AB0015B9104}" destId="{FFAA5C66-8C55-42AB-86C9-FC4E9A14F980}" srcOrd="0" destOrd="0" presId="urn:microsoft.com/office/officeart/2016/7/layout/RepeatingBendingProcessNew"/>
    <dgm:cxn modelId="{85283183-41A8-40EB-B9F3-02E9303C709A}" srcId="{671C0B37-F5D0-4E1D-A012-E7559485547B}" destId="{111788FD-AAA8-46C6-8F65-86EF11E884C2}" srcOrd="4" destOrd="0" parTransId="{719A0029-7FA6-4C97-B01A-1F25B2E566EB}" sibTransId="{D6E023EF-F830-4E6B-8ADD-F06BDC19663D}"/>
    <dgm:cxn modelId="{C2681B14-0571-44E5-AFAB-7136BD45F1C9}" type="presOf" srcId="{81EE31EF-DBC4-47B6-AF52-F7BD3014983A}" destId="{295DBDCF-0595-4A8B-9D65-D751FE9630CF}" srcOrd="1" destOrd="0" presId="urn:microsoft.com/office/officeart/2016/7/layout/RepeatingBendingProcessNew"/>
    <dgm:cxn modelId="{EF04274C-D80D-469D-91E3-187583509E1A}" type="presOf" srcId="{24EBB8E4-1AF4-41DF-A22A-0CA5FC303014}" destId="{2F51AE26-2C06-4863-8946-8A63F04C5682}" srcOrd="0" destOrd="0" presId="urn:microsoft.com/office/officeart/2016/7/layout/RepeatingBendingProcessNew"/>
    <dgm:cxn modelId="{5538BC36-ED59-4EE2-B8D7-85E6631BA09D}" type="presOf" srcId="{3B5C1508-E1D9-4536-AD92-01341AA8639A}" destId="{BC556F79-EFE4-4AE0-A29B-CCBEA1F3F843}" srcOrd="1" destOrd="0" presId="urn:microsoft.com/office/officeart/2016/7/layout/RepeatingBendingProcessNew"/>
    <dgm:cxn modelId="{375C6002-1AA4-40B0-927B-40CC8A6E801D}" type="presOf" srcId="{C6B88927-5A76-4EE1-A102-E55D8BA65033}" destId="{27E7B5BC-1F52-4F4E-9AD4-D60507B95E42}" srcOrd="0" destOrd="0" presId="urn:microsoft.com/office/officeart/2016/7/layout/RepeatingBendingProcessNew"/>
    <dgm:cxn modelId="{22E47A75-7202-4823-9D1B-43B92EF3653D}" srcId="{671C0B37-F5D0-4E1D-A012-E7559485547B}" destId="{3EFC343A-36A8-43A0-89D6-0AB0015B9104}" srcOrd="5" destOrd="0" parTransId="{7DB4E089-DE7A-4930-9255-614A500DB842}" sibTransId="{429DD070-E7D7-49CA-B11C-F5B751CFDD82}"/>
    <dgm:cxn modelId="{BEFB1528-06EA-4ED6-8AAD-B3B58AB35C3E}" srcId="{671C0B37-F5D0-4E1D-A012-E7559485547B}" destId="{734FF831-CE8B-409D-979E-621A3BFF8751}" srcOrd="3" destOrd="0" parTransId="{F6C8A0F7-94B3-4F9F-A027-0F09884EC4F9}" sibTransId="{8729CCA4-58FF-48B5-B06D-A35D852E9085}"/>
    <dgm:cxn modelId="{C0FC41B8-3170-4D37-BCA4-1059CEEFE3E2}" type="presOf" srcId="{734FF831-CE8B-409D-979E-621A3BFF8751}" destId="{21D71920-330E-4E01-9E75-3D7FC979F7A7}" srcOrd="0" destOrd="0" presId="urn:microsoft.com/office/officeart/2016/7/layout/RepeatingBendingProcessNew"/>
    <dgm:cxn modelId="{1FC979CB-3BB5-4260-9977-AE1AF2672D6C}" type="presParOf" srcId="{F5D2410F-3D80-42C6-95D9-200E3ABA0B85}" destId="{53F65947-C237-48E4-BF90-1CAC551612C4}" srcOrd="0" destOrd="0" presId="urn:microsoft.com/office/officeart/2016/7/layout/RepeatingBendingProcessNew"/>
    <dgm:cxn modelId="{C9BAA376-BF93-4548-8A46-6AE756BAC7F3}" type="presParOf" srcId="{F5D2410F-3D80-42C6-95D9-200E3ABA0B85}" destId="{2F51AE26-2C06-4863-8946-8A63F04C5682}" srcOrd="1" destOrd="0" presId="urn:microsoft.com/office/officeart/2016/7/layout/RepeatingBendingProcessNew"/>
    <dgm:cxn modelId="{33A4ECFD-69B8-4824-9B3B-125D5183F78F}" type="presParOf" srcId="{2F51AE26-2C06-4863-8946-8A63F04C5682}" destId="{E4DACFC7-8988-4DFF-927A-DFCC9B1594A4}" srcOrd="0" destOrd="0" presId="urn:microsoft.com/office/officeart/2016/7/layout/RepeatingBendingProcessNew"/>
    <dgm:cxn modelId="{25D27106-8D33-4BB3-A906-FDD1E25E62DD}" type="presParOf" srcId="{F5D2410F-3D80-42C6-95D9-200E3ABA0B85}" destId="{F33F1493-1CB9-4683-BC69-7860ED232720}" srcOrd="2" destOrd="0" presId="urn:microsoft.com/office/officeart/2016/7/layout/RepeatingBendingProcessNew"/>
    <dgm:cxn modelId="{3C7DA270-4238-4627-964A-4929BCE583F1}" type="presParOf" srcId="{F5D2410F-3D80-42C6-95D9-200E3ABA0B85}" destId="{6D98A0C1-BD51-4FB0-A12A-3362FDB67BBD}" srcOrd="3" destOrd="0" presId="urn:microsoft.com/office/officeart/2016/7/layout/RepeatingBendingProcessNew"/>
    <dgm:cxn modelId="{205E2A3F-8BC8-411A-99C2-1078CF76CA2C}" type="presParOf" srcId="{6D98A0C1-BD51-4FB0-A12A-3362FDB67BBD}" destId="{BC556F79-EFE4-4AE0-A29B-CCBEA1F3F843}" srcOrd="0" destOrd="0" presId="urn:microsoft.com/office/officeart/2016/7/layout/RepeatingBendingProcessNew"/>
    <dgm:cxn modelId="{81A43F79-F3FE-43B5-BBC4-DAF087F29808}" type="presParOf" srcId="{F5D2410F-3D80-42C6-95D9-200E3ABA0B85}" destId="{27E7B5BC-1F52-4F4E-9AD4-D60507B95E42}" srcOrd="4" destOrd="0" presId="urn:microsoft.com/office/officeart/2016/7/layout/RepeatingBendingProcessNew"/>
    <dgm:cxn modelId="{BB3EAB25-5CE5-493E-866C-E8D8DDAC85D6}" type="presParOf" srcId="{F5D2410F-3D80-42C6-95D9-200E3ABA0B85}" destId="{D2152AAC-5158-483D-BECE-0FA9E4E54F80}" srcOrd="5" destOrd="0" presId="urn:microsoft.com/office/officeart/2016/7/layout/RepeatingBendingProcessNew"/>
    <dgm:cxn modelId="{4A8E7341-E20B-484F-8A2B-1C540BECB382}" type="presParOf" srcId="{D2152AAC-5158-483D-BECE-0FA9E4E54F80}" destId="{295DBDCF-0595-4A8B-9D65-D751FE9630CF}" srcOrd="0" destOrd="0" presId="urn:microsoft.com/office/officeart/2016/7/layout/RepeatingBendingProcessNew"/>
    <dgm:cxn modelId="{0608AAC3-954E-4145-B171-5B55187F3E7B}" type="presParOf" srcId="{F5D2410F-3D80-42C6-95D9-200E3ABA0B85}" destId="{21D71920-330E-4E01-9E75-3D7FC979F7A7}" srcOrd="6" destOrd="0" presId="urn:microsoft.com/office/officeart/2016/7/layout/RepeatingBendingProcessNew"/>
    <dgm:cxn modelId="{8B03CA33-11E3-495C-BAE9-272B63FAAA04}" type="presParOf" srcId="{F5D2410F-3D80-42C6-95D9-200E3ABA0B85}" destId="{0EBCE006-DD13-4AC6-8E53-36FD9CC79434}" srcOrd="7" destOrd="0" presId="urn:microsoft.com/office/officeart/2016/7/layout/RepeatingBendingProcessNew"/>
    <dgm:cxn modelId="{0627A5DA-7339-497A-AF6E-BD244DDA3625}" type="presParOf" srcId="{0EBCE006-DD13-4AC6-8E53-36FD9CC79434}" destId="{20AA7DBB-28CC-4350-85D6-7DCE37496668}" srcOrd="0" destOrd="0" presId="urn:microsoft.com/office/officeart/2016/7/layout/RepeatingBendingProcessNew"/>
    <dgm:cxn modelId="{58597609-80C7-4888-81C4-14FF95D1DC56}" type="presParOf" srcId="{F5D2410F-3D80-42C6-95D9-200E3ABA0B85}" destId="{3ABA2473-F0D6-436C-B64E-F1EC0672ECE0}" srcOrd="8" destOrd="0" presId="urn:microsoft.com/office/officeart/2016/7/layout/RepeatingBendingProcessNew"/>
    <dgm:cxn modelId="{6010567E-979F-494D-A00A-F3F91FE8F44C}" type="presParOf" srcId="{F5D2410F-3D80-42C6-95D9-200E3ABA0B85}" destId="{76F0BD2C-C036-4B7E-BD37-0445E70A57C1}" srcOrd="9" destOrd="0" presId="urn:microsoft.com/office/officeart/2016/7/layout/RepeatingBendingProcessNew"/>
    <dgm:cxn modelId="{4A22EA6C-539C-47B6-9E91-3AE685DBACC9}" type="presParOf" srcId="{76F0BD2C-C036-4B7E-BD37-0445E70A57C1}" destId="{B1198C4A-1CA4-4EEF-8F0A-1B32BC458FE8}" srcOrd="0" destOrd="0" presId="urn:microsoft.com/office/officeart/2016/7/layout/RepeatingBendingProcessNew"/>
    <dgm:cxn modelId="{0A2F7F50-26EA-47CC-8AAF-E7FD52E89A39}" type="presParOf" srcId="{F5D2410F-3D80-42C6-95D9-200E3ABA0B85}" destId="{FFAA5C66-8C55-42AB-86C9-FC4E9A14F98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618EBA-8F5C-4B53-AC6B-00F7AA6FCE07}" type="doc">
      <dgm:prSet loTypeId="urn:microsoft.com/office/officeart/2005/8/layout/process4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D7CA53-4419-4606-83E7-5EE5EDE853E1}">
      <dgm:prSet custT="1"/>
      <dgm:spPr/>
      <dgm:t>
        <a:bodyPr/>
        <a:lstStyle/>
        <a:p>
          <a:r>
            <a:rPr lang="bn-BD" sz="1800" dirty="0"/>
            <a:t>স্বাস্থ্য সেবায় জনসম্পৃক্ততা অপরিহার্য </a:t>
          </a:r>
          <a:endParaRPr lang="en-US" sz="1800" dirty="0"/>
        </a:p>
      </dgm:t>
    </dgm:pt>
    <dgm:pt modelId="{949F659D-6D5F-4505-8BD4-BEDFD5494670}" type="parTrans" cxnId="{F93C33DB-6FA3-4CB3-B7F3-77507723A216}">
      <dgm:prSet/>
      <dgm:spPr/>
      <dgm:t>
        <a:bodyPr/>
        <a:lstStyle/>
        <a:p>
          <a:endParaRPr lang="en-US" sz="4000"/>
        </a:p>
      </dgm:t>
    </dgm:pt>
    <dgm:pt modelId="{BAD82A8C-B9D2-4B11-BDF9-D1463460A4A5}" type="sibTrans" cxnId="{F93C33DB-6FA3-4CB3-B7F3-77507723A216}">
      <dgm:prSet/>
      <dgm:spPr/>
      <dgm:t>
        <a:bodyPr/>
        <a:lstStyle/>
        <a:p>
          <a:endParaRPr lang="en-US" sz="4000"/>
        </a:p>
      </dgm:t>
    </dgm:pt>
    <dgm:pt modelId="{C0F74575-555A-48D5-A62A-F00FA804ADCC}">
      <dgm:prSet custT="1"/>
      <dgm:spPr/>
      <dgm:t>
        <a:bodyPr/>
        <a:lstStyle/>
        <a:p>
          <a:r>
            <a:rPr lang="bn-BD" sz="1800" dirty="0"/>
            <a:t>চৌগাছা-ঝিনাইদহ মডেল একটি উজ্জ্বল উদাহরণ </a:t>
          </a:r>
          <a:endParaRPr lang="en-US" sz="1800" dirty="0"/>
        </a:p>
      </dgm:t>
    </dgm:pt>
    <dgm:pt modelId="{67FA6875-F3CF-414C-8EF0-E284076F6C64}" type="parTrans" cxnId="{9A94700F-13F5-4635-B514-7A5A21031E1C}">
      <dgm:prSet/>
      <dgm:spPr/>
      <dgm:t>
        <a:bodyPr/>
        <a:lstStyle/>
        <a:p>
          <a:endParaRPr lang="en-US" sz="4000"/>
        </a:p>
      </dgm:t>
    </dgm:pt>
    <dgm:pt modelId="{4CBA8B57-F485-46B3-9AB3-917B16BC2DBA}" type="sibTrans" cxnId="{9A94700F-13F5-4635-B514-7A5A21031E1C}">
      <dgm:prSet/>
      <dgm:spPr/>
      <dgm:t>
        <a:bodyPr/>
        <a:lstStyle/>
        <a:p>
          <a:endParaRPr lang="en-US" sz="4000"/>
        </a:p>
      </dgm:t>
    </dgm:pt>
    <dgm:pt modelId="{4323747C-15C0-43C3-ADDC-EEDFA2CF196F}">
      <dgm:prSet custT="1"/>
      <dgm:spPr/>
      <dgm:t>
        <a:bodyPr/>
        <a:lstStyle/>
        <a:p>
          <a:r>
            <a:rPr lang="bn-BD" sz="1800"/>
            <a:t>ব্যবস্থাপনা চালুর মাধ্যমে জনগণের আস্থা অর্জন করা সম্ভব হয়েছে </a:t>
          </a:r>
          <a:endParaRPr lang="en-US" sz="1800"/>
        </a:p>
      </dgm:t>
    </dgm:pt>
    <dgm:pt modelId="{72760513-0169-4681-BC9D-4CD24CAA2F9A}" type="parTrans" cxnId="{28DD56DC-3F27-405D-B954-134C77768017}">
      <dgm:prSet/>
      <dgm:spPr/>
      <dgm:t>
        <a:bodyPr/>
        <a:lstStyle/>
        <a:p>
          <a:endParaRPr lang="en-US" sz="4000"/>
        </a:p>
      </dgm:t>
    </dgm:pt>
    <dgm:pt modelId="{71E55F56-9A35-45DF-B436-826C18C3881F}" type="sibTrans" cxnId="{28DD56DC-3F27-405D-B954-134C77768017}">
      <dgm:prSet/>
      <dgm:spPr/>
      <dgm:t>
        <a:bodyPr/>
        <a:lstStyle/>
        <a:p>
          <a:endParaRPr lang="en-US" sz="4000"/>
        </a:p>
      </dgm:t>
    </dgm:pt>
    <dgm:pt modelId="{E88246B6-AEBD-4CCF-B1E0-69F942D66217}">
      <dgm:prSet custT="1"/>
      <dgm:spPr/>
      <dgm:t>
        <a:bodyPr/>
        <a:lstStyle/>
        <a:p>
          <a:r>
            <a:rPr lang="bn-BD" sz="1800" dirty="0"/>
            <a:t>সেবাদানকারীদের নিরাপত্তা, পরিষ্কার পরিচ্ছন্ন-দুর্গন্ধমুক্ত পরিবেশ ও স্বাস্থ্য সেবার মান বেড়েছে </a:t>
          </a:r>
          <a:endParaRPr lang="en-US" sz="1800" dirty="0"/>
        </a:p>
      </dgm:t>
    </dgm:pt>
    <dgm:pt modelId="{A6BF41F9-31C3-49C3-88EB-79CDDFC9563D}" type="parTrans" cxnId="{72C2F4BA-C159-4A04-A666-4E5E43FADF9D}">
      <dgm:prSet/>
      <dgm:spPr/>
      <dgm:t>
        <a:bodyPr/>
        <a:lstStyle/>
        <a:p>
          <a:endParaRPr lang="en-US" sz="4000"/>
        </a:p>
      </dgm:t>
    </dgm:pt>
    <dgm:pt modelId="{D5390788-3240-4E40-AFA9-93D9E30E3A44}" type="sibTrans" cxnId="{72C2F4BA-C159-4A04-A666-4E5E43FADF9D}">
      <dgm:prSet/>
      <dgm:spPr/>
      <dgm:t>
        <a:bodyPr/>
        <a:lstStyle/>
        <a:p>
          <a:endParaRPr lang="en-US" sz="4000"/>
        </a:p>
      </dgm:t>
    </dgm:pt>
    <dgm:pt modelId="{52EAA4D1-9B9E-4485-AA87-D1966CDC217D}">
      <dgm:prSet custT="1"/>
      <dgm:spPr/>
      <dgm:t>
        <a:bodyPr/>
        <a:lstStyle/>
        <a:p>
          <a:r>
            <a:rPr lang="bn-BD" sz="1800" dirty="0"/>
            <a:t>বেড়েছে রোগী সন্তুষ্টির হার  	</a:t>
          </a:r>
          <a:endParaRPr lang="en-US" sz="1800" dirty="0"/>
        </a:p>
      </dgm:t>
    </dgm:pt>
    <dgm:pt modelId="{C1B70E04-E06B-4FC5-A5C3-3C7AFD50C602}" type="parTrans" cxnId="{4FBD1E79-21E1-45B9-A21E-36B5C3C9E650}">
      <dgm:prSet/>
      <dgm:spPr/>
      <dgm:t>
        <a:bodyPr/>
        <a:lstStyle/>
        <a:p>
          <a:endParaRPr lang="en-US" sz="4000"/>
        </a:p>
      </dgm:t>
    </dgm:pt>
    <dgm:pt modelId="{DE58F8A1-9B9E-48C3-A816-836E3D8C18F5}" type="sibTrans" cxnId="{4FBD1E79-21E1-45B9-A21E-36B5C3C9E650}">
      <dgm:prSet/>
      <dgm:spPr/>
      <dgm:t>
        <a:bodyPr/>
        <a:lstStyle/>
        <a:p>
          <a:endParaRPr lang="en-US" sz="4000"/>
        </a:p>
      </dgm:t>
    </dgm:pt>
    <dgm:pt modelId="{0CB8C850-784A-4389-ABEE-A509165316DC}">
      <dgm:prSet custT="1"/>
      <dgm:spPr/>
      <dgm:t>
        <a:bodyPr/>
        <a:lstStyle/>
        <a:p>
          <a:r>
            <a:rPr lang="bn-BD" sz="1800" dirty="0"/>
            <a:t>এ ব্যবস্থায় জনগণ স্বাস্থ্যসেবা, পরিকল্পনা ও বাস্তবায়নে সম্পৃক্ত হবার সুযোগ পেয়েছে </a:t>
          </a:r>
          <a:endParaRPr lang="en-US" sz="1800" dirty="0"/>
        </a:p>
      </dgm:t>
    </dgm:pt>
    <dgm:pt modelId="{A7569853-5194-4550-9C60-573877C36E4F}" type="parTrans" cxnId="{7AB71AEC-75E1-4AD1-B676-9997ACEB5FBD}">
      <dgm:prSet/>
      <dgm:spPr/>
      <dgm:t>
        <a:bodyPr/>
        <a:lstStyle/>
        <a:p>
          <a:endParaRPr lang="en-US" sz="4000"/>
        </a:p>
      </dgm:t>
    </dgm:pt>
    <dgm:pt modelId="{4E834026-2B6A-424B-B043-EECC4F34A153}" type="sibTrans" cxnId="{7AB71AEC-75E1-4AD1-B676-9997ACEB5FBD}">
      <dgm:prSet/>
      <dgm:spPr/>
      <dgm:t>
        <a:bodyPr/>
        <a:lstStyle/>
        <a:p>
          <a:endParaRPr lang="en-US" sz="4000"/>
        </a:p>
      </dgm:t>
    </dgm:pt>
    <dgm:pt modelId="{8A675B4C-00C3-468E-848F-A74C39836363}">
      <dgm:prSet custT="1"/>
      <dgm:spPr/>
      <dgm:t>
        <a:bodyPr/>
        <a:lstStyle/>
        <a:p>
          <a:r>
            <a:rPr lang="bn-BD" sz="1800" dirty="0"/>
            <a:t>জনসম্পৃক্ততার ফলে ভবিষ্যতে তাদের বাস্তব অভিজ্ঞতার আলোকে স্বাস্থ্য সেবায় সমস্যাসমমূহ চিহ্ণিত করা ও সমাধানে ভূমিকা রাখা সহজ হবে। </a:t>
          </a:r>
          <a:endParaRPr lang="en-US" sz="1800" dirty="0"/>
        </a:p>
      </dgm:t>
    </dgm:pt>
    <dgm:pt modelId="{0A06DDBC-6973-4FDD-AE97-9938BA1747FF}" type="parTrans" cxnId="{2A11FE08-43B8-4EA0-BEC6-448C29024EA9}">
      <dgm:prSet/>
      <dgm:spPr/>
      <dgm:t>
        <a:bodyPr/>
        <a:lstStyle/>
        <a:p>
          <a:endParaRPr lang="en-US" sz="4000"/>
        </a:p>
      </dgm:t>
    </dgm:pt>
    <dgm:pt modelId="{AB48A5DE-0AAE-4685-8E88-BA60889994FE}" type="sibTrans" cxnId="{2A11FE08-43B8-4EA0-BEC6-448C29024EA9}">
      <dgm:prSet/>
      <dgm:spPr/>
      <dgm:t>
        <a:bodyPr/>
        <a:lstStyle/>
        <a:p>
          <a:endParaRPr lang="en-US" sz="4000"/>
        </a:p>
      </dgm:t>
    </dgm:pt>
    <dgm:pt modelId="{78B7257C-721F-4907-9522-4EC2CD5EB8CE}">
      <dgm:prSet custT="1"/>
      <dgm:spPr/>
      <dgm:t>
        <a:bodyPr/>
        <a:lstStyle/>
        <a:p>
          <a:r>
            <a:rPr lang="bn-BD" sz="1800" dirty="0"/>
            <a:t>বাংলাদেশে বিশ্ব স্বাস্থ্য সংস্থার ঘোষিত “সর্বজনীন স্বাস্থ্য সুরক্ষা” কার্যক্রম বাস্তবায়নে এ মডেল অনেকখানি ভূমিকা রাখবে।</a:t>
          </a:r>
          <a:endParaRPr lang="en-US" sz="1800" dirty="0"/>
        </a:p>
      </dgm:t>
    </dgm:pt>
    <dgm:pt modelId="{9EF4286F-0D74-4F84-8552-7B6ADF8D884D}" type="parTrans" cxnId="{7D755142-4118-4B33-878A-1D719C6DB1E9}">
      <dgm:prSet/>
      <dgm:spPr/>
      <dgm:t>
        <a:bodyPr/>
        <a:lstStyle/>
        <a:p>
          <a:endParaRPr lang="en-US" sz="4000"/>
        </a:p>
      </dgm:t>
    </dgm:pt>
    <dgm:pt modelId="{CF44E30D-3D70-4AD2-8786-39846A820B4C}" type="sibTrans" cxnId="{7D755142-4118-4B33-878A-1D719C6DB1E9}">
      <dgm:prSet/>
      <dgm:spPr/>
      <dgm:t>
        <a:bodyPr/>
        <a:lstStyle/>
        <a:p>
          <a:endParaRPr lang="en-US" sz="4000"/>
        </a:p>
      </dgm:t>
    </dgm:pt>
    <dgm:pt modelId="{1D9A756E-715A-4F57-8349-9FCA54BB0326}" type="pres">
      <dgm:prSet presAssocID="{52618EBA-8F5C-4B53-AC6B-00F7AA6FCE0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AD3AD36-6BE0-48A1-8808-846C4BC19736}" type="pres">
      <dgm:prSet presAssocID="{78B7257C-721F-4907-9522-4EC2CD5EB8CE}" presName="boxAndChildren" presStyleCnt="0"/>
      <dgm:spPr/>
    </dgm:pt>
    <dgm:pt modelId="{3B711C46-6C79-4BD6-A660-F6FA9834AF2E}" type="pres">
      <dgm:prSet presAssocID="{78B7257C-721F-4907-9522-4EC2CD5EB8CE}" presName="parentTextBox" presStyleLbl="node1" presStyleIdx="0" presStyleCnt="8" custScaleY="140062"/>
      <dgm:spPr/>
      <dgm:t>
        <a:bodyPr/>
        <a:lstStyle/>
        <a:p>
          <a:endParaRPr lang="en-GB"/>
        </a:p>
      </dgm:t>
    </dgm:pt>
    <dgm:pt modelId="{3F62CDF6-BA26-4DD2-8558-1E5010E6A235}" type="pres">
      <dgm:prSet presAssocID="{AB48A5DE-0AAE-4685-8E88-BA60889994FE}" presName="sp" presStyleCnt="0"/>
      <dgm:spPr/>
    </dgm:pt>
    <dgm:pt modelId="{1D500EFF-EABC-4B4A-A109-76DEB00A37E3}" type="pres">
      <dgm:prSet presAssocID="{8A675B4C-00C3-468E-848F-A74C39836363}" presName="arrowAndChildren" presStyleCnt="0"/>
      <dgm:spPr/>
    </dgm:pt>
    <dgm:pt modelId="{90876898-B18B-44B2-B60D-075F7E509E54}" type="pres">
      <dgm:prSet presAssocID="{8A675B4C-00C3-468E-848F-A74C39836363}" presName="parentTextArrow" presStyleLbl="node1" presStyleIdx="1" presStyleCnt="8" custScaleY="209897"/>
      <dgm:spPr/>
      <dgm:t>
        <a:bodyPr/>
        <a:lstStyle/>
        <a:p>
          <a:endParaRPr lang="en-GB"/>
        </a:p>
      </dgm:t>
    </dgm:pt>
    <dgm:pt modelId="{3F36BB21-7C85-4B46-8E54-D2F68B3562BB}" type="pres">
      <dgm:prSet presAssocID="{4E834026-2B6A-424B-B043-EECC4F34A153}" presName="sp" presStyleCnt="0"/>
      <dgm:spPr/>
    </dgm:pt>
    <dgm:pt modelId="{C20A1EE9-1BAB-411B-A996-8A6E460473F2}" type="pres">
      <dgm:prSet presAssocID="{0CB8C850-784A-4389-ABEE-A509165316DC}" presName="arrowAndChildren" presStyleCnt="0"/>
      <dgm:spPr/>
    </dgm:pt>
    <dgm:pt modelId="{0D5A55C6-97A5-4CDE-89D9-EC23416B818B}" type="pres">
      <dgm:prSet presAssocID="{0CB8C850-784A-4389-ABEE-A509165316DC}" presName="parentTextArrow" presStyleLbl="node1" presStyleIdx="2" presStyleCnt="8" custScaleY="126533"/>
      <dgm:spPr/>
      <dgm:t>
        <a:bodyPr/>
        <a:lstStyle/>
        <a:p>
          <a:endParaRPr lang="en-GB"/>
        </a:p>
      </dgm:t>
    </dgm:pt>
    <dgm:pt modelId="{7EF36681-D314-4FEF-95C9-5E22FEEA7507}" type="pres">
      <dgm:prSet presAssocID="{DE58F8A1-9B9E-48C3-A816-836E3D8C18F5}" presName="sp" presStyleCnt="0"/>
      <dgm:spPr/>
    </dgm:pt>
    <dgm:pt modelId="{1E6F869E-5337-48F8-84D4-A41AD00CE308}" type="pres">
      <dgm:prSet presAssocID="{52EAA4D1-9B9E-4485-AA87-D1966CDC217D}" presName="arrowAndChildren" presStyleCnt="0"/>
      <dgm:spPr/>
    </dgm:pt>
    <dgm:pt modelId="{E192007E-DF9E-46C5-8177-FEA0303FF39C}" type="pres">
      <dgm:prSet presAssocID="{52EAA4D1-9B9E-4485-AA87-D1966CDC217D}" presName="parentTextArrow" presStyleLbl="node1" presStyleIdx="3" presStyleCnt="8" custScaleY="78407"/>
      <dgm:spPr/>
      <dgm:t>
        <a:bodyPr/>
        <a:lstStyle/>
        <a:p>
          <a:endParaRPr lang="en-GB"/>
        </a:p>
      </dgm:t>
    </dgm:pt>
    <dgm:pt modelId="{E7D457FD-6F5E-4745-83B5-043CD3758406}" type="pres">
      <dgm:prSet presAssocID="{D5390788-3240-4E40-AFA9-93D9E30E3A44}" presName="sp" presStyleCnt="0"/>
      <dgm:spPr/>
    </dgm:pt>
    <dgm:pt modelId="{64737BA2-D1C3-45FB-A5B5-969592AE7380}" type="pres">
      <dgm:prSet presAssocID="{E88246B6-AEBD-4CCF-B1E0-69F942D66217}" presName="arrowAndChildren" presStyleCnt="0"/>
      <dgm:spPr/>
    </dgm:pt>
    <dgm:pt modelId="{83630A75-C776-44AB-A234-18A81E3666BC}" type="pres">
      <dgm:prSet presAssocID="{E88246B6-AEBD-4CCF-B1E0-69F942D66217}" presName="parentTextArrow" presStyleLbl="node1" presStyleIdx="4" presStyleCnt="8" custScaleY="141557"/>
      <dgm:spPr/>
      <dgm:t>
        <a:bodyPr/>
        <a:lstStyle/>
        <a:p>
          <a:endParaRPr lang="en-GB"/>
        </a:p>
      </dgm:t>
    </dgm:pt>
    <dgm:pt modelId="{22660B91-C1A1-4B9A-AC09-424E5336B9F8}" type="pres">
      <dgm:prSet presAssocID="{71E55F56-9A35-45DF-B436-826C18C3881F}" presName="sp" presStyleCnt="0"/>
      <dgm:spPr/>
    </dgm:pt>
    <dgm:pt modelId="{9BE510DB-6296-44E8-A678-54DC7CA0B260}" type="pres">
      <dgm:prSet presAssocID="{4323747C-15C0-43C3-ADDC-EEDFA2CF196F}" presName="arrowAndChildren" presStyleCnt="0"/>
      <dgm:spPr/>
    </dgm:pt>
    <dgm:pt modelId="{A19F2E5F-85D2-454A-B831-58217E79AD29}" type="pres">
      <dgm:prSet presAssocID="{4323747C-15C0-43C3-ADDC-EEDFA2CF196F}" presName="parentTextArrow" presStyleLbl="node1" presStyleIdx="5" presStyleCnt="8"/>
      <dgm:spPr/>
      <dgm:t>
        <a:bodyPr/>
        <a:lstStyle/>
        <a:p>
          <a:endParaRPr lang="en-GB"/>
        </a:p>
      </dgm:t>
    </dgm:pt>
    <dgm:pt modelId="{DD3A0587-7A93-427A-90EA-824BBA94FD48}" type="pres">
      <dgm:prSet presAssocID="{4CBA8B57-F485-46B3-9AB3-917B16BC2DBA}" presName="sp" presStyleCnt="0"/>
      <dgm:spPr/>
    </dgm:pt>
    <dgm:pt modelId="{A52C9F22-4F03-4B49-8FDE-C0AF6279E9E0}" type="pres">
      <dgm:prSet presAssocID="{C0F74575-555A-48D5-A62A-F00FA804ADCC}" presName="arrowAndChildren" presStyleCnt="0"/>
      <dgm:spPr/>
    </dgm:pt>
    <dgm:pt modelId="{4CE19B94-E8E8-46FE-BC02-6B6F78A00657}" type="pres">
      <dgm:prSet presAssocID="{C0F74575-555A-48D5-A62A-F00FA804ADCC}" presName="parentTextArrow" presStyleLbl="node1" presStyleIdx="6" presStyleCnt="8"/>
      <dgm:spPr/>
      <dgm:t>
        <a:bodyPr/>
        <a:lstStyle/>
        <a:p>
          <a:endParaRPr lang="en-GB"/>
        </a:p>
      </dgm:t>
    </dgm:pt>
    <dgm:pt modelId="{1B5E992C-652D-45BB-88A1-32DB77F230C8}" type="pres">
      <dgm:prSet presAssocID="{BAD82A8C-B9D2-4B11-BDF9-D1463460A4A5}" presName="sp" presStyleCnt="0"/>
      <dgm:spPr/>
    </dgm:pt>
    <dgm:pt modelId="{E135BF77-54C3-4B56-9A56-0A8C69E75FD3}" type="pres">
      <dgm:prSet presAssocID="{60D7CA53-4419-4606-83E7-5EE5EDE853E1}" presName="arrowAndChildren" presStyleCnt="0"/>
      <dgm:spPr/>
    </dgm:pt>
    <dgm:pt modelId="{3E302108-8855-415F-BDDF-CBB58773AE68}" type="pres">
      <dgm:prSet presAssocID="{60D7CA53-4419-4606-83E7-5EE5EDE853E1}" presName="parentTextArrow" presStyleLbl="node1" presStyleIdx="7" presStyleCnt="8"/>
      <dgm:spPr/>
      <dgm:t>
        <a:bodyPr/>
        <a:lstStyle/>
        <a:p>
          <a:endParaRPr lang="en-GB"/>
        </a:p>
      </dgm:t>
    </dgm:pt>
  </dgm:ptLst>
  <dgm:cxnLst>
    <dgm:cxn modelId="{F93C33DB-6FA3-4CB3-B7F3-77507723A216}" srcId="{52618EBA-8F5C-4B53-AC6B-00F7AA6FCE07}" destId="{60D7CA53-4419-4606-83E7-5EE5EDE853E1}" srcOrd="0" destOrd="0" parTransId="{949F659D-6D5F-4505-8BD4-BEDFD5494670}" sibTransId="{BAD82A8C-B9D2-4B11-BDF9-D1463460A4A5}"/>
    <dgm:cxn modelId="{9A94700F-13F5-4635-B514-7A5A21031E1C}" srcId="{52618EBA-8F5C-4B53-AC6B-00F7AA6FCE07}" destId="{C0F74575-555A-48D5-A62A-F00FA804ADCC}" srcOrd="1" destOrd="0" parTransId="{67FA6875-F3CF-414C-8EF0-E284076F6C64}" sibTransId="{4CBA8B57-F485-46B3-9AB3-917B16BC2DBA}"/>
    <dgm:cxn modelId="{185A43F7-E8FE-465E-981D-4617390CC0A3}" type="presOf" srcId="{60D7CA53-4419-4606-83E7-5EE5EDE853E1}" destId="{3E302108-8855-415F-BDDF-CBB58773AE68}" srcOrd="0" destOrd="0" presId="urn:microsoft.com/office/officeart/2005/8/layout/process4"/>
    <dgm:cxn modelId="{28DD56DC-3F27-405D-B954-134C77768017}" srcId="{52618EBA-8F5C-4B53-AC6B-00F7AA6FCE07}" destId="{4323747C-15C0-43C3-ADDC-EEDFA2CF196F}" srcOrd="2" destOrd="0" parTransId="{72760513-0169-4681-BC9D-4CD24CAA2F9A}" sibTransId="{71E55F56-9A35-45DF-B436-826C18C3881F}"/>
    <dgm:cxn modelId="{86BDC0FC-5586-4535-9E81-490FDB41EF88}" type="presOf" srcId="{52618EBA-8F5C-4B53-AC6B-00F7AA6FCE07}" destId="{1D9A756E-715A-4F57-8349-9FCA54BB0326}" srcOrd="0" destOrd="0" presId="urn:microsoft.com/office/officeart/2005/8/layout/process4"/>
    <dgm:cxn modelId="{2EDF5901-9DE9-4692-9A66-CCCC00241C65}" type="presOf" srcId="{4323747C-15C0-43C3-ADDC-EEDFA2CF196F}" destId="{A19F2E5F-85D2-454A-B831-58217E79AD29}" srcOrd="0" destOrd="0" presId="urn:microsoft.com/office/officeart/2005/8/layout/process4"/>
    <dgm:cxn modelId="{72C2F4BA-C159-4A04-A666-4E5E43FADF9D}" srcId="{52618EBA-8F5C-4B53-AC6B-00F7AA6FCE07}" destId="{E88246B6-AEBD-4CCF-B1E0-69F942D66217}" srcOrd="3" destOrd="0" parTransId="{A6BF41F9-31C3-49C3-88EB-79CDDFC9563D}" sibTransId="{D5390788-3240-4E40-AFA9-93D9E30E3A44}"/>
    <dgm:cxn modelId="{4FBD1E79-21E1-45B9-A21E-36B5C3C9E650}" srcId="{52618EBA-8F5C-4B53-AC6B-00F7AA6FCE07}" destId="{52EAA4D1-9B9E-4485-AA87-D1966CDC217D}" srcOrd="4" destOrd="0" parTransId="{C1B70E04-E06B-4FC5-A5C3-3C7AFD50C602}" sibTransId="{DE58F8A1-9B9E-48C3-A816-836E3D8C18F5}"/>
    <dgm:cxn modelId="{2A11FE08-43B8-4EA0-BEC6-448C29024EA9}" srcId="{52618EBA-8F5C-4B53-AC6B-00F7AA6FCE07}" destId="{8A675B4C-00C3-468E-848F-A74C39836363}" srcOrd="6" destOrd="0" parTransId="{0A06DDBC-6973-4FDD-AE97-9938BA1747FF}" sibTransId="{AB48A5DE-0AAE-4685-8E88-BA60889994FE}"/>
    <dgm:cxn modelId="{B4E44636-E0A9-40E2-B42A-AFB9521B45CC}" type="presOf" srcId="{E88246B6-AEBD-4CCF-B1E0-69F942D66217}" destId="{83630A75-C776-44AB-A234-18A81E3666BC}" srcOrd="0" destOrd="0" presId="urn:microsoft.com/office/officeart/2005/8/layout/process4"/>
    <dgm:cxn modelId="{840893F0-9CF8-487C-AA72-48164600A479}" type="presOf" srcId="{78B7257C-721F-4907-9522-4EC2CD5EB8CE}" destId="{3B711C46-6C79-4BD6-A660-F6FA9834AF2E}" srcOrd="0" destOrd="0" presId="urn:microsoft.com/office/officeart/2005/8/layout/process4"/>
    <dgm:cxn modelId="{922E6ADE-77A6-476F-8B38-70EEAE3BAD55}" type="presOf" srcId="{0CB8C850-784A-4389-ABEE-A509165316DC}" destId="{0D5A55C6-97A5-4CDE-89D9-EC23416B818B}" srcOrd="0" destOrd="0" presId="urn:microsoft.com/office/officeart/2005/8/layout/process4"/>
    <dgm:cxn modelId="{264EB8D9-5525-485F-BAB2-DBA50FD329D9}" type="presOf" srcId="{52EAA4D1-9B9E-4485-AA87-D1966CDC217D}" destId="{E192007E-DF9E-46C5-8177-FEA0303FF39C}" srcOrd="0" destOrd="0" presId="urn:microsoft.com/office/officeart/2005/8/layout/process4"/>
    <dgm:cxn modelId="{967E2982-0C28-42CE-9D76-573D721F0935}" type="presOf" srcId="{8A675B4C-00C3-468E-848F-A74C39836363}" destId="{90876898-B18B-44B2-B60D-075F7E509E54}" srcOrd="0" destOrd="0" presId="urn:microsoft.com/office/officeart/2005/8/layout/process4"/>
    <dgm:cxn modelId="{7D755142-4118-4B33-878A-1D719C6DB1E9}" srcId="{52618EBA-8F5C-4B53-AC6B-00F7AA6FCE07}" destId="{78B7257C-721F-4907-9522-4EC2CD5EB8CE}" srcOrd="7" destOrd="0" parTransId="{9EF4286F-0D74-4F84-8552-7B6ADF8D884D}" sibTransId="{CF44E30D-3D70-4AD2-8786-39846A820B4C}"/>
    <dgm:cxn modelId="{7AB71AEC-75E1-4AD1-B676-9997ACEB5FBD}" srcId="{52618EBA-8F5C-4B53-AC6B-00F7AA6FCE07}" destId="{0CB8C850-784A-4389-ABEE-A509165316DC}" srcOrd="5" destOrd="0" parTransId="{A7569853-5194-4550-9C60-573877C36E4F}" sibTransId="{4E834026-2B6A-424B-B043-EECC4F34A153}"/>
    <dgm:cxn modelId="{B363343F-290C-452F-9514-6926C9025FCC}" type="presOf" srcId="{C0F74575-555A-48D5-A62A-F00FA804ADCC}" destId="{4CE19B94-E8E8-46FE-BC02-6B6F78A00657}" srcOrd="0" destOrd="0" presId="urn:microsoft.com/office/officeart/2005/8/layout/process4"/>
    <dgm:cxn modelId="{23A5DAF7-4484-4E44-8FCA-C605007AF94F}" type="presParOf" srcId="{1D9A756E-715A-4F57-8349-9FCA54BB0326}" destId="{CAD3AD36-6BE0-48A1-8808-846C4BC19736}" srcOrd="0" destOrd="0" presId="urn:microsoft.com/office/officeart/2005/8/layout/process4"/>
    <dgm:cxn modelId="{80CE7759-B638-41FA-A85A-7901DDF4FA4C}" type="presParOf" srcId="{CAD3AD36-6BE0-48A1-8808-846C4BC19736}" destId="{3B711C46-6C79-4BD6-A660-F6FA9834AF2E}" srcOrd="0" destOrd="0" presId="urn:microsoft.com/office/officeart/2005/8/layout/process4"/>
    <dgm:cxn modelId="{64A30E6F-7F83-4E88-911B-112F40ABE958}" type="presParOf" srcId="{1D9A756E-715A-4F57-8349-9FCA54BB0326}" destId="{3F62CDF6-BA26-4DD2-8558-1E5010E6A235}" srcOrd="1" destOrd="0" presId="urn:microsoft.com/office/officeart/2005/8/layout/process4"/>
    <dgm:cxn modelId="{1E70D46C-1088-4717-9A6F-C3F493E3D5D7}" type="presParOf" srcId="{1D9A756E-715A-4F57-8349-9FCA54BB0326}" destId="{1D500EFF-EABC-4B4A-A109-76DEB00A37E3}" srcOrd="2" destOrd="0" presId="urn:microsoft.com/office/officeart/2005/8/layout/process4"/>
    <dgm:cxn modelId="{8D1E896F-317F-4839-98CB-B49014A6312E}" type="presParOf" srcId="{1D500EFF-EABC-4B4A-A109-76DEB00A37E3}" destId="{90876898-B18B-44B2-B60D-075F7E509E54}" srcOrd="0" destOrd="0" presId="urn:microsoft.com/office/officeart/2005/8/layout/process4"/>
    <dgm:cxn modelId="{D6CDB3FE-DA91-4E03-990C-DB04B5E472DB}" type="presParOf" srcId="{1D9A756E-715A-4F57-8349-9FCA54BB0326}" destId="{3F36BB21-7C85-4B46-8E54-D2F68B3562BB}" srcOrd="3" destOrd="0" presId="urn:microsoft.com/office/officeart/2005/8/layout/process4"/>
    <dgm:cxn modelId="{DF6CF9BB-63ED-4579-9BC3-E0088A262DAC}" type="presParOf" srcId="{1D9A756E-715A-4F57-8349-9FCA54BB0326}" destId="{C20A1EE9-1BAB-411B-A996-8A6E460473F2}" srcOrd="4" destOrd="0" presId="urn:microsoft.com/office/officeart/2005/8/layout/process4"/>
    <dgm:cxn modelId="{06D98911-1F9D-4F02-895B-1A51C7A81EB0}" type="presParOf" srcId="{C20A1EE9-1BAB-411B-A996-8A6E460473F2}" destId="{0D5A55C6-97A5-4CDE-89D9-EC23416B818B}" srcOrd="0" destOrd="0" presId="urn:microsoft.com/office/officeart/2005/8/layout/process4"/>
    <dgm:cxn modelId="{FF5FEFD5-CB8E-44C0-AC11-872E93A50B67}" type="presParOf" srcId="{1D9A756E-715A-4F57-8349-9FCA54BB0326}" destId="{7EF36681-D314-4FEF-95C9-5E22FEEA7507}" srcOrd="5" destOrd="0" presId="urn:microsoft.com/office/officeart/2005/8/layout/process4"/>
    <dgm:cxn modelId="{B81E6B56-9923-4497-8C86-8250B61AA08D}" type="presParOf" srcId="{1D9A756E-715A-4F57-8349-9FCA54BB0326}" destId="{1E6F869E-5337-48F8-84D4-A41AD00CE308}" srcOrd="6" destOrd="0" presId="urn:microsoft.com/office/officeart/2005/8/layout/process4"/>
    <dgm:cxn modelId="{B0C094D4-7185-45AC-8D2B-DD039FEA5787}" type="presParOf" srcId="{1E6F869E-5337-48F8-84D4-A41AD00CE308}" destId="{E192007E-DF9E-46C5-8177-FEA0303FF39C}" srcOrd="0" destOrd="0" presId="urn:microsoft.com/office/officeart/2005/8/layout/process4"/>
    <dgm:cxn modelId="{CF7377B1-27F8-4935-9900-DA0FC40BE5E5}" type="presParOf" srcId="{1D9A756E-715A-4F57-8349-9FCA54BB0326}" destId="{E7D457FD-6F5E-4745-83B5-043CD3758406}" srcOrd="7" destOrd="0" presId="urn:microsoft.com/office/officeart/2005/8/layout/process4"/>
    <dgm:cxn modelId="{A89C5614-77E2-4732-A256-1C6E0A978223}" type="presParOf" srcId="{1D9A756E-715A-4F57-8349-9FCA54BB0326}" destId="{64737BA2-D1C3-45FB-A5B5-969592AE7380}" srcOrd="8" destOrd="0" presId="urn:microsoft.com/office/officeart/2005/8/layout/process4"/>
    <dgm:cxn modelId="{1CA9FAA8-05A1-416A-976D-0BC2C58BCDD3}" type="presParOf" srcId="{64737BA2-D1C3-45FB-A5B5-969592AE7380}" destId="{83630A75-C776-44AB-A234-18A81E3666BC}" srcOrd="0" destOrd="0" presId="urn:microsoft.com/office/officeart/2005/8/layout/process4"/>
    <dgm:cxn modelId="{D61CA6C6-9392-4BE3-9AB9-06087B9FECB7}" type="presParOf" srcId="{1D9A756E-715A-4F57-8349-9FCA54BB0326}" destId="{22660B91-C1A1-4B9A-AC09-424E5336B9F8}" srcOrd="9" destOrd="0" presId="urn:microsoft.com/office/officeart/2005/8/layout/process4"/>
    <dgm:cxn modelId="{C4FCCA23-C0A6-4B29-83EA-DE094C125D14}" type="presParOf" srcId="{1D9A756E-715A-4F57-8349-9FCA54BB0326}" destId="{9BE510DB-6296-44E8-A678-54DC7CA0B260}" srcOrd="10" destOrd="0" presId="urn:microsoft.com/office/officeart/2005/8/layout/process4"/>
    <dgm:cxn modelId="{3FBE4C02-BB66-4CC0-A4F6-E381235B6927}" type="presParOf" srcId="{9BE510DB-6296-44E8-A678-54DC7CA0B260}" destId="{A19F2E5F-85D2-454A-B831-58217E79AD29}" srcOrd="0" destOrd="0" presId="urn:microsoft.com/office/officeart/2005/8/layout/process4"/>
    <dgm:cxn modelId="{3FCEC49F-4784-4C4F-B1DB-7CBC8FD8E91C}" type="presParOf" srcId="{1D9A756E-715A-4F57-8349-9FCA54BB0326}" destId="{DD3A0587-7A93-427A-90EA-824BBA94FD48}" srcOrd="11" destOrd="0" presId="urn:microsoft.com/office/officeart/2005/8/layout/process4"/>
    <dgm:cxn modelId="{62F4002F-5F9A-4172-B587-6F527DFAD5B5}" type="presParOf" srcId="{1D9A756E-715A-4F57-8349-9FCA54BB0326}" destId="{A52C9F22-4F03-4B49-8FDE-C0AF6279E9E0}" srcOrd="12" destOrd="0" presId="urn:microsoft.com/office/officeart/2005/8/layout/process4"/>
    <dgm:cxn modelId="{5747B78F-5631-41B9-B27C-20918154025B}" type="presParOf" srcId="{A52C9F22-4F03-4B49-8FDE-C0AF6279E9E0}" destId="{4CE19B94-E8E8-46FE-BC02-6B6F78A00657}" srcOrd="0" destOrd="0" presId="urn:microsoft.com/office/officeart/2005/8/layout/process4"/>
    <dgm:cxn modelId="{056213FE-64EC-42BF-8922-4F0B11764F0D}" type="presParOf" srcId="{1D9A756E-715A-4F57-8349-9FCA54BB0326}" destId="{1B5E992C-652D-45BB-88A1-32DB77F230C8}" srcOrd="13" destOrd="0" presId="urn:microsoft.com/office/officeart/2005/8/layout/process4"/>
    <dgm:cxn modelId="{D892DF95-8BF8-47A8-9C35-D303FC80C214}" type="presParOf" srcId="{1D9A756E-715A-4F57-8349-9FCA54BB0326}" destId="{E135BF77-54C3-4B56-9A56-0A8C69E75FD3}" srcOrd="14" destOrd="0" presId="urn:microsoft.com/office/officeart/2005/8/layout/process4"/>
    <dgm:cxn modelId="{1B6EA649-B103-4A15-B687-4A5AB5E5DBA9}" type="presParOf" srcId="{E135BF77-54C3-4B56-9A56-0A8C69E75FD3}" destId="{3E302108-8855-415F-BDDF-CBB58773AE6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61FDF-C2B7-4E6F-9ED8-CB7922074B4A}">
      <dsp:nvSpPr>
        <dsp:cNvPr id="0" name=""/>
        <dsp:cNvSpPr/>
      </dsp:nvSpPr>
      <dsp:spPr>
        <a:xfrm>
          <a:off x="1059690" y="1495"/>
          <a:ext cx="1822288" cy="911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টেকসই উন্নয়ন ২০৩০</a:t>
          </a:r>
          <a:endParaRPr lang="en-US" sz="2300" kern="1200"/>
        </a:p>
      </dsp:txBody>
      <dsp:txXfrm>
        <a:off x="1086376" y="28181"/>
        <a:ext cx="1768916" cy="857772"/>
      </dsp:txXfrm>
    </dsp:sp>
    <dsp:sp modelId="{C7AE03F8-4824-4E72-9F27-8334A8CC2982}">
      <dsp:nvSpPr>
        <dsp:cNvPr id="0" name=""/>
        <dsp:cNvSpPr/>
      </dsp:nvSpPr>
      <dsp:spPr>
        <a:xfrm>
          <a:off x="2881979" y="441005"/>
          <a:ext cx="72891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915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8214" y="438845"/>
        <a:ext cx="36445" cy="36445"/>
      </dsp:txXfrm>
    </dsp:sp>
    <dsp:sp modelId="{9243511F-7461-42F1-B74E-29D4CD6AD0EC}">
      <dsp:nvSpPr>
        <dsp:cNvPr id="0" name=""/>
        <dsp:cNvSpPr/>
      </dsp:nvSpPr>
      <dsp:spPr>
        <a:xfrm>
          <a:off x="3610895" y="1495"/>
          <a:ext cx="1822288" cy="9111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সর্বজনীন স্বাস্থ্য সুরক্ষা </a:t>
          </a:r>
          <a:endParaRPr lang="en-US" sz="2300" kern="1200"/>
        </a:p>
      </dsp:txBody>
      <dsp:txXfrm>
        <a:off x="3637581" y="28181"/>
        <a:ext cx="1768916" cy="857772"/>
      </dsp:txXfrm>
    </dsp:sp>
    <dsp:sp modelId="{02D9ECAE-64C1-4A46-8AE9-DC63DFC7443F}">
      <dsp:nvSpPr>
        <dsp:cNvPr id="0" name=""/>
        <dsp:cNvSpPr/>
      </dsp:nvSpPr>
      <dsp:spPr>
        <a:xfrm>
          <a:off x="1059690" y="2621035"/>
          <a:ext cx="1822288" cy="911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300" kern="1200"/>
            <a:t>স</a:t>
          </a:r>
          <a:r>
            <a:rPr lang="en-US" sz="2300" kern="1200"/>
            <a:t>্</a:t>
          </a:r>
          <a:r>
            <a:rPr lang="bn-BD" sz="2300" kern="1200"/>
            <a:t>ব</a:t>
          </a:r>
          <a:r>
            <a:rPr lang="en-US" sz="2300" kern="1200"/>
            <a:t>া</a:t>
          </a:r>
          <a:r>
            <a:rPr lang="bn-BD" sz="2300" kern="1200"/>
            <a:t>স</a:t>
          </a:r>
          <a:r>
            <a:rPr lang="en-US" sz="2300" kern="1200"/>
            <a:t>্</a:t>
          </a:r>
          <a:r>
            <a:rPr lang="bn-BD" sz="2300" kern="1200"/>
            <a:t>থ</a:t>
          </a:r>
          <a:r>
            <a:rPr lang="en-US" sz="2300" kern="1200"/>
            <a:t>্</a:t>
          </a:r>
          <a:r>
            <a:rPr lang="bn-BD" sz="2300" kern="1200"/>
            <a:t>য</a:t>
          </a:r>
          <a:r>
            <a:rPr lang="en-US" sz="2300" kern="1200"/>
            <a:t>স</a:t>
          </a:r>
          <a:r>
            <a:rPr lang="bn-BD" sz="2300" kern="1200"/>
            <a:t>ে</a:t>
          </a:r>
          <a:r>
            <a:rPr lang="en-US" sz="2300" kern="1200"/>
            <a:t>ব</a:t>
          </a:r>
          <a:r>
            <a:rPr lang="bn-BD" sz="2300" kern="1200"/>
            <a:t>া</a:t>
          </a:r>
          <a:r>
            <a:rPr lang="en-US" sz="2300" kern="1200"/>
            <a:t>য় চ্যালে</a:t>
          </a:r>
          <a:r>
            <a:rPr lang="bn-IN" sz="2300" kern="1200"/>
            <a:t>ঞ্জ সমূহ</a:t>
          </a:r>
          <a:endParaRPr lang="en-US" sz="2300" kern="1200"/>
        </a:p>
      </dsp:txBody>
      <dsp:txXfrm>
        <a:off x="1086376" y="2647721"/>
        <a:ext cx="1768916" cy="857772"/>
      </dsp:txXfrm>
    </dsp:sp>
    <dsp:sp modelId="{066CEFE1-DD9B-44E8-BF78-F7D87A54DF18}">
      <dsp:nvSpPr>
        <dsp:cNvPr id="0" name=""/>
        <dsp:cNvSpPr/>
      </dsp:nvSpPr>
      <dsp:spPr>
        <a:xfrm rot="17692822">
          <a:off x="2380176" y="2274683"/>
          <a:ext cx="173252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32522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203124" y="2247432"/>
        <a:ext cx="86626" cy="86626"/>
      </dsp:txXfrm>
    </dsp:sp>
    <dsp:sp modelId="{6ACAAEBE-C0A0-4A83-81C7-3DFFAD132C62}">
      <dsp:nvSpPr>
        <dsp:cNvPr id="0" name=""/>
        <dsp:cNvSpPr/>
      </dsp:nvSpPr>
      <dsp:spPr>
        <a:xfrm>
          <a:off x="3610895" y="1049311"/>
          <a:ext cx="1822288" cy="9111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মান সম্পন্ন সেবা</a:t>
          </a:r>
          <a:endParaRPr lang="en-US" sz="2300" kern="1200"/>
        </a:p>
      </dsp:txBody>
      <dsp:txXfrm>
        <a:off x="3637581" y="1075997"/>
        <a:ext cx="1768916" cy="857772"/>
      </dsp:txXfrm>
    </dsp:sp>
    <dsp:sp modelId="{8BB65E18-FDF9-4A01-8765-686768BA06CB}">
      <dsp:nvSpPr>
        <dsp:cNvPr id="0" name=""/>
        <dsp:cNvSpPr/>
      </dsp:nvSpPr>
      <dsp:spPr>
        <a:xfrm rot="19457599">
          <a:off x="2797606" y="2798591"/>
          <a:ext cx="89766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97662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3995" y="2792212"/>
        <a:ext cx="44883" cy="44883"/>
      </dsp:txXfrm>
    </dsp:sp>
    <dsp:sp modelId="{0C7BF665-B659-4B2D-8C52-C1D83242A13B}">
      <dsp:nvSpPr>
        <dsp:cNvPr id="0" name=""/>
        <dsp:cNvSpPr/>
      </dsp:nvSpPr>
      <dsp:spPr>
        <a:xfrm>
          <a:off x="3610895" y="2097127"/>
          <a:ext cx="1822288" cy="9111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ব্যবস্থাপনায় দুর্বলতা</a:t>
          </a:r>
          <a:endParaRPr lang="en-US" sz="2300" kern="1200"/>
        </a:p>
      </dsp:txBody>
      <dsp:txXfrm>
        <a:off x="3637581" y="2123813"/>
        <a:ext cx="1768916" cy="857772"/>
      </dsp:txXfrm>
    </dsp:sp>
    <dsp:sp modelId="{36CA276B-85D4-4AD5-9227-EB0520A2A882}">
      <dsp:nvSpPr>
        <dsp:cNvPr id="0" name=""/>
        <dsp:cNvSpPr/>
      </dsp:nvSpPr>
      <dsp:spPr>
        <a:xfrm rot="2142401">
          <a:off x="2797606" y="3322500"/>
          <a:ext cx="89766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97662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3995" y="3316120"/>
        <a:ext cx="44883" cy="44883"/>
      </dsp:txXfrm>
    </dsp:sp>
    <dsp:sp modelId="{B90EA64D-72C7-47F7-811F-4F93011850B3}">
      <dsp:nvSpPr>
        <dsp:cNvPr id="0" name=""/>
        <dsp:cNvSpPr/>
      </dsp:nvSpPr>
      <dsp:spPr>
        <a:xfrm>
          <a:off x="3610895" y="3144943"/>
          <a:ext cx="1822288" cy="9111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সম্পদের অপ্রতুল্যতা</a:t>
          </a:r>
          <a:endParaRPr lang="en-US" sz="2300" kern="1200"/>
        </a:p>
      </dsp:txBody>
      <dsp:txXfrm>
        <a:off x="3637581" y="3171629"/>
        <a:ext cx="1768916" cy="857772"/>
      </dsp:txXfrm>
    </dsp:sp>
    <dsp:sp modelId="{CB8F8060-0DA0-496C-A328-840E703808EA}">
      <dsp:nvSpPr>
        <dsp:cNvPr id="0" name=""/>
        <dsp:cNvSpPr/>
      </dsp:nvSpPr>
      <dsp:spPr>
        <a:xfrm rot="3907178">
          <a:off x="2380176" y="3846408"/>
          <a:ext cx="173252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32522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203124" y="3819156"/>
        <a:ext cx="86626" cy="86626"/>
      </dsp:txXfrm>
    </dsp:sp>
    <dsp:sp modelId="{46D0A998-A4F3-4171-9245-C7A66B71A6DE}">
      <dsp:nvSpPr>
        <dsp:cNvPr id="0" name=""/>
        <dsp:cNvSpPr/>
      </dsp:nvSpPr>
      <dsp:spPr>
        <a:xfrm>
          <a:off x="3610895" y="4192759"/>
          <a:ext cx="1822288" cy="9111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300" kern="1200"/>
            <a:t>সর্বজনিনতা নিশ্চিতকরণ</a:t>
          </a:r>
          <a:endParaRPr lang="en-US" sz="2300" kern="1200"/>
        </a:p>
      </dsp:txBody>
      <dsp:txXfrm>
        <a:off x="3637581" y="4219445"/>
        <a:ext cx="1768916" cy="8577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386978" y="146688"/>
          <a:ext cx="5474443" cy="5474443"/>
        </a:xfrm>
        <a:prstGeom prst="circularArrow">
          <a:avLst>
            <a:gd name="adj1" fmla="val 5544"/>
            <a:gd name="adj2" fmla="val 330680"/>
            <a:gd name="adj3" fmla="val 14524914"/>
            <a:gd name="adj4" fmla="val 16945008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277554" y="185092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সফল নেতৃত্ব</a:t>
          </a:r>
          <a:r>
            <a:rPr lang="bn-IN" sz="1900" b="1" kern="1200"/>
            <a:t> </a:t>
          </a:r>
          <a:endParaRPr lang="en-US" sz="1900" kern="1200"/>
        </a:p>
      </dsp:txBody>
      <dsp:txXfrm>
        <a:off x="2318884" y="226422"/>
        <a:ext cx="1610631" cy="763985"/>
      </dsp:txXfrm>
    </dsp:sp>
    <dsp:sp modelId="{CB4F0E61-DC7F-4119-ABA9-796676CB2FA1}">
      <dsp:nvSpPr>
        <dsp:cNvPr id="0" name=""/>
        <dsp:cNvSpPr/>
      </dsp:nvSpPr>
      <dsp:spPr>
        <a:xfrm>
          <a:off x="4102753" y="1064061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ব্যক্তিগত ও দলগত দক্ষতা </a:t>
          </a:r>
          <a:endParaRPr lang="en-US" sz="1900" kern="1200"/>
        </a:p>
      </dsp:txBody>
      <dsp:txXfrm>
        <a:off x="4144083" y="1105391"/>
        <a:ext cx="1610631" cy="763985"/>
      </dsp:txXfrm>
    </dsp:sp>
    <dsp:sp modelId="{57FC54FE-E97C-4F29-92CF-2A7248720E8D}">
      <dsp:nvSpPr>
        <dsp:cNvPr id="0" name=""/>
        <dsp:cNvSpPr/>
      </dsp:nvSpPr>
      <dsp:spPr>
        <a:xfrm>
          <a:off x="4553540" y="3039088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জনসম্পৃক্ততা </a:t>
          </a:r>
          <a:endParaRPr lang="en-US" sz="1900" kern="1200"/>
        </a:p>
      </dsp:txBody>
      <dsp:txXfrm>
        <a:off x="4594870" y="3080418"/>
        <a:ext cx="1610631" cy="763985"/>
      </dsp:txXfrm>
    </dsp:sp>
    <dsp:sp modelId="{E2E5C2CC-16B6-414F-A1E4-8C9432894059}">
      <dsp:nvSpPr>
        <dsp:cNvPr id="0" name=""/>
        <dsp:cNvSpPr/>
      </dsp:nvSpPr>
      <dsp:spPr>
        <a:xfrm>
          <a:off x="3290463" y="4622936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সমন্বয় </a:t>
          </a:r>
          <a:endParaRPr lang="en-US" sz="1900" kern="1200"/>
        </a:p>
      </dsp:txBody>
      <dsp:txXfrm>
        <a:off x="3331793" y="4664266"/>
        <a:ext cx="1610631" cy="763985"/>
      </dsp:txXfrm>
    </dsp:sp>
    <dsp:sp modelId="{C4FF0D0D-74E1-473C-A1E9-CFD413B11028}">
      <dsp:nvSpPr>
        <dsp:cNvPr id="0" name=""/>
        <dsp:cNvSpPr/>
      </dsp:nvSpPr>
      <dsp:spPr>
        <a:xfrm>
          <a:off x="1264644" y="4622936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1305974" y="4664266"/>
        <a:ext cx="1610631" cy="763985"/>
      </dsp:txXfrm>
    </dsp:sp>
    <dsp:sp modelId="{8D24C1E3-835B-4535-A9EB-AB5FCDF4505F}">
      <dsp:nvSpPr>
        <dsp:cNvPr id="0" name=""/>
        <dsp:cNvSpPr/>
      </dsp:nvSpPr>
      <dsp:spPr>
        <a:xfrm>
          <a:off x="1567" y="3039088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দূর্নীতি প্রতিরোধে</a:t>
          </a:r>
          <a:endParaRPr lang="en-US" sz="1900" kern="1200"/>
        </a:p>
      </dsp:txBody>
      <dsp:txXfrm>
        <a:off x="42897" y="3080418"/>
        <a:ext cx="1610631" cy="763985"/>
      </dsp:txXfrm>
    </dsp:sp>
    <dsp:sp modelId="{8173D7A6-1922-458F-9222-CB9A92415CD8}">
      <dsp:nvSpPr>
        <dsp:cNvPr id="0" name=""/>
        <dsp:cNvSpPr/>
      </dsp:nvSpPr>
      <dsp:spPr>
        <a:xfrm>
          <a:off x="452354" y="1064061"/>
          <a:ext cx="1693291" cy="84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/>
        </a:p>
      </dsp:txBody>
      <dsp:txXfrm>
        <a:off x="493684" y="1105391"/>
        <a:ext cx="1610631" cy="763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36D88-ACCA-4950-9445-90AA64B14084}">
      <dsp:nvSpPr>
        <dsp:cNvPr id="0" name=""/>
        <dsp:cNvSpPr/>
      </dsp:nvSpPr>
      <dsp:spPr>
        <a:xfrm>
          <a:off x="0" y="5378936"/>
          <a:ext cx="6513603" cy="5043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ইউনিট ব্যবস্থাপনায় স্বাস্থ্য সেবার উন্নয়ন</a:t>
          </a:r>
        </a:p>
      </dsp:txBody>
      <dsp:txXfrm>
        <a:off x="0" y="5378936"/>
        <a:ext cx="6513603" cy="504341"/>
      </dsp:txXfrm>
    </dsp:sp>
    <dsp:sp modelId="{FC47355D-38BE-4C9C-9044-3F35C686600A}">
      <dsp:nvSpPr>
        <dsp:cNvPr id="0" name=""/>
        <dsp:cNvSpPr/>
      </dsp:nvSpPr>
      <dsp:spPr>
        <a:xfrm rot="10800000">
          <a:off x="0" y="4610823"/>
          <a:ext cx="6513603" cy="775677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স্বাস্থ্যসেবার</a:t>
          </a:r>
          <a:r>
            <a:rPr lang="bn-IN" sz="1500" b="1" kern="1200"/>
            <a:t> </a:t>
          </a:r>
          <a:r>
            <a:rPr lang="bn-IN" sz="1500" kern="1200"/>
            <a:t>মানোন্নয়নে</a:t>
          </a:r>
          <a:r>
            <a:rPr lang="bn-IN" sz="1500" b="1" kern="1200"/>
            <a:t> </a:t>
          </a:r>
          <a:r>
            <a:rPr lang="en-GB" sz="1500" b="1" kern="1200"/>
            <a:t>“</a:t>
          </a:r>
          <a:r>
            <a:rPr lang="bn-IN" sz="1500" kern="1200"/>
            <a:t>৫এস</a:t>
          </a:r>
          <a:r>
            <a:rPr lang="bn-IN" sz="1500" b="1" kern="1200"/>
            <a:t> </a:t>
          </a:r>
          <a:r>
            <a:rPr lang="bn-IN" sz="1500" kern="1200"/>
            <a:t>কাইজেন</a:t>
          </a:r>
          <a:r>
            <a:rPr lang="en-GB" sz="1500" b="1" kern="1200"/>
            <a:t>-</a:t>
          </a:r>
          <a:r>
            <a:rPr lang="bn-IN" sz="1500" kern="1200"/>
            <a:t>টিকিউএম</a:t>
          </a:r>
          <a:r>
            <a:rPr lang="en-GB" sz="1500" b="1" kern="1200"/>
            <a:t>” </a:t>
          </a:r>
          <a:r>
            <a:rPr lang="bn-IN" sz="1500" kern="1200"/>
            <a:t>বাস্তবায়ন</a:t>
          </a:r>
          <a:endParaRPr lang="en-US" sz="1500" kern="1200"/>
        </a:p>
      </dsp:txBody>
      <dsp:txXfrm rot="10800000">
        <a:off x="0" y="4610823"/>
        <a:ext cx="6513603" cy="504012"/>
      </dsp:txXfrm>
    </dsp:sp>
    <dsp:sp modelId="{11F3F1A8-C1E0-4787-95CC-F140716DF659}">
      <dsp:nvSpPr>
        <dsp:cNvPr id="0" name=""/>
        <dsp:cNvSpPr/>
      </dsp:nvSpPr>
      <dsp:spPr>
        <a:xfrm rot="10800000">
          <a:off x="0" y="3842711"/>
          <a:ext cx="6513603" cy="775677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নিরাপদ রক্ত পরিসঞ্চালনের ব্যবস্থা </a:t>
          </a:r>
          <a:endParaRPr lang="en-US" sz="1500" kern="1200"/>
        </a:p>
      </dsp:txBody>
      <dsp:txXfrm rot="10800000">
        <a:off x="0" y="3842711"/>
        <a:ext cx="6513603" cy="504012"/>
      </dsp:txXfrm>
    </dsp:sp>
    <dsp:sp modelId="{14F26CC6-B962-4044-B4C2-BC44DE400F3F}">
      <dsp:nvSpPr>
        <dsp:cNvPr id="0" name=""/>
        <dsp:cNvSpPr/>
      </dsp:nvSpPr>
      <dsp:spPr>
        <a:xfrm rot="10800000">
          <a:off x="0" y="3074598"/>
          <a:ext cx="6513603" cy="775677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স্বাস্থ্য শিক্ষার মাধ্যমে স্বাস্থ্য সচেতনতা তৈরি করা</a:t>
          </a:r>
        </a:p>
      </dsp:txBody>
      <dsp:txXfrm rot="10800000">
        <a:off x="0" y="3074598"/>
        <a:ext cx="6513603" cy="504012"/>
      </dsp:txXfrm>
    </dsp:sp>
    <dsp:sp modelId="{F9650C00-3B0D-4D8F-AA81-4402B4583CF6}">
      <dsp:nvSpPr>
        <dsp:cNvPr id="0" name=""/>
        <dsp:cNvSpPr/>
      </dsp:nvSpPr>
      <dsp:spPr>
        <a:xfrm rot="10800000">
          <a:off x="0" y="2306485"/>
          <a:ext cx="6513603" cy="775677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জন্ম</a:t>
          </a:r>
          <a:r>
            <a:rPr lang="en-US" sz="1500" b="1" kern="1200"/>
            <a:t>-</a:t>
          </a:r>
          <a:r>
            <a:rPr lang="bn-IN" sz="1500" kern="1200"/>
            <a:t>মৃত্যু সহ সকল স্বাস্থ্য</a:t>
          </a:r>
          <a:r>
            <a:rPr lang="bn-IN" sz="1500" b="1" kern="1200"/>
            <a:t> </a:t>
          </a:r>
          <a:r>
            <a:rPr lang="bn-IN" sz="1500" kern="1200"/>
            <a:t>সূচকের অগ্রগতি</a:t>
          </a:r>
          <a:r>
            <a:rPr lang="bn-IN" sz="1500" b="1" kern="1200"/>
            <a:t> </a:t>
          </a:r>
          <a:r>
            <a:rPr lang="bn-IN" sz="1500" kern="1200"/>
            <a:t>মূল্যায়ন ও দায়বদ্ধতা নিশ্চিতকরণ</a:t>
          </a:r>
          <a:endParaRPr lang="en-US" sz="1500" kern="1200"/>
        </a:p>
      </dsp:txBody>
      <dsp:txXfrm rot="10800000">
        <a:off x="0" y="2306485"/>
        <a:ext cx="6513603" cy="504012"/>
      </dsp:txXfrm>
    </dsp:sp>
    <dsp:sp modelId="{927B0F42-A285-4684-872E-B453E91912A6}">
      <dsp:nvSpPr>
        <dsp:cNvPr id="0" name=""/>
        <dsp:cNvSpPr/>
      </dsp:nvSpPr>
      <dsp:spPr>
        <a:xfrm rot="10800000">
          <a:off x="0" y="1538372"/>
          <a:ext cx="6513603" cy="775677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উন্নত</a:t>
          </a:r>
          <a:r>
            <a:rPr lang="bn-IN" sz="1500" b="1" kern="1200"/>
            <a:t> </a:t>
          </a:r>
          <a:r>
            <a:rPr lang="bn-IN" sz="1500" kern="1200"/>
            <a:t>শিশু</a:t>
          </a:r>
          <a:r>
            <a:rPr lang="bn-IN" sz="1500" b="1" kern="1200"/>
            <a:t> </a:t>
          </a:r>
          <a:r>
            <a:rPr lang="bn-IN" sz="1500" kern="1200"/>
            <a:t>স্বাস্থ্যসেবা</a:t>
          </a:r>
          <a:r>
            <a:rPr lang="bn-IN" sz="1500" b="1" kern="1200"/>
            <a:t> </a:t>
          </a:r>
          <a:r>
            <a:rPr lang="bn-IN" sz="1500" kern="1200"/>
            <a:t>কার্যক্রম</a:t>
          </a:r>
          <a:endParaRPr lang="en-US" sz="1500" kern="1200"/>
        </a:p>
      </dsp:txBody>
      <dsp:txXfrm rot="10800000">
        <a:off x="0" y="1538372"/>
        <a:ext cx="6513603" cy="504012"/>
      </dsp:txXfrm>
    </dsp:sp>
    <dsp:sp modelId="{D5BED211-5CFB-4A10-B979-45FB18CCAB6D}">
      <dsp:nvSpPr>
        <dsp:cNvPr id="0" name=""/>
        <dsp:cNvSpPr/>
      </dsp:nvSpPr>
      <dsp:spPr>
        <a:xfrm rot="10800000">
          <a:off x="0" y="770260"/>
          <a:ext cx="6513603" cy="775677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উন্নত</a:t>
          </a:r>
          <a:r>
            <a:rPr lang="bn-IN" sz="1500" b="1" kern="1200"/>
            <a:t> </a:t>
          </a:r>
          <a:r>
            <a:rPr lang="bn-IN" sz="1500" kern="1200"/>
            <a:t>মাতৃ</a:t>
          </a:r>
          <a:r>
            <a:rPr lang="bn-IN" sz="1500" b="1" kern="1200"/>
            <a:t> </a:t>
          </a:r>
          <a:r>
            <a:rPr lang="bn-IN" sz="1500" kern="1200"/>
            <a:t>স্বাস্থ্যসেবা</a:t>
          </a:r>
          <a:r>
            <a:rPr lang="bn-IN" sz="1500" b="1" kern="1200"/>
            <a:t> </a:t>
          </a:r>
          <a:r>
            <a:rPr lang="bn-IN" sz="1500" kern="1200"/>
            <a:t>কার্যক্রম</a:t>
          </a:r>
          <a:endParaRPr lang="en-US" sz="1500" kern="1200"/>
        </a:p>
      </dsp:txBody>
      <dsp:txXfrm rot="10800000">
        <a:off x="0" y="770260"/>
        <a:ext cx="6513603" cy="504012"/>
      </dsp:txXfrm>
    </dsp:sp>
    <dsp:sp modelId="{4B8C954D-D9BB-4E30-86F0-EE4B99D5B672}">
      <dsp:nvSpPr>
        <dsp:cNvPr id="0" name=""/>
        <dsp:cNvSpPr/>
      </dsp:nvSpPr>
      <dsp:spPr>
        <a:xfrm rot="10800000">
          <a:off x="0" y="2147"/>
          <a:ext cx="6513603" cy="775677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500" kern="1200"/>
            <a:t>বিষয়ভিত্তিক</a:t>
          </a:r>
          <a:r>
            <a:rPr lang="bn-IN" sz="1500" b="1" kern="1200"/>
            <a:t> </a:t>
          </a:r>
          <a:r>
            <a:rPr lang="bn-IN" sz="1500" kern="1200"/>
            <a:t>স্বাস্থ্য</a:t>
          </a:r>
          <a:r>
            <a:rPr lang="bn-IN" sz="1500" b="1" kern="1200"/>
            <a:t> </a:t>
          </a:r>
          <a:r>
            <a:rPr lang="bn-IN" sz="1500" kern="1200"/>
            <a:t>সেবা নিশ্চিতকরণ</a:t>
          </a:r>
          <a:endParaRPr lang="en-US" sz="1500" kern="1200"/>
        </a:p>
      </dsp:txBody>
      <dsp:txXfrm rot="10800000">
        <a:off x="0" y="2147"/>
        <a:ext cx="6513603" cy="504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21AA9-D0BD-4B27-B7EC-6648F6517445}">
      <dsp:nvSpPr>
        <dsp:cNvPr id="0" name=""/>
        <dsp:cNvSpPr/>
      </dsp:nvSpPr>
      <dsp:spPr>
        <a:xfrm>
          <a:off x="4621" y="221972"/>
          <a:ext cx="4040906" cy="3232725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8420" rIns="570217" bIns="5842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300" kern="1200"/>
            <a:t>সর্বজনীন স্বাস্থ্য সুরক্ষায় জনসম্পৃক্ততা অপরিহার্য </a:t>
          </a:r>
          <a:endParaRPr lang="en-US" sz="2300" kern="1200"/>
        </a:p>
      </dsp:txBody>
      <dsp:txXfrm>
        <a:off x="4621" y="221972"/>
        <a:ext cx="3636815" cy="3232725"/>
      </dsp:txXfrm>
    </dsp:sp>
    <dsp:sp modelId="{91116DC0-7E00-402D-8707-F66D0AC95D71}">
      <dsp:nvSpPr>
        <dsp:cNvPr id="0" name=""/>
        <dsp:cNvSpPr/>
      </dsp:nvSpPr>
      <dsp:spPr>
        <a:xfrm>
          <a:off x="3237346" y="221972"/>
          <a:ext cx="4040906" cy="3232725"/>
        </a:xfrm>
        <a:prstGeom prst="chevron">
          <a:avLst>
            <a:gd name="adj" fmla="val 25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8420" rIns="142554" bIns="5842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bn-BD" sz="2300" kern="1200" dirty="0"/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bn-BD" sz="2300" kern="1200" dirty="0"/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300" kern="1200" dirty="0"/>
            <a:t>স্বাস্থ্য সেবায় দৃষ্টান্ত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চৌগাছায় ২২ বছর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ঝিনাইদহ সদর হাসপাতালে: ৬ বছর </a:t>
          </a:r>
          <a:endParaRPr lang="en-US" sz="1800" kern="1200" dirty="0"/>
        </a:p>
      </dsp:txBody>
      <dsp:txXfrm>
        <a:off x="4045527" y="221972"/>
        <a:ext cx="2424544" cy="3232725"/>
      </dsp:txXfrm>
    </dsp:sp>
    <dsp:sp modelId="{3704EDBE-5951-4BFC-AE8E-CA9456428532}">
      <dsp:nvSpPr>
        <dsp:cNvPr id="0" name=""/>
        <dsp:cNvSpPr/>
      </dsp:nvSpPr>
      <dsp:spPr>
        <a:xfrm>
          <a:off x="6470072" y="221972"/>
          <a:ext cx="4040906" cy="3232725"/>
        </a:xfrm>
        <a:prstGeom prst="chevron">
          <a:avLst>
            <a:gd name="adj" fmla="val 25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554" tIns="58420" rIns="142554" bIns="5842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300" kern="1200"/>
            <a:t>অর্জন সমূহ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/>
            <a:t>আস্থা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নিরাপত্তা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স্সম্পদ সমাবেশ 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গুণগত মান 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/>
            <a:t>দুর্নীতি প্রতিরোধ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সুশাসন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n-BD" sz="1800" kern="1200" dirty="0"/>
            <a:t>জনকল্যাণধর্মী সেবা</a:t>
          </a:r>
          <a:endParaRPr lang="en-US" sz="1800" kern="1200" dirty="0"/>
        </a:p>
      </dsp:txBody>
      <dsp:txXfrm>
        <a:off x="7278253" y="221972"/>
        <a:ext cx="2424544" cy="3232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C9A8A-612E-4378-A113-20474EB77E4E}">
      <dsp:nvSpPr>
        <dsp:cNvPr id="0" name=""/>
        <dsp:cNvSpPr/>
      </dsp:nvSpPr>
      <dsp:spPr>
        <a:xfrm>
          <a:off x="2157" y="-1"/>
          <a:ext cx="3558868" cy="4168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0" rIns="289150" bIns="33020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3200" kern="1200" dirty="0"/>
            <a:t>রূপ কল্প</a:t>
          </a:r>
        </a:p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400" kern="1200" dirty="0"/>
            <a:t>বাংলাদেশে স্বাস্থ্যবান জনগোষ্ঠি গড়ে তোলা </a:t>
          </a:r>
          <a:endParaRPr lang="en-US" sz="2400" kern="1200" dirty="0"/>
        </a:p>
      </dsp:txBody>
      <dsp:txXfrm>
        <a:off x="2157" y="1667408"/>
        <a:ext cx="3558868" cy="2501115"/>
      </dsp:txXfrm>
    </dsp:sp>
    <dsp:sp modelId="{09B808A2-C63B-4F75-A044-AEAB546526A5}">
      <dsp:nvSpPr>
        <dsp:cNvPr id="0" name=""/>
        <dsp:cNvSpPr/>
      </dsp:nvSpPr>
      <dsp:spPr>
        <a:xfrm>
          <a:off x="275243" y="322295"/>
          <a:ext cx="2927278" cy="90368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165100" rIns="289150" bIns="16510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01</a:t>
          </a:r>
        </a:p>
      </dsp:txBody>
      <dsp:txXfrm>
        <a:off x="275243" y="322295"/>
        <a:ext cx="2927278" cy="903686"/>
      </dsp:txXfrm>
    </dsp:sp>
    <dsp:sp modelId="{AB8F8E5E-31C2-4E0B-BB7B-3EE999C4330F}">
      <dsp:nvSpPr>
        <dsp:cNvPr id="0" name=""/>
        <dsp:cNvSpPr/>
      </dsp:nvSpPr>
      <dsp:spPr>
        <a:xfrm>
          <a:off x="3865286" y="-1"/>
          <a:ext cx="3211634" cy="4168526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0" rIns="289150" bIns="33020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800" kern="1200" dirty="0"/>
            <a:t>ব্রত 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400" kern="1200" dirty="0" smtClean="0"/>
            <a:t>২০৩২: সর্বজনিন স্বাস্থ্য সুরক্ষা</a:t>
          </a:r>
          <a:endParaRPr lang="en-US" sz="2400" kern="1200" dirty="0"/>
        </a:p>
      </dsp:txBody>
      <dsp:txXfrm>
        <a:off x="3865286" y="1667408"/>
        <a:ext cx="3211634" cy="2501115"/>
      </dsp:txXfrm>
    </dsp:sp>
    <dsp:sp modelId="{3B23C79E-2B66-4A71-97AD-8F6A72D693BD}">
      <dsp:nvSpPr>
        <dsp:cNvPr id="0" name=""/>
        <dsp:cNvSpPr/>
      </dsp:nvSpPr>
      <dsp:spPr>
        <a:xfrm>
          <a:off x="3937385" y="344130"/>
          <a:ext cx="2927278" cy="7745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165100" rIns="289150" bIns="16510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02</a:t>
          </a:r>
        </a:p>
      </dsp:txBody>
      <dsp:txXfrm>
        <a:off x="3937385" y="344130"/>
        <a:ext cx="2927278" cy="774557"/>
      </dsp:txXfrm>
    </dsp:sp>
    <dsp:sp modelId="{F1FE8A08-3B0A-4D4A-A7B4-C3F762DDF056}">
      <dsp:nvSpPr>
        <dsp:cNvPr id="0" name=""/>
        <dsp:cNvSpPr/>
      </dsp:nvSpPr>
      <dsp:spPr>
        <a:xfrm>
          <a:off x="7241756" y="-1"/>
          <a:ext cx="3443211" cy="416852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0" rIns="289150" bIns="330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000" b="1" kern="1200" dirty="0" smtClean="0"/>
            <a:t>লক্ষ্য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000" kern="1200" dirty="0" smtClean="0"/>
            <a:t>২০২০:</a:t>
          </a:r>
          <a:r>
            <a:rPr lang="en-US" sz="2000" kern="1200" dirty="0" smtClean="0"/>
            <a:t> ৪০</a:t>
          </a:r>
          <a:r>
            <a:rPr lang="bn-BD" sz="2000" kern="1200" dirty="0" smtClean="0"/>
            <a:t> উপজেলা,</a:t>
          </a:r>
          <a:r>
            <a:rPr lang="en-US" sz="2000" kern="1200" dirty="0" smtClean="0"/>
            <a:t>২০</a:t>
          </a:r>
          <a:r>
            <a:rPr lang="bn-BD" sz="2000" kern="1200" dirty="0" smtClean="0"/>
            <a:t>জেলা</a:t>
          </a:r>
          <a:r>
            <a:rPr lang="bn-BD" sz="2000" kern="1200" dirty="0"/>
            <a:t>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000" kern="1200" dirty="0"/>
            <a:t>২০২১: ২৫০ উপজেলা, </a:t>
          </a:r>
          <a:r>
            <a:rPr lang="bn-BD" sz="2000" kern="1200" dirty="0" smtClean="0"/>
            <a:t>৩৫</a:t>
          </a:r>
          <a:r>
            <a:rPr lang="en-GB" sz="2000" kern="1200" dirty="0" smtClean="0"/>
            <a:t> </a:t>
          </a:r>
          <a:r>
            <a:rPr lang="bn-BD" sz="2000" kern="1200" dirty="0" smtClean="0"/>
            <a:t>জেলা;</a:t>
          </a:r>
          <a:endParaRPr lang="en-GB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000" kern="1200" dirty="0" smtClean="0"/>
            <a:t>২০২২: অবশিষ্ট উপজেলা, জেলা। </a:t>
          </a:r>
          <a:endParaRPr lang="en-US" sz="2000" kern="1200" dirty="0"/>
        </a:p>
      </dsp:txBody>
      <dsp:txXfrm>
        <a:off x="7241756" y="1667408"/>
        <a:ext cx="3443211" cy="2501115"/>
      </dsp:txXfrm>
    </dsp:sp>
    <dsp:sp modelId="{311BC7FF-12DD-4FB4-80B1-4F8CEB01EB74}">
      <dsp:nvSpPr>
        <dsp:cNvPr id="0" name=""/>
        <dsp:cNvSpPr/>
      </dsp:nvSpPr>
      <dsp:spPr>
        <a:xfrm>
          <a:off x="7499722" y="415494"/>
          <a:ext cx="2927278" cy="6474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9150" tIns="165100" rIns="289150" bIns="16510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03</a:t>
          </a:r>
          <a:endParaRPr lang="en-US" sz="2200" kern="1200" dirty="0"/>
        </a:p>
      </dsp:txBody>
      <dsp:txXfrm>
        <a:off x="7499722" y="415494"/>
        <a:ext cx="2927278" cy="6474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15E89-0F96-416F-A5A2-04CFF21F6150}">
      <dsp:nvSpPr>
        <dsp:cNvPr id="0" name=""/>
        <dsp:cNvSpPr/>
      </dsp:nvSpPr>
      <dsp:spPr>
        <a:xfrm>
          <a:off x="3036281" y="529100"/>
          <a:ext cx="4068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684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8765" y="572633"/>
        <a:ext cx="21872" cy="4374"/>
      </dsp:txXfrm>
    </dsp:sp>
    <dsp:sp modelId="{63003225-6229-4459-97EB-24CA6138C0F2}">
      <dsp:nvSpPr>
        <dsp:cNvPr id="0" name=""/>
        <dsp:cNvSpPr/>
      </dsp:nvSpPr>
      <dsp:spPr>
        <a:xfrm>
          <a:off x="1136159" y="4244"/>
          <a:ext cx="1901921" cy="11411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 dirty="0"/>
            <a:t>১. ৭ম পঞ্চবার্ষিক পরিকল্পনা ও সবর্জনীন স্বাস্থ্য সুরক্ষার লক্ষ্যমাত্রা অর্জনে স্থানীয় পদক্ষেপ </a:t>
          </a:r>
          <a:endParaRPr lang="en-US" sz="1300" kern="1200" dirty="0"/>
        </a:p>
      </dsp:txBody>
      <dsp:txXfrm>
        <a:off x="1136159" y="4244"/>
        <a:ext cx="1901921" cy="1141152"/>
      </dsp:txXfrm>
    </dsp:sp>
    <dsp:sp modelId="{4EDDBE8F-6FAE-44CD-BC1A-903DF098F38B}">
      <dsp:nvSpPr>
        <dsp:cNvPr id="0" name=""/>
        <dsp:cNvSpPr/>
      </dsp:nvSpPr>
      <dsp:spPr>
        <a:xfrm>
          <a:off x="2087120" y="1143597"/>
          <a:ext cx="2339363" cy="406841"/>
        </a:xfrm>
        <a:custGeom>
          <a:avLst/>
          <a:gdLst/>
          <a:ahLst/>
          <a:cxnLst/>
          <a:rect l="0" t="0" r="0" b="0"/>
          <a:pathLst>
            <a:path>
              <a:moveTo>
                <a:pt x="2339363" y="0"/>
              </a:moveTo>
              <a:lnTo>
                <a:pt x="2339363" y="220520"/>
              </a:lnTo>
              <a:lnTo>
                <a:pt x="0" y="220520"/>
              </a:lnTo>
              <a:lnTo>
                <a:pt x="0" y="40684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197304" y="1344830"/>
        <a:ext cx="118995" cy="4374"/>
      </dsp:txXfrm>
    </dsp:sp>
    <dsp:sp modelId="{15CDEA4E-1A6C-4094-A76E-9C36509D3A0F}">
      <dsp:nvSpPr>
        <dsp:cNvPr id="0" name=""/>
        <dsp:cNvSpPr/>
      </dsp:nvSpPr>
      <dsp:spPr>
        <a:xfrm>
          <a:off x="3475522" y="4244"/>
          <a:ext cx="1901921" cy="11411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২. সম্পদ ও সুযোগ-সুবিধার সর্বোচ্চ ব্যবহার</a:t>
          </a:r>
          <a:endParaRPr lang="en-US" sz="1300" kern="1200"/>
        </a:p>
      </dsp:txBody>
      <dsp:txXfrm>
        <a:off x="3475522" y="4244"/>
        <a:ext cx="1901921" cy="1141152"/>
      </dsp:txXfrm>
    </dsp:sp>
    <dsp:sp modelId="{AE266D37-D631-4F20-927B-4632CA5B93AC}">
      <dsp:nvSpPr>
        <dsp:cNvPr id="0" name=""/>
        <dsp:cNvSpPr/>
      </dsp:nvSpPr>
      <dsp:spPr>
        <a:xfrm>
          <a:off x="3036281" y="2107695"/>
          <a:ext cx="4068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6841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8765" y="2151228"/>
        <a:ext cx="21872" cy="4374"/>
      </dsp:txXfrm>
    </dsp:sp>
    <dsp:sp modelId="{6A9AAC9E-ED1B-45C5-ADF0-1CA0FAF03A48}">
      <dsp:nvSpPr>
        <dsp:cNvPr id="0" name=""/>
        <dsp:cNvSpPr/>
      </dsp:nvSpPr>
      <dsp:spPr>
        <a:xfrm>
          <a:off x="1136159" y="1582839"/>
          <a:ext cx="1901921" cy="11411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৩. জনসম্পৃক্ততা </a:t>
          </a:r>
          <a:endParaRPr lang="en-US" sz="1300" kern="1200"/>
        </a:p>
      </dsp:txBody>
      <dsp:txXfrm>
        <a:off x="1136159" y="1582839"/>
        <a:ext cx="1901921" cy="1141152"/>
      </dsp:txXfrm>
    </dsp:sp>
    <dsp:sp modelId="{474F3088-7B83-4089-84DC-2D49690A8FC5}">
      <dsp:nvSpPr>
        <dsp:cNvPr id="0" name=""/>
        <dsp:cNvSpPr/>
      </dsp:nvSpPr>
      <dsp:spPr>
        <a:xfrm>
          <a:off x="2087120" y="2722192"/>
          <a:ext cx="2339363" cy="406841"/>
        </a:xfrm>
        <a:custGeom>
          <a:avLst/>
          <a:gdLst/>
          <a:ahLst/>
          <a:cxnLst/>
          <a:rect l="0" t="0" r="0" b="0"/>
          <a:pathLst>
            <a:path>
              <a:moveTo>
                <a:pt x="2339363" y="0"/>
              </a:moveTo>
              <a:lnTo>
                <a:pt x="2339363" y="220520"/>
              </a:lnTo>
              <a:lnTo>
                <a:pt x="0" y="220520"/>
              </a:lnTo>
              <a:lnTo>
                <a:pt x="0" y="406841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197304" y="2923425"/>
        <a:ext cx="118995" cy="4374"/>
      </dsp:txXfrm>
    </dsp:sp>
    <dsp:sp modelId="{C78BF6CA-5C5D-4777-A891-9D80EA00FDA0}">
      <dsp:nvSpPr>
        <dsp:cNvPr id="0" name=""/>
        <dsp:cNvSpPr/>
      </dsp:nvSpPr>
      <dsp:spPr>
        <a:xfrm>
          <a:off x="3475522" y="1582839"/>
          <a:ext cx="1901921" cy="11411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৪. নেতৃত্ত্বের বিকাশ</a:t>
          </a:r>
          <a:endParaRPr lang="en-US" sz="1300" kern="1200"/>
        </a:p>
      </dsp:txBody>
      <dsp:txXfrm>
        <a:off x="3475522" y="1582839"/>
        <a:ext cx="1901921" cy="1141152"/>
      </dsp:txXfrm>
    </dsp:sp>
    <dsp:sp modelId="{F30D6C46-21A5-465C-A588-5ECA29208C5D}">
      <dsp:nvSpPr>
        <dsp:cNvPr id="0" name=""/>
        <dsp:cNvSpPr/>
      </dsp:nvSpPr>
      <dsp:spPr>
        <a:xfrm>
          <a:off x="3036281" y="3686290"/>
          <a:ext cx="4068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6841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28765" y="3729823"/>
        <a:ext cx="21872" cy="4374"/>
      </dsp:txXfrm>
    </dsp:sp>
    <dsp:sp modelId="{55294790-47FE-4BC2-8DAF-49B10D7BE9CB}">
      <dsp:nvSpPr>
        <dsp:cNvPr id="0" name=""/>
        <dsp:cNvSpPr/>
      </dsp:nvSpPr>
      <dsp:spPr>
        <a:xfrm>
          <a:off x="1136159" y="3161433"/>
          <a:ext cx="1901921" cy="11411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৫. সেবার মানোন্নয়ন </a:t>
          </a:r>
          <a:endParaRPr lang="en-US" sz="1300" kern="1200"/>
        </a:p>
      </dsp:txBody>
      <dsp:txXfrm>
        <a:off x="1136159" y="3161433"/>
        <a:ext cx="1901921" cy="1141152"/>
      </dsp:txXfrm>
    </dsp:sp>
    <dsp:sp modelId="{DD87218F-8274-42A3-9A1B-99CD9B533EAC}">
      <dsp:nvSpPr>
        <dsp:cNvPr id="0" name=""/>
        <dsp:cNvSpPr/>
      </dsp:nvSpPr>
      <dsp:spPr>
        <a:xfrm>
          <a:off x="2087120" y="4300786"/>
          <a:ext cx="2339363" cy="406841"/>
        </a:xfrm>
        <a:custGeom>
          <a:avLst/>
          <a:gdLst/>
          <a:ahLst/>
          <a:cxnLst/>
          <a:rect l="0" t="0" r="0" b="0"/>
          <a:pathLst>
            <a:path>
              <a:moveTo>
                <a:pt x="2339363" y="0"/>
              </a:moveTo>
              <a:lnTo>
                <a:pt x="2339363" y="220520"/>
              </a:lnTo>
              <a:lnTo>
                <a:pt x="0" y="220520"/>
              </a:lnTo>
              <a:lnTo>
                <a:pt x="0" y="406841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197304" y="4502020"/>
        <a:ext cx="118995" cy="4374"/>
      </dsp:txXfrm>
    </dsp:sp>
    <dsp:sp modelId="{69B404E2-EEA4-487F-AB52-C2D03B85E168}">
      <dsp:nvSpPr>
        <dsp:cNvPr id="0" name=""/>
        <dsp:cNvSpPr/>
      </dsp:nvSpPr>
      <dsp:spPr>
        <a:xfrm>
          <a:off x="3475522" y="3161433"/>
          <a:ext cx="1901921" cy="11411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৬. স্থানীয় পরিকল্পনা, বাস্তবায়ন, পরিচালন ও পরিবীক্ষণ</a:t>
          </a:r>
          <a:endParaRPr lang="en-US" sz="1300" kern="1200"/>
        </a:p>
      </dsp:txBody>
      <dsp:txXfrm>
        <a:off x="3475522" y="3161433"/>
        <a:ext cx="1901921" cy="1141152"/>
      </dsp:txXfrm>
    </dsp:sp>
    <dsp:sp modelId="{A86D0066-B69F-439A-BF79-2DAFD2451D4F}">
      <dsp:nvSpPr>
        <dsp:cNvPr id="0" name=""/>
        <dsp:cNvSpPr/>
      </dsp:nvSpPr>
      <dsp:spPr>
        <a:xfrm>
          <a:off x="1136159" y="4740028"/>
          <a:ext cx="1901921" cy="11411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196" tIns="97825" rIns="93196" bIns="9782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300" kern="1200"/>
            <a:t>৭.ধারাবাহিক সফলতা, উন্নয়ন ও স্থিতিশীলতা বজায় রাখা</a:t>
          </a:r>
          <a:endParaRPr lang="en-US" sz="1300" kern="1200"/>
        </a:p>
      </dsp:txBody>
      <dsp:txXfrm>
        <a:off x="1136159" y="4740028"/>
        <a:ext cx="1901921" cy="11411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146E1-9DB6-43EA-9C03-7F4124128CF0}">
      <dsp:nvSpPr>
        <dsp:cNvPr id="0" name=""/>
        <dsp:cNvSpPr/>
      </dsp:nvSpPr>
      <dsp:spPr>
        <a:xfrm>
          <a:off x="8806954" y="1229047"/>
          <a:ext cx="1623472" cy="16231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85DD1C-2309-4B88-8FAC-86B9D7CC481C}">
      <dsp:nvSpPr>
        <dsp:cNvPr id="0" name=""/>
        <dsp:cNvSpPr/>
      </dsp:nvSpPr>
      <dsp:spPr>
        <a:xfrm>
          <a:off x="8861619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/>
            <a:t>৬. প্রয়োজনীয় জনবলের সংস্থান</a:t>
          </a:r>
          <a:endParaRPr lang="en-US" sz="1400" kern="1200"/>
        </a:p>
      </dsp:txBody>
      <dsp:txXfrm>
        <a:off x="9078220" y="1499622"/>
        <a:ext cx="1081971" cy="1082014"/>
      </dsp:txXfrm>
    </dsp:sp>
    <dsp:sp modelId="{A1756D3C-DDC5-4885-B174-EAA11A735645}">
      <dsp:nvSpPr>
        <dsp:cNvPr id="0" name=""/>
        <dsp:cNvSpPr/>
      </dsp:nvSpPr>
      <dsp:spPr>
        <a:xfrm rot="2700000">
          <a:off x="7129961" y="1228865"/>
          <a:ext cx="1623243" cy="1623243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8478EB-51E2-48AA-8FA6-3ADDC11A9028}">
      <dsp:nvSpPr>
        <dsp:cNvPr id="0" name=""/>
        <dsp:cNvSpPr/>
      </dsp:nvSpPr>
      <dsp:spPr>
        <a:xfrm>
          <a:off x="7184513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/>
            <a:t>৫. নেতৃত্ব বিকাশ এবং ব্যবস্থাপনা উন্নয়ন</a:t>
          </a:r>
          <a:endParaRPr lang="en-US" sz="1400" kern="1200"/>
        </a:p>
      </dsp:txBody>
      <dsp:txXfrm>
        <a:off x="7401113" y="1499622"/>
        <a:ext cx="1081971" cy="1082014"/>
      </dsp:txXfrm>
    </dsp:sp>
    <dsp:sp modelId="{587AA25C-79F2-44F0-890E-A140A0740982}">
      <dsp:nvSpPr>
        <dsp:cNvPr id="0" name=""/>
        <dsp:cNvSpPr/>
      </dsp:nvSpPr>
      <dsp:spPr>
        <a:xfrm rot="2700000">
          <a:off x="5452854" y="1228865"/>
          <a:ext cx="1623243" cy="1623243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F3FA38-7FF0-420D-B845-E041611F41B4}">
      <dsp:nvSpPr>
        <dsp:cNvPr id="0" name=""/>
        <dsp:cNvSpPr/>
      </dsp:nvSpPr>
      <dsp:spPr>
        <a:xfrm>
          <a:off x="5507406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/>
            <a:t>৪. প্রচার প্রচারণা ও সামাজিক আন্দোলন </a:t>
          </a:r>
          <a:endParaRPr lang="en-US" sz="1400" kern="1200"/>
        </a:p>
      </dsp:txBody>
      <dsp:txXfrm>
        <a:off x="5724006" y="1499622"/>
        <a:ext cx="1081971" cy="1082014"/>
      </dsp:txXfrm>
    </dsp:sp>
    <dsp:sp modelId="{78315EA9-15D5-429B-ABDB-CE251E18BB37}">
      <dsp:nvSpPr>
        <dsp:cNvPr id="0" name=""/>
        <dsp:cNvSpPr/>
      </dsp:nvSpPr>
      <dsp:spPr>
        <a:xfrm rot="2700000">
          <a:off x="3775748" y="1228865"/>
          <a:ext cx="1623243" cy="1623243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967B65-1731-4380-978B-D055152F6635}">
      <dsp:nvSpPr>
        <dsp:cNvPr id="0" name=""/>
        <dsp:cNvSpPr/>
      </dsp:nvSpPr>
      <dsp:spPr>
        <a:xfrm>
          <a:off x="3830299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 dirty="0"/>
            <a:t>৩. পরিকল্পনা প্রণয়ন এবং কমিটি কার্যকর</a:t>
          </a:r>
          <a:endParaRPr lang="en-US" sz="1400" kern="1200" dirty="0"/>
        </a:p>
      </dsp:txBody>
      <dsp:txXfrm>
        <a:off x="4045868" y="1499622"/>
        <a:ext cx="1081971" cy="1082014"/>
      </dsp:txXfrm>
    </dsp:sp>
    <dsp:sp modelId="{A7735911-4906-453B-AD00-FD4CBE0027E3}">
      <dsp:nvSpPr>
        <dsp:cNvPr id="0" name=""/>
        <dsp:cNvSpPr/>
      </dsp:nvSpPr>
      <dsp:spPr>
        <a:xfrm rot="2700000">
          <a:off x="2098641" y="1228865"/>
          <a:ext cx="1623243" cy="1623243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6F1310-7E68-482E-86A3-C8F7B58E4008}">
      <dsp:nvSpPr>
        <dsp:cNvPr id="0" name=""/>
        <dsp:cNvSpPr/>
      </dsp:nvSpPr>
      <dsp:spPr>
        <a:xfrm>
          <a:off x="2153192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/>
            <a:t>২. উপজেলা ও জেলা নির্বাচন </a:t>
          </a:r>
          <a:endParaRPr lang="en-US" sz="1400" kern="1200"/>
        </a:p>
      </dsp:txBody>
      <dsp:txXfrm>
        <a:off x="2368761" y="1499622"/>
        <a:ext cx="1081971" cy="1082014"/>
      </dsp:txXfrm>
    </dsp:sp>
    <dsp:sp modelId="{DCED2D85-D69B-42DF-9524-47C28C4DF67E}">
      <dsp:nvSpPr>
        <dsp:cNvPr id="0" name=""/>
        <dsp:cNvSpPr/>
      </dsp:nvSpPr>
      <dsp:spPr>
        <a:xfrm rot="2700000">
          <a:off x="421534" y="1228865"/>
          <a:ext cx="1623243" cy="1623243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343FE0B-D640-43A6-8883-89A9D0862AE2}">
      <dsp:nvSpPr>
        <dsp:cNvPr id="0" name=""/>
        <dsp:cNvSpPr/>
      </dsp:nvSpPr>
      <dsp:spPr>
        <a:xfrm>
          <a:off x="475054" y="1283162"/>
          <a:ext cx="1515172" cy="15149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400" kern="1200"/>
            <a:t>১. প্রাথমিক জরীপ </a:t>
          </a:r>
          <a:endParaRPr lang="en-US" sz="1400" kern="1200"/>
        </a:p>
      </dsp:txBody>
      <dsp:txXfrm>
        <a:off x="691655" y="1499622"/>
        <a:ext cx="1081971" cy="108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B6B38-B7C8-439D-A048-6288DF870429}">
      <dsp:nvSpPr>
        <dsp:cNvPr id="0" name=""/>
        <dsp:cNvSpPr/>
      </dsp:nvSpPr>
      <dsp:spPr>
        <a:xfrm>
          <a:off x="4170657" y="247470"/>
          <a:ext cx="2158072" cy="143658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৭. প্রয়োজনীয় সাজসরঞ্জাম সরবরাহ</a:t>
          </a:r>
          <a:endParaRPr lang="en-US" sz="1600" kern="1200" dirty="0"/>
        </a:p>
      </dsp:txBody>
      <dsp:txXfrm>
        <a:off x="4486699" y="457853"/>
        <a:ext cx="1525988" cy="1015817"/>
      </dsp:txXfrm>
    </dsp:sp>
    <dsp:sp modelId="{1C585BBB-124E-4F17-AB12-D634AA0E7828}">
      <dsp:nvSpPr>
        <dsp:cNvPr id="0" name=""/>
        <dsp:cNvSpPr/>
      </dsp:nvSpPr>
      <dsp:spPr>
        <a:xfrm rot="247106">
          <a:off x="6588055" y="879784"/>
          <a:ext cx="643477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1</a:t>
          </a:r>
        </a:p>
      </dsp:txBody>
      <dsp:txXfrm>
        <a:off x="6588214" y="957561"/>
        <a:ext cx="520170" cy="246613"/>
      </dsp:txXfrm>
    </dsp:sp>
    <dsp:sp modelId="{7C8C4271-A7E3-41E3-9444-1587E549A46B}">
      <dsp:nvSpPr>
        <dsp:cNvPr id="0" name=""/>
        <dsp:cNvSpPr/>
      </dsp:nvSpPr>
      <dsp:spPr>
        <a:xfrm>
          <a:off x="7522439" y="487094"/>
          <a:ext cx="2655635" cy="147584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৮. বরাদ্দকৃত সম্পদ ও সুযোগ-সুবিধার সর্বোচ্চ ব্যবহার</a:t>
          </a:r>
          <a:endParaRPr lang="en-US" sz="1600" kern="1200" dirty="0"/>
        </a:p>
      </dsp:txBody>
      <dsp:txXfrm>
        <a:off x="7911348" y="703227"/>
        <a:ext cx="1877817" cy="1043581"/>
      </dsp:txXfrm>
    </dsp:sp>
    <dsp:sp modelId="{0F7499D5-50F6-457F-B666-2C0E06818270}">
      <dsp:nvSpPr>
        <dsp:cNvPr id="0" name=""/>
        <dsp:cNvSpPr/>
      </dsp:nvSpPr>
      <dsp:spPr>
        <a:xfrm rot="5638957">
          <a:off x="8554164" y="2153348"/>
          <a:ext cx="434304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2</a:t>
          </a:r>
        </a:p>
      </dsp:txBody>
      <dsp:txXfrm rot="10800000">
        <a:off x="8620100" y="2174048"/>
        <a:ext cx="310997" cy="246613"/>
      </dsp:txXfrm>
    </dsp:sp>
    <dsp:sp modelId="{0B7BFCF1-99AF-47EA-8379-030FEE642F80}">
      <dsp:nvSpPr>
        <dsp:cNvPr id="0" name=""/>
        <dsp:cNvSpPr/>
      </dsp:nvSpPr>
      <dsp:spPr>
        <a:xfrm>
          <a:off x="7472587" y="2779221"/>
          <a:ext cx="2437349" cy="145899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৯. জনসম্পৃক্ততা</a:t>
          </a:r>
          <a:endParaRPr lang="en-US" sz="1600" kern="1200" dirty="0"/>
        </a:p>
      </dsp:txBody>
      <dsp:txXfrm>
        <a:off x="7829528" y="2992885"/>
        <a:ext cx="1723467" cy="1031664"/>
      </dsp:txXfrm>
    </dsp:sp>
    <dsp:sp modelId="{EAD22F07-E537-4B88-9098-629DD5F565A2}">
      <dsp:nvSpPr>
        <dsp:cNvPr id="0" name=""/>
        <dsp:cNvSpPr/>
      </dsp:nvSpPr>
      <dsp:spPr>
        <a:xfrm rot="10539597">
          <a:off x="6879706" y="3424502"/>
          <a:ext cx="426599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3</a:t>
          </a:r>
        </a:p>
      </dsp:txBody>
      <dsp:txXfrm rot="10800000">
        <a:off x="7002836" y="3502041"/>
        <a:ext cx="303292" cy="246613"/>
      </dsp:txXfrm>
    </dsp:sp>
    <dsp:sp modelId="{361EB4A8-3FA1-49A9-BED1-0869110DD773}">
      <dsp:nvSpPr>
        <dsp:cNvPr id="0" name=""/>
        <dsp:cNvSpPr/>
      </dsp:nvSpPr>
      <dsp:spPr>
        <a:xfrm>
          <a:off x="4031783" y="3004747"/>
          <a:ext cx="2659557" cy="151334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১০. স্থানীয় কমিটি কার্যকর করণ </a:t>
          </a:r>
          <a:endParaRPr lang="en-US" sz="1600" kern="1200" dirty="0"/>
        </a:p>
      </dsp:txBody>
      <dsp:txXfrm>
        <a:off x="4421266" y="3226371"/>
        <a:ext cx="1880591" cy="1070096"/>
      </dsp:txXfrm>
    </dsp:sp>
    <dsp:sp modelId="{3496AED6-100C-4212-AD2C-C58FB2506CF9}">
      <dsp:nvSpPr>
        <dsp:cNvPr id="0" name=""/>
        <dsp:cNvSpPr/>
      </dsp:nvSpPr>
      <dsp:spPr>
        <a:xfrm rot="11063079">
          <a:off x="3597827" y="3432773"/>
          <a:ext cx="315676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4</a:t>
          </a:r>
        </a:p>
      </dsp:txBody>
      <dsp:txXfrm rot="10800000">
        <a:off x="3692391" y="3518598"/>
        <a:ext cx="220973" cy="246613"/>
      </dsp:txXfrm>
    </dsp:sp>
    <dsp:sp modelId="{A0AB91EA-73B9-451B-9F26-BD6CC800FA4A}">
      <dsp:nvSpPr>
        <dsp:cNvPr id="0" name=""/>
        <dsp:cNvSpPr/>
      </dsp:nvSpPr>
      <dsp:spPr>
        <a:xfrm>
          <a:off x="838883" y="2817253"/>
          <a:ext cx="2624361" cy="139599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১১. স্থানীয় পর্যায়ে পরিকল্পনা বাস্তবায়ন ও পরিচালন</a:t>
          </a:r>
          <a:endParaRPr lang="en-US" sz="1600" kern="1200" dirty="0"/>
        </a:p>
      </dsp:txBody>
      <dsp:txXfrm>
        <a:off x="1223212" y="3021691"/>
        <a:ext cx="1855703" cy="987116"/>
      </dsp:txXfrm>
    </dsp:sp>
    <dsp:sp modelId="{541C2E50-D15D-46A4-A982-777B599A1962}">
      <dsp:nvSpPr>
        <dsp:cNvPr id="0" name=""/>
        <dsp:cNvSpPr/>
      </dsp:nvSpPr>
      <dsp:spPr>
        <a:xfrm rot="15736244">
          <a:off x="1738660" y="2150882"/>
          <a:ext cx="510235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5</a:t>
          </a:r>
        </a:p>
      </dsp:txBody>
      <dsp:txXfrm rot="10800000">
        <a:off x="1808605" y="2294180"/>
        <a:ext cx="386928" cy="246613"/>
      </dsp:txXfrm>
    </dsp:sp>
    <dsp:sp modelId="{57A975B9-02C3-4EB4-99F5-16194A33DE21}">
      <dsp:nvSpPr>
        <dsp:cNvPr id="0" name=""/>
        <dsp:cNvSpPr/>
      </dsp:nvSpPr>
      <dsp:spPr>
        <a:xfrm>
          <a:off x="516496" y="547017"/>
          <a:ext cx="2642507" cy="131959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600" kern="1200" dirty="0"/>
            <a:t>১২. নিয়মিত পর্যবেক্ষণ ও মুল্যায়ন এর মাধ্যমে সফলতা ও উন্নয়ন বজায় রাখা </a:t>
          </a:r>
          <a:endParaRPr lang="en-US" sz="1600" kern="1200" dirty="0"/>
        </a:p>
      </dsp:txBody>
      <dsp:txXfrm>
        <a:off x="903482" y="740268"/>
        <a:ext cx="1868535" cy="933095"/>
      </dsp:txXfrm>
    </dsp:sp>
    <dsp:sp modelId="{1349A0E8-2A83-4E76-8C7B-08E89191E47E}">
      <dsp:nvSpPr>
        <dsp:cNvPr id="0" name=""/>
        <dsp:cNvSpPr/>
      </dsp:nvSpPr>
      <dsp:spPr>
        <a:xfrm rot="21357526">
          <a:off x="3372051" y="873560"/>
          <a:ext cx="547636" cy="411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6</a:t>
          </a:r>
        </a:p>
      </dsp:txBody>
      <dsp:txXfrm>
        <a:off x="3372204" y="960110"/>
        <a:ext cx="424329" cy="24661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1AE26-2C06-4863-8946-8A63F04C5682}">
      <dsp:nvSpPr>
        <dsp:cNvPr id="0" name=""/>
        <dsp:cNvSpPr/>
      </dsp:nvSpPr>
      <dsp:spPr>
        <a:xfrm>
          <a:off x="2814208" y="717396"/>
          <a:ext cx="5537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3730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076465" y="760194"/>
        <a:ext cx="29216" cy="5843"/>
      </dsp:txXfrm>
    </dsp:sp>
    <dsp:sp modelId="{53F65947-C237-48E4-BF90-1CAC551612C4}">
      <dsp:nvSpPr>
        <dsp:cNvPr id="0" name=""/>
        <dsp:cNvSpPr/>
      </dsp:nvSpPr>
      <dsp:spPr>
        <a:xfrm>
          <a:off x="275440" y="945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১. </a:t>
          </a:r>
          <a:r>
            <a:rPr lang="bn-BD" sz="2600" kern="1200"/>
            <a:t>জাতীয় স্টিয়ারিং কমিটি</a:t>
          </a:r>
          <a:endParaRPr lang="en-US" sz="2600" kern="1200"/>
        </a:p>
      </dsp:txBody>
      <dsp:txXfrm>
        <a:off x="275440" y="945"/>
        <a:ext cx="2540568" cy="1524340"/>
      </dsp:txXfrm>
    </dsp:sp>
    <dsp:sp modelId="{6D98A0C1-BD51-4FB0-A12A-3362FDB67BBD}">
      <dsp:nvSpPr>
        <dsp:cNvPr id="0" name=""/>
        <dsp:cNvSpPr/>
      </dsp:nvSpPr>
      <dsp:spPr>
        <a:xfrm>
          <a:off x="1545724" y="1523486"/>
          <a:ext cx="3124898" cy="553730"/>
        </a:xfrm>
        <a:custGeom>
          <a:avLst/>
          <a:gdLst/>
          <a:ahLst/>
          <a:cxnLst/>
          <a:rect l="0" t="0" r="0" b="0"/>
          <a:pathLst>
            <a:path>
              <a:moveTo>
                <a:pt x="3124898" y="0"/>
              </a:moveTo>
              <a:lnTo>
                <a:pt x="3124898" y="293965"/>
              </a:lnTo>
              <a:lnTo>
                <a:pt x="0" y="293965"/>
              </a:lnTo>
              <a:lnTo>
                <a:pt x="0" y="553730"/>
              </a:lnTo>
            </a:path>
          </a:pathLst>
        </a:custGeom>
        <a:noFill/>
        <a:ln w="635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028697" y="1797430"/>
        <a:ext cx="158953" cy="5843"/>
      </dsp:txXfrm>
    </dsp:sp>
    <dsp:sp modelId="{F33F1493-1CB9-4683-BC69-7860ED232720}">
      <dsp:nvSpPr>
        <dsp:cNvPr id="0" name=""/>
        <dsp:cNvSpPr/>
      </dsp:nvSpPr>
      <dsp:spPr>
        <a:xfrm>
          <a:off x="3400339" y="945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২. জাতীয় টেকনিক্যাল কমিটি: কার্যকর</a:t>
          </a:r>
          <a:endParaRPr lang="en-US" sz="2600" kern="1200" dirty="0"/>
        </a:p>
      </dsp:txBody>
      <dsp:txXfrm>
        <a:off x="3400339" y="945"/>
        <a:ext cx="2540568" cy="1524340"/>
      </dsp:txXfrm>
    </dsp:sp>
    <dsp:sp modelId="{D2152AAC-5158-483D-BECE-0FA9E4E54F80}">
      <dsp:nvSpPr>
        <dsp:cNvPr id="0" name=""/>
        <dsp:cNvSpPr/>
      </dsp:nvSpPr>
      <dsp:spPr>
        <a:xfrm>
          <a:off x="2814208" y="2826067"/>
          <a:ext cx="5537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3730" y="45720"/>
              </a:lnTo>
            </a:path>
          </a:pathLst>
        </a:custGeom>
        <a:noFill/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076465" y="2868865"/>
        <a:ext cx="29216" cy="5843"/>
      </dsp:txXfrm>
    </dsp:sp>
    <dsp:sp modelId="{27E7B5BC-1F52-4F4E-9AD4-D60507B95E42}">
      <dsp:nvSpPr>
        <dsp:cNvPr id="0" name=""/>
        <dsp:cNvSpPr/>
      </dsp:nvSpPr>
      <dsp:spPr>
        <a:xfrm>
          <a:off x="275440" y="2109617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৩. জেলা কমিউনিটি সহায়তা কমিটি</a:t>
          </a:r>
          <a:endParaRPr lang="en-US" sz="2600" kern="1200" dirty="0"/>
        </a:p>
      </dsp:txBody>
      <dsp:txXfrm>
        <a:off x="275440" y="2109617"/>
        <a:ext cx="2540568" cy="1524340"/>
      </dsp:txXfrm>
    </dsp:sp>
    <dsp:sp modelId="{0EBCE006-DD13-4AC6-8E53-36FD9CC79434}">
      <dsp:nvSpPr>
        <dsp:cNvPr id="0" name=""/>
        <dsp:cNvSpPr/>
      </dsp:nvSpPr>
      <dsp:spPr>
        <a:xfrm>
          <a:off x="1545724" y="3632157"/>
          <a:ext cx="3124898" cy="553730"/>
        </a:xfrm>
        <a:custGeom>
          <a:avLst/>
          <a:gdLst/>
          <a:ahLst/>
          <a:cxnLst/>
          <a:rect l="0" t="0" r="0" b="0"/>
          <a:pathLst>
            <a:path>
              <a:moveTo>
                <a:pt x="3124898" y="0"/>
              </a:moveTo>
              <a:lnTo>
                <a:pt x="3124898" y="293965"/>
              </a:lnTo>
              <a:lnTo>
                <a:pt x="0" y="293965"/>
              </a:lnTo>
              <a:lnTo>
                <a:pt x="0" y="553730"/>
              </a:lnTo>
            </a:path>
          </a:pathLst>
        </a:custGeom>
        <a:noFill/>
        <a:ln w="635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028697" y="3906101"/>
        <a:ext cx="158953" cy="5843"/>
      </dsp:txXfrm>
    </dsp:sp>
    <dsp:sp modelId="{21D71920-330E-4E01-9E75-3D7FC979F7A7}">
      <dsp:nvSpPr>
        <dsp:cNvPr id="0" name=""/>
        <dsp:cNvSpPr/>
      </dsp:nvSpPr>
      <dsp:spPr>
        <a:xfrm>
          <a:off x="3400339" y="2109617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৪. জেলা হাসপাতাল বাস্তবায়ন কমিটি</a:t>
          </a:r>
          <a:endParaRPr lang="en-US" sz="2600" kern="1200" dirty="0"/>
        </a:p>
      </dsp:txBody>
      <dsp:txXfrm>
        <a:off x="3400339" y="2109617"/>
        <a:ext cx="2540568" cy="1524340"/>
      </dsp:txXfrm>
    </dsp:sp>
    <dsp:sp modelId="{76F0BD2C-C036-4B7E-BD37-0445E70A57C1}">
      <dsp:nvSpPr>
        <dsp:cNvPr id="0" name=""/>
        <dsp:cNvSpPr/>
      </dsp:nvSpPr>
      <dsp:spPr>
        <a:xfrm>
          <a:off x="2814208" y="4934738"/>
          <a:ext cx="5537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3730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076465" y="4977537"/>
        <a:ext cx="29216" cy="5843"/>
      </dsp:txXfrm>
    </dsp:sp>
    <dsp:sp modelId="{3ABA2473-F0D6-436C-B64E-F1EC0672ECE0}">
      <dsp:nvSpPr>
        <dsp:cNvPr id="0" name=""/>
        <dsp:cNvSpPr/>
      </dsp:nvSpPr>
      <dsp:spPr>
        <a:xfrm>
          <a:off x="275440" y="4218288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৫. উপজেলা কমিউনিটি সহায়তা কমিটি</a:t>
          </a:r>
          <a:endParaRPr lang="en-US" sz="2600" kern="1200" dirty="0"/>
        </a:p>
      </dsp:txBody>
      <dsp:txXfrm>
        <a:off x="275440" y="4218288"/>
        <a:ext cx="2540568" cy="1524340"/>
      </dsp:txXfrm>
    </dsp:sp>
    <dsp:sp modelId="{FFAA5C66-8C55-42AB-86C9-FC4E9A14F980}">
      <dsp:nvSpPr>
        <dsp:cNvPr id="0" name=""/>
        <dsp:cNvSpPr/>
      </dsp:nvSpPr>
      <dsp:spPr>
        <a:xfrm>
          <a:off x="3400339" y="4218288"/>
          <a:ext cx="2540568" cy="1524340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4490" tIns="130674" rIns="124490" bIns="13067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2600" kern="1200" dirty="0"/>
            <a:t>৬. উপজেলা হাসপাতাল বাস্তবায়ন কমিটি</a:t>
          </a:r>
          <a:endParaRPr lang="en-US" sz="2600" kern="1200" dirty="0"/>
        </a:p>
      </dsp:txBody>
      <dsp:txXfrm>
        <a:off x="3400339" y="4218288"/>
        <a:ext cx="2540568" cy="15243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11C46-6C79-4BD6-A660-F6FA9834AF2E}">
      <dsp:nvSpPr>
        <dsp:cNvPr id="0" name=""/>
        <dsp:cNvSpPr/>
      </dsp:nvSpPr>
      <dsp:spPr>
        <a:xfrm>
          <a:off x="0" y="5314555"/>
          <a:ext cx="6513603" cy="5695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বাংলাদেশে বিশ্ব স্বাস্থ্য সংস্থার ঘোষিত “সর্বজনীন স্বাস্থ্য সুরক্ষা” কার্যক্রম বাস্তবায়নে এ মডেল অনেকখানি ভূমিকা রাখবে।</a:t>
          </a:r>
          <a:endParaRPr lang="en-US" sz="1800" kern="1200" dirty="0"/>
        </a:p>
      </dsp:txBody>
      <dsp:txXfrm>
        <a:off x="0" y="5314555"/>
        <a:ext cx="6513603" cy="569540"/>
      </dsp:txXfrm>
    </dsp:sp>
    <dsp:sp modelId="{90876898-B18B-44B2-B60D-075F7E509E54}">
      <dsp:nvSpPr>
        <dsp:cNvPr id="0" name=""/>
        <dsp:cNvSpPr/>
      </dsp:nvSpPr>
      <dsp:spPr>
        <a:xfrm rot="10800000">
          <a:off x="0" y="4007951"/>
          <a:ext cx="6513603" cy="1312704"/>
        </a:xfrm>
        <a:prstGeom prst="upArrowCallout">
          <a:avLst/>
        </a:prstGeom>
        <a:gradFill rotWithShape="0">
          <a:gsLst>
            <a:gs pos="0">
              <a:schemeClr val="accent5">
                <a:hueOff val="-965506"/>
                <a:satOff val="-2488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65506"/>
                <a:satOff val="-2488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65506"/>
                <a:satOff val="-2488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জনসম্পৃক্ততার ফলে ভবিষ্যতে তাদের বাস্তব অভিজ্ঞতার আলোকে স্বাস্থ্য সেবায় সমস্যাসমমূহ চিহ্ণিত করা ও সমাধানে ভূমিকা রাখা সহজ হবে। </a:t>
          </a:r>
          <a:endParaRPr lang="en-US" sz="1800" kern="1200" dirty="0"/>
        </a:p>
      </dsp:txBody>
      <dsp:txXfrm rot="10800000">
        <a:off x="0" y="4007951"/>
        <a:ext cx="6513603" cy="852956"/>
      </dsp:txXfrm>
    </dsp:sp>
    <dsp:sp modelId="{0D5A55C6-97A5-4CDE-89D9-EC23416B818B}">
      <dsp:nvSpPr>
        <dsp:cNvPr id="0" name=""/>
        <dsp:cNvSpPr/>
      </dsp:nvSpPr>
      <dsp:spPr>
        <a:xfrm rot="10800000">
          <a:off x="0" y="3222707"/>
          <a:ext cx="6513603" cy="791342"/>
        </a:xfrm>
        <a:prstGeom prst="upArrowCallout">
          <a:avLst/>
        </a:prstGeom>
        <a:gradFill rotWithShape="0">
          <a:gsLst>
            <a:gs pos="0">
              <a:schemeClr val="accent5">
                <a:hueOff val="-1931012"/>
                <a:satOff val="-4977"/>
                <a:lumOff val="-33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931012"/>
                <a:satOff val="-4977"/>
                <a:lumOff val="-33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931012"/>
                <a:satOff val="-4977"/>
                <a:lumOff val="-33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এ ব্যবস্থায় জনগণ স্বাস্থ্যসেবা, পরিকল্পনা ও বাস্তবায়নে সম্পৃক্ত হবার সুযোগ পেয়েছে </a:t>
          </a:r>
          <a:endParaRPr lang="en-US" sz="1800" kern="1200" dirty="0"/>
        </a:p>
      </dsp:txBody>
      <dsp:txXfrm rot="10800000">
        <a:off x="0" y="3222707"/>
        <a:ext cx="6513603" cy="514190"/>
      </dsp:txXfrm>
    </dsp:sp>
    <dsp:sp modelId="{E192007E-DF9E-46C5-8177-FEA0303FF39C}">
      <dsp:nvSpPr>
        <dsp:cNvPr id="0" name=""/>
        <dsp:cNvSpPr/>
      </dsp:nvSpPr>
      <dsp:spPr>
        <a:xfrm rot="10800000">
          <a:off x="0" y="2738446"/>
          <a:ext cx="6513603" cy="490360"/>
        </a:xfrm>
        <a:prstGeom prst="upArrowCallout">
          <a:avLst/>
        </a:prstGeom>
        <a:gradFill rotWithShape="0">
          <a:gsLst>
            <a:gs pos="0">
              <a:schemeClr val="accent5">
                <a:hueOff val="-2896518"/>
                <a:satOff val="-7465"/>
                <a:lumOff val="-50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896518"/>
                <a:satOff val="-7465"/>
                <a:lumOff val="-50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896518"/>
                <a:satOff val="-7465"/>
                <a:lumOff val="-50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বেড়েছে রোগী সন্তুষ্টির হার  	</a:t>
          </a:r>
          <a:endParaRPr lang="en-US" sz="1800" kern="1200" dirty="0"/>
        </a:p>
      </dsp:txBody>
      <dsp:txXfrm rot="10800000">
        <a:off x="0" y="2738446"/>
        <a:ext cx="6513603" cy="318621"/>
      </dsp:txXfrm>
    </dsp:sp>
    <dsp:sp modelId="{83630A75-C776-44AB-A234-18A81E3666BC}">
      <dsp:nvSpPr>
        <dsp:cNvPr id="0" name=""/>
        <dsp:cNvSpPr/>
      </dsp:nvSpPr>
      <dsp:spPr>
        <a:xfrm rot="10800000">
          <a:off x="0" y="1859243"/>
          <a:ext cx="6513603" cy="885303"/>
        </a:xfrm>
        <a:prstGeom prst="upArrowCallout">
          <a:avLst/>
        </a:prstGeom>
        <a:gradFill rotWithShape="0">
          <a:gsLst>
            <a:gs pos="0">
              <a:schemeClr val="accent5">
                <a:hueOff val="-3862025"/>
                <a:satOff val="-9954"/>
                <a:lumOff val="-672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862025"/>
                <a:satOff val="-9954"/>
                <a:lumOff val="-672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862025"/>
                <a:satOff val="-9954"/>
                <a:lumOff val="-672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সেবাদানকারীদের নিরাপত্তা, পরিষ্কার পরিচ্ছন্ন-দুর্গন্ধমুক্ত পরিবেশ ও স্বাস্থ্য সেবার মান বেড়েছে </a:t>
          </a:r>
          <a:endParaRPr lang="en-US" sz="1800" kern="1200" dirty="0"/>
        </a:p>
      </dsp:txBody>
      <dsp:txXfrm rot="10800000">
        <a:off x="0" y="1859243"/>
        <a:ext cx="6513603" cy="575243"/>
      </dsp:txXfrm>
    </dsp:sp>
    <dsp:sp modelId="{A19F2E5F-85D2-454A-B831-58217E79AD29}">
      <dsp:nvSpPr>
        <dsp:cNvPr id="0" name=""/>
        <dsp:cNvSpPr/>
      </dsp:nvSpPr>
      <dsp:spPr>
        <a:xfrm rot="10800000">
          <a:off x="0" y="1239938"/>
          <a:ext cx="6513603" cy="625404"/>
        </a:xfrm>
        <a:prstGeom prst="upArrowCallout">
          <a:avLst/>
        </a:prstGeom>
        <a:gradFill rotWithShape="0">
          <a:gsLst>
            <a:gs pos="0">
              <a:schemeClr val="accent5">
                <a:hueOff val="-4827531"/>
                <a:satOff val="-12442"/>
                <a:lumOff val="-84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27531"/>
                <a:satOff val="-12442"/>
                <a:lumOff val="-84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27531"/>
                <a:satOff val="-12442"/>
                <a:lumOff val="-84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/>
            <a:t>ব্যবস্থাপনা চালুর মাধ্যমে জনগণের আস্থা অর্জন করা সম্ভব হয়েছে </a:t>
          </a:r>
          <a:endParaRPr lang="en-US" sz="1800" kern="1200"/>
        </a:p>
      </dsp:txBody>
      <dsp:txXfrm rot="10800000">
        <a:off x="0" y="1239938"/>
        <a:ext cx="6513603" cy="406369"/>
      </dsp:txXfrm>
    </dsp:sp>
    <dsp:sp modelId="{4CE19B94-E8E8-46FE-BC02-6B6F78A00657}">
      <dsp:nvSpPr>
        <dsp:cNvPr id="0" name=""/>
        <dsp:cNvSpPr/>
      </dsp:nvSpPr>
      <dsp:spPr>
        <a:xfrm rot="10800000">
          <a:off x="0" y="620633"/>
          <a:ext cx="6513603" cy="625404"/>
        </a:xfrm>
        <a:prstGeom prst="upArrowCallout">
          <a:avLst/>
        </a:prstGeom>
        <a:gradFill rotWithShape="0">
          <a:gsLst>
            <a:gs pos="0">
              <a:schemeClr val="accent5">
                <a:hueOff val="-5793037"/>
                <a:satOff val="-14931"/>
                <a:lumOff val="-100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793037"/>
                <a:satOff val="-14931"/>
                <a:lumOff val="-100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793037"/>
                <a:satOff val="-14931"/>
                <a:lumOff val="-100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চৌগাছা-ঝিনাইদহ মডেল একটি উজ্জ্বল উদাহরণ </a:t>
          </a:r>
          <a:endParaRPr lang="en-US" sz="1800" kern="1200" dirty="0"/>
        </a:p>
      </dsp:txBody>
      <dsp:txXfrm rot="10800000">
        <a:off x="0" y="620633"/>
        <a:ext cx="6513603" cy="406369"/>
      </dsp:txXfrm>
    </dsp:sp>
    <dsp:sp modelId="{3E302108-8855-415F-BDDF-CBB58773AE68}">
      <dsp:nvSpPr>
        <dsp:cNvPr id="0" name=""/>
        <dsp:cNvSpPr/>
      </dsp:nvSpPr>
      <dsp:spPr>
        <a:xfrm rot="10800000">
          <a:off x="0" y="1329"/>
          <a:ext cx="6513603" cy="625404"/>
        </a:xfrm>
        <a:prstGeom prst="upArrowCallou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BD" sz="1800" kern="1200" dirty="0"/>
            <a:t>স্বাস্থ্য সেবায় জনসম্পৃক্ততা অপরিহার্য </a:t>
          </a:r>
          <a:endParaRPr lang="en-US" sz="1800" kern="1200" dirty="0"/>
        </a:p>
      </dsp:txBody>
      <dsp:txXfrm rot="10800000">
        <a:off x="0" y="1329"/>
        <a:ext cx="6513603" cy="406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613BA-5CBB-4EA3-8CBC-1E59003B36CD}" type="datetimeFigureOut">
              <a:rPr lang="bn-BD" smtClean="0"/>
              <a:t>9/6/1440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D25B2-9AED-45CA-9ACB-A989C90E76F8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387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763624-96EC-4CA3-9F73-7F77CD6C0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70AD54B-5956-46FA-B928-F7E61C5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1B1E2-8C7E-467C-95DE-7FC4061D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D3525C-D33B-4D11-A00C-D5B911B2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F1A8AC-7E27-46D3-9C03-F17679D4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647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EFDDB-D392-4CAB-8418-A08F908E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C1A35F-89C4-4B6F-839E-38639847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F1349F-C9CB-4CDA-BC26-202EF8E5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F9C3B1-362A-4705-9228-A4186D64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772BFD-92F2-4D6D-B52C-488DB920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1456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B0F7A3-0C4B-499B-8266-C06ACBEE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04C701-47B3-4072-A01A-41D8758C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ABF66-A382-4073-8A72-640057A8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759CD-B629-4F14-B98D-025ED5EE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6AA933-A641-4A00-9D89-D692016A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0715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C9F74-FFE8-4615-8F05-C2435D53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BC21B8-C8EB-47BC-8B7E-FCF4592D6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C1013A-1491-4847-B86D-640017508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B45EF4-FDA4-4970-872D-0985DA6B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AE9907-94DF-4213-9B71-D95BBC83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91BE51-13AD-492F-AECD-D16A2E56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6667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84647F-42EE-4D96-B5A7-6BED5654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F7DE8F-741D-47FD-92A5-776E7DC2F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E007A9-32CA-4E9C-82A2-228F89C0F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3D7CD6C-785F-4F3C-B790-832796EDA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F143D39-01A1-4879-AEDB-7D41DF824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C89407-8925-4A6C-AD8F-49078B15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98623E-1A1C-47B5-BECD-CEC47D57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0379383-47C7-44F3-948B-03543C4B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9798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33C80B-59EF-4BF7-BB79-9AB81696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DACF89-17F7-460B-9B2A-52505602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5C6BA99-AA4D-4ECF-B803-2BBCED65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7CC04D-32DA-434C-930C-59DC0699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248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2585155-EED5-4A24-BFA9-6E2170AD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4E2BB3-8923-428B-8F3D-FCF24DC3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A738405-A4EA-4E7D-BF75-BE0DD51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55982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BE7CCF-EBC3-4573-8F37-FF0846FD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FB054B-87D4-417C-9155-8206CEEAF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9BFE00-8F02-475C-B113-22AA9342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F5EC49F-EF39-4FF0-BC79-EB152174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B17776-6149-48C4-B55B-BDF3AFFA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9C5250-EDB4-4332-BA35-DE757DFA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04702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7C07A-9618-416B-8F04-877D79CA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E7CCC8-8D86-49A0-83CC-9C21082D3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858126-3A59-4894-961E-1DA8DEED0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EC6B36-A409-487F-8418-6C6BBD49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E0B7D46-76AE-4575-A7E0-323A659B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2B57BD-9444-4BEB-AB1B-99E519B2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4624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459755-7741-4A38-BADD-C1492B4B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2EBD1B-D9FC-4425-A596-04D32802D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981D8A-53CB-4477-81B7-896B24C0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D91CB7-F7B2-4362-86A0-6B42B03D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DE326-CCAF-4CB9-8619-3AC3F075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41880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83142B2-9C9B-4318-B670-84F7201FB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A70A24-AB36-4ABD-A442-6C8EE9C7B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7BC136-35A6-4D44-9E8F-7642E759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A0458A-A299-4E13-9D87-C77CD98F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12DAFD-46DA-4C3B-A45F-36FE556A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06313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E05C8A7-C0E1-4014-AE93-F6A02D6E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741CE5-A4F1-4683-86C9-B41C8674F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06D3B4-318E-4B23-9CE0-5FDC057E1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C77943-534B-48C5-BD01-849566678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B81332-5BBE-4A25-8C6D-0DA72D3D0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F7EB4-6AD6-4BC1-BB7F-6406DF9BDD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94219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3739" y="-49876"/>
            <a:ext cx="5951913" cy="41743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 err="1">
                <a:solidFill>
                  <a:schemeClr val="bg1"/>
                </a:solidFill>
              </a:rPr>
              <a:t>চৌগাছা-ঝিনাইদহ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br>
              <a:rPr lang="en-US" sz="3800" dirty="0">
                <a:solidFill>
                  <a:schemeClr val="bg1"/>
                </a:solidFill>
              </a:rPr>
            </a:br>
            <a:r>
              <a:rPr lang="en-US" sz="3800" dirty="0" err="1">
                <a:solidFill>
                  <a:schemeClr val="bg1"/>
                </a:solidFill>
              </a:rPr>
              <a:t>জনসম্পৃক্ত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স্বাস্থ্য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 smtClean="0">
                <a:solidFill>
                  <a:schemeClr val="bg1"/>
                </a:solidFill>
              </a:rPr>
              <a:t>ব্যবস্থাপনা</a:t>
            </a:r>
            <a:r>
              <a:rPr lang="en-US" sz="3800" dirty="0" smtClean="0">
                <a:solidFill>
                  <a:schemeClr val="bg1"/>
                </a:solidFill>
              </a:rPr>
              <a:t>  </a:t>
            </a:r>
            <a:r>
              <a:rPr lang="en-US" sz="3800" dirty="0" err="1" smtClean="0">
                <a:solidFill>
                  <a:schemeClr val="bg1"/>
                </a:solidFill>
              </a:rPr>
              <a:t>মডেল</a:t>
            </a:r>
            <a:r>
              <a:rPr lang="en-US" sz="3800" dirty="0" smtClean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সম্প্রসারণ</a:t>
            </a:r>
            <a:r>
              <a:rPr lang="en-US" sz="3800" dirty="0">
                <a:solidFill>
                  <a:schemeClr val="bg1"/>
                </a:solidFill>
              </a:rPr>
              <a:t>:</a:t>
            </a:r>
            <a:br>
              <a:rPr lang="en-US" sz="3800" dirty="0">
                <a:solidFill>
                  <a:schemeClr val="bg1"/>
                </a:solidFill>
              </a:rPr>
            </a:br>
            <a:r>
              <a:rPr lang="en-US" sz="3800" dirty="0">
                <a:solidFill>
                  <a:schemeClr val="bg1"/>
                </a:solidFill>
              </a:rPr>
              <a:t/>
            </a:r>
            <a:br>
              <a:rPr lang="en-US" sz="3800" dirty="0">
                <a:solidFill>
                  <a:schemeClr val="bg1"/>
                </a:solidFill>
              </a:rPr>
            </a:br>
            <a:r>
              <a:rPr lang="en-US" sz="3800" b="1" dirty="0" err="1">
                <a:solidFill>
                  <a:schemeClr val="bg1"/>
                </a:solidFill>
              </a:rPr>
              <a:t>খসড়া</a:t>
            </a:r>
            <a:r>
              <a:rPr lang="en-US" sz="3800" b="1" dirty="0">
                <a:solidFill>
                  <a:schemeClr val="bg1"/>
                </a:solidFill>
              </a:rPr>
              <a:t> </a:t>
            </a:r>
            <a:r>
              <a:rPr lang="en-US" sz="3800" b="1" dirty="0" err="1">
                <a:solidFill>
                  <a:schemeClr val="bg1"/>
                </a:solidFill>
              </a:rPr>
              <a:t>জাতীয়</a:t>
            </a:r>
            <a:r>
              <a:rPr lang="en-US" sz="3800" b="1" dirty="0">
                <a:solidFill>
                  <a:schemeClr val="bg1"/>
                </a:solidFill>
              </a:rPr>
              <a:t> </a:t>
            </a:r>
            <a:r>
              <a:rPr lang="en-US" sz="3800" b="1" dirty="0" err="1">
                <a:solidFill>
                  <a:schemeClr val="bg1"/>
                </a:solidFill>
              </a:rPr>
              <a:t>কর্মকৌশল</a:t>
            </a:r>
            <a:r>
              <a:rPr lang="en-US" sz="3800" b="1" dirty="0">
                <a:solidFill>
                  <a:schemeClr val="bg1"/>
                </a:solidFill>
              </a:rPr>
              <a:t> ২০১৯-২০২২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3056" y="4245033"/>
            <a:ext cx="6977148" cy="21945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 err="1">
                <a:solidFill>
                  <a:schemeClr val="bg1"/>
                </a:solidFill>
              </a:rPr>
              <a:t>অধ্যাপক</a:t>
            </a:r>
            <a:r>
              <a:rPr lang="en-US" sz="2600" b="1" dirty="0">
                <a:solidFill>
                  <a:schemeClr val="bg1"/>
                </a:solidFill>
              </a:rPr>
              <a:t> </a:t>
            </a:r>
            <a:r>
              <a:rPr lang="en-US" sz="2600" b="1" dirty="0" err="1">
                <a:solidFill>
                  <a:schemeClr val="bg1"/>
                </a:solidFill>
              </a:rPr>
              <a:t>ডা</a:t>
            </a:r>
            <a:r>
              <a:rPr lang="en-US" sz="2600" b="1" dirty="0">
                <a:solidFill>
                  <a:schemeClr val="bg1"/>
                </a:solidFill>
              </a:rPr>
              <a:t> </a:t>
            </a:r>
            <a:r>
              <a:rPr lang="en-US" sz="2600" b="1" dirty="0" err="1">
                <a:solidFill>
                  <a:schemeClr val="bg1"/>
                </a:solidFill>
              </a:rPr>
              <a:t>বে-নজির</a:t>
            </a:r>
            <a:r>
              <a:rPr lang="en-US" sz="2600" b="1" dirty="0">
                <a:solidFill>
                  <a:schemeClr val="bg1"/>
                </a:solidFill>
              </a:rPr>
              <a:t> </a:t>
            </a:r>
            <a:r>
              <a:rPr lang="en-US" sz="2600" b="1" dirty="0" err="1">
                <a:solidFill>
                  <a:schemeClr val="bg1"/>
                </a:solidFill>
              </a:rPr>
              <a:t>আহমেদ</a:t>
            </a:r>
            <a:endParaRPr lang="en-US" sz="2600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সদস্য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সচিব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চৌগাছা-ঝিনাইদহ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en-US" b="1" dirty="0" err="1">
                <a:solidFill>
                  <a:schemeClr val="bg1"/>
                </a:solidFill>
              </a:rPr>
              <a:t>সি-জে</a:t>
            </a:r>
            <a:r>
              <a:rPr lang="en-US" b="1" dirty="0">
                <a:solidFill>
                  <a:schemeClr val="bg1"/>
                </a:solidFill>
              </a:rPr>
              <a:t>) </a:t>
            </a:r>
            <a:r>
              <a:rPr lang="en-US" b="1" dirty="0" err="1">
                <a:solidFill>
                  <a:schemeClr val="bg1"/>
                </a:solidFill>
              </a:rPr>
              <a:t>জনসম্পৃক্ত</a:t>
            </a:r>
            <a:r>
              <a:rPr lang="en-US" b="1" dirty="0">
                <a:solidFill>
                  <a:schemeClr val="bg1"/>
                </a:solidFill>
              </a:rPr>
              <a:t> স্বাস্থ্য ব্যবস্থাপনা </a:t>
            </a:r>
            <a:r>
              <a:rPr lang="en-US" b="1" dirty="0" err="1">
                <a:solidFill>
                  <a:schemeClr val="bg1"/>
                </a:solidFill>
              </a:rPr>
              <a:t>মডেল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সম্প্রসারণ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জাতীয়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টেকনিক্যাল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কমিটি</a:t>
            </a:r>
            <a:endParaRPr lang="en-US" b="1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xmlns="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xmlns="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419382" y="949794"/>
            <a:ext cx="4047843" cy="35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A8A258-31A0-42B4-8348-F4507153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1948" y="4251325"/>
            <a:ext cx="6353503" cy="2606675"/>
          </a:xfrm>
        </p:spPr>
        <p:txBody>
          <a:bodyPr/>
          <a:lstStyle/>
          <a:p>
            <a:r>
              <a:rPr lang="bn-BD" sz="4000" dirty="0" smtClean="0">
                <a:solidFill>
                  <a:schemeClr val="accent5">
                    <a:lumMod val="75000"/>
                  </a:schemeClr>
                </a:solidFill>
              </a:rPr>
              <a:t>সি</a:t>
            </a:r>
            <a:r>
              <a:rPr lang="en-GB" sz="4000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bn-BD" sz="4000" dirty="0" smtClean="0">
                <a:solidFill>
                  <a:schemeClr val="accent5">
                    <a:lumMod val="75000"/>
                  </a:schemeClr>
                </a:solidFill>
              </a:rPr>
              <a:t>জে </a:t>
            </a:r>
            <a:r>
              <a:rPr lang="bn-BD" sz="4000" dirty="0">
                <a:solidFill>
                  <a:schemeClr val="accent5">
                    <a:lumMod val="75000"/>
                  </a:schemeClr>
                </a:solidFill>
              </a:rPr>
              <a:t>জনসম্পৃক্ত স্বাস্থ্য ব্যবস্থাপনা মডেল সম্প্রসারণ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89F98D1-8F28-4FF4-80D8-7C0F5F2022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4518875" y="743229"/>
            <a:ext cx="3379650" cy="299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6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42285737-90EE-47DC-AC80-8AE156B119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57BDC17-F1B3-455F-BBF1-680AA1F25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xmlns="" id="{64E2FA9A-FEF7-4501-B0EB-5E45EDD2177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xmlns="" id="{BC38192B-B4CB-47D4-A3B1-10010247F1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xmlns="" id="{96330E33-E171-4B0F-82B5-AF7230399B5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xmlns="" id="{332B1723-69BF-42D7-B757-0FA059E152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xmlns="" id="{F115D62D-1E96-48D1-A78D-D370A0BFB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xmlns="" id="{91C2876A-169D-4822-A766-C00578C88B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IN" sz="4000" b="1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ভূমিকা: সর্বজনিন স্বাস্থ্য সুরক্ষা ও চ্যালেঞ্জ সমূহ</a:t>
            </a:r>
            <a:endParaRPr lang="en-US" sz="400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47" y="5238750"/>
            <a:ext cx="1426514" cy="1421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5D9BE37F-B758-4EA7-82AF-77CCC95B6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70496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0131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3B1EE1F-6738-485F-A620-2602F7683D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48" y="1257300"/>
            <a:ext cx="3505240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bn-IN" b="1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সিজে মডেল</a:t>
            </a:r>
            <a:r>
              <a:rPr lang="en-US" b="1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:</a:t>
            </a:r>
            <a:r>
              <a:rPr lang="bn-IN" b="1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</a:t>
            </a:r>
            <a:br>
              <a:rPr lang="bn-IN" b="1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বৈশিষ্ট্য সমূহ</a:t>
            </a:r>
            <a:endParaRPr lang="en-US" dirty="0">
              <a:solidFill>
                <a:schemeClr val="bg1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901810"/>
              </p:ext>
            </p:extLst>
          </p:nvPr>
        </p:nvGraphicFramePr>
        <p:xfrm>
          <a:off x="690563" y="601663"/>
          <a:ext cx="6248400" cy="565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6549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46C2E80F-49A6-4372-B103-219D417A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</a:t>
            </a:r>
            <a:r>
              <a:rPr lang="bn-BD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ি</a:t>
            </a:r>
            <a:r>
              <a:rPr lang="en-US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জ</a:t>
            </a:r>
            <a:r>
              <a:rPr lang="bn-BD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ে</a:t>
            </a:r>
            <a:r>
              <a:rPr lang="en-US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</a:t>
            </a:r>
            <a:r>
              <a:rPr lang="bn-BD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ম</a:t>
            </a:r>
            <a:r>
              <a:rPr lang="en-US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ড</a:t>
            </a:r>
            <a:r>
              <a:rPr lang="bn-BD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ে</a:t>
            </a:r>
            <a:r>
              <a:rPr lang="en-US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ল:</a:t>
            </a:r>
            <a:r>
              <a:rPr lang="bn-IN" b="1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বৈশিষ্ট্যসমূহ ২</a:t>
            </a: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39" y="5808496"/>
            <a:ext cx="854701" cy="851611"/>
          </a:xfrm>
          <a:prstGeom prst="rect">
            <a:avLst/>
          </a:prstGeom>
        </p:spPr>
      </p:pic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xmlns="" id="{538B1079-3577-4080-8B73-3EA724E86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02690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268" y="5891757"/>
            <a:ext cx="729615" cy="76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1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5724071-AC7B-4A67-934B-CD7F90745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-4573"/>
            <a:ext cx="12192000" cy="18558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BD" dirty="0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সিজে মডেল সম্প্রসারণ: যৌক্তিকতা</a:t>
            </a:r>
            <a:endParaRPr lang="en-US" dirty="0">
              <a:solidFill>
                <a:schemeClr val="bg1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3" y="5858372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70" y="5808496"/>
            <a:ext cx="729615" cy="768350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8EAAE75D-2B00-4821-9F19-AB31FAEF3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77804"/>
              </p:ext>
            </p:extLst>
          </p:nvPr>
        </p:nvGraphicFramePr>
        <p:xfrm>
          <a:off x="838200" y="2500291"/>
          <a:ext cx="10515600" cy="3676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98200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8">
            <a:extLst>
              <a:ext uri="{FF2B5EF4-FFF2-40B4-BE49-F238E27FC236}">
                <a16:creationId xmlns:a16="http://schemas.microsoft.com/office/drawing/2014/main" xmlns="" id="{95724071-AC7B-4A67-934B-CD7F90745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-4573"/>
            <a:ext cx="12192000" cy="18558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BD" b="1">
                <a:solidFill>
                  <a:schemeClr val="bg1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সি-জে মডেল সম্প্রসারণ: রূপকল্প, ব্রত ও লক্ষ্য</a:t>
            </a:r>
            <a:endParaRPr lang="en-US" b="1" dirty="0">
              <a:solidFill>
                <a:schemeClr val="bg1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2AEC2DF5-4FAF-4E49-A6FE-80A5EF643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034393"/>
              </p:ext>
            </p:extLst>
          </p:nvPr>
        </p:nvGraphicFramePr>
        <p:xfrm>
          <a:off x="721220" y="1851298"/>
          <a:ext cx="10686393" cy="4168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613" y="6015974"/>
            <a:ext cx="729615" cy="768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" y="5974344"/>
            <a:ext cx="854701" cy="85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17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6C2E80F-49A6-4372-B103-219D417A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BD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সি-জে মডেল সম্প্রসারণ:</a:t>
            </a:r>
            <a:r>
              <a:rPr lang="bn-IN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উদ্দেশ্য</a:t>
            </a: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770" y="4752109"/>
            <a:ext cx="1337948" cy="1333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696" y="5181601"/>
            <a:ext cx="1371390" cy="1395246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F62CAE56-5D46-475A-910B-229F0A283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004406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9505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3">
            <a:extLst>
              <a:ext uri="{FF2B5EF4-FFF2-40B4-BE49-F238E27FC236}">
                <a16:creationId xmlns:a16="http://schemas.microsoft.com/office/drawing/2014/main" xmlns="" id="{E4505C23-674B-4195-81D6-0C127FEAE3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367908"/>
            <a:ext cx="9161029" cy="1490093"/>
          </a:xfrm>
          <a:custGeom>
            <a:avLst/>
            <a:gdLst>
              <a:gd name="connsiteX0" fmla="*/ 0 w 9161029"/>
              <a:gd name="connsiteY0" fmla="*/ 0 h 1490093"/>
              <a:gd name="connsiteX1" fmla="*/ 2046494 w 9161029"/>
              <a:gd name="connsiteY1" fmla="*/ 0 h 1490093"/>
              <a:gd name="connsiteX2" fmla="*/ 2496613 w 9161029"/>
              <a:gd name="connsiteY2" fmla="*/ 0 h 1490093"/>
              <a:gd name="connsiteX3" fmla="*/ 3235839 w 9161029"/>
              <a:gd name="connsiteY3" fmla="*/ 0 h 1490093"/>
              <a:gd name="connsiteX4" fmla="*/ 9161029 w 9161029"/>
              <a:gd name="connsiteY4" fmla="*/ 0 h 1490093"/>
              <a:gd name="connsiteX5" fmla="*/ 8470921 w 9161029"/>
              <a:gd name="connsiteY5" fmla="*/ 1490093 h 1490093"/>
              <a:gd name="connsiteX6" fmla="*/ 0 w 9161029"/>
              <a:gd name="connsiteY6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1029" h="1490093">
                <a:moveTo>
                  <a:pt x="0" y="0"/>
                </a:moveTo>
                <a:lnTo>
                  <a:pt x="2046494" y="0"/>
                </a:lnTo>
                <a:lnTo>
                  <a:pt x="2496613" y="0"/>
                </a:lnTo>
                <a:lnTo>
                  <a:pt x="3235839" y="0"/>
                </a:lnTo>
                <a:lnTo>
                  <a:pt x="9161029" y="0"/>
                </a:lnTo>
                <a:lnTo>
                  <a:pt x="8470921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9884"/>
            <a:ext cx="7719381" cy="10963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BD">
                <a:latin typeface="SolaimanLipi" panose="03000609000000000000" pitchFamily="65" charset="0"/>
                <a:cs typeface="SolaimanLipi" panose="03000609000000000000" pitchFamily="65" charset="0"/>
              </a:rPr>
              <a:t>সি-জে মডেল সম্প্রসারণ:</a:t>
            </a:r>
            <a:r>
              <a:rPr lang="bn-IN">
                <a:latin typeface="SolaimanLipi" panose="03000609000000000000" pitchFamily="65" charset="0"/>
                <a:cs typeface="SolaimanLipi" panose="03000609000000000000" pitchFamily="65" charset="0"/>
              </a:rPr>
              <a:t> কর্মকৌশল১</a:t>
            </a:r>
            <a:endParaRPr lang="en-US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65C9B8F0-FF66-4C15-BD05-E86B87331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763037" y="5367908"/>
            <a:ext cx="3428963" cy="1490093"/>
          </a:xfrm>
          <a:custGeom>
            <a:avLst/>
            <a:gdLst>
              <a:gd name="connsiteX0" fmla="*/ 690108 w 3428963"/>
              <a:gd name="connsiteY0" fmla="*/ 0 h 1490093"/>
              <a:gd name="connsiteX1" fmla="*/ 3428963 w 3428963"/>
              <a:gd name="connsiteY1" fmla="*/ 0 h 1490093"/>
              <a:gd name="connsiteX2" fmla="*/ 3428963 w 3428963"/>
              <a:gd name="connsiteY2" fmla="*/ 1490093 h 1490093"/>
              <a:gd name="connsiteX3" fmla="*/ 0 w 3428963"/>
              <a:gd name="connsiteY3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8963" h="1490093">
                <a:moveTo>
                  <a:pt x="690108" y="0"/>
                </a:moveTo>
                <a:lnTo>
                  <a:pt x="3428963" y="0"/>
                </a:lnTo>
                <a:lnTo>
                  <a:pt x="3428963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" y="5725235"/>
            <a:ext cx="854701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453149"/>
            <a:ext cx="1171885" cy="1123697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89106E16-C867-45CC-9081-52B2D3EF2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192522"/>
              </p:ext>
            </p:extLst>
          </p:nvPr>
        </p:nvGraphicFramePr>
        <p:xfrm>
          <a:off x="838200" y="643467"/>
          <a:ext cx="10515600" cy="4080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5564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bn-BD">
                <a:latin typeface="SolaimanLipi" panose="03000609000000000000" pitchFamily="65" charset="0"/>
                <a:cs typeface="SolaimanLipi" panose="03000609000000000000" pitchFamily="65" charset="0"/>
              </a:rPr>
              <a:t>সি-জে মডেল সম্প্রসারণ:</a:t>
            </a:r>
            <a:r>
              <a:rPr lang="bn-IN">
                <a:latin typeface="SolaimanLipi" panose="03000609000000000000" pitchFamily="65" charset="0"/>
                <a:cs typeface="SolaimanLipi" panose="03000609000000000000" pitchFamily="65" charset="0"/>
              </a:rPr>
              <a:t> কর্মকৌশল২</a:t>
            </a:r>
            <a:endParaRPr lang="en-US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92" y="4902837"/>
            <a:ext cx="1494522" cy="1489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849" y="5119303"/>
            <a:ext cx="1388016" cy="1439152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184B628B-6ACD-49F6-A363-924FC3940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700857"/>
              </p:ext>
            </p:extLst>
          </p:nvPr>
        </p:nvGraphicFramePr>
        <p:xfrm>
          <a:off x="891875" y="1357313"/>
          <a:ext cx="10523837" cy="487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5692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E95D989-81FA-4BAD-9AD5-E46CEDA91B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215477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bn-BD" sz="3200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সি-জে মডেল সম্প্রসারণ কমিটিসমূহ</a:t>
            </a:r>
            <a:endParaRPr lang="en-US" sz="32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56189E5-8A3E-4CFD-B71B-CCD0F8495E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117" y="3365931"/>
            <a:ext cx="1811074" cy="1804527"/>
          </a:xfrm>
          <a:prstGeom prst="rect">
            <a:avLst/>
          </a:prstGeom>
        </p:spPr>
      </p:pic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xmlns="" id="{84556200-C121-48C7-9664-D94D422A1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844003"/>
              </p:ext>
            </p:extLst>
          </p:nvPr>
        </p:nvGraphicFramePr>
        <p:xfrm>
          <a:off x="5459414" y="471488"/>
          <a:ext cx="6216348" cy="5743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147" y="5808496"/>
            <a:ext cx="729615" cy="76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5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46C2E80F-49A6-4372-B103-219D417A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24049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bn-BD" dirty="0">
                <a:solidFill>
                  <a:srgbClr val="FFFFFF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উপসংহার</a:t>
            </a: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578" y="4380290"/>
            <a:ext cx="1616044" cy="1610202"/>
          </a:xfrm>
          <a:prstGeom prst="rect">
            <a:avLst/>
          </a:prstGeom>
        </p:spPr>
      </p:pic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xmlns="" id="{5C06E51D-FB1A-45D5-A6DF-874365450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41385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421" y="5990492"/>
            <a:ext cx="530746" cy="37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6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499</Words>
  <Application>Microsoft Office PowerPoint</Application>
  <PresentationFormat>Custom</PresentationFormat>
  <Paragraphs>101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চৌগাছা-ঝিনাইদহ  জনসম্পৃক্ত স্বাস্থ্য ব্যবস্থাপনা  মডেল সম্প্রসারণ:  খসড়া জাতীয় কর্মকৌশল ২০১৯-২০২২</vt:lpstr>
      <vt:lpstr>PowerPoint Presentation</vt:lpstr>
      <vt:lpstr>ভূমিকা: সর্বজনিন স্বাস্থ্য সুরক্ষা ও চ্যালেঞ্জ সমূহ</vt:lpstr>
      <vt:lpstr>সিজে মডেল:  বৈশিষ্ট্য সমূহ</vt:lpstr>
      <vt:lpstr>সিজে মডেল: বৈশিষ্ট্যসমূহ ২</vt:lpstr>
      <vt:lpstr>সিজে মডেল সম্প্রসারণ: যৌক্তিকতা</vt:lpstr>
      <vt:lpstr>সি-জে মডেল সম্প্রসারণ: রূপকল্প, ব্রত ও লক্ষ্য</vt:lpstr>
      <vt:lpstr>সি-জে মডেল সম্প্রসারণ: উদ্দেশ্য</vt:lpstr>
      <vt:lpstr>সি-জে মডেল সম্প্রসারণ: কর্মকৌশল১</vt:lpstr>
      <vt:lpstr>সি-জে মডেল সম্প্রসারণ: কর্মকৌশল২</vt:lpstr>
      <vt:lpstr>সি-জে মডেল সম্প্রসারণ কমিটিসমূহ</vt:lpstr>
      <vt:lpstr>উপসংহার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চৌগাছা-ঝিনাইদহ জনসম্পৃক্ত স্বাস্থ্য ব্যবস্থাপনা মডেল সম্প্রসারণ: খসড়া জাতীয় কর্মকৌশল ২০১৯-২০২২</dc:title>
  <dc:creator>Prof. Be-nazir Ahmed</dc:creator>
  <cp:lastModifiedBy>Emdad</cp:lastModifiedBy>
  <cp:revision>20</cp:revision>
  <dcterms:created xsi:type="dcterms:W3CDTF">2019-01-15T02:54:42Z</dcterms:created>
  <dcterms:modified xsi:type="dcterms:W3CDTF">2019-02-14T10:28:26Z</dcterms:modified>
</cp:coreProperties>
</file>