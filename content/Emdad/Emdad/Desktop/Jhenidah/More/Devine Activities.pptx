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0" r:id="rId2"/>
    <p:sldId id="296" r:id="rId3"/>
    <p:sldId id="300" r:id="rId4"/>
    <p:sldId id="273" r:id="rId5"/>
    <p:sldId id="257" r:id="rId6"/>
    <p:sldId id="260" r:id="rId7"/>
    <p:sldId id="261" r:id="rId8"/>
    <p:sldId id="264" r:id="rId9"/>
    <p:sldId id="266" r:id="rId10"/>
    <p:sldId id="27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2" autoAdjust="0"/>
    <p:restoredTop sz="92705" autoAdjust="0"/>
  </p:normalViewPr>
  <p:slideViewPr>
    <p:cSldViewPr>
      <p:cViewPr varScale="1">
        <p:scale>
          <a:sx n="79" d="100"/>
          <a:sy n="79" d="100"/>
        </p:scale>
        <p:origin x="-111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3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2345" y="0"/>
            <a:ext cx="9095107" cy="106914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 smtClean="0"/>
              <a:t>Development of Chowgacha Upazilla by Divine Group</a:t>
            </a:r>
            <a:endParaRPr lang="en-US" sz="3600" b="1" dirty="0"/>
          </a:p>
        </p:txBody>
      </p:sp>
      <p:pic>
        <p:nvPicPr>
          <p:cNvPr id="5" name="Content Placeholder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32" y="4038600"/>
            <a:ext cx="40767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3" y="4000500"/>
            <a:ext cx="4267200" cy="274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3" y="1069143"/>
            <a:ext cx="4334365" cy="2743201"/>
          </a:xfrm>
          <a:prstGeom prst="rect">
            <a:avLst/>
          </a:prstGeom>
        </p:spPr>
      </p:pic>
      <p:pic>
        <p:nvPicPr>
          <p:cNvPr id="9" name="Picture 2" descr="C:\Users\Nishat\Desktop\PHCC Recent\20151030_121440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1142999"/>
            <a:ext cx="4076700" cy="2667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850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682879"/>
            <a:ext cx="4191000" cy="3159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232806" y="4419600"/>
            <a:ext cx="3958194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" name="Subtitle 8"/>
          <p:cNvSpPr txBox="1">
            <a:spLocks/>
          </p:cNvSpPr>
          <p:nvPr/>
        </p:nvSpPr>
        <p:spPr>
          <a:xfrm>
            <a:off x="4191000" y="838200"/>
            <a:ext cx="5029200" cy="1257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 i="1" dirty="0" smtClean="0"/>
              <a:t>Dr. </a:t>
            </a:r>
            <a:r>
              <a:rPr lang="en-US" sz="2400" b="1" i="1" dirty="0" err="1" smtClean="0"/>
              <a:t>Anisuzzaman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Nahar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Kolyan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Sangstha</a:t>
            </a:r>
            <a:r>
              <a:rPr lang="en-US" sz="2400" b="1" i="1" dirty="0" smtClean="0"/>
              <a:t> for poor and Diabetic patients.</a:t>
            </a:r>
            <a:endParaRPr lang="en-US" sz="2400" b="1" i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7" y="0"/>
            <a:ext cx="4179277" cy="3200400"/>
          </a:xfrm>
        </p:spPr>
      </p:pic>
      <p:sp>
        <p:nvSpPr>
          <p:cNvPr id="8" name="Subtitle 8"/>
          <p:cNvSpPr txBox="1">
            <a:spLocks/>
          </p:cNvSpPr>
          <p:nvPr/>
        </p:nvSpPr>
        <p:spPr>
          <a:xfrm>
            <a:off x="17585" y="4267200"/>
            <a:ext cx="4755363" cy="1257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 i="1" dirty="0" smtClean="0"/>
              <a:t>Nearly 3 thousands Diabetic Patients is getting services from the </a:t>
            </a:r>
            <a:r>
              <a:rPr lang="en-US" sz="2400" b="1" i="1" dirty="0" err="1" smtClean="0"/>
              <a:t>centre</a:t>
            </a:r>
            <a:r>
              <a:rPr lang="en-US" sz="2400" b="1" i="1" dirty="0" smtClean="0"/>
              <a:t>.   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3711361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0" y="914400"/>
            <a:ext cx="3505200" cy="1143000"/>
          </a:xfrm>
        </p:spPr>
        <p:txBody>
          <a:bodyPr>
            <a:normAutofit fontScale="90000"/>
          </a:bodyPr>
          <a:lstStyle/>
          <a:p>
            <a:r>
              <a:rPr lang="en-GB" sz="3600" dirty="0" smtClean="0"/>
              <a:t>PHC Building front view</a:t>
            </a:r>
            <a:endParaRPr lang="en-GB" sz="3600" dirty="0"/>
          </a:p>
        </p:txBody>
      </p:sp>
      <p:pic>
        <p:nvPicPr>
          <p:cNvPr id="4" name="Picture 2" descr="C:\Users\Nishat\Desktop\PHCC Recent\20151030_12144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76200"/>
            <a:ext cx="4388556" cy="3276600"/>
          </a:xfrm>
          <a:prstGeom prst="rect">
            <a:avLst/>
          </a:prstGeo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3683" y="4418428"/>
            <a:ext cx="366111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Secondary </a:t>
            </a:r>
            <a:r>
              <a:rPr lang="en-US" dirty="0" smtClean="0"/>
              <a:t>Hospital Under construction </a:t>
            </a:r>
            <a:endParaRPr lang="en-US" dirty="0"/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969" y="3505200"/>
            <a:ext cx="482764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5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2400" y="4267200"/>
            <a:ext cx="4800600" cy="1752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Devine group supports 28 colleges, schools, madrasas and 110 primary schools for educational development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3" descr="G:\G\Picture Chaugachha\New folder\DSC00422.JPG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974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G:\G\Picture Chaugachha\New folder\DSC00432.JPG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657600"/>
            <a:ext cx="411480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itle 8"/>
          <p:cNvSpPr txBox="1">
            <a:spLocks/>
          </p:cNvSpPr>
          <p:nvPr/>
        </p:nvSpPr>
        <p:spPr>
          <a:xfrm>
            <a:off x="4724400" y="914400"/>
            <a:ext cx="42672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ABCD College is a Union level college having 3 </a:t>
            </a:r>
            <a:r>
              <a:rPr lang="en-US" sz="2400" dirty="0" err="1" smtClean="0">
                <a:solidFill>
                  <a:schemeClr val="tx1"/>
                </a:solidFill>
              </a:rPr>
              <a:t>Hons</a:t>
            </a:r>
            <a:r>
              <a:rPr lang="en-US" sz="2400" dirty="0" smtClean="0">
                <a:solidFill>
                  <a:schemeClr val="tx1"/>
                </a:solidFill>
              </a:rPr>
              <a:t>. </a:t>
            </a:r>
            <a:r>
              <a:rPr lang="en-US" sz="2400" dirty="0">
                <a:solidFill>
                  <a:schemeClr val="tx1"/>
                </a:solidFill>
              </a:rPr>
              <a:t>Subject. The College </a:t>
            </a:r>
            <a:r>
              <a:rPr lang="en-US" sz="2400" dirty="0" smtClean="0">
                <a:solidFill>
                  <a:schemeClr val="tx1"/>
                </a:solidFill>
              </a:rPr>
              <a:t>has </a:t>
            </a:r>
            <a:r>
              <a:rPr lang="en-US" sz="2400" dirty="0">
                <a:solidFill>
                  <a:schemeClr val="tx1"/>
                </a:solidFill>
              </a:rPr>
              <a:t>got a large grant from Devine Group.</a:t>
            </a:r>
            <a:endParaRPr lang="en-US" sz="2400" dirty="0" smtClean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05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34925"/>
            <a:ext cx="4190999" cy="3470275"/>
          </a:xfrm>
        </p:spPr>
      </p:pic>
      <p:pic>
        <p:nvPicPr>
          <p:cNvPr id="3074" name="Picture 2" descr="G:\G\Picture Chaugachha\New folder\DSC0045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788800"/>
            <a:ext cx="4395498" cy="294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20782" y="4387211"/>
            <a:ext cx="4398818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Subtitle 8"/>
          <p:cNvSpPr txBox="1">
            <a:spLocks/>
          </p:cNvSpPr>
          <p:nvPr/>
        </p:nvSpPr>
        <p:spPr>
          <a:xfrm>
            <a:off x="4648200" y="990600"/>
            <a:ext cx="4395498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" name="Subtitle 8"/>
          <p:cNvSpPr txBox="1">
            <a:spLocks/>
          </p:cNvSpPr>
          <p:nvPr/>
        </p:nvSpPr>
        <p:spPr>
          <a:xfrm>
            <a:off x="4447309" y="990600"/>
            <a:ext cx="4398818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smtClean="0"/>
              <a:t>Chowgacha Upazilla </a:t>
            </a:r>
            <a:r>
              <a:rPr lang="en-US" sz="2400" dirty="0" err="1" smtClean="0"/>
              <a:t>Parishad</a:t>
            </a:r>
            <a:r>
              <a:rPr lang="en-US" sz="2400" dirty="0" smtClean="0"/>
              <a:t> Lyceum School (Primary – Class VIII) for the brilliant students of the Upazilla and for the officers’ children,  supported by Devine group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952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4698"/>
            <a:ext cx="4267200" cy="305950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745" y="3581400"/>
            <a:ext cx="4178982" cy="3193022"/>
          </a:xfr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4724400" y="1066800"/>
            <a:ext cx="41910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7" name="Subtitle 8"/>
          <p:cNvSpPr txBox="1">
            <a:spLocks/>
          </p:cNvSpPr>
          <p:nvPr/>
        </p:nvSpPr>
        <p:spPr>
          <a:xfrm>
            <a:off x="152400" y="4267200"/>
            <a:ext cx="45720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8" name="Subtitle 8"/>
          <p:cNvSpPr txBox="1">
            <a:spLocks/>
          </p:cNvSpPr>
          <p:nvPr/>
        </p:nvSpPr>
        <p:spPr>
          <a:xfrm>
            <a:off x="4637809" y="1295400"/>
            <a:ext cx="4485409" cy="952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M</a:t>
            </a:r>
            <a:r>
              <a:rPr lang="en-US" dirty="0" smtClean="0"/>
              <a:t>osque of Devine Group</a:t>
            </a:r>
          </a:p>
        </p:txBody>
      </p:sp>
      <p:sp>
        <p:nvSpPr>
          <p:cNvPr id="9" name="Subtitle 8"/>
          <p:cNvSpPr txBox="1">
            <a:spLocks/>
          </p:cNvSpPr>
          <p:nvPr/>
        </p:nvSpPr>
        <p:spPr>
          <a:xfrm>
            <a:off x="238991" y="4667250"/>
            <a:ext cx="4398818" cy="952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 smtClean="0"/>
              <a:t>Internal View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4852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4193004" cy="3124199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733800"/>
            <a:ext cx="4267200" cy="2885318"/>
          </a:xfr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4572000" y="1066800"/>
            <a:ext cx="4343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smtClean="0"/>
              <a:t>Orphanage Centre supported by Devine Group in Chowgacha.</a:t>
            </a:r>
            <a:endParaRPr lang="en-US" sz="2400" dirty="0"/>
          </a:p>
        </p:txBody>
      </p:sp>
      <p:sp>
        <p:nvSpPr>
          <p:cNvPr id="7" name="Subtitle 8"/>
          <p:cNvSpPr txBox="1">
            <a:spLocks/>
          </p:cNvSpPr>
          <p:nvPr/>
        </p:nvSpPr>
        <p:spPr>
          <a:xfrm>
            <a:off x="228600" y="4343400"/>
            <a:ext cx="4343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09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4572000" cy="3048000"/>
          </a:xfr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304800" y="4572000"/>
            <a:ext cx="42672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Subtitle 8"/>
          <p:cNvSpPr txBox="1">
            <a:spLocks/>
          </p:cNvSpPr>
          <p:nvPr/>
        </p:nvSpPr>
        <p:spPr>
          <a:xfrm>
            <a:off x="4876800" y="914400"/>
            <a:ext cx="41910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A large cold storage for Potato made by </a:t>
            </a:r>
            <a:r>
              <a:rPr lang="en-US" dirty="0"/>
              <a:t>D</a:t>
            </a:r>
            <a:r>
              <a:rPr lang="en-US" dirty="0" smtClean="0"/>
              <a:t>evine group.</a:t>
            </a:r>
            <a:endParaRPr lang="en-US" dirty="0"/>
          </a:p>
        </p:txBody>
      </p:sp>
      <p:sp>
        <p:nvSpPr>
          <p:cNvPr id="7" name="Subtitle 8"/>
          <p:cNvSpPr txBox="1">
            <a:spLocks/>
          </p:cNvSpPr>
          <p:nvPr/>
        </p:nvSpPr>
        <p:spPr>
          <a:xfrm>
            <a:off x="238991" y="4667250"/>
            <a:ext cx="4398818" cy="9525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A rice cleaning and refine center of Devine group. </a:t>
            </a:r>
          </a:p>
        </p:txBody>
      </p:sp>
      <p:pic>
        <p:nvPicPr>
          <p:cNvPr id="9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430796"/>
            <a:ext cx="4703617" cy="3300586"/>
          </a:xfrm>
        </p:spPr>
      </p:pic>
    </p:spTree>
    <p:extLst>
      <p:ext uri="{BB962C8B-B14F-4D97-AF65-F5344CB8AC3E}">
        <p14:creationId xmlns:p14="http://schemas.microsoft.com/office/powerpoint/2010/main" val="344017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228600"/>
            <a:ext cx="4343401" cy="2895600"/>
          </a:xfrm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414" y="3352800"/>
            <a:ext cx="4425651" cy="3332018"/>
          </a:xfrm>
          <a:prstGeom prst="rect">
            <a:avLst/>
          </a:prstGeo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4724400" y="914400"/>
            <a:ext cx="4312665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Housing service for the poor supported by </a:t>
            </a:r>
            <a:r>
              <a:rPr lang="en-US" dirty="0"/>
              <a:t>D</a:t>
            </a:r>
            <a:r>
              <a:rPr lang="en-US" dirty="0" smtClean="0"/>
              <a:t>evine group. Nearly 500 house supported by the group and each costs 3 lac and 20 thousands taka.</a:t>
            </a:r>
            <a:endParaRPr lang="en-US" dirty="0"/>
          </a:p>
        </p:txBody>
      </p:sp>
      <p:sp>
        <p:nvSpPr>
          <p:cNvPr id="6" name="Subtitle 8"/>
          <p:cNvSpPr txBox="1">
            <a:spLocks/>
          </p:cNvSpPr>
          <p:nvPr/>
        </p:nvSpPr>
        <p:spPr>
          <a:xfrm>
            <a:off x="152400" y="4419600"/>
            <a:ext cx="4343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A modern brickfield is made by the associates of Devine Group.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19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>
          <a:xfrm>
            <a:off x="3429000" y="2971800"/>
            <a:ext cx="4038600" cy="106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 smtClean="0">
                <a:solidFill>
                  <a:schemeClr val="bg1"/>
                </a:solidFill>
              </a:rPr>
              <a:t>Thank You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75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186</Words>
  <Application>Microsoft Office PowerPoint</Application>
  <PresentationFormat>On-screen Show (4:3)</PresentationFormat>
  <Paragraphs>16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PHC Building front 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Emdad</dc:creator>
  <cp:lastModifiedBy>Emdad</cp:lastModifiedBy>
  <cp:revision>65</cp:revision>
  <dcterms:created xsi:type="dcterms:W3CDTF">2006-08-16T00:00:00Z</dcterms:created>
  <dcterms:modified xsi:type="dcterms:W3CDTF">2020-03-18T10:51:42Z</dcterms:modified>
</cp:coreProperties>
</file>