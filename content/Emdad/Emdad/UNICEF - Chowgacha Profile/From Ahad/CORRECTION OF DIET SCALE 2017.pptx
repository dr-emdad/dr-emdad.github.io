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4"/>
  </p:notesMasterIdLst>
  <p:handoutMasterIdLst>
    <p:handoutMasterId r:id="rId35"/>
  </p:handoutMasterIdLst>
  <p:sldIdLst>
    <p:sldId id="290" r:id="rId2"/>
    <p:sldId id="300" r:id="rId3"/>
    <p:sldId id="298" r:id="rId4"/>
    <p:sldId id="295" r:id="rId5"/>
    <p:sldId id="292" r:id="rId6"/>
    <p:sldId id="293" r:id="rId7"/>
    <p:sldId id="257" r:id="rId8"/>
    <p:sldId id="258" r:id="rId9"/>
    <p:sldId id="294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301" r:id="rId33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86271" autoAdjust="0"/>
  </p:normalViewPr>
  <p:slideViewPr>
    <p:cSldViewPr>
      <p:cViewPr varScale="1">
        <p:scale>
          <a:sx n="74" d="100"/>
          <a:sy n="74" d="100"/>
        </p:scale>
        <p:origin x="170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A52DC2-5129-43A0-9A50-8E8407A574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213C01-70EC-4DB5-A99F-7474699A9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1949" y="1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3C88B-E7A8-4953-8D84-37FE8B72A9CF}" type="datetimeFigureOut">
              <a:rPr lang="en-US" smtClean="0"/>
              <a:t>02-Jan-18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28112-3F89-4A10-995A-EC6C7CD257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399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5D16E-91FA-4623-9780-CD19CF8147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1949" y="6456399"/>
            <a:ext cx="4302442" cy="3412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2FB0A-DE40-4E3A-95B2-AB202C872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315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1949" y="0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08B17-65FA-4A29-A43A-831985F7F7E3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563" y="3229361"/>
            <a:ext cx="7939512" cy="305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398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1949" y="6456398"/>
            <a:ext cx="4302442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584B7-BEF4-41C0-A42F-6E9418F939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45-E414-435F-9734-929B68B2D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584B7-BEF4-41C0-A42F-6E9418F939F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BC958-2A4B-47F6-9733-6888515D5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584B7-BEF4-41C0-A42F-6E9418F939FE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FED833-2F04-40F0-BB88-2C6CCB524475}" type="datetime1">
              <a:rPr lang="en-US" smtClean="0"/>
              <a:t>02-Jan-18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EA0C-B758-4410-A10A-B9C3855E3256}" type="datetime1">
              <a:rPr lang="en-US" smtClean="0"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6AD03-3E44-4BF3-8819-7D752C8AE435}" type="datetime1">
              <a:rPr lang="en-US" smtClean="0"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C959-1499-4AE4-BE8E-D79659881106}" type="datetime1">
              <a:rPr lang="en-US" smtClean="0"/>
              <a:t>02-Jan-18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3A9B-21B5-413E-8734-339122165C7E}" type="datetime1">
              <a:rPr lang="en-US" smtClean="0"/>
              <a:t>02-Jan-18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73C0-BD2C-4EC8-A6FE-F30EDB5A9874}" type="datetime1">
              <a:rPr lang="en-US" smtClean="0"/>
              <a:t>02-Jan-18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A9AE9-C94F-4E6F-A6C2-00D93DA89B81}" type="datetime1">
              <a:rPr lang="en-US" smtClean="0"/>
              <a:t>02-Jan-18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00BBBCC0-F15F-4A7C-85F1-C90B76FDB88D}" type="datetime1">
              <a:rPr lang="en-US" smtClean="0"/>
              <a:t>02-Jan-18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A35D0DC-D3A8-4252-90AE-DDB59C73C115}" type="datetime1">
              <a:rPr lang="en-US" smtClean="0"/>
              <a:t>02-Jan-18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8A30-BF76-4CEC-8F83-31C3DCCFA16F}" type="datetime1">
              <a:rPr lang="en-US" smtClean="0"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22FAA-7C4B-4AA7-84AF-24320E1A2EB1}" type="datetime1">
              <a:rPr lang="en-US" smtClean="0"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900A629-B242-4908-BC97-2170CD34FC2D}" type="datetime1">
              <a:rPr lang="en-US" smtClean="0"/>
              <a:t>02-Jan-18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1D5B5FC-1671-4BF8-B937-D280AF42739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2163762"/>
          </a:xfr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algn="ctr"/>
            <a:r>
              <a:rPr lang="en-US" sz="96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¯^</a:t>
            </a:r>
            <a:r>
              <a:rPr lang="en-US" sz="96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vMZg</a:t>
            </a:r>
            <a:endParaRPr lang="en-US" sz="9600" dirty="0">
              <a:solidFill>
                <a:srgbClr val="FF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2050" name="Picture 2" descr="C:\Users\User\Desktop\FB_IMG_149014063087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25750" y="2514600"/>
            <a:ext cx="3492500" cy="3492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306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800600"/>
            <a:ext cx="8229600" cy="1206691"/>
          </a:xfrm>
        </p:spPr>
        <p:txBody>
          <a:bodyPr/>
          <a:lstStyle/>
          <a:p>
            <a:pPr marL="109728" indent="0" algn="ctr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5200" y="1219200"/>
            <a:ext cx="5181600" cy="487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algn="ctr"/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‡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miKvix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gvb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Kiv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‡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h‡Z</a:t>
            </a:r>
            <a:r>
              <a:rPr lang="en-US" sz="60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cv‡i</a:t>
            </a:r>
            <a:endParaRPr lang="en-US" sz="60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26" name="Picture 2" descr="C:\Users\User\Desktop\20170201_1441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2971800" cy="21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306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82296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GKwU</a:t>
            </a:r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Dc‡Rjvq</a:t>
            </a:r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`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ycy‡ii</a:t>
            </a:r>
            <a:r>
              <a:rPr lang="en-US" sz="4400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Lvevi</a:t>
            </a:r>
            <a:endParaRPr lang="en-US" dirty="0"/>
          </a:p>
        </p:txBody>
      </p:sp>
      <p:pic>
        <p:nvPicPr>
          <p:cNvPr id="1026" name="Picture 2" descr="C:\Users\User\Desktop\DSC021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692" y="1481138"/>
            <a:ext cx="6034616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miKvix</a:t>
            </a:r>
            <a:r>
              <a:rPr lang="en-US" sz="44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44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4400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cwi‡ekb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User\Desktop\20170201_14405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481138"/>
            <a:ext cx="8046155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305800" cy="4724399"/>
          </a:xfr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1|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WvBU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†¯‹j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mwVKfv‡e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2|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WvBU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†¯‹‡j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hv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_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v‡K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mwVKfv‡e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ey‡S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bIqv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3|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D‡jøwLZ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gvjvgv‡ji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mwVK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weeiY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4|	¯’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vbxq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cÖfvekvjx‡`i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c‡ivÿ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cÖZ¨ÿ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n¯Í‡ÿc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cÖfve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_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v‡K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5|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Kg©KZ©vi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A`ÿZv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mr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mvn‡mi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6|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Kg©KZ©v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Kg©Pvix‡`i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RbgyLx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ZrciZvi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7|	D×©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fv‡jv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bRi`vixi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Afve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8|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ivaybxi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g‡bv‡hv‡Mi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NvUwZ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miKvix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Lvev‡ii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b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nIqvi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KviY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9.1|	‡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gŠwLKfv‡e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ejv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2|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Awdwmqvjx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k©v‡bv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3|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KgUzKz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c~iY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4|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ZvrÿwbK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diZ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fvj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Avevi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5|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Mªn‡bi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Rb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KwgwU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6|	‡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PKwjó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Abymv‡i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Kg †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†h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mieivn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K‡i‡Q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†m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cwigv‡bi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wej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†`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Iqv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800" dirty="0">
                <a:latin typeface="SutonnyMJ" pitchFamily="2" charset="0"/>
                <a:cs typeface="SutonnyMJ" pitchFamily="2" charset="0"/>
              </a:rPr>
              <a:t>7|	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wVKv`vi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gvb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m¤úbœ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Zv‡K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	`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k©v‡bvmn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e¨e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¯’v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2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latin typeface="SutonnyMJ" pitchFamily="2" charset="0"/>
                <a:cs typeface="SutonnyMJ" pitchFamily="2" charset="0"/>
              </a:rPr>
              <a:t>Kiv</a:t>
            </a:r>
            <a:r>
              <a:rPr lang="en-US" sz="2400" dirty="0">
                <a:latin typeface="SutonnyMJ" pitchFamily="2" charset="0"/>
                <a:cs typeface="SutonnyMJ" pitchFamily="2" charset="0"/>
              </a:rPr>
              <a:t>|</a:t>
            </a:r>
            <a:endParaRPr lang="en-US" sz="2800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9-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wVKv`vi‡`i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sz="4400" dirty="0">
                <a:solidFill>
                  <a:srgbClr val="00B050"/>
                </a:solidFill>
                <a:latin typeface="SutonnyMJ" pitchFamily="2" charset="0"/>
                <a:cs typeface="SutonnyMJ" pitchFamily="2" charset="0"/>
              </a:rPr>
              <a:t> </a:t>
            </a:r>
          </a:p>
        </p:txBody>
      </p:sp>
    </p:spTree>
  </p:cSld>
  <p:clrMapOvr>
    <a:masterClrMapping/>
  </p:clrMapOvr>
  <p:transition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334000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endParaRPr lang="en-US" sz="2800" dirty="0">
              <a:solidFill>
                <a:srgbClr val="002060"/>
              </a:solidFill>
              <a:latin typeface="SutonnyMJ" pitchFamily="2" charset="0"/>
              <a:cs typeface="SutonnyMJ" pitchFamily="2" charset="0"/>
            </a:endParaRP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1|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wba©vwiZ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mg‡q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c_¨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UÛvi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Avnevb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2|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evRvi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KwgwU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hviv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¯’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vbxqfv‡e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gvjvgv‡ji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BDwbU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3|	c_¨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mwVKfv‡e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ˆ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Zix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4|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weMZ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eQ‡ii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µ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qK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…Z c_¨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AvB‡Ug¸wji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cwigv‡bi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‡_ 20%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ewk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‰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Zix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5|	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Rgv`v‡bi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wewµi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†_‡K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UÛvi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·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hw`b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†h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mg‡q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eÜ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†m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MªnY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6|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gvZv‡eK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evRvi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`‡ii mv‡_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msMwZc~Y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Avevi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me©wb¤œ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i`vZv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wba©vi‡Yi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KvRwU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‰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a‡h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©¨i mv‡_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7|	hw` †KD A¯^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vfvweK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Kg`i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me©wb¤œ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i`vZv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KvR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Pvq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 †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m‡ÿ†Î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98bs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avivi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23(K,L)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bs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Dcaviv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cÖ‡qvM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g~j¨vqb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KwgwUi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mKj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m`m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me©m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wm×všÍ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MÖnY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8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hvq</a:t>
            </a:r>
            <a:endParaRPr lang="en-US" sz="3200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wewa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98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23 K I L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aviv</a:t>
            </a:r>
            <a:endParaRPr lang="en-US" dirty="0"/>
          </a:p>
        </p:txBody>
      </p:sp>
      <p:pic>
        <p:nvPicPr>
          <p:cNvPr id="2050" name="Picture 2" descr="C:\Users\User\Desktop\20171201_23255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922" y="1481138"/>
            <a:ext cx="8046155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486400"/>
          </a:xfrm>
          <a:solidFill>
            <a:schemeClr val="bg2">
              <a:lumMod val="90000"/>
            </a:schemeClr>
          </a:solidFill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8|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A‡b‡KB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jUvixi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Avkªq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hv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eZ©gvb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wcwcAvi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mg_©b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9|	`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icÎ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MÖn‡Yi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GKwU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WvBU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†¯‹j ˆ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Zix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		   9.1- G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ÿ‡Î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Lv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`¨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I ˆ`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wbK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K¨vjwii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Pvwn`v‡K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wfwË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        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		   9.2-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MÖnYK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…Z `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ic‡Îi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BDwbU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gyj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cÖ‡qvRbxq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    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                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AvB‡Ug¸wj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mwbœ‡ewkZ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hv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125/-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UvKvi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                 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g‡a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¨ _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vK‡e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10|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ey‡S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bqvi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Rb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KwgwU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,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hviv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iv÷vi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gvZv‡eK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cÖZ¨n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ey‡S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11|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ZrÿbvZ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c~iY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wb‡Z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 hw`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†`q,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Zvn‡j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bR‡i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Avb‡Z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G‡ÿ‡Î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†h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Kg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w`‡q‡Q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PKwj‡ó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Ges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we‡ji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mgq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_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vK‡e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sz="11200" dirty="0">
                <a:latin typeface="SutonnyMJ" pitchFamily="2" charset="0"/>
                <a:cs typeface="SutonnyMJ" pitchFamily="2" charset="0"/>
              </a:rPr>
              <a:t>12|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diZ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w`‡q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ZvrÿbvZ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fvj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gvj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11200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11200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762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hvq</a:t>
            </a:r>
            <a:endParaRPr lang="en-US" sz="2800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912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13| 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gvjvgvj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Kg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gvbm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¤§Z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w`‡j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Rb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cÿ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ZrÿbvZ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gŠwLKfv‡e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wVKv`v‡ii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wbKU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Rvb‡Z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PvB‡e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hw` 	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diZ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wb‡q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†`q,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Zvn‡j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Awdwmqvjx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mywbw`©ófv‡e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    </a:t>
            </a:r>
          </a:p>
          <a:p>
            <a:pPr algn="just">
              <a:buNone/>
            </a:pPr>
            <a:r>
              <a:rPr lang="en-US" dirty="0">
                <a:latin typeface="SutonnyMJ" pitchFamily="2" charset="0"/>
                <a:cs typeface="SutonnyMJ" pitchFamily="2" charset="0"/>
              </a:rPr>
              <a:t>         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k©v‡Z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14|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2/3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KviY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k©v‡bv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Zv‡K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AvMvgx‡Z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icÎ`vZv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wnmv‡e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A‡hvM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 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Nvlbv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Kivi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my‡hvM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15|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¯’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vbxq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cÿ‡K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wbqwgZ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ivbœvNi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Ges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Lvevi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†PK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Ki‡Z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16|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	¯’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vbxq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cÖfvekvjx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‡`i mv‡_ cª‡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qvR‡b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K_v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ej‡Z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	†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ivMx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‡`i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Lvevi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GKwU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¯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úk©KvZi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welq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Awbqg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K‡i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Lvevi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cwigvb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Kg †`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Iqvq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RbM‡bi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ÿwZ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miKv‡ii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ev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KZ…©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c‡ÿi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fveg~wZ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©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ÿzbœ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GRb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‡`i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mn‡hvMxZv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PvB‡Z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cÖ‡qvR‡b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Ab¨vb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¨‡`i 	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mnvqZv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wb‡Z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n‡e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wbðB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Ggb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D‡`¨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vM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wed‡j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hv‡e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hfv‡e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hvq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32560"/>
          <a:ext cx="8229600" cy="504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µ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tbs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c‡_¨i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cwigvY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(wm×)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cvDiæwU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9.50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wWg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Kjv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wPwb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mewR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gymyi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gyiMx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wRiv</a:t>
                      </a:r>
                      <a:endParaRPr lang="en-US" sz="20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2016-17Bs  A_©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erm‡ii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c_¨ †¯‹j</a:t>
            </a:r>
            <a:b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c_¨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bs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- 01t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gvsm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fvZ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(</a:t>
            </a:r>
            <a:r>
              <a:rPr lang="en-US" sz="320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gyiMx</a:t>
            </a:r>
            <a:r>
              <a:rPr lang="en-US" sz="320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)</a:t>
            </a:r>
          </a:p>
        </p:txBody>
      </p:sp>
    </p:spTree>
  </p:cSld>
  <p:clrMapOvr>
    <a:masterClrMapping/>
  </p:clrMapOvr>
  <p:transition>
    <p:comb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609600"/>
          <a:ext cx="8229600" cy="62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µ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tbs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c‡_¨i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cwigvY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wcqvR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imyb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Av`v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njy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awbqv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jeY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viæwPwb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26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4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125.00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UvKv</a:t>
                      </a:r>
                      <a:endParaRPr lang="en-US" sz="24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  <p:transition>
    <p:checke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142999"/>
          <a:ext cx="8229600" cy="5512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4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µt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bs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weeiY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‡`q `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i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Pvwn`vi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cwigvb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g~j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UvKv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01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PvDj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, we.Avi-28 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40/-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‡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400 MÖvg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16.00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72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02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cvDiywU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v‡KwUs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Kiv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DbœZgv‡bi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Kv¤úvbxi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bvg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I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Drcv`‡bi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ZvwiL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mn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95/-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‡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9.50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03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wWg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gyiMx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)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eo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mvBR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cÖwZwU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Uv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10.00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04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Kjv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cvKv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)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meix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gvSvix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5.50/cÖwZwU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Uv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5.50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05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7909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gvQ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I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gvsm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000">
                        <a:latin typeface="SutonnyMJ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000">
                        <a:latin typeface="SutonnyMJ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5.1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wmjfvi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Kvd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©-1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KwRi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140/- cÖwZ †K.wR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385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row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400" dirty="0">
                          <a:latin typeface="SutonnyMJ" pitchFamily="2" charset="0"/>
                          <a:ea typeface="Times New Roman"/>
                          <a:cs typeface="SutonnyMJ" pitchFamily="2" charset="0"/>
                        </a:rPr>
                        <a:t>54.00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5.2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iæB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500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MÖv‡gi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248/-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217 MÖvg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5.3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KvZjv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500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MÖv‡gi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220/-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245 MÖvg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5.4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g„‡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Mj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500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MÖv‡gi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D‡×©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250/-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216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84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5.5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Lvmxi gvsm DbœZgv‡bi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540/-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100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9672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5.6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‡`kx †gviM ev gyiMxi gvsm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>
                          <a:latin typeface="SutonnyMJ"/>
                          <a:ea typeface="Times New Roman"/>
                          <a:cs typeface="Times New Roman"/>
                        </a:rPr>
                        <a:t>bvwo, fzwo, Pvgov ev` w`‡q IRb</a:t>
                      </a: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440/-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2000" dirty="0">
                          <a:latin typeface="SutonnyMJ"/>
                          <a:ea typeface="Times New Roman"/>
                          <a:cs typeface="Times New Roman"/>
                        </a:rPr>
                        <a:t>123 </a:t>
                      </a:r>
                      <a:r>
                        <a:rPr lang="en-US" sz="20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endParaRPr lang="en-US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SutonnyMJ" pitchFamily="2" charset="0"/>
                <a:cs typeface="SutonnyMJ" pitchFamily="2" charset="0"/>
              </a:rPr>
              <a:t>100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kh¨v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nvmcvZv‡j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2016-17Bs  A_©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erm‡ii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c_¨ †¯‹j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mvaviY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c_¨</a:t>
            </a:r>
            <a:endParaRPr lang="en-US" sz="3200" dirty="0"/>
          </a:p>
        </p:txBody>
      </p:sp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527696"/>
              </p:ext>
            </p:extLst>
          </p:nvPr>
        </p:nvGraphicFramePr>
        <p:xfrm>
          <a:off x="457200" y="-19750"/>
          <a:ext cx="8229600" cy="687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µt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bs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weeiY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‡`q `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i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Pvwn`vi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cwigvb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g~j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b="1" dirty="0" err="1">
                          <a:latin typeface="SutonnyMJ"/>
                          <a:ea typeface="Times New Roman"/>
                          <a:cs typeface="Times New Roman"/>
                        </a:rPr>
                        <a:t>UvKv</a:t>
                      </a:r>
                      <a:r>
                        <a:rPr lang="en-US" sz="1600" b="1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06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wPwb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72/- cÖwZ †K,wR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1.44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07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Avjy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(‡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Mvj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135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2.70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meRx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-†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c‡c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cUj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dzjKwc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evavKwc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wgwó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Kzgov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cyBkvK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cvjskvK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mgcwigvb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K‡i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Kgc‡ÿ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3wU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AvB‡Ug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20/29 (Mo)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4.06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09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gïi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Wvj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DbœZgv‡bi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120/-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30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3.60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mvqvweb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‰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Zj</a:t>
                      </a:r>
                      <a:r>
                        <a:rPr lang="en-US" sz="1600" baseline="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baseline="0" dirty="0" err="1">
                          <a:latin typeface="SutonnyMJ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1600" baseline="0" dirty="0" err="1">
                          <a:latin typeface="SutonnyMJ" pitchFamily="2" charset="0"/>
                          <a:ea typeface="Times New Roman"/>
                          <a:cs typeface="SutonnyMJ" pitchFamily="2" charset="0"/>
                        </a:rPr>
                        <a:t>ªv‡ÛW</a:t>
                      </a:r>
                      <a:r>
                        <a:rPr lang="en-US" sz="1600" baseline="0" dirty="0">
                          <a:latin typeface="SutonnyMJ" pitchFamily="2" charset="0"/>
                          <a:ea typeface="Times New Roman"/>
                          <a:cs typeface="SutonnyMJ" pitchFamily="2" charset="0"/>
                        </a:rPr>
                        <a:t>)</a:t>
                      </a:r>
                      <a:endParaRPr lang="en-US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85/-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2.55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wcquvR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30/-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0.90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im~b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150/-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03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0.45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13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Av`v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88/-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cÖwZ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K.wR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04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njy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`(¸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ov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17/- /100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02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0.34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15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gwiP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-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ïK‡bv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¸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ov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KvPuv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gwiPI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wg‡j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w`‡Z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n‡e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28/- /100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03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0.84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16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wRiv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38/-/100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03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1.14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17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awbqv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14/-/100 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02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0.28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jeb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Av‡qvwWb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hy³ c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‡KU)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34/-cÖwZ †KwR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20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0.68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999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19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Mig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gkjv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-(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eo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GjvP,†QvU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GjvP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`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viæwPwb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, je½ I †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MvjgwiP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mn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111/25-/100MÖvg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1.5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MÖvg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1.67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80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20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Lwo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ïK‡bv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Times New Roman"/>
                        </a:rPr>
                        <a:t>Avg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6/- cÖwZ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>
                          <a:latin typeface="SutonnyMJ"/>
                          <a:ea typeface="Times New Roman"/>
                          <a:cs typeface="Times New Roman"/>
                        </a:rPr>
                        <a:t>1.5 †K.wR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62150" algn="l"/>
                          <a:tab pos="2009775" algn="l"/>
                          <a:tab pos="2609850" algn="l"/>
                          <a:tab pos="2912110" algn="ctr"/>
                        </a:tabLs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Times New Roman"/>
                        </a:rPr>
                        <a:t>9.00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5131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5719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  <p:transition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1371603"/>
          <a:ext cx="7315200" cy="5103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µt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weeiY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cUj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28/-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c‡c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dzjKwc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18/-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evavKwc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16/-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wgwóKzgov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cyBkvK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cvjskvK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16/-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035">
                <a:tc gridSpan="2"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142/-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28007">
                <a:tc gridSpan="3">
                  <a:txBody>
                    <a:bodyPr/>
                    <a:lstStyle/>
                    <a:p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mâxi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 Mo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¨= 142/7= 20.30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latin typeface="SutonnyMJ" pitchFamily="2" charset="0"/>
                <a:cs typeface="SutonnyMJ" pitchFamily="2" charset="0"/>
              </a:rPr>
              <a:t>mâxi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Mo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g~j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wba©vib</a:t>
            </a:r>
            <a:endParaRPr lang="en-US" sz="3200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cover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latin typeface="SutonnyMJ" pitchFamily="2" charset="0"/>
                <a:cs typeface="SutonnyMJ" pitchFamily="2" charset="0"/>
              </a:rPr>
              <a:t>	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je½ `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wQj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hw`I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GwU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cÖ‡qvRbxq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AvB‡Ug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KvPuvgwi‡Pi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wQj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GwUI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cÖ‡qvRbxq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AvB‡Ug</a:t>
            </a:r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Mig</a:t>
            </a:r>
            <a:r>
              <a:rPr lang="en-US" sz="3600" b="1" dirty="0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gkjvi</a:t>
            </a:r>
            <a:r>
              <a:rPr lang="en-US" sz="3600" b="1" dirty="0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 Mo </a:t>
            </a:r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3600" b="1" dirty="0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3600" b="1" dirty="0" err="1">
                <a:solidFill>
                  <a:srgbClr val="00B0F0"/>
                </a:solidFill>
                <a:latin typeface="SutonnyMJ" pitchFamily="2" charset="0"/>
                <a:cs typeface="SutonnyMJ" pitchFamily="2" charset="0"/>
              </a:rPr>
              <a:t>wba©vib</a:t>
            </a:r>
            <a:endParaRPr lang="en-US" sz="3600" b="1" dirty="0">
              <a:solidFill>
                <a:srgbClr val="00B0F0"/>
              </a:solidFill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1"/>
          <a:ext cx="8077200" cy="3700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56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µt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weeiY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MÖv‡g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viywPwb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MvjgwiP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185/-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266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b="1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4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SutonnyMJ" pitchFamily="2" charset="0"/>
                          <a:cs typeface="SutonnyMJ" pitchFamily="2" charset="0"/>
                        </a:rPr>
                        <a:t>445/-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646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Mo=  445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100/400=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111/25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UvKv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¨|</a:t>
                      </a:r>
                      <a:endParaRPr lang="en-US" sz="28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9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trips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cÖØË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†¯‹j I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†¯‹‡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ji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wPÎ</a:t>
            </a:r>
            <a:b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D‡jøL‡hvM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AvB‡Ugmgy‡ni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cwigvb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mywbw`©óKi‡Yi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cwieZ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©‡b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DbœZ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m¤¢e|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799" y="1447801"/>
          <a:ext cx="8686801" cy="465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8501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111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598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4.06/-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c‡c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dzjKwc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evavKwc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wgwóKzgov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cUj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cyBkvK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cvjskvK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mgcwigvb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Kgc‡ÿ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3wU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4.06/-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44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gïi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1.20/-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gïi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DbœZgv‡bi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98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0.85/-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eªv‡ÛW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52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0.60/-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0.90/-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heel spokes="3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519801"/>
              </p:ext>
            </p:extLst>
          </p:nvPr>
        </p:nvGraphicFramePr>
        <p:xfrm>
          <a:off x="228598" y="457200"/>
          <a:ext cx="8763001" cy="6089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3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6912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912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812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viæwPwb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2.40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3.70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0.60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viæwPwb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je½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MvjgwiP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Me¸‡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jvB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>
                          <a:latin typeface="SutonnyMJ" pitchFamily="2" charset="0"/>
                          <a:cs typeface="SutonnyMJ" pitchFamily="2" charset="0"/>
                        </a:rPr>
                        <a:t>mgcwigvb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K‡i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1.50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6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06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6.70</a:t>
                      </a: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08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5.03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ekx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88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ïK‡bv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(¸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ov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ïK‡bv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¸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ov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‡_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A‡a©K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KvPv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gwiP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mn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.56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3441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rgbClr val="00B05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bvUt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- 600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WvB‡U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ev¯Í‡e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MÖnb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150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MÖvgB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h‡_ô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hw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 †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mUvI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wVKgZ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MÖnb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</p:cSld>
  <p:clrMapOvr>
    <a:masterClrMapping/>
  </p:clrMapOvr>
  <p:transition>
    <p:wheel spokes="8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599" y="1371601"/>
          <a:ext cx="8686801" cy="5514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3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3721">
                <a:tc gridSpan="4"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72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µ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tbs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72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gyiMx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115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50.60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wmjfvi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Kvc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©  1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iæB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500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MÖv‡gi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KvZj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500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MÖv‡gi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g„‡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gvQ-500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MÖv‡gi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D‡×©</a:t>
                      </a:r>
                    </a:p>
                    <a:p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Dbœgv‡bi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‡`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gviM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bvwo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fzwo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Pvgov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w`‡q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385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248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240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216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100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123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72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54.00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225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fvZ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190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47.50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3060">
                <a:tc gridSpan="7">
                  <a:txBody>
                    <a:bodyPr/>
                    <a:lstStyle/>
                    <a:p>
                      <a:pPr algn="just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*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icÎ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wmwWD‡j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4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cÖKvi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gv‡Qi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_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vK‡jI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Zv‡`i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Kg`v‡gi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ewk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mieivn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Kivi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my‡hvM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Zv‡Z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ivMxiv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ewÂZ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n‡e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†¯‹‡j †m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my‡hvM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_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vK‡ebv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KviY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hw`b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†`‡e †m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gv‡Qi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†¯‹j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Abymv‡i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wVKv`vi‡K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mieivn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Ki‡Z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n‡e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endParaRPr lang="en-US" sz="24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cÖ`Ë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¡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mv‡_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†¯‹‡j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gyiMx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Lvmxi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gvs‡mi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endParaRPr lang="en-US" sz="3200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1|	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wmjfvi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Kvd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©	-  140/-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2|	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iæB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	-  248/-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cªwZ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3|	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KvZj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-  220/-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4|	g„‡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Mj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u="sng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-  250/- </a:t>
            </a:r>
            <a:r>
              <a:rPr lang="en-US" u="sng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u="sng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u="sng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u="sng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			    858/-</a:t>
            </a:r>
            <a:r>
              <a:rPr lang="en-US" u="sng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4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¨</a:t>
            </a: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				   214.50 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dirty="0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dirty="0" err="1">
                <a:solidFill>
                  <a:srgbClr val="0070C0"/>
                </a:solidFill>
                <a:latin typeface="SutonnyMJ" pitchFamily="2" charset="0"/>
                <a:cs typeface="SutonnyMJ" pitchFamily="2" charset="0"/>
              </a:rPr>
              <a:t>KwR</a:t>
            </a:r>
            <a:endParaRPr lang="en-US" dirty="0">
              <a:solidFill>
                <a:srgbClr val="0070C0"/>
              </a:solidFill>
              <a:latin typeface="SutonnyMJ" pitchFamily="2" charset="0"/>
              <a:cs typeface="SutonnyMJ" pitchFamily="2" charset="0"/>
            </a:endParaRPr>
          </a:p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54/-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UvKvq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251.7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Mªvg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M‡o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gvQ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cvIqv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hv‡e</a:t>
            </a:r>
            <a:r>
              <a:rPr lang="en-US" dirty="0">
                <a:solidFill>
                  <a:srgbClr val="C0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gv‡Qi</a:t>
            </a:r>
            <a:r>
              <a:rPr lang="en-US" sz="4000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Mo </a:t>
            </a:r>
            <a:r>
              <a:rPr lang="en-US" sz="40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4000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40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wba©viY</a:t>
            </a:r>
            <a:endParaRPr lang="en-US" sz="4000" u="sng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0" y="1295402"/>
          <a:ext cx="8839199" cy="5334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0308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cÖØË</a:t>
                      </a:r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WvBU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µt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Pvj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Pvj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1600/-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120/-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360/-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85/-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255/-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13.5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270/-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670/-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Mig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gkjv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167/-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M‡o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4075/-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M‡o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25.17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5399/-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5400/-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405-/80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405/-80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182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1092/-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900/-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11.50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5060/-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12.30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5412/-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100 †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cÖ`Ë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¡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wPÎt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-</a:t>
            </a:r>
          </a:p>
        </p:txBody>
      </p:sp>
    </p:spTree>
  </p:cSld>
  <p:clrMapOvr>
    <a:masterClrMapping/>
  </p:clrMapOvr>
  <p:transition>
    <p:strips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316233"/>
              </p:ext>
            </p:extLst>
          </p:nvPr>
        </p:nvGraphicFramePr>
        <p:xfrm>
          <a:off x="457200" y="1481138"/>
          <a:ext cx="8229600" cy="4769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02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cÖ`Ë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¡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ms‡kvwaZ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AvB‡Ug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777">
                <a:tc>
                  <a:txBody>
                    <a:bodyPr/>
                    <a:lstStyle/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 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20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10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 01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02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01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25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20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Avjy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13.5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03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03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  <a:p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             03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100 †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cÖ`Ë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¡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ms‡kvwaZ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WvB‡Ui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Zzjbvg~jK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wPÎt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-</a:t>
            </a:r>
            <a:b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sz="3200" dirty="0">
                <a:latin typeface="SutonnyMJ" pitchFamily="2" charset="0"/>
                <a:cs typeface="SutonnyMJ" pitchFamily="2" charset="0"/>
              </a:rPr>
              <a:t>hw`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gvQ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fvZ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latin typeface="SutonnyMJ" pitchFamily="2" charset="0"/>
                <a:cs typeface="SutonnyMJ" pitchFamily="2" charset="0"/>
              </a:rPr>
              <a:t>nq</a:t>
            </a:r>
            <a:r>
              <a:rPr lang="en-US" sz="3200" dirty="0">
                <a:latin typeface="SutonnyMJ" pitchFamily="2" charset="0"/>
                <a:cs typeface="SutonnyMJ" pitchFamily="2" charset="0"/>
              </a:rPr>
              <a:t> </a:t>
            </a:r>
          </a:p>
        </p:txBody>
      </p:sp>
    </p:spTree>
  </p:cSld>
  <p:clrMapOvr>
    <a:masterClrMapping/>
  </p:clrMapOvr>
  <p:transition>
    <p:cover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52578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‡`i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†¯‹‡j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cÖZ¨n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30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MÖvg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K‡i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‰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wcquvR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mieivn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AZ¨vek¨K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KLbB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my¯^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v`y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‡`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Av‡bK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†¯‹‡j 30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MÖv‡gi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P‡q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AviI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ekx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Iqv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_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vK‡jI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ev¯Í‡e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A‡bK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A‡bK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Kg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mieivn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WvBU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†¯‹j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©‡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eÿ‡Y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cÖwZ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45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MÖvg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wcquvR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mieiv‡ni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†¯‹j _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vK‡jI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450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wcqvuR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20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Iqvi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K_v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wKš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‘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mLv‡b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‡`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Iqv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n‡”Q 4-5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K‡i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wcquvR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mvqvweb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w`‡q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135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mâx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50 †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KwR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gvsm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Wvj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ivbœv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gvbm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¤§Z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bv</a:t>
            </a:r>
            <a:r>
              <a:rPr lang="en-US" b="1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54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mycvwik</a:t>
            </a:r>
            <a:endParaRPr lang="en-US" sz="5400" u="sng" dirty="0">
              <a:solidFill>
                <a:srgbClr val="FF0000"/>
              </a:solidFill>
              <a:latin typeface="SutonnyAMJ" pitchFamily="2" charset="0"/>
              <a:cs typeface="SutonnyAMJ" pitchFamily="2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795949"/>
              </p:ext>
            </p:extLst>
          </p:nvPr>
        </p:nvGraphicFramePr>
        <p:xfrm>
          <a:off x="228601" y="1142998"/>
          <a:ext cx="8762999" cy="5562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7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349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c_¨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AvB‡U‡gi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4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wnmv‡ei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GKK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aseline="0" dirty="0" err="1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 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weAvi-28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(†`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gïi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AvZe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KvUvix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468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(‡`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bvoxfzwo,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Pvgov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Qvov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wmjfvi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Kvc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iæB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349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accent2"/>
                          </a:solidFill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2400" dirty="0">
                        <a:solidFill>
                          <a:schemeClr val="accent2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4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207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Zvi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Zyjbv</a:t>
            </a:r>
            <a:r>
              <a:rPr lang="en-US" sz="32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</a:t>
            </a:r>
            <a:endParaRPr lang="en-US" sz="3200" dirty="0">
              <a:solidFill>
                <a:srgbClr val="7030A0"/>
              </a:solidFill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28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430682"/>
              </p:ext>
            </p:extLst>
          </p:nvPr>
        </p:nvGraphicFramePr>
        <p:xfrm>
          <a:off x="304802" y="822048"/>
          <a:ext cx="8686798" cy="5827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564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c_¨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AvB‡U‡gi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wnmv‡ei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GKK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 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52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wWg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cÖwZwU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74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cvDiæwU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52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Kjv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keix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cÖwZwU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48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wKmwgm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45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wgwó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gvSvix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cÖwZwU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52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mgvB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24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Avs¸i</a:t>
                      </a:r>
                      <a:endParaRPr lang="en-US" sz="2800" dirty="0">
                        <a:solidFill>
                          <a:srgbClr val="7030A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012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me©‡</a:t>
                      </a:r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Zvi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Zyjbv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98917"/>
              </p:ext>
            </p:extLst>
          </p:nvPr>
        </p:nvGraphicFramePr>
        <p:xfrm>
          <a:off x="457201" y="990600"/>
          <a:ext cx="8686800" cy="800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2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4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c_¨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AvB‡U‡gi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wnmv‡ei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GKK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4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rgbClr val="FFFF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aseline="0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 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Av‡cj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je½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100 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MÖvg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C0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wcquvR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c~‡</a:t>
                      </a:r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e©i</a:t>
                      </a:r>
                      <a:r>
                        <a:rPr lang="en-US" sz="2800" b="1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="1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Ri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4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m©e‡gvU</a:t>
                      </a:r>
                      <a:endParaRPr lang="en-US" sz="28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icÎ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wmwWD‡j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hv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nq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Zvi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GKwU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Zyjbv</a:t>
            </a:r>
            <a:r>
              <a:rPr lang="en-US" sz="4400" dirty="0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400" dirty="0" err="1">
                <a:solidFill>
                  <a:srgbClr val="7030A0"/>
                </a:solidFill>
                <a:latin typeface="SutonnyMJ" pitchFamily="2" charset="0"/>
                <a:cs typeface="SutonnyMJ" pitchFamily="2" charset="0"/>
              </a:rPr>
              <a:t>wPÎ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297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814976"/>
              </p:ext>
            </p:extLst>
          </p:nvPr>
        </p:nvGraphicFramePr>
        <p:xfrm>
          <a:off x="2" y="990601"/>
          <a:ext cx="9143997" cy="644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5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69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54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71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937348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39"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39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PvDj-28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14.6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Ub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40/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584000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38/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554800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39/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569400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42/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613200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446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Wvj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1095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136875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125925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147825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654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AvZe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PvDj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KvUvix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200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14000/-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13800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634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mvqvweb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ˆ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Zj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1095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125925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129210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863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6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  (†`</a:t>
                      </a:r>
                      <a:r>
                        <a:rPr lang="en-US" sz="1600" baseline="0" dirty="0" err="1">
                          <a:latin typeface="SutonnyMJ" pitchFamily="2" charset="0"/>
                          <a:cs typeface="SutonnyMJ" pitchFamily="2" charset="0"/>
                        </a:rPr>
                        <a:t>kx</a:t>
                      </a:r>
                      <a:r>
                        <a:rPr lang="en-US" sz="16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16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250000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863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Lvmxi</a:t>
                      </a:r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gvsm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570000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600000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58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863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iæB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gvQ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240000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6144"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wmjfvi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Kvc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©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1000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SutonnyMJ" pitchFamily="2" charset="0"/>
                          <a:cs typeface="SutonnyMJ" pitchFamily="2" charset="0"/>
                        </a:rPr>
                        <a:t>140000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145</a:t>
                      </a:r>
                      <a:r>
                        <a:rPr lang="en-US" sz="1600" dirty="0">
                          <a:latin typeface="SutonnyMJ" pitchFamily="2" charset="0"/>
                          <a:cs typeface="SutonnyMJ" pitchFamily="2" charset="0"/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  <a:solidFill>
            <a:schemeClr val="bg2">
              <a:lumMod val="90000"/>
            </a:schemeClr>
          </a:solidFill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ic‡Îi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ZzjbvgyjK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 </a:t>
            </a:r>
            <a:b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199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878474"/>
              </p:ext>
            </p:extLst>
          </p:nvPr>
        </p:nvGraphicFramePr>
        <p:xfrm>
          <a:off x="228600" y="1143000"/>
          <a:ext cx="8763000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9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8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90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04173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73"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gyiMxi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wWg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36500 </a:t>
                      </a:r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cvDiæwU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36500 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346750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Kjv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265500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255500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255500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wKmwgm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wgwó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gvSvix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500 </a:t>
                      </a:r>
                      <a:r>
                        <a:rPr lang="en-US" sz="18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mgvB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baseline="0" dirty="0" err="1">
                          <a:latin typeface="SutonnyMJ" pitchFamily="2" charset="0"/>
                          <a:cs typeface="SutonnyMJ" pitchFamily="2" charset="0"/>
                        </a:rPr>
                        <a:t>jv”Pv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Avs¸i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Av‡cj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QvU</a:t>
                      </a: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  <a:r>
                        <a:rPr lang="en-US" sz="1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1800" baseline="0" dirty="0" err="1">
                          <a:latin typeface="SutonnyMJ" pitchFamily="2" charset="0"/>
                          <a:cs typeface="SutonnyMJ" pitchFamily="2" charset="0"/>
                        </a:rPr>
                        <a:t>KwR</a:t>
                      </a:r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6633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3051050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3047430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3025485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3140635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79216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ic‡Îi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ZzjbvgyjK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138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558297"/>
              </p:ext>
            </p:extLst>
          </p:nvPr>
        </p:nvGraphicFramePr>
        <p:xfrm>
          <a:off x="0" y="1066799"/>
          <a:ext cx="9143999" cy="54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35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48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4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59531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bs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bvg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endParaRPr lang="en-US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380"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‡`q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`i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eo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SutonnyMJ" pitchFamily="2" charset="0"/>
                          <a:cs typeface="SutonnyMJ" pitchFamily="2" charset="0"/>
                        </a:rPr>
                        <a:t>GjvP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29700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0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je½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Lwo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SutonnyMJ" pitchFamily="2" charset="0"/>
                          <a:cs typeface="SutonnyMJ" pitchFamily="2" charset="0"/>
                        </a:rPr>
                        <a:t>ïK‡bv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60 </a:t>
                      </a:r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Ub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wchuvR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1095</a:t>
                      </a:r>
                      <a:endParaRPr lang="en-US" baseline="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24900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27375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32850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3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mâx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9000</a:t>
                      </a:r>
                      <a:r>
                        <a:rPr lang="en-US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kg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162000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153000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171000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utonnyMJ" pitchFamily="2" charset="0"/>
                          <a:cs typeface="SutonnyMJ" pitchFamily="2" charset="0"/>
                        </a:rPr>
                        <a:t>198000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50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537500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589075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554850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602850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516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c~‡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e©i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baseline="0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Ri</a:t>
                      </a:r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3020450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3047430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3025485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3140635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768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      me©‡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   2782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3557950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3636505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3580335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3643485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ic‡Îi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ZzjbvgyjK</a:t>
            </a:r>
            <a:r>
              <a:rPr lang="en-US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weeiYx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96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693517"/>
              </p:ext>
            </p:extLst>
          </p:nvPr>
        </p:nvGraphicFramePr>
        <p:xfrm>
          <a:off x="457200" y="1447799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7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BDwbU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endParaRPr lang="en-US" sz="28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evrmwiK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effectLst/>
                        </a:rPr>
                        <a:t>ক্ষ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‡Z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baseline="0" dirty="0">
                          <a:solidFill>
                            <a:srgbClr val="FFFF00"/>
                          </a:solidFill>
                          <a:effectLst/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  <a:endParaRPr lang="en-US" sz="2000" dirty="0">
                        <a:solidFill>
                          <a:srgbClr val="FFFF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738"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8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4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g~j</a:t>
                      </a:r>
                      <a:r>
                        <a:rPr lang="en-US" sz="2400" dirty="0">
                          <a:solidFill>
                            <a:srgbClr val="7030A0"/>
                          </a:solidFill>
                          <a:latin typeface="SutonnyMJ" pitchFamily="2" charset="0"/>
                          <a:cs typeface="SutonnyMJ" pitchFamily="2" charset="0"/>
                        </a:rPr>
                        <a:t>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              - 2782/-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             (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lowest)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35,57,950/-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              -2682/-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                          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36,36,505/-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               - 2777/-</a:t>
                      </a:r>
                      <a:endParaRPr lang="en-US" sz="2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                         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 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35,80,335/-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172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800" baseline="0" dirty="0" err="1">
                          <a:latin typeface="SutonnyMJ" pitchFamily="2" charset="0"/>
                          <a:cs typeface="SutonnyMJ" pitchFamily="2" charset="0"/>
                        </a:rPr>
                        <a:t>UªWvm</a:t>
                      </a:r>
                      <a:r>
                        <a:rPr lang="en-US" sz="2800" baseline="0" dirty="0">
                          <a:latin typeface="SutonnyMJ" pitchFamily="2" charset="0"/>
                          <a:cs typeface="SutonnyMJ" pitchFamily="2" charset="0"/>
                        </a:rPr>
                        <a:t>©  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lowest)</a:t>
                      </a:r>
                      <a:r>
                        <a:rPr lang="en-US" sz="2800" baseline="0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 - 2296/-</a:t>
                      </a:r>
                      <a:endParaRPr lang="en-US" sz="2800" dirty="0">
                        <a:solidFill>
                          <a:srgbClr val="FF0000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                         </a:t>
                      </a:r>
                      <a:r>
                        <a:rPr lang="en-US" sz="2400" baseline="0" dirty="0">
                          <a:latin typeface="SutonnyMJ" pitchFamily="2" charset="0"/>
                          <a:cs typeface="SutonnyMJ" pitchFamily="2" charset="0"/>
                        </a:rPr>
                        <a:t>    </a:t>
                      </a:r>
                      <a:r>
                        <a:rPr lang="en-US" sz="2400" dirty="0">
                          <a:latin typeface="SutonnyMJ" pitchFamily="2" charset="0"/>
                          <a:cs typeface="SutonnyMJ" pitchFamily="2" charset="0"/>
                        </a:rPr>
                        <a:t>36,43,485/-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036">
                <a:tc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BDwbU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hvMdj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evrmwiK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Pvwn`vi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cÖw</a:t>
            </a:r>
            <a:r>
              <a:rPr lang="en-US" sz="2400" dirty="0" err="1">
                <a:solidFill>
                  <a:srgbClr val="FF0000"/>
                </a:solidFill>
                <a:effectLst/>
              </a:rPr>
              <a:t>ক্ষ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‡Z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g~j</a:t>
            </a:r>
            <a:r>
              <a:rPr lang="en-US" sz="28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8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Zzjbv</a:t>
            </a:r>
            <a:endParaRPr lang="en-US" sz="2800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0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User\Desktop\FB_IMG_1479574912865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66800"/>
            <a:ext cx="4038600" cy="4724400"/>
          </a:xfrm>
          <a:prstGeom prst="rect">
            <a:avLst/>
          </a:prstGeom>
          <a:noFill/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4495800" y="1066800"/>
            <a:ext cx="3429000" cy="4724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anchor="ctr">
            <a:noAutofit/>
          </a:bodyPr>
          <a:lstStyle/>
          <a:p>
            <a:pPr marL="109728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utonnyMJ" pitchFamily="2" charset="0"/>
                <a:ea typeface="+mn-ea"/>
                <a:cs typeface="SutonnyMJ" pitchFamily="2" charset="0"/>
              </a:rPr>
              <a:t>ab¨ev`</a:t>
            </a:r>
          </a:p>
          <a:p>
            <a:pPr marL="109728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utonnyMJ" pitchFamily="2" charset="0"/>
                <a:ea typeface="+mn-ea"/>
                <a:cs typeface="SutonnyMJ" pitchFamily="2" charset="0"/>
              </a:rPr>
              <a:t>mKj‡K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utonnyMJ" pitchFamily="2" charset="0"/>
              <a:ea typeface="+mn-ea"/>
              <a:cs typeface="SutonnyMJ" pitchFamily="2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1028</TotalTime>
  <Words>2914</Words>
  <Application>Microsoft Office PowerPoint</Application>
  <PresentationFormat>On-screen Show (4:3)</PresentationFormat>
  <Paragraphs>1117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Lucida Sans Unicode</vt:lpstr>
      <vt:lpstr>SutonnyAMJ</vt:lpstr>
      <vt:lpstr>SutonnyMJ</vt:lpstr>
      <vt:lpstr>Times New Roman</vt:lpstr>
      <vt:lpstr>Verdana</vt:lpstr>
      <vt:lpstr>Wingdings 2</vt:lpstr>
      <vt:lpstr>Wingdings 3</vt:lpstr>
      <vt:lpstr>Concourse</vt:lpstr>
      <vt:lpstr>¯^vMZg</vt:lpstr>
      <vt:lpstr>‡hfv‡e miKvix nvmcvZv‡j Lvevi gvb DbœZ Kiv ‡h‡Z cv‡i</vt:lpstr>
      <vt:lpstr>PowerPoint Presentation</vt:lpstr>
      <vt:lpstr> GKwU Dc‡Rjvq `ycy‡ii Lvevi</vt:lpstr>
      <vt:lpstr>miKvix nvmcvZv‡j Lvevi cwi‡ekb</vt:lpstr>
      <vt:lpstr>miKvix nvmcvZv‡j Lvev‡ii gvb  DbœZ bv nIqvi KviY</vt:lpstr>
      <vt:lpstr>9- wVKv`vi‡`i Rb¨ hv Kiv nq bv </vt:lpstr>
      <vt:lpstr>‡hfv‡e nvmcvZv‡ji Lvevi gvb DbœZ Kiv hvq</vt:lpstr>
      <vt:lpstr>wcwcAvi wewa 98 Gi 23 K I L aviv</vt:lpstr>
      <vt:lpstr>‡hfv‡e nvmcvZv‡ji Lvevi gvb DbœZ Kiv hvq</vt:lpstr>
      <vt:lpstr>‡hfv‡e nvmcvZv‡ji Lvevi gvb DbœZ Kiv hvq</vt:lpstr>
      <vt:lpstr>100 kh¨v nvmcvZv‡j 2016-17Bs  A_© erm‡ii c_¨ †¯‹j c_¨ bs- 01t gvsm fvZ (gyiMx)</vt:lpstr>
      <vt:lpstr>PowerPoint Presentation</vt:lpstr>
      <vt:lpstr>100 kh¨v nvmcvZv‡j 2016-17Bs  A_© erm‡ii c_¨ †¯‹j mvaviY c_¨</vt:lpstr>
      <vt:lpstr>PowerPoint Presentation</vt:lpstr>
      <vt:lpstr>mâxi Mo g~j¨ wba©vib</vt:lpstr>
      <vt:lpstr>Mig gkjvi Mo g~j¨ wba©vib</vt:lpstr>
      <vt:lpstr>cÖØË †¯‹j I ms‡kvwaZ WvBU †¯‹‡ji Zzjbvg~jK wPÎ D‡jøL‡hvM¨ AvB‡Ugmgy‡ni cwigvb I mywbw`©óKi‡Yi cwieZ©‡b Lvevi gvb DbœZ Kiv m¤¢e|</vt:lpstr>
      <vt:lpstr>PowerPoint Presentation</vt:lpstr>
      <vt:lpstr>cÖ`Ë¡ WvB‡Ui mv‡_ ms‡kvwaZ WvBU †¯‹‡j gvQ, gyiMx I Lvmxi gvs‡mi Zzjbvg~jK weeiYx</vt:lpstr>
      <vt:lpstr>gv‡Qi Mo g~j¨ wba©viY</vt:lpstr>
      <vt:lpstr>100 †ivMxi cÖ`Ë¡ WvBU I ms‡kvwaZ WvB‡Ui Zzjbvg~jK wPÎt-</vt:lpstr>
      <vt:lpstr>100 †ivMxi cÖ`Ë¡ WvBU I ms‡kvwaZ WvB‡Ui Zzjbvg~jK wPÎt- hw` gvQ fvZ nq </vt:lpstr>
      <vt:lpstr>mycvwik</vt:lpstr>
      <vt:lpstr>`icÎ wmwWD‡j hv Kiv nq Zvi GKwU Zyjbv wPÎ</vt:lpstr>
      <vt:lpstr>`icÎ wmwWD‡j hv Kiv nq Zvi GKwU Zyjbv wPÎ</vt:lpstr>
      <vt:lpstr>`icÎ wmwWD‡j hv Kiv nq Zvi GKwU Zyjbv wPÎ</vt:lpstr>
      <vt:lpstr> `ic‡Îi ZzjbvgyjK weeiYx   </vt:lpstr>
      <vt:lpstr>`ic‡Îi ZzjbvgyjK weeiYx</vt:lpstr>
      <vt:lpstr>`ic‡Îi ZzjbvgyjK weeiYx</vt:lpstr>
      <vt:lpstr>BDwbU g~j¨ †hvMdj Ges evrmwiK Pvwn`vi †cÖwক্ষ‡Z g~j¨ Zzjbv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‡h mKj Kvi‡b miKvix nvmcvZv‡j Lvev‡ii gvb fvj Kiv m¤¢e nq bv|</dc:title>
  <dc:creator>Md. Ruhul Amin Ento</dc:creator>
  <cp:lastModifiedBy>Md. Fahad Rahman</cp:lastModifiedBy>
  <cp:revision>116</cp:revision>
  <cp:lastPrinted>2018-01-02T05:58:46Z</cp:lastPrinted>
  <dcterms:created xsi:type="dcterms:W3CDTF">2017-02-19T05:58:02Z</dcterms:created>
  <dcterms:modified xsi:type="dcterms:W3CDTF">2018-01-02T05:59:06Z</dcterms:modified>
</cp:coreProperties>
</file>