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Default Extension="jpeg" ContentType="image/jpeg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22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  <Override PartName="/ppt/slideMasters/slideMaster2.xml" ContentType="application/vnd.openxmlformats-officedocument.presentationml.slideMaster+xml"/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Override PartName="/ppt/theme/theme4.xml" ContentType="application/vnd.openxmlformats-officedocument.theme+xml"/>
  <Default Extension="png" ContentType="image/png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1"/>
    <p:sldMasterId id="2147483720" r:id="rId2"/>
  </p:sldMasterIdLst>
  <p:notesMasterIdLst>
    <p:notesMasterId r:id="rId15"/>
  </p:notesMasterIdLst>
  <p:handoutMasterIdLst>
    <p:handoutMasterId r:id="rId16"/>
  </p:handoutMasterIdLst>
  <p:sldIdLst>
    <p:sldId id="278" r:id="rId3"/>
    <p:sldId id="259" r:id="rId4"/>
    <p:sldId id="310" r:id="rId5"/>
    <p:sldId id="262" r:id="rId6"/>
    <p:sldId id="362" r:id="rId7"/>
    <p:sldId id="261" r:id="rId8"/>
    <p:sldId id="311" r:id="rId9"/>
    <p:sldId id="295" r:id="rId10"/>
    <p:sldId id="321" r:id="rId11"/>
    <p:sldId id="332" r:id="rId12"/>
    <p:sldId id="363" r:id="rId13"/>
    <p:sldId id="276" r:id="rId14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DF723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34" autoAdjust="0"/>
    <p:restoredTop sz="94624" autoAdjust="0"/>
  </p:normalViewPr>
  <p:slideViewPr>
    <p:cSldViewPr>
      <p:cViewPr>
        <p:scale>
          <a:sx n="75" d="100"/>
          <a:sy n="75" d="100"/>
        </p:scale>
        <p:origin x="-1230" y="23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viewProps" Target="viewProp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handoutMaster" Target="handoutMasters/handout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8.xml"/><Relationship Id="rId19" Type="http://schemas.openxmlformats.org/officeDocument/2006/relationships/theme" Target="theme/theme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905BC07-1886-426D-A8FD-8B57FD5B8FDD}" type="datetimeFigureOut">
              <a:rPr lang="en-US" smtClean="0"/>
              <a:pPr/>
              <a:t>1/13/2019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A129345-2F78-4322-9959-D0C16B0BC0FF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B6AD48E-6416-4B28-B021-62D67D95A1BB}" type="datetimeFigureOut">
              <a:rPr lang="en-US" smtClean="0"/>
              <a:pPr/>
              <a:t>1/13/2019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C0164B8-BE28-4E77-B52F-416508C18E2C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Isosceles Triangle 6"/>
          <p:cNvSpPr/>
          <p:nvPr/>
        </p:nvSpPr>
        <p:spPr>
          <a:xfrm rot="16200000">
            <a:off x="7554353" y="5254283"/>
            <a:ext cx="1892949" cy="1294228"/>
          </a:xfrm>
          <a:prstGeom prst="triangle">
            <a:avLst>
              <a:gd name="adj" fmla="val 51323"/>
            </a:avLst>
          </a:prstGeom>
          <a:gradFill flip="none" rotWithShape="1">
            <a:gsLst>
              <a:gs pos="0">
                <a:schemeClr val="accent1">
                  <a:shade val="30000"/>
                  <a:satMod val="155000"/>
                  <a:alpha val="100000"/>
                </a:schemeClr>
              </a:gs>
              <a:gs pos="60000">
                <a:schemeClr val="accent1">
                  <a:satMod val="160000"/>
                  <a:alpha val="100000"/>
                </a:schemeClr>
              </a:gs>
              <a:gs pos="100000">
                <a:schemeClr val="accent1">
                  <a:tint val="70000"/>
                  <a:satMod val="200000"/>
                  <a:alpha val="100000"/>
                </a:schemeClr>
              </a:gs>
            </a:gsLst>
            <a:lin ang="15500000" scaled="1"/>
            <a:tileRect/>
          </a:gra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540544" y="776288"/>
            <a:ext cx="8062912" cy="1470025"/>
          </a:xfrm>
        </p:spPr>
        <p:txBody>
          <a:bodyPr anchor="b">
            <a:normAutofit/>
          </a:bodyPr>
          <a:lstStyle>
            <a:lvl1pPr algn="r">
              <a:defRPr sz="4400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540544" y="2250280"/>
            <a:ext cx="8062912" cy="1752600"/>
          </a:xfrm>
        </p:spPr>
        <p:txBody>
          <a:bodyPr/>
          <a:lstStyle>
            <a:lvl1pPr marL="0" marR="36576" indent="0" algn="r">
              <a:spcBef>
                <a:spcPts val="0"/>
              </a:spcBef>
              <a:buNone/>
              <a:defRPr>
                <a:ln>
                  <a:solidFill>
                    <a:schemeClr val="bg2"/>
                  </a:solidFill>
                </a:ln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>
          <a:xfrm>
            <a:off x="1371600" y="6012656"/>
            <a:ext cx="5791200" cy="365125"/>
          </a:xfrm>
        </p:spPr>
        <p:txBody>
          <a:bodyPr tIns="0" bIns="0" anchor="t"/>
          <a:lstStyle>
            <a:lvl1pPr algn="r">
              <a:defRPr sz="1000"/>
            </a:lvl1pPr>
          </a:lstStyle>
          <a:p>
            <a:fld id="{3D149D36-0DC6-44AB-B8D9-8FDEB9D9B8ED}" type="datetime2">
              <a:rPr lang="en-US" smtClean="0"/>
              <a:pPr/>
              <a:t>Sunday, January 13, 2019</a:t>
            </a:fld>
            <a:endParaRPr lang="en-US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>
          <a:xfrm>
            <a:off x="1371600" y="5650704"/>
            <a:ext cx="5791200" cy="365125"/>
          </a:xfrm>
        </p:spPr>
        <p:txBody>
          <a:bodyPr tIns="0" bIns="0" anchor="b"/>
          <a:lstStyle>
            <a:lvl1pPr algn="r">
              <a:defRPr sz="1100"/>
            </a:lvl1pPr>
          </a:lstStyle>
          <a:p>
            <a:endParaRPr lang="en-US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>
          <a:xfrm>
            <a:off x="8392247" y="5752307"/>
            <a:ext cx="502920" cy="365125"/>
          </a:xfrm>
        </p:spPr>
        <p:txBody>
          <a:bodyPr anchor="ctr"/>
          <a:lstStyle>
            <a:lvl1pPr algn="ctr">
              <a:defRPr sz="1300">
                <a:solidFill>
                  <a:srgbClr val="FFFFFF"/>
                </a:solidFill>
              </a:defRPr>
            </a:lvl1pPr>
          </a:lstStyle>
          <a:p>
            <a:fld id="{01CD09B4-89DC-4CA0-BA02-A8F1A57E115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67494"/>
            <a:ext cx="8229600" cy="1399032"/>
          </a:xfrm>
        </p:spPr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882808"/>
            <a:ext cx="8229600" cy="45720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791456" y="6480048"/>
            <a:ext cx="2133600" cy="301752"/>
          </a:xfrm>
        </p:spPr>
        <p:txBody>
          <a:bodyPr/>
          <a:lstStyle/>
          <a:p>
            <a:fld id="{9A8033E6-1A4C-494D-9997-17E26475F861}" type="datetime2">
              <a:rPr lang="en-US" smtClean="0"/>
              <a:pPr/>
              <a:t>Sunday, January 13, 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57200" y="6480969"/>
            <a:ext cx="4260056" cy="300831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CD09B4-89DC-4CA0-BA02-A8F1A57E115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ight Triangle 8"/>
          <p:cNvSpPr/>
          <p:nvPr/>
        </p:nvSpPr>
        <p:spPr>
          <a:xfrm flipV="1">
            <a:off x="7034" y="7034"/>
            <a:ext cx="9129932" cy="6836899"/>
          </a:xfrm>
          <a:prstGeom prst="rtTriangle">
            <a:avLst/>
          </a:prstGeom>
          <a:gradFill flip="none" rotWithShape="1">
            <a:gsLst>
              <a:gs pos="0">
                <a:schemeClr val="tx2">
                  <a:alpha val="10000"/>
                </a:schemeClr>
              </a:gs>
              <a:gs pos="70000">
                <a:schemeClr val="tx2">
                  <a:alpha val="8000"/>
                </a:schemeClr>
              </a:gs>
              <a:gs pos="100000">
                <a:schemeClr val="tx2">
                  <a:alpha val="1000"/>
                </a:schemeClr>
              </a:gs>
            </a:gsLst>
            <a:lin ang="8000000" scaled="1"/>
            <a:tileRect/>
          </a:gra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algn="ctr" defTabSz="914400" rtl="0" eaLnBrk="1" latinLnBrk="0" hangingPunct="1"/>
            <a:endParaRPr kumimoji="0" lang="en-US" sz="1800" kern="12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8" name="Isosceles Triangle 7"/>
          <p:cNvSpPr/>
          <p:nvPr/>
        </p:nvSpPr>
        <p:spPr>
          <a:xfrm rot="5400000" flipV="1">
            <a:off x="7554353" y="309490"/>
            <a:ext cx="1892949" cy="1294228"/>
          </a:xfrm>
          <a:prstGeom prst="triangle">
            <a:avLst>
              <a:gd name="adj" fmla="val 51323"/>
            </a:avLst>
          </a:prstGeom>
          <a:gradFill flip="none" rotWithShape="1">
            <a:gsLst>
              <a:gs pos="0">
                <a:schemeClr val="accent1">
                  <a:shade val="30000"/>
                  <a:satMod val="155000"/>
                  <a:alpha val="100000"/>
                </a:schemeClr>
              </a:gs>
              <a:gs pos="60000">
                <a:schemeClr val="accent1">
                  <a:satMod val="160000"/>
                  <a:alpha val="100000"/>
                </a:schemeClr>
              </a:gs>
              <a:gs pos="100000">
                <a:schemeClr val="accent1">
                  <a:tint val="70000"/>
                  <a:satMod val="200000"/>
                  <a:alpha val="100000"/>
                </a:schemeClr>
              </a:gs>
            </a:gsLst>
            <a:lin ang="15500000" scaled="1"/>
            <a:tileRect/>
          </a:gra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955632" y="6477000"/>
            <a:ext cx="2133600" cy="304800"/>
          </a:xfrm>
        </p:spPr>
        <p:txBody>
          <a:bodyPr/>
          <a:lstStyle/>
          <a:p>
            <a:fld id="{09468F39-9A4E-4F93-82FA-673394CB8DF8}" type="datetime2">
              <a:rPr lang="en-US" smtClean="0"/>
              <a:pPr/>
              <a:t>Sunday, January 13, 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619376" y="6480969"/>
            <a:ext cx="4260056" cy="300831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51056" y="809624"/>
            <a:ext cx="502920" cy="300831"/>
          </a:xfrm>
        </p:spPr>
        <p:txBody>
          <a:bodyPr/>
          <a:lstStyle/>
          <a:p>
            <a:fld id="{01CD09B4-89DC-4CA0-BA02-A8F1A57E1154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11" name="Straight Connector 10"/>
          <p:cNvCxnSpPr/>
          <p:nvPr/>
        </p:nvCxnSpPr>
        <p:spPr>
          <a:xfrm rot="10800000">
            <a:off x="6468794" y="9381"/>
            <a:ext cx="2672861" cy="1900210"/>
          </a:xfrm>
          <a:prstGeom prst="line">
            <a:avLst/>
          </a:prstGeom>
          <a:noFill/>
          <a:ln w="6000" cap="rnd" cmpd="sng" algn="ctr">
            <a:solidFill>
              <a:schemeClr val="bg2">
                <a:tint val="50000"/>
                <a:satMod val="200000"/>
                <a:alpha val="45000"/>
              </a:schemeClr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/>
          <p:cNvCxnSpPr/>
          <p:nvPr/>
        </p:nvCxnSpPr>
        <p:spPr>
          <a:xfrm flipV="1">
            <a:off x="0" y="7034"/>
            <a:ext cx="9136966" cy="6843933"/>
          </a:xfrm>
          <a:prstGeom prst="line">
            <a:avLst/>
          </a:prstGeom>
          <a:noFill/>
          <a:ln w="5000" cap="rnd" cmpd="sng" algn="ctr">
            <a:solidFill>
              <a:schemeClr val="bg2">
                <a:tint val="55000"/>
                <a:satMod val="200000"/>
                <a:alpha val="35000"/>
              </a:schemeClr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271464"/>
            <a:ext cx="7239000" cy="1362075"/>
          </a:xfrm>
        </p:spPr>
        <p:txBody>
          <a:bodyPr anchor="ctr"/>
          <a:lstStyle>
            <a:lvl1pPr marL="0" algn="l">
              <a:buNone/>
              <a:defRPr sz="3600" b="1" cap="none" baseline="0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1000" y="1633536"/>
            <a:ext cx="3886200" cy="2286000"/>
          </a:xfrm>
        </p:spPr>
        <p:txBody>
          <a:bodyPr anchor="t"/>
          <a:lstStyle>
            <a:lvl1pPr marL="54864" indent="0" algn="l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 algn="l">
              <a:defRPr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722437"/>
            <a:ext cx="4038600" cy="4525963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722437"/>
            <a:ext cx="4038600" cy="4525963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791456" y="6480969"/>
            <a:ext cx="2133600" cy="301752"/>
          </a:xfrm>
        </p:spPr>
        <p:txBody>
          <a:bodyPr/>
          <a:lstStyle/>
          <a:p>
            <a:fld id="{7CA11C38-FF3F-4911-A666-56CDE38AA092}" type="datetime2">
              <a:rPr lang="en-US" smtClean="0"/>
              <a:pPr/>
              <a:t>Sunday, January 13, 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57200" y="6480969"/>
            <a:ext cx="4260056" cy="301752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589520" y="6480969"/>
            <a:ext cx="502920" cy="301752"/>
          </a:xfrm>
        </p:spPr>
        <p:txBody>
          <a:bodyPr/>
          <a:lstStyle/>
          <a:p>
            <a:fld id="{01CD09B4-89DC-4CA0-BA02-A8F1A57E115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8198" y="290732"/>
            <a:ext cx="1066800" cy="6153912"/>
          </a:xfrm>
        </p:spPr>
        <p:txBody>
          <a:bodyPr vert="vert270" anchor="b"/>
          <a:lstStyle>
            <a:lvl1pPr marL="0" algn="ctr">
              <a:defRPr sz="3300" b="1">
                <a:ln w="6350">
                  <a:solidFill>
                    <a:schemeClr val="tx1"/>
                  </a:solidFill>
                </a:ln>
                <a:solidFill>
                  <a:schemeClr val="tx1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65006" y="290732"/>
            <a:ext cx="581024" cy="3017520"/>
          </a:xfrm>
          <a:solidFill>
            <a:schemeClr val="bg1"/>
          </a:solidFill>
          <a:ln w="12700">
            <a:noFill/>
          </a:ln>
        </p:spPr>
        <p:txBody>
          <a:bodyPr vert="vert270" anchor="ctr"/>
          <a:lstStyle>
            <a:lvl1pPr marL="0" indent="0" algn="ctr">
              <a:buNone/>
              <a:defRPr sz="1600" b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1365006" y="3427124"/>
            <a:ext cx="581024" cy="3017520"/>
          </a:xfrm>
          <a:solidFill>
            <a:schemeClr val="bg1"/>
          </a:solidFill>
          <a:ln w="12700">
            <a:noFill/>
          </a:ln>
        </p:spPr>
        <p:txBody>
          <a:bodyPr vert="vert270" anchor="ctr"/>
          <a:lstStyle>
            <a:lvl1pPr marL="0" indent="0" algn="ctr">
              <a:buNone/>
              <a:defRPr sz="1600" b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2022230" y="290732"/>
            <a:ext cx="6858000" cy="3017520"/>
          </a:xfrm>
        </p:spPr>
        <p:txBody>
          <a:bodyPr/>
          <a:lstStyle>
            <a:lvl1pPr algn="l">
              <a:defRPr sz="2400"/>
            </a:lvl1pPr>
            <a:lvl2pPr algn="l">
              <a:defRPr sz="2000"/>
            </a:lvl2pPr>
            <a:lvl3pPr algn="l">
              <a:defRPr sz="1800"/>
            </a:lvl3pPr>
            <a:lvl4pPr algn="l">
              <a:defRPr sz="1600"/>
            </a:lvl4pPr>
            <a:lvl5pPr algn="l">
              <a:defRPr sz="16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2022230" y="3427124"/>
            <a:ext cx="6858000" cy="301752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4791456" y="6480969"/>
            <a:ext cx="2130552" cy="301752"/>
          </a:xfrm>
        </p:spPr>
        <p:txBody>
          <a:bodyPr/>
          <a:lstStyle/>
          <a:p>
            <a:fld id="{BBD3D38A-8465-4AF9-9AA2-98BB258D0DC3}" type="datetime2">
              <a:rPr lang="en-US" smtClean="0"/>
              <a:pPr/>
              <a:t>Sunday, January 13, 2019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457200" y="6480969"/>
            <a:ext cx="4261104" cy="301752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7589520" y="6483096"/>
            <a:ext cx="502920" cy="301752"/>
          </a:xfrm>
        </p:spPr>
        <p:txBody>
          <a:bodyPr/>
          <a:lstStyle>
            <a:lvl1pPr algn="ctr">
              <a:defRPr/>
            </a:lvl1pPr>
          </a:lstStyle>
          <a:p>
            <a:fld id="{01CD09B4-89DC-4CA0-BA02-A8F1A57E115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0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E0E323-023B-433B-87EA-4ED8706EAB6B}" type="datetime2">
              <a:rPr lang="en-US" smtClean="0"/>
              <a:pPr/>
              <a:t>Sunday, January 13, 2019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CD09B4-89DC-4CA0-BA02-A8F1A57E115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4791456" y="6480969"/>
            <a:ext cx="2133600" cy="301752"/>
          </a:xfrm>
        </p:spPr>
        <p:txBody>
          <a:bodyPr/>
          <a:lstStyle/>
          <a:p>
            <a:fld id="{CF989BD4-10EF-4FE2-88AB-5B36A7903C67}" type="datetime2">
              <a:rPr lang="en-US" smtClean="0"/>
              <a:pPr/>
              <a:t>Sunday, January 13, 2019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457200" y="6481890"/>
            <a:ext cx="4260056" cy="300831"/>
          </a:xfr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7589520" y="6480969"/>
            <a:ext cx="502920" cy="301752"/>
          </a:xfrm>
        </p:spPr>
        <p:txBody>
          <a:bodyPr/>
          <a:lstStyle/>
          <a:p>
            <a:fld id="{01CD09B4-89DC-4CA0-BA02-A8F1A57E115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9456" y="367664"/>
            <a:ext cx="914400" cy="5943600"/>
          </a:xfrm>
        </p:spPr>
        <p:txBody>
          <a:bodyPr vert="vert270" anchor="b"/>
          <a:lstStyle>
            <a:lvl1pPr marL="0" marR="18288" algn="r">
              <a:spcBef>
                <a:spcPts val="0"/>
              </a:spcBef>
              <a:buNone/>
              <a:defRPr sz="2900" b="0" cap="all" baseline="0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1135856" y="367664"/>
            <a:ext cx="2438400" cy="5943600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3651250" y="320040"/>
            <a:ext cx="5276088" cy="5989320"/>
          </a:xfrm>
        </p:spPr>
        <p:txBody>
          <a:bodyPr/>
          <a:lstStyle>
            <a:lvl1pPr>
              <a:spcBef>
                <a:spcPts val="0"/>
              </a:spcBef>
              <a:defRPr sz="3000"/>
            </a:lvl1pPr>
            <a:lvl2pPr>
              <a:defRPr sz="26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278976" y="6556248"/>
            <a:ext cx="2133600" cy="301752"/>
          </a:xfrm>
        </p:spPr>
        <p:txBody>
          <a:bodyPr/>
          <a:lstStyle>
            <a:lvl1pPr>
              <a:defRPr sz="900"/>
            </a:lvl1pPr>
          </a:lstStyle>
          <a:p>
            <a:fld id="{6E223E22-EAD0-4B9A-BA4A-AA9DD037691D}" type="datetime2">
              <a:rPr lang="en-US" smtClean="0"/>
              <a:pPr/>
              <a:t>Sunday, January 13, 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135856" y="6556248"/>
            <a:ext cx="5143120" cy="301752"/>
          </a:xfrm>
        </p:spPr>
        <p:txBody>
          <a:bodyPr/>
          <a:lstStyle>
            <a:lvl1pPr>
              <a:defRPr sz="9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410576" y="6556248"/>
            <a:ext cx="502920" cy="301752"/>
          </a:xfrm>
        </p:spPr>
        <p:txBody>
          <a:bodyPr/>
          <a:lstStyle>
            <a:lvl1pPr>
              <a:defRPr sz="900"/>
            </a:lvl1pPr>
          </a:lstStyle>
          <a:p>
            <a:fld id="{01CD09B4-89DC-4CA0-BA02-A8F1A57E115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9456" y="150896"/>
            <a:ext cx="914400" cy="6400800"/>
          </a:xfrm>
        </p:spPr>
        <p:txBody>
          <a:bodyPr vert="vert270" anchor="b"/>
          <a:lstStyle>
            <a:lvl1pPr marL="0" algn="l">
              <a:buNone/>
              <a:defRPr sz="3000" b="0" cap="all" baseline="0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138237" y="373966"/>
            <a:ext cx="7333488" cy="5486400"/>
          </a:xfrm>
          <a:solidFill>
            <a:schemeClr val="bg2">
              <a:shade val="50000"/>
            </a:schemeClr>
          </a:solidFill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n-US" smtClean="0"/>
              <a:t>Click icon to add picture</a:t>
            </a:r>
            <a:endParaRPr kumimoji="0"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3000" y="5867400"/>
            <a:ext cx="7333488" cy="685800"/>
          </a:xfrm>
          <a:solidFill>
            <a:schemeClr val="accent1">
              <a:alpha val="15000"/>
            </a:schemeClr>
          </a:solidFill>
          <a:ln>
            <a:solidFill>
              <a:schemeClr val="accent1"/>
            </a:solidFill>
            <a:miter lim="800000"/>
          </a:ln>
        </p:spPr>
        <p:txBody>
          <a:bodyPr/>
          <a:lstStyle>
            <a:lvl1pPr marL="0" indent="0">
              <a:spcBef>
                <a:spcPts val="0"/>
              </a:spcBef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108192" y="6556248"/>
            <a:ext cx="2103120" cy="301752"/>
          </a:xfrm>
        </p:spPr>
        <p:txBody>
          <a:bodyPr/>
          <a:lstStyle>
            <a:lvl1pPr>
              <a:defRPr sz="900"/>
            </a:lvl1pPr>
          </a:lstStyle>
          <a:p>
            <a:fld id="{096CD6CB-95C8-4D64-A083-09DC620188D6}" type="datetime2">
              <a:rPr lang="en-US" smtClean="0"/>
              <a:pPr/>
              <a:t>Sunday, January 13, 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170432" y="6557169"/>
            <a:ext cx="4948072" cy="301752"/>
          </a:xfrm>
        </p:spPr>
        <p:txBody>
          <a:bodyPr/>
          <a:lstStyle>
            <a:lvl1pPr>
              <a:defRPr sz="9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217192" y="6556248"/>
            <a:ext cx="365760" cy="301752"/>
          </a:xfrm>
        </p:spPr>
        <p:txBody>
          <a:bodyPr/>
          <a:lstStyle>
            <a:lvl1pPr algn="ctr">
              <a:defRPr sz="900"/>
            </a:lvl1pPr>
          </a:lstStyle>
          <a:p>
            <a:fld id="{01CD09B4-89DC-4CA0-BA02-A8F1A57E115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54E105-1F91-4CF8-B81B-2947F18D541E}" type="datetime2">
              <a:rPr lang="en-US" smtClean="0"/>
              <a:pPr/>
              <a:t>Sunday, January 13, 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CD09B4-89DC-4CA0-BA02-A8F1A57E115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81800" y="381000"/>
            <a:ext cx="1905000" cy="5486400"/>
          </a:xfrm>
        </p:spPr>
        <p:txBody>
          <a:bodyPr vert="eaVer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381000"/>
            <a:ext cx="6248400" cy="5486400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CBE574-8D6A-4021-9606-85AAF27F991B}" type="datetime2">
              <a:rPr lang="en-US" smtClean="0"/>
              <a:pPr/>
              <a:t>Sunday, January 13, 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CD09B4-89DC-4CA0-BA02-A8F1A57E115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/>
          <p:cNvSpPr>
            <a:spLocks/>
          </p:cNvSpPr>
          <p:nvPr/>
        </p:nvSpPr>
        <p:spPr bwMode="auto">
          <a:xfrm>
            <a:off x="0" y="4752126"/>
            <a:ext cx="9144000" cy="2112962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1066"/>
              </a:cxn>
              <a:cxn ang="0">
                <a:pos x="0" y="1331"/>
              </a:cxn>
              <a:cxn ang="0">
                <a:pos x="5760" y="1331"/>
              </a:cxn>
              <a:cxn ang="0">
                <a:pos x="5760" y="0"/>
              </a:cxn>
              <a:cxn ang="0">
                <a:pos x="0" y="1066"/>
              </a:cxn>
            </a:cxnLst>
            <a:rect l="0" t="0" r="0" b="0"/>
            <a:pathLst>
              <a:path w="5760" h="1331">
                <a:moveTo>
                  <a:pt x="0" y="1066"/>
                </a:moveTo>
                <a:lnTo>
                  <a:pt x="0" y="1331"/>
                </a:lnTo>
                <a:lnTo>
                  <a:pt x="5760" y="1331"/>
                </a:lnTo>
                <a:lnTo>
                  <a:pt x="5760" y="0"/>
                </a:lnTo>
                <a:cubicBezTo>
                  <a:pt x="3220" y="1206"/>
                  <a:pt x="2250" y="1146"/>
                  <a:pt x="0" y="1066"/>
                </a:cubicBezTo>
                <a:close/>
              </a:path>
            </a:pathLst>
          </a:custGeom>
          <a:solidFill>
            <a:schemeClr val="bg1">
              <a:tint val="80000"/>
              <a:satMod val="200000"/>
              <a:alpha val="4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50800" dist="44450" dir="16200000" algn="ctr" rotWithShape="0">
              <a:prstClr val="black">
                <a:alpha val="35000"/>
              </a:prstClr>
            </a:outerShdw>
          </a:effectLst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8" name="Freeform 7"/>
          <p:cNvSpPr>
            <a:spLocks/>
          </p:cNvSpPr>
          <p:nvPr/>
        </p:nvSpPr>
        <p:spPr bwMode="auto">
          <a:xfrm>
            <a:off x="6105525" y="0"/>
            <a:ext cx="3038475" cy="6858000"/>
          </a:xfrm>
          <a:custGeom>
            <a:avLst/>
            <a:gdLst>
              <a:gd name="connsiteX0" fmla="*/ 1914 w 1914"/>
              <a:gd name="connsiteY0" fmla="*/ 9 h 4329"/>
              <a:gd name="connsiteX1" fmla="*/ 1914 w 1914"/>
              <a:gd name="connsiteY1" fmla="*/ 4329 h 4329"/>
              <a:gd name="connsiteX2" fmla="*/ 204 w 1914"/>
              <a:gd name="connsiteY2" fmla="*/ 4327 h 4329"/>
              <a:gd name="connsiteX3" fmla="*/ 0 w 1914"/>
              <a:gd name="connsiteY3" fmla="*/ 0 h 4329"/>
              <a:gd name="connsiteX4" fmla="*/ 1914 w 1914"/>
              <a:gd name="connsiteY4" fmla="*/ 9 h 43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14" h="4329">
                <a:moveTo>
                  <a:pt x="1914" y="9"/>
                </a:moveTo>
                <a:lnTo>
                  <a:pt x="1914" y="4329"/>
                </a:lnTo>
                <a:lnTo>
                  <a:pt x="204" y="4327"/>
                </a:lnTo>
                <a:cubicBezTo>
                  <a:pt x="1288" y="3574"/>
                  <a:pt x="1608" y="1590"/>
                  <a:pt x="0" y="0"/>
                </a:cubicBezTo>
                <a:lnTo>
                  <a:pt x="1914" y="9"/>
                </a:lnTo>
                <a:close/>
              </a:path>
            </a:pathLst>
          </a:custGeom>
          <a:solidFill>
            <a:schemeClr val="bg1">
              <a:tint val="90000"/>
              <a:satMod val="350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50800" dist="50800" dir="10800000" algn="ctr" rotWithShape="0">
              <a:prstClr val="black">
                <a:alpha val="45000"/>
              </a:prstClr>
            </a:outerShdw>
          </a:effectLst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9" name="Title 8"/>
          <p:cNvSpPr>
            <a:spLocks noGrp="1"/>
          </p:cNvSpPr>
          <p:nvPr>
            <p:ph type="ctrTitle"/>
          </p:nvPr>
        </p:nvSpPr>
        <p:spPr>
          <a:xfrm>
            <a:off x="429064" y="3337560"/>
            <a:ext cx="6480048" cy="2301240"/>
          </a:xfrm>
        </p:spPr>
        <p:txBody>
          <a:bodyPr rIns="45720" anchor="t"/>
          <a:lstStyle>
            <a:lvl1pPr algn="r">
              <a:defRPr lang="en-US" b="1" cap="all" baseline="0" dirty="0">
                <a:ln w="5000" cmpd="sng">
                  <a:solidFill>
                    <a:schemeClr val="accent1">
                      <a:tint val="80000"/>
                      <a:shade val="99000"/>
                      <a:satMod val="50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63000"/>
                        <a:satMod val="255000"/>
                      </a:schemeClr>
                    </a:gs>
                    <a:gs pos="9000">
                      <a:schemeClr val="accent1">
                        <a:tint val="63000"/>
                        <a:satMod val="255000"/>
                      </a:schemeClr>
                    </a:gs>
                    <a:gs pos="53000">
                      <a:schemeClr val="accent1">
                        <a:shade val="60000"/>
                        <a:satMod val="100000"/>
                      </a:schemeClr>
                    </a:gs>
                    <a:gs pos="90000">
                      <a:schemeClr val="accent1">
                        <a:tint val="63000"/>
                        <a:satMod val="255000"/>
                      </a:schemeClr>
                    </a:gs>
                    <a:gs pos="100000">
                      <a:schemeClr val="accent1">
                        <a:tint val="63000"/>
                        <a:satMod val="255000"/>
                      </a:schemeClr>
                    </a:gs>
                  </a:gsLst>
                  <a:lin ang="5400000"/>
                </a:gradFill>
                <a:effectLst>
                  <a:outerShdw blurRad="50800" dist="38100" dir="5400000" algn="t" rotWithShape="0">
                    <a:prstClr val="black">
                      <a:alpha val="50000"/>
                    </a:prstClr>
                  </a:outerShdw>
                </a:effectLst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7" name="Subtitle 16"/>
          <p:cNvSpPr>
            <a:spLocks noGrp="1"/>
          </p:cNvSpPr>
          <p:nvPr>
            <p:ph type="subTitle" idx="1"/>
          </p:nvPr>
        </p:nvSpPr>
        <p:spPr>
          <a:xfrm>
            <a:off x="433050" y="1544812"/>
            <a:ext cx="6480048" cy="1752600"/>
          </a:xfrm>
        </p:spPr>
        <p:txBody>
          <a:bodyPr tIns="0" rIns="45720" bIns="0" anchor="b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  <a:effectLst/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30" name="Date Placeholder 29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B34DC8-00CC-438C-AF91-48A11CBE39DA}" type="datetime2">
              <a:rPr lang="en-US" smtClean="0"/>
              <a:pPr/>
              <a:t>Sunday, January 13, 2019</a:t>
            </a:fld>
            <a:endParaRPr lang="en-US"/>
          </a:p>
        </p:txBody>
      </p:sp>
      <p:sp>
        <p:nvSpPr>
          <p:cNvPr id="19" name="Footer Placeholder 1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7" name="Slide Number Placeholder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CD09B4-89DC-4CA0-BA02-A8F1A57E115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F1F041-1E7D-4B94-B807-35015E1775D4}" type="datetime2">
              <a:rPr lang="en-US" smtClean="0"/>
              <a:pPr/>
              <a:t>Sunday, January 13, 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CD09B4-89DC-4CA0-BA02-A8F1A57E115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/>
          <p:cNvSpPr>
            <a:spLocks/>
          </p:cNvSpPr>
          <p:nvPr/>
        </p:nvSpPr>
        <p:spPr bwMode="auto">
          <a:xfrm>
            <a:off x="0" y="4752126"/>
            <a:ext cx="9144000" cy="2112962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1066"/>
              </a:cxn>
              <a:cxn ang="0">
                <a:pos x="0" y="1331"/>
              </a:cxn>
              <a:cxn ang="0">
                <a:pos x="5760" y="1331"/>
              </a:cxn>
              <a:cxn ang="0">
                <a:pos x="5760" y="0"/>
              </a:cxn>
              <a:cxn ang="0">
                <a:pos x="0" y="1066"/>
              </a:cxn>
            </a:cxnLst>
            <a:rect l="0" t="0" r="0" b="0"/>
            <a:pathLst>
              <a:path w="5760" h="1331">
                <a:moveTo>
                  <a:pt x="0" y="1066"/>
                </a:moveTo>
                <a:lnTo>
                  <a:pt x="0" y="1331"/>
                </a:lnTo>
                <a:lnTo>
                  <a:pt x="5760" y="1331"/>
                </a:lnTo>
                <a:lnTo>
                  <a:pt x="5760" y="0"/>
                </a:lnTo>
                <a:cubicBezTo>
                  <a:pt x="3220" y="1206"/>
                  <a:pt x="2250" y="1146"/>
                  <a:pt x="0" y="1066"/>
                </a:cubicBezTo>
                <a:close/>
              </a:path>
            </a:pathLst>
          </a:custGeom>
          <a:solidFill>
            <a:schemeClr val="bg1">
              <a:tint val="80000"/>
              <a:satMod val="200000"/>
              <a:alpha val="4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50800" dist="44450" dir="16200000" algn="ctr" rotWithShape="0">
              <a:prstClr val="black">
                <a:alpha val="35000"/>
              </a:prstClr>
            </a:outerShdw>
          </a:effectLst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9" name="Freeform 8"/>
          <p:cNvSpPr>
            <a:spLocks/>
          </p:cNvSpPr>
          <p:nvPr/>
        </p:nvSpPr>
        <p:spPr bwMode="auto">
          <a:xfrm>
            <a:off x="6105525" y="0"/>
            <a:ext cx="3038475" cy="6858000"/>
          </a:xfrm>
          <a:custGeom>
            <a:avLst/>
            <a:gdLst>
              <a:gd name="connsiteX0" fmla="*/ 1914 w 1914"/>
              <a:gd name="connsiteY0" fmla="*/ 9 h 4329"/>
              <a:gd name="connsiteX1" fmla="*/ 1914 w 1914"/>
              <a:gd name="connsiteY1" fmla="*/ 4329 h 4329"/>
              <a:gd name="connsiteX2" fmla="*/ 204 w 1914"/>
              <a:gd name="connsiteY2" fmla="*/ 4327 h 4329"/>
              <a:gd name="connsiteX3" fmla="*/ 0 w 1914"/>
              <a:gd name="connsiteY3" fmla="*/ 0 h 4329"/>
              <a:gd name="connsiteX4" fmla="*/ 1914 w 1914"/>
              <a:gd name="connsiteY4" fmla="*/ 9 h 43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14" h="4329">
                <a:moveTo>
                  <a:pt x="1914" y="9"/>
                </a:moveTo>
                <a:lnTo>
                  <a:pt x="1914" y="4329"/>
                </a:lnTo>
                <a:lnTo>
                  <a:pt x="204" y="4327"/>
                </a:lnTo>
                <a:cubicBezTo>
                  <a:pt x="1288" y="3574"/>
                  <a:pt x="1608" y="1590"/>
                  <a:pt x="0" y="0"/>
                </a:cubicBezTo>
                <a:lnTo>
                  <a:pt x="1914" y="9"/>
                </a:lnTo>
                <a:close/>
              </a:path>
            </a:pathLst>
          </a:custGeom>
          <a:solidFill>
            <a:schemeClr val="bg1">
              <a:tint val="90000"/>
              <a:satMod val="350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50800" dist="50800" dir="10800000" algn="ctr" rotWithShape="0">
              <a:prstClr val="black">
                <a:alpha val="45000"/>
              </a:prstClr>
            </a:outerShdw>
          </a:effectLst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3583837"/>
            <a:ext cx="6629400" cy="1826363"/>
          </a:xfrm>
        </p:spPr>
        <p:txBody>
          <a:bodyPr tIns="0" bIns="0" anchor="t"/>
          <a:lstStyle>
            <a:lvl1pPr algn="l">
              <a:buNone/>
              <a:defRPr sz="4200" b="1" cap="none" baseline="0">
                <a:ln w="5000" cmpd="sng">
                  <a:solidFill>
                    <a:schemeClr val="accent1">
                      <a:tint val="80000"/>
                      <a:shade val="99000"/>
                      <a:satMod val="50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63000"/>
                        <a:satMod val="255000"/>
                      </a:schemeClr>
                    </a:gs>
                    <a:gs pos="9000">
                      <a:schemeClr val="accent1">
                        <a:tint val="63000"/>
                        <a:satMod val="255000"/>
                      </a:schemeClr>
                    </a:gs>
                    <a:gs pos="53000">
                      <a:schemeClr val="accent1">
                        <a:shade val="60000"/>
                        <a:satMod val="100000"/>
                      </a:schemeClr>
                    </a:gs>
                    <a:gs pos="90000">
                      <a:schemeClr val="accent1">
                        <a:tint val="63000"/>
                        <a:satMod val="255000"/>
                      </a:schemeClr>
                    </a:gs>
                    <a:gs pos="100000">
                      <a:schemeClr val="accent1">
                        <a:tint val="63000"/>
                        <a:satMod val="255000"/>
                      </a:schemeClr>
                    </a:gs>
                  </a:gsLst>
                  <a:lin ang="5400000"/>
                </a:gradFill>
                <a:effectLst>
                  <a:outerShdw blurRad="50800" dist="38100" dir="5400000" algn="t" rotWithShape="0">
                    <a:prstClr val="black">
                      <a:alpha val="50000"/>
                    </a:prstClr>
                  </a:outerShdw>
                </a:effectLst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2485800"/>
            <a:ext cx="6629400" cy="1066688"/>
          </a:xfrm>
        </p:spPr>
        <p:txBody>
          <a:bodyPr lIns="45720" tIns="0" rIns="45720" bIns="0" anchor="b"/>
          <a:lstStyle>
            <a:lvl1pPr marL="0" indent="0" algn="l">
              <a:buNone/>
              <a:defRPr sz="2000">
                <a:solidFill>
                  <a:schemeClr val="tx1"/>
                </a:solidFill>
                <a:effectLst/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D886FC-A325-4B64-8B3F-81FC75171C69}" type="datetime2">
              <a:rPr lang="en-US" smtClean="0"/>
              <a:pPr/>
              <a:t>Sunday, January 13, 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CD09B4-89DC-4CA0-BA02-A8F1A57E115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1143000"/>
          </a:xfrm>
        </p:spPr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3657600" cy="4525963"/>
          </a:xfrm>
        </p:spPr>
        <p:txBody>
          <a:bodyPr/>
          <a:lstStyle>
            <a:lvl1pPr>
              <a:defRPr sz="2600"/>
            </a:lvl1pPr>
            <a:lvl2pPr>
              <a:defRPr sz="22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267200" y="1600200"/>
            <a:ext cx="3657600" cy="4525963"/>
          </a:xfrm>
        </p:spPr>
        <p:txBody>
          <a:bodyPr/>
          <a:lstStyle>
            <a:lvl1pPr>
              <a:defRPr sz="2600"/>
            </a:lvl1pPr>
            <a:lvl2pPr>
              <a:defRPr sz="22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4A9261-E52F-43E7-820D-66F819AB3F68}" type="datetime2">
              <a:rPr lang="en-US" smtClean="0"/>
              <a:pPr/>
              <a:t>Sunday, January 13, 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CD09B4-89DC-4CA0-BA02-A8F1A57E115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8229600" cy="1143000"/>
          </a:xfrm>
        </p:spPr>
        <p:txBody>
          <a:bodyPr anchor="ctr"/>
          <a:lstStyle>
            <a:lvl1pPr>
              <a:defRPr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5486400"/>
            <a:ext cx="4040188" cy="838200"/>
          </a:xfrm>
        </p:spPr>
        <p:txBody>
          <a:bodyPr anchor="t"/>
          <a:lstStyle>
            <a:lvl1pPr marL="0" indent="0">
              <a:buNone/>
              <a:defRPr sz="2400" b="1">
                <a:solidFill>
                  <a:schemeClr val="accent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5025" y="5486400"/>
            <a:ext cx="4041775" cy="838200"/>
          </a:xfrm>
        </p:spPr>
        <p:txBody>
          <a:bodyPr anchor="t"/>
          <a:lstStyle>
            <a:lvl1pPr marL="0" indent="0">
              <a:buNone/>
              <a:defRPr sz="2400" b="1">
                <a:solidFill>
                  <a:schemeClr val="accent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1516912"/>
            <a:ext cx="4040188" cy="394176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1516912"/>
            <a:ext cx="4041775" cy="394176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EF0291-B9DC-4A3B-851F-D30C7F513130}" type="datetime2">
              <a:rPr lang="en-US" smtClean="0"/>
              <a:pPr/>
              <a:t>Sunday, January 13, 2019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CD09B4-89DC-4CA0-BA02-A8F1A57E115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7470648" cy="1143000"/>
          </a:xfrm>
        </p:spPr>
        <p:txBody>
          <a:bodyPr anchor="ctr"/>
          <a:lstStyle>
            <a:lvl1pPr algn="l">
              <a:defRPr sz="4600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337563-CBE7-430D-B207-B3F910BAFA23}" type="datetime2">
              <a:rPr lang="en-US" smtClean="0"/>
              <a:pPr/>
              <a:t>Sunday, January 13, 2019</a:t>
            </a:fld>
            <a:endParaRPr lang="en-US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1CD09B4-89DC-4CA0-BA02-A8F1A57E115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BE55C4-A6EA-4553-B59E-68D864C7E7E7}" type="datetime2">
              <a:rPr lang="en-US" smtClean="0"/>
              <a:pPr/>
              <a:t>Sunday, January 13, 2019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CD09B4-89DC-4CA0-BA02-A8F1A57E115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85528"/>
            <a:ext cx="3200400" cy="730250"/>
          </a:xfrm>
        </p:spPr>
        <p:txBody>
          <a:bodyPr tIns="0" bIns="0" anchor="t"/>
          <a:lstStyle>
            <a:lvl1pPr algn="l">
              <a:buNone/>
              <a:defRPr sz="1800" b="1">
                <a:solidFill>
                  <a:schemeClr val="accent1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457200" y="214424"/>
            <a:ext cx="2743200" cy="914400"/>
          </a:xfrm>
        </p:spPr>
        <p:txBody>
          <a:bodyPr lIns="45720" tIns="0" rIns="45720" bIns="0" anchor="b"/>
          <a:lstStyle>
            <a:lvl1pPr marL="0" indent="0" algn="l"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457200" y="1981200"/>
            <a:ext cx="7086600" cy="3810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200"/>
            </a:lvl3pPr>
            <a:lvl4pPr>
              <a:defRPr sz="2000"/>
            </a:lvl4pPr>
            <a:lvl5pPr>
              <a:defRPr sz="20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CE022C-8277-4AF4-B043-9B40C2F4FF47}" type="datetime2">
              <a:rPr lang="en-US" smtClean="0"/>
              <a:pPr/>
              <a:t>Sunday, January 13, 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156448" y="6422064"/>
            <a:ext cx="762000" cy="365125"/>
          </a:xfrm>
        </p:spPr>
        <p:txBody>
          <a:bodyPr/>
          <a:lstStyle/>
          <a:p>
            <a:fld id="{01CD09B4-89DC-4CA0-BA02-A8F1A57E115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556732" y="1705709"/>
            <a:ext cx="3053868" cy="1253808"/>
          </a:xfrm>
        </p:spPr>
        <p:txBody>
          <a:bodyPr anchor="b"/>
          <a:lstStyle>
            <a:lvl1pPr algn="l">
              <a:buNone/>
              <a:defRPr sz="2200" b="1">
                <a:solidFill>
                  <a:schemeClr val="accent1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065628" y="1019907"/>
            <a:ext cx="4114800" cy="4114800"/>
          </a:xfrm>
          <a:prstGeom prst="ellipse">
            <a:avLst/>
          </a:prstGeom>
          <a:solidFill>
            <a:schemeClr val="bg2">
              <a:shade val="50000"/>
            </a:schemeClr>
          </a:solidFill>
          <a:ln w="50800" cap="flat">
            <a:solidFill>
              <a:schemeClr val="bg2"/>
            </a:solidFill>
            <a:miter lim="800000"/>
          </a:ln>
          <a:effectLst>
            <a:outerShdw blurRad="152000" dist="345000" dir="5400000" sx="-80000" sy="-18000" rotWithShape="0">
              <a:srgbClr val="000000">
                <a:alpha val="25000"/>
              </a:srgbClr>
            </a:outerShdw>
          </a:effectLst>
          <a:scene3d>
            <a:camera prst="orthographicFront"/>
            <a:lightRig rig="contrasting" dir="t">
              <a:rot lat="0" lon="0" rev="2400000"/>
            </a:lightRig>
          </a:scene3d>
          <a:sp3d contourW="7620">
            <a:bevelT w="63500" h="63500"/>
            <a:contourClr>
              <a:schemeClr val="bg2">
                <a:shade val="50000"/>
              </a:schemeClr>
            </a:contourClr>
          </a:sp3d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n-US" smtClean="0"/>
              <a:t>Click icon to add picture</a:t>
            </a:r>
            <a:endParaRPr kumimoji="0"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556734" y="2998765"/>
            <a:ext cx="3053866" cy="2663482"/>
          </a:xfrm>
        </p:spPr>
        <p:txBody>
          <a:bodyPr lIns="45720" rIns="45720"/>
          <a:lstStyle>
            <a:lvl1pPr marL="0" indent="0">
              <a:buFontTx/>
              <a:buNone/>
              <a:defRPr sz="1200"/>
            </a:lvl1pPr>
            <a:lvl2pPr>
              <a:buFontTx/>
              <a:buNone/>
              <a:defRPr sz="1200"/>
            </a:lvl2pPr>
            <a:lvl3pPr>
              <a:buFontTx/>
              <a:buNone/>
              <a:defRPr sz="1000"/>
            </a:lvl3pPr>
            <a:lvl4pPr>
              <a:buFontTx/>
              <a:buNone/>
              <a:defRPr sz="900"/>
            </a:lvl4pPr>
            <a:lvl5pPr>
              <a:buFontTx/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422064"/>
            <a:ext cx="2133600" cy="365125"/>
          </a:xfrm>
        </p:spPr>
        <p:txBody>
          <a:bodyPr/>
          <a:lstStyle/>
          <a:p>
            <a:fld id="{938991E1-3107-49DC-86BC-527D1F97080C}" type="datetime2">
              <a:rPr lang="en-US" smtClean="0"/>
              <a:pPr/>
              <a:t>Sunday, January 13, 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CD09B4-89DC-4CA0-BA02-A8F1A57E115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2A1597-B43D-4D0D-9D37-7245AE5CE8EB}" type="datetime2">
              <a:rPr lang="en-US" smtClean="0"/>
              <a:pPr/>
              <a:t>Sunday, January 13, 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CD09B4-89DC-4CA0-BA02-A8F1A57E115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E48E43-3B4E-49A1-8A68-D11A02C475DD}" type="datetime2">
              <a:rPr lang="en-US" smtClean="0"/>
              <a:pPr/>
              <a:t>Sunday, January 13, 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CD09B4-89DC-4CA0-BA02-A8F1A57E115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ight Triangle 10"/>
          <p:cNvSpPr/>
          <p:nvPr/>
        </p:nvSpPr>
        <p:spPr>
          <a:xfrm>
            <a:off x="7034" y="14068"/>
            <a:ext cx="9129932" cy="6836899"/>
          </a:xfrm>
          <a:prstGeom prst="rtTriangle">
            <a:avLst/>
          </a:prstGeom>
          <a:gradFill flip="none" rotWithShape="1">
            <a:gsLst>
              <a:gs pos="0">
                <a:schemeClr val="tx2">
                  <a:alpha val="10000"/>
                </a:schemeClr>
              </a:gs>
              <a:gs pos="70000">
                <a:schemeClr val="tx2">
                  <a:alpha val="8000"/>
                </a:schemeClr>
              </a:gs>
              <a:gs pos="100000">
                <a:schemeClr val="tx2">
                  <a:alpha val="1000"/>
                </a:schemeClr>
              </a:gs>
            </a:gsLst>
            <a:lin ang="8000000" scaled="1"/>
            <a:tileRect/>
          </a:gra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cxnSp>
        <p:nvCxnSpPr>
          <p:cNvPr id="8" name="Straight Connector 7"/>
          <p:cNvCxnSpPr/>
          <p:nvPr/>
        </p:nvCxnSpPr>
        <p:spPr>
          <a:xfrm>
            <a:off x="0" y="7034"/>
            <a:ext cx="9136966" cy="6843933"/>
          </a:xfrm>
          <a:prstGeom prst="line">
            <a:avLst/>
          </a:prstGeom>
          <a:noFill/>
          <a:ln w="5000" cap="rnd" cmpd="sng" algn="ctr">
            <a:solidFill>
              <a:schemeClr val="bg2">
                <a:tint val="55000"/>
                <a:satMod val="200000"/>
                <a:alpha val="35000"/>
              </a:schemeClr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/>
          <p:cNvCxnSpPr/>
          <p:nvPr/>
        </p:nvCxnSpPr>
        <p:spPr>
          <a:xfrm rot="10800000" flipV="1">
            <a:off x="6468794" y="4948410"/>
            <a:ext cx="2672861" cy="1900210"/>
          </a:xfrm>
          <a:prstGeom prst="line">
            <a:avLst/>
          </a:prstGeom>
          <a:noFill/>
          <a:ln w="6000" cap="rnd" cmpd="sng" algn="ctr">
            <a:solidFill>
              <a:schemeClr val="bg2">
                <a:tint val="50000"/>
                <a:satMod val="200000"/>
                <a:alpha val="45000"/>
              </a:schemeClr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457200" y="267494"/>
            <a:ext cx="8229600" cy="1399032"/>
          </a:xfrm>
          <a:prstGeom prst="rect">
            <a:avLst/>
          </a:prstGeom>
        </p:spPr>
        <p:txBody>
          <a:bodyPr vert="horz" anchor="ctr">
            <a:normAutofit/>
          </a:bodyPr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457200" y="1882808"/>
            <a:ext cx="8229600" cy="4572000"/>
          </a:xfrm>
          <a:prstGeom prst="rect">
            <a:avLst/>
          </a:prstGeom>
        </p:spPr>
        <p:txBody>
          <a:bodyPr vert="horz" anchor="t">
            <a:normAutofit/>
          </a:bodyPr>
          <a:lstStyle/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4791456" y="6480969"/>
            <a:ext cx="2133600" cy="301752"/>
          </a:xfrm>
          <a:prstGeom prst="rect">
            <a:avLst/>
          </a:prstGeom>
        </p:spPr>
        <p:txBody>
          <a:bodyPr vert="horz" anchor="b"/>
          <a:lstStyle>
            <a:lvl1pPr algn="l" eaLnBrk="1" latinLnBrk="0" hangingPunct="1">
              <a:defRPr kumimoji="0" sz="1000" b="0">
                <a:solidFill>
                  <a:schemeClr val="tx1"/>
                </a:solidFill>
              </a:defRPr>
            </a:lvl1pPr>
          </a:lstStyle>
          <a:p>
            <a:fld id="{C749F52F-35A2-4374-B3F1-BC8029F1EDBD}" type="datetime2">
              <a:rPr lang="en-US" smtClean="0"/>
              <a:pPr/>
              <a:t>Sunday, January 13, 2019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457200" y="6481890"/>
            <a:ext cx="4260056" cy="300831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7589520" y="6480969"/>
            <a:ext cx="502920" cy="301752"/>
          </a:xfrm>
          <a:prstGeom prst="rect">
            <a:avLst/>
          </a:prstGeom>
        </p:spPr>
        <p:txBody>
          <a:bodyPr vert="horz" anchor="b"/>
          <a:lstStyle>
            <a:lvl1pPr algn="ctr" eaLnBrk="1" latinLnBrk="0" hangingPunct="1">
              <a:defRPr kumimoji="0" sz="1200">
                <a:solidFill>
                  <a:schemeClr val="tx1"/>
                </a:solidFill>
              </a:defRPr>
            </a:lvl1pPr>
          </a:lstStyle>
          <a:p>
            <a:fld id="{01CD09B4-89DC-4CA0-BA02-A8F1A57E1154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hf hdr="0" ftr="0" dt="0"/>
  <p:txStyles>
    <p:titleStyle>
      <a:lvl1pPr marL="484632" algn="l" rtl="0" eaLnBrk="1" latinLnBrk="0" hangingPunct="1">
        <a:spcBef>
          <a:spcPct val="0"/>
        </a:spcBef>
        <a:buNone/>
        <a:defRPr kumimoji="0" sz="4200" kern="1200">
          <a:ln w="6350">
            <a:solidFill>
              <a:schemeClr val="accent1">
                <a:shade val="43000"/>
              </a:schemeClr>
            </a:solidFill>
          </a:ln>
          <a:solidFill>
            <a:schemeClr val="accent1">
              <a:tint val="83000"/>
              <a:satMod val="150000"/>
            </a:schemeClr>
          </a:solidFill>
          <a:effectLst>
            <a:outerShdw blurRad="26000" dist="26000" dir="14500000" algn="tl" rotWithShape="0">
              <a:srgbClr val="000000">
                <a:alpha val="40000"/>
              </a:srgbClr>
            </a:outerShdw>
          </a:effectLst>
          <a:latin typeface="+mj-lt"/>
          <a:ea typeface="+mj-ea"/>
          <a:cs typeface="+mj-cs"/>
        </a:defRPr>
      </a:lvl1pPr>
    </p:titleStyle>
    <p:bodyStyle>
      <a:lvl1pPr marL="448056" indent="-384048" algn="l" rtl="0" eaLnBrk="1" latinLnBrk="0" hangingPunct="1">
        <a:spcBef>
          <a:spcPct val="20000"/>
        </a:spcBef>
        <a:buClr>
          <a:schemeClr val="accent1"/>
        </a:buClr>
        <a:buSzPct val="80000"/>
        <a:buFont typeface="Wingdings 2"/>
        <a:buChar char=""/>
        <a:defRPr kumimoji="0" sz="3000" kern="1200">
          <a:solidFill>
            <a:schemeClr val="tx1"/>
          </a:solidFill>
          <a:latin typeface="+mn-lt"/>
          <a:ea typeface="+mn-ea"/>
          <a:cs typeface="+mn-cs"/>
        </a:defRPr>
      </a:lvl1pPr>
      <a:lvl2pPr marL="822960" indent="-285750" algn="l" rtl="0" eaLnBrk="1" latinLnBrk="0" hangingPunct="1">
        <a:spcBef>
          <a:spcPct val="20000"/>
        </a:spcBef>
        <a:buClr>
          <a:schemeClr val="accent1"/>
        </a:buClr>
        <a:buSzPct val="95000"/>
        <a:buFont typeface="Verdana"/>
        <a:buChar char="›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2pPr>
      <a:lvl3pPr marL="1106424" indent="-228600" algn="l" rtl="0" eaLnBrk="1" latinLnBrk="0" hangingPunct="1">
        <a:spcBef>
          <a:spcPct val="20000"/>
        </a:spcBef>
        <a:buClr>
          <a:schemeClr val="accent1"/>
        </a:buClr>
        <a:buFont typeface="Wingdings 2"/>
        <a:buChar char="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indent="-210312" algn="l" rtl="0" eaLnBrk="1" latinLnBrk="0" hangingPunct="1">
        <a:spcBef>
          <a:spcPct val="20000"/>
        </a:spcBef>
        <a:buClr>
          <a:schemeClr val="accent1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600200" indent="-210312" algn="l" rtl="0" eaLnBrk="1" latinLnBrk="0" hangingPunct="1">
        <a:spcBef>
          <a:spcPct val="20000"/>
        </a:spcBef>
        <a:buClr>
          <a:schemeClr val="accent1">
            <a:tint val="75000"/>
          </a:schemeClr>
        </a:buClr>
        <a:buFont typeface="Wingdings 2"/>
        <a:buChar char=""/>
        <a:defRPr kumimoji="0" sz="1900" kern="1200">
          <a:solidFill>
            <a:schemeClr val="tx1"/>
          </a:solidFill>
          <a:latin typeface="+mn-lt"/>
          <a:ea typeface="+mn-ea"/>
          <a:cs typeface="+mn-cs"/>
        </a:defRPr>
      </a:lvl5pPr>
      <a:lvl6pPr marL="1828800" indent="-210312" algn="l" rtl="0" eaLnBrk="1" latinLnBrk="0" hangingPunct="1">
        <a:spcBef>
          <a:spcPct val="20000"/>
        </a:spcBef>
        <a:buClr>
          <a:schemeClr val="accent1">
            <a:tint val="75000"/>
          </a:schemeClr>
        </a:buClr>
        <a:buFont typeface="Wingdings 2"/>
        <a:buChar char="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084832" indent="-210312" algn="l" rtl="0" eaLnBrk="1" latinLnBrk="0" hangingPunct="1">
        <a:spcBef>
          <a:spcPct val="20000"/>
        </a:spcBef>
        <a:buClr>
          <a:schemeClr val="accent1">
            <a:tint val="75000"/>
          </a:schemeClr>
        </a:buClr>
        <a:buFont typeface="Wingdings 2"/>
        <a:buChar char="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286000" indent="-182880" algn="l" rtl="0" eaLnBrk="1" latinLnBrk="0" hangingPunct="1">
        <a:spcBef>
          <a:spcPct val="20000"/>
        </a:spcBef>
        <a:buClr>
          <a:schemeClr val="accent1">
            <a:tint val="75000"/>
          </a:schemeClr>
        </a:buClr>
        <a:buFont typeface="Wingdings 2"/>
        <a:buChar char="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514600" indent="-182880" algn="l" rtl="0" eaLnBrk="1" latinLnBrk="0" hangingPunct="1">
        <a:spcBef>
          <a:spcPct val="20000"/>
        </a:spcBef>
        <a:buClr>
          <a:schemeClr val="accent1">
            <a:tint val="75000"/>
          </a:schemeClr>
        </a:buClr>
        <a:buFont typeface="Wingdings 2"/>
        <a:buChar char="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11"/>
          <p:cNvSpPr>
            <a:spLocks/>
          </p:cNvSpPr>
          <p:nvPr/>
        </p:nvSpPr>
        <p:spPr bwMode="auto">
          <a:xfrm>
            <a:off x="0" y="4752126"/>
            <a:ext cx="9144000" cy="2112962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1066"/>
              </a:cxn>
              <a:cxn ang="0">
                <a:pos x="0" y="1331"/>
              </a:cxn>
              <a:cxn ang="0">
                <a:pos x="5760" y="1331"/>
              </a:cxn>
              <a:cxn ang="0">
                <a:pos x="5760" y="0"/>
              </a:cxn>
              <a:cxn ang="0">
                <a:pos x="0" y="1066"/>
              </a:cxn>
            </a:cxnLst>
            <a:rect l="0" t="0" r="0" b="0"/>
            <a:pathLst>
              <a:path w="5760" h="1331">
                <a:moveTo>
                  <a:pt x="0" y="1066"/>
                </a:moveTo>
                <a:lnTo>
                  <a:pt x="0" y="1331"/>
                </a:lnTo>
                <a:lnTo>
                  <a:pt x="5760" y="1331"/>
                </a:lnTo>
                <a:lnTo>
                  <a:pt x="5760" y="0"/>
                </a:lnTo>
                <a:cubicBezTo>
                  <a:pt x="3220" y="1206"/>
                  <a:pt x="2250" y="1146"/>
                  <a:pt x="0" y="1066"/>
                </a:cubicBezTo>
                <a:close/>
              </a:path>
            </a:pathLst>
          </a:custGeom>
          <a:solidFill>
            <a:schemeClr val="bg1">
              <a:tint val="80000"/>
              <a:satMod val="200000"/>
              <a:alpha val="4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50800" dist="44450" dir="16200000" algn="ctr" rotWithShape="0">
              <a:prstClr val="black">
                <a:alpha val="35000"/>
              </a:prstClr>
            </a:outerShdw>
          </a:effectLst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6" name="Freeform 15"/>
          <p:cNvSpPr>
            <a:spLocks/>
          </p:cNvSpPr>
          <p:nvPr/>
        </p:nvSpPr>
        <p:spPr bwMode="auto">
          <a:xfrm>
            <a:off x="7315200" y="0"/>
            <a:ext cx="1828800" cy="6858000"/>
          </a:xfrm>
          <a:custGeom>
            <a:avLst/>
            <a:gdLst>
              <a:gd name="connsiteX0" fmla="*/ 1914 w 1914"/>
              <a:gd name="connsiteY0" fmla="*/ 9 h 4329"/>
              <a:gd name="connsiteX1" fmla="*/ 1914 w 1914"/>
              <a:gd name="connsiteY1" fmla="*/ 4329 h 4329"/>
              <a:gd name="connsiteX2" fmla="*/ 204 w 1914"/>
              <a:gd name="connsiteY2" fmla="*/ 4327 h 4329"/>
              <a:gd name="connsiteX3" fmla="*/ 0 w 1914"/>
              <a:gd name="connsiteY3" fmla="*/ 0 h 4329"/>
              <a:gd name="connsiteX4" fmla="*/ 1914 w 1914"/>
              <a:gd name="connsiteY4" fmla="*/ 9 h 43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14" h="4329">
                <a:moveTo>
                  <a:pt x="1914" y="9"/>
                </a:moveTo>
                <a:lnTo>
                  <a:pt x="1914" y="4329"/>
                </a:lnTo>
                <a:lnTo>
                  <a:pt x="204" y="4327"/>
                </a:lnTo>
                <a:cubicBezTo>
                  <a:pt x="1288" y="3574"/>
                  <a:pt x="2082" y="1734"/>
                  <a:pt x="0" y="0"/>
                </a:cubicBezTo>
                <a:lnTo>
                  <a:pt x="1914" y="9"/>
                </a:lnTo>
                <a:close/>
              </a:path>
            </a:pathLst>
          </a:custGeom>
          <a:solidFill>
            <a:schemeClr val="bg1">
              <a:tint val="90000"/>
              <a:satMod val="350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50800" dist="50800" dir="10800000" algn="ctr" rotWithShape="0">
              <a:prstClr val="black">
                <a:alpha val="45000"/>
              </a:prstClr>
            </a:outerShdw>
          </a:effectLst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9" name="Title Placeholder 8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1143000"/>
          </a:xfrm>
          <a:prstGeom prst="rect">
            <a:avLst/>
          </a:prstGeom>
        </p:spPr>
        <p:txBody>
          <a:bodyPr vert="horz" lIns="45720" rIns="45720" anchor="ctr">
            <a:normAutofit/>
          </a:bodyPr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0" name="Text Placeholder 29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7467600" cy="4525963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2"/>
          </p:nvPr>
        </p:nvSpPr>
        <p:spPr>
          <a:xfrm>
            <a:off x="457200" y="6422064"/>
            <a:ext cx="2133600" cy="365125"/>
          </a:xfrm>
          <a:prstGeom prst="rect">
            <a:avLst/>
          </a:prstGeom>
        </p:spPr>
        <p:txBody>
          <a:bodyPr vert="horz" bIns="0" anchor="b"/>
          <a:lstStyle>
            <a:lvl1pPr algn="l" eaLnBrk="1" latinLnBrk="0" hangingPunct="1">
              <a:defRPr kumimoji="0" sz="1000">
                <a:solidFill>
                  <a:schemeClr val="tx2">
                    <a:shade val="50000"/>
                  </a:schemeClr>
                </a:solidFill>
              </a:defRPr>
            </a:lvl1pPr>
          </a:lstStyle>
          <a:p>
            <a:fld id="{DC1EBE1D-D8EF-4711-A567-6D1A60DBD501}" type="datetime2">
              <a:rPr lang="en-US" smtClean="0"/>
              <a:pPr/>
              <a:t>Sunday, January 13, 2019</a:t>
            </a:fld>
            <a:endParaRPr lang="en-US"/>
          </a:p>
        </p:txBody>
      </p:sp>
      <p:sp>
        <p:nvSpPr>
          <p:cNvPr id="22" name="Footer Placeholder 21"/>
          <p:cNvSpPr>
            <a:spLocks noGrp="1"/>
          </p:cNvSpPr>
          <p:nvPr>
            <p:ph type="ftr" sz="quarter" idx="3"/>
          </p:nvPr>
        </p:nvSpPr>
        <p:spPr>
          <a:xfrm>
            <a:off x="3124200" y="6422064"/>
            <a:ext cx="2895600" cy="365125"/>
          </a:xfrm>
          <a:prstGeom prst="rect">
            <a:avLst/>
          </a:prstGeom>
        </p:spPr>
        <p:txBody>
          <a:bodyPr vert="horz" lIns="0" rIns="0" bIns="0" anchor="b"/>
          <a:lstStyle>
            <a:lvl1pPr algn="ctr" eaLnBrk="1" latinLnBrk="0" hangingPunct="1">
              <a:defRPr kumimoji="0" sz="1000">
                <a:solidFill>
                  <a:schemeClr val="tx2">
                    <a:shade val="5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4"/>
          </p:nvPr>
        </p:nvSpPr>
        <p:spPr>
          <a:xfrm>
            <a:off x="8153400" y="6422064"/>
            <a:ext cx="7620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r" eaLnBrk="1" latinLnBrk="0" hangingPunct="1">
              <a:defRPr kumimoji="0" sz="1000">
                <a:solidFill>
                  <a:schemeClr val="tx2">
                    <a:shade val="50000"/>
                  </a:schemeClr>
                </a:solidFill>
              </a:defRPr>
            </a:lvl1pPr>
          </a:lstStyle>
          <a:p>
            <a:fld id="{01CD09B4-89DC-4CA0-BA02-A8F1A57E1154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721" r:id="rId1"/>
    <p:sldLayoutId id="2147483722" r:id="rId2"/>
    <p:sldLayoutId id="2147483723" r:id="rId3"/>
    <p:sldLayoutId id="2147483724" r:id="rId4"/>
    <p:sldLayoutId id="2147483725" r:id="rId5"/>
    <p:sldLayoutId id="2147483726" r:id="rId6"/>
    <p:sldLayoutId id="2147483727" r:id="rId7"/>
    <p:sldLayoutId id="2147483728" r:id="rId8"/>
    <p:sldLayoutId id="2147483729" r:id="rId9"/>
    <p:sldLayoutId id="2147483730" r:id="rId10"/>
    <p:sldLayoutId id="2147483731" r:id="rId11"/>
  </p:sldLayoutIdLst>
  <p:hf hdr="0" ftr="0" dt="0"/>
  <p:txStyles>
    <p:titleStyle>
      <a:lvl1pPr algn="l" rtl="0" eaLnBrk="1" latinLnBrk="0" hangingPunct="1">
        <a:spcBef>
          <a:spcPct val="0"/>
        </a:spcBef>
        <a:buNone/>
        <a:defRPr kumimoji="0" sz="4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20624" indent="-384048" algn="l" rtl="0" eaLnBrk="1" latinLnBrk="0" hangingPunct="1">
        <a:spcBef>
          <a:spcPct val="20000"/>
        </a:spcBef>
        <a:buClr>
          <a:schemeClr val="accent1"/>
        </a:buClr>
        <a:buSzPct val="80000"/>
        <a:buFont typeface="Wingdings 2"/>
        <a:buChar char=""/>
        <a:defRPr kumimoji="0" sz="3000" kern="1200">
          <a:solidFill>
            <a:schemeClr val="tx1"/>
          </a:solidFill>
          <a:latin typeface="+mn-lt"/>
          <a:ea typeface="+mn-ea"/>
          <a:cs typeface="+mn-cs"/>
        </a:defRPr>
      </a:lvl1pPr>
      <a:lvl2pPr marL="722376" indent="-274320" algn="l" rtl="0" eaLnBrk="1" latinLnBrk="0" hangingPunct="1">
        <a:spcBef>
          <a:spcPct val="20000"/>
        </a:spcBef>
        <a:buClr>
          <a:schemeClr val="accent1"/>
        </a:buClr>
        <a:buSzPct val="90000"/>
        <a:buFont typeface="Wingdings 2"/>
        <a:buChar char="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2pPr>
      <a:lvl3pPr marL="1005840" indent="-256032" algn="l" rtl="0" eaLnBrk="1" latinLnBrk="0" hangingPunct="1">
        <a:spcBef>
          <a:spcPct val="20000"/>
        </a:spcBef>
        <a:buClr>
          <a:schemeClr val="accent2"/>
        </a:buClr>
        <a:buSzPct val="85000"/>
        <a:buFont typeface="Arial"/>
        <a:buChar char="○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280160" indent="-237744" algn="l" rtl="0" eaLnBrk="1" latinLnBrk="0" hangingPunct="1">
        <a:spcBef>
          <a:spcPct val="20000"/>
        </a:spcBef>
        <a:buClr>
          <a:schemeClr val="accent3"/>
        </a:buClr>
        <a:buSzPct val="90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490472" indent="-182880" algn="l" rtl="0" eaLnBrk="1" latinLnBrk="0" hangingPunct="1">
        <a:spcBef>
          <a:spcPct val="20000"/>
        </a:spcBef>
        <a:buClr>
          <a:schemeClr val="accent4"/>
        </a:buClr>
        <a:buSzPct val="100000"/>
        <a:buFont typeface="Arial"/>
        <a:buChar char="-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700784" indent="-182880" algn="l" rtl="0" eaLnBrk="1" latinLnBrk="0" hangingPunct="1">
        <a:spcBef>
          <a:spcPct val="20000"/>
        </a:spcBef>
        <a:buClr>
          <a:schemeClr val="accent5"/>
        </a:buClr>
        <a:buFont typeface="Arial"/>
        <a:buChar char="-"/>
        <a:defRPr kumimoji="0" sz="20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rtl="0" eaLnBrk="1" latinLnBrk="0" hangingPunct="1">
        <a:spcBef>
          <a:spcPct val="20000"/>
        </a:spcBef>
        <a:buClr>
          <a:schemeClr val="accent6"/>
        </a:buClr>
        <a:buSzPct val="100000"/>
        <a:buFont typeface="Arial"/>
        <a:buChar char="•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139696" indent="-182880" algn="l" rtl="0" eaLnBrk="1" latinLnBrk="0" hangingPunct="1">
        <a:spcBef>
          <a:spcPct val="20000"/>
        </a:spcBef>
        <a:buClr>
          <a:schemeClr val="accent6"/>
        </a:buClr>
        <a:buFont typeface="Arial"/>
        <a:buChar char="▪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331720" indent="-182880" algn="l" rtl="0" eaLnBrk="1" latinLnBrk="0" hangingPunct="1">
        <a:spcBef>
          <a:spcPct val="20000"/>
        </a:spcBef>
        <a:buClr>
          <a:schemeClr val="accent6"/>
        </a:buClr>
        <a:buFont typeface="Arial"/>
        <a:buChar char="•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6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ctr"/>
            <a:r>
              <a:rPr lang="en-US" sz="4800" b="1" dirty="0" err="1" smtClean="0">
                <a:solidFill>
                  <a:srgbClr val="00B050"/>
                </a:solidFill>
                <a:latin typeface="SutonnyMJ" pitchFamily="2" charset="0"/>
                <a:cs typeface="SutonnyMJ" pitchFamily="2" charset="0"/>
              </a:rPr>
              <a:t>nvmcvZv‡ji</a:t>
            </a:r>
            <a:r>
              <a:rPr lang="en-US" sz="4800" b="1" dirty="0" smtClean="0">
                <a:solidFill>
                  <a:srgbClr val="00B050"/>
                </a:solidFill>
                <a:latin typeface="SutonnyMJ" pitchFamily="2" charset="0"/>
                <a:cs typeface="SutonnyMJ" pitchFamily="2" charset="0"/>
              </a:rPr>
              <a:t> </a:t>
            </a:r>
            <a:r>
              <a:rPr lang="en-US" sz="4800" b="1" dirty="0" err="1" smtClean="0">
                <a:solidFill>
                  <a:srgbClr val="00B050"/>
                </a:solidFill>
                <a:latin typeface="SutonnyMJ" pitchFamily="2" charset="0"/>
                <a:cs typeface="SutonnyMJ" pitchFamily="2" charset="0"/>
              </a:rPr>
              <a:t>mKj</a:t>
            </a:r>
            <a:r>
              <a:rPr lang="en-US" sz="4800" b="1" dirty="0" smtClean="0">
                <a:solidFill>
                  <a:srgbClr val="00B050"/>
                </a:solidFill>
                <a:latin typeface="SutonnyMJ" pitchFamily="2" charset="0"/>
                <a:cs typeface="SutonnyMJ" pitchFamily="2" charset="0"/>
              </a:rPr>
              <a:t> </a:t>
            </a:r>
            <a:r>
              <a:rPr lang="en-US" sz="4800" b="1" dirty="0" err="1" smtClean="0">
                <a:solidFill>
                  <a:srgbClr val="00B050"/>
                </a:solidFill>
                <a:latin typeface="SutonnyMJ" pitchFamily="2" charset="0"/>
                <a:cs typeface="SutonnyMJ" pitchFamily="2" charset="0"/>
              </a:rPr>
              <a:t>Kg©KZ©v-Kg©Pvix</a:t>
            </a:r>
            <a:r>
              <a:rPr lang="en-US" sz="4800" b="1" dirty="0" smtClean="0">
                <a:solidFill>
                  <a:srgbClr val="00B050"/>
                </a:solidFill>
                <a:latin typeface="SutonnyMJ" pitchFamily="2" charset="0"/>
                <a:cs typeface="SutonnyMJ" pitchFamily="2" charset="0"/>
              </a:rPr>
              <a:t> e„›`</a:t>
            </a:r>
            <a:endParaRPr lang="en-US" sz="4800" b="1" dirty="0">
              <a:solidFill>
                <a:srgbClr val="00B050"/>
              </a:solidFill>
              <a:latin typeface="SutonnyMJ" pitchFamily="2" charset="0"/>
              <a:cs typeface="SutonnyMJ" pitchFamily="2" charset="0"/>
            </a:endParaRPr>
          </a:p>
        </p:txBody>
      </p:sp>
      <p:pic>
        <p:nvPicPr>
          <p:cNvPr id="7" name="Content Placeholder 6" descr="IMG_20160829_144042.jpg"/>
          <p:cNvPicPr>
            <a:picLocks noGrp="1" noChangeAspect="1"/>
          </p:cNvPicPr>
          <p:nvPr>
            <p:ph sz="quarter" idx="2"/>
          </p:nvPr>
        </p:nvPicPr>
        <p:blipFill>
          <a:blip r:embed="rId2" cstate="print"/>
          <a:stretch>
            <a:fillRect/>
          </a:stretch>
        </p:blipFill>
        <p:spPr>
          <a:xfrm>
            <a:off x="152400" y="1295400"/>
            <a:ext cx="8752417" cy="5257800"/>
          </a:xfrm>
        </p:spPr>
      </p:pic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CD09B4-89DC-4CA0-BA02-A8F1A57E1154}" type="slidenum">
              <a:rPr lang="en-US" smtClean="0"/>
              <a:pPr/>
              <a:t>1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152400" y="267494"/>
            <a:ext cx="8763000" cy="1399032"/>
          </a:xfrm>
        </p:spPr>
        <p:txBody>
          <a:bodyPr>
            <a:normAutofit/>
          </a:bodyPr>
          <a:lstStyle/>
          <a:p>
            <a:r>
              <a:rPr lang="bn-BD" dirty="0" smtClean="0">
                <a:latin typeface="SutonnyMJ" pitchFamily="2" charset="0"/>
                <a:cs typeface="SutonnyMJ" pitchFamily="2" charset="0"/>
              </a:rPr>
              <a:t>  </a:t>
            </a:r>
            <a:r>
              <a:rPr lang="en-US" dirty="0" smtClean="0">
                <a:latin typeface="SutonnyMJ" pitchFamily="2" charset="0"/>
                <a:cs typeface="SutonnyMJ" pitchFamily="2" charset="0"/>
              </a:rPr>
              <a:t>c~‡</a:t>
            </a:r>
            <a:r>
              <a:rPr lang="en-US" dirty="0" err="1" smtClean="0">
                <a:latin typeface="SutonnyMJ" pitchFamily="2" charset="0"/>
                <a:cs typeface="SutonnyMJ" pitchFamily="2" charset="0"/>
              </a:rPr>
              <a:t>e©i</a:t>
            </a:r>
            <a:r>
              <a:rPr lang="en-US" dirty="0" smtClean="0">
                <a:latin typeface="SutonnyMJ" pitchFamily="2" charset="0"/>
                <a:cs typeface="SutonnyMJ" pitchFamily="2" charset="0"/>
              </a:rPr>
              <a:t> </a:t>
            </a:r>
            <a:r>
              <a:rPr lang="en-US" dirty="0" err="1" smtClean="0">
                <a:latin typeface="SutonnyMJ" pitchFamily="2" charset="0"/>
                <a:cs typeface="SutonnyMJ" pitchFamily="2" charset="0"/>
              </a:rPr>
              <a:t>evm</a:t>
            </a:r>
            <a:r>
              <a:rPr lang="en-US" dirty="0" smtClean="0">
                <a:latin typeface="SutonnyMJ" pitchFamily="2" charset="0"/>
                <a:cs typeface="SutonnyMJ" pitchFamily="2" charset="0"/>
              </a:rPr>
              <a:t> </a:t>
            </a:r>
            <a:r>
              <a:rPr lang="en-US" dirty="0" err="1" smtClean="0">
                <a:latin typeface="SutonnyMJ" pitchFamily="2" charset="0"/>
                <a:cs typeface="SutonnyMJ" pitchFamily="2" charset="0"/>
              </a:rPr>
              <a:t>feb</a:t>
            </a:r>
            <a:r>
              <a:rPr lang="en-US" dirty="0" smtClean="0">
                <a:latin typeface="SutonnyMJ" pitchFamily="2" charset="0"/>
                <a:cs typeface="SutonnyMJ" pitchFamily="2" charset="0"/>
              </a:rPr>
              <a:t> </a:t>
            </a:r>
            <a:r>
              <a:rPr lang="en-US" dirty="0" err="1" smtClean="0">
                <a:latin typeface="SutonnyMJ" pitchFamily="2" charset="0"/>
                <a:cs typeface="SutonnyMJ" pitchFamily="2" charset="0"/>
              </a:rPr>
              <a:t>PË¡i</a:t>
            </a:r>
            <a:r>
              <a:rPr lang="en-US" dirty="0" smtClean="0">
                <a:latin typeface="SutonnyMJ" pitchFamily="2" charset="0"/>
                <a:cs typeface="SutonnyMJ" pitchFamily="2" charset="0"/>
              </a:rPr>
              <a:t> </a:t>
            </a:r>
            <a:r>
              <a:rPr lang="bn-BD" dirty="0" smtClean="0">
                <a:latin typeface="SutonnyMJ" pitchFamily="2" charset="0"/>
                <a:cs typeface="SutonnyMJ" pitchFamily="2" charset="0"/>
              </a:rPr>
              <a:t>       </a:t>
            </a:r>
            <a:r>
              <a:rPr lang="en-US" dirty="0" err="1" smtClean="0">
                <a:latin typeface="SutonnyMJ" pitchFamily="2" charset="0"/>
                <a:cs typeface="SutonnyMJ" pitchFamily="2" charset="0"/>
              </a:rPr>
              <a:t>eZ©gvb</a:t>
            </a:r>
            <a:r>
              <a:rPr lang="en-US" dirty="0" smtClean="0">
                <a:latin typeface="SutonnyMJ" pitchFamily="2" charset="0"/>
                <a:cs typeface="SutonnyMJ" pitchFamily="2" charset="0"/>
              </a:rPr>
              <a:t> </a:t>
            </a:r>
            <a:r>
              <a:rPr lang="en-US" dirty="0" err="1" smtClean="0">
                <a:latin typeface="SutonnyMJ" pitchFamily="2" charset="0"/>
                <a:cs typeface="SutonnyMJ" pitchFamily="2" charset="0"/>
              </a:rPr>
              <a:t>evm</a:t>
            </a:r>
            <a:r>
              <a:rPr lang="en-US" dirty="0" smtClean="0">
                <a:latin typeface="SutonnyMJ" pitchFamily="2" charset="0"/>
                <a:cs typeface="SutonnyMJ" pitchFamily="2" charset="0"/>
              </a:rPr>
              <a:t> </a:t>
            </a:r>
            <a:r>
              <a:rPr lang="en-US" dirty="0" err="1" smtClean="0">
                <a:latin typeface="SutonnyMJ" pitchFamily="2" charset="0"/>
                <a:cs typeface="SutonnyMJ" pitchFamily="2" charset="0"/>
              </a:rPr>
              <a:t>feb</a:t>
            </a:r>
            <a:r>
              <a:rPr lang="en-US" dirty="0" smtClean="0">
                <a:latin typeface="SutonnyMJ" pitchFamily="2" charset="0"/>
                <a:cs typeface="SutonnyMJ" pitchFamily="2" charset="0"/>
              </a:rPr>
              <a:t> </a:t>
            </a:r>
            <a:r>
              <a:rPr lang="en-US" dirty="0" err="1" smtClean="0">
                <a:latin typeface="SutonnyMJ" pitchFamily="2" charset="0"/>
                <a:cs typeface="SutonnyMJ" pitchFamily="2" charset="0"/>
              </a:rPr>
              <a:t>PË¡i</a:t>
            </a:r>
            <a:endParaRPr lang="en-US" dirty="0">
              <a:latin typeface="SutonnyMJ" pitchFamily="2" charset="0"/>
              <a:cs typeface="SutonnyMJ" pitchFamily="2" charset="0"/>
            </a:endParaRPr>
          </a:p>
        </p:txBody>
      </p:sp>
      <p:pic>
        <p:nvPicPr>
          <p:cNvPr id="5" name="Content Placeholder 4" descr="20160905_081236.jpg"/>
          <p:cNvPicPr>
            <a:picLocks noGrp="1" noChangeAspect="1"/>
          </p:cNvPicPr>
          <p:nvPr>
            <p:ph sz="half" idx="1"/>
          </p:nvPr>
        </p:nvPicPr>
        <p:blipFill>
          <a:blip r:embed="rId2" cstate="print"/>
          <a:stretch>
            <a:fillRect/>
          </a:stretch>
        </p:blipFill>
        <p:spPr>
          <a:xfrm>
            <a:off x="152400" y="1676400"/>
            <a:ext cx="4343400" cy="4419600"/>
          </a:xfrm>
        </p:spPr>
      </p:pic>
      <p:pic>
        <p:nvPicPr>
          <p:cNvPr id="7" name="Content Placeholder 6" descr="20170205_120618.jpg"/>
          <p:cNvPicPr>
            <a:picLocks noGrp="1" noChangeAspect="1"/>
          </p:cNvPicPr>
          <p:nvPr>
            <p:ph sz="half" idx="2"/>
          </p:nvPr>
        </p:nvPicPr>
        <p:blipFill>
          <a:blip r:embed="rId3" cstate="print"/>
          <a:stretch>
            <a:fillRect/>
          </a:stretch>
        </p:blipFill>
        <p:spPr>
          <a:xfrm>
            <a:off x="4648200" y="1676400"/>
            <a:ext cx="4386792" cy="4419600"/>
          </a:xfrm>
        </p:spPr>
      </p:pic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CD09B4-89DC-4CA0-BA02-A8F1A57E1154}" type="slidenum">
              <a:rPr lang="en-US" smtClean="0"/>
              <a:pPr/>
              <a:t>2</a:t>
            </a:fld>
            <a:endParaRPr lang="en-US"/>
          </a:p>
        </p:txBody>
      </p:sp>
    </p:spTree>
  </p:cSld>
  <p:clrMapOvr>
    <a:masterClrMapping/>
  </p:clrMapOvr>
  <p:transition>
    <p:split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Content Placeholder 6" descr="20160905_081349.jpg"/>
          <p:cNvPicPr>
            <a:picLocks noGrp="1" noChangeAspect="1"/>
          </p:cNvPicPr>
          <p:nvPr>
            <p:ph sz="quarter" idx="2"/>
          </p:nvPr>
        </p:nvPicPr>
        <p:blipFill>
          <a:blip r:embed="rId2" cstate="print"/>
          <a:stretch>
            <a:fillRect/>
          </a:stretch>
        </p:blipFill>
        <p:spPr>
          <a:xfrm>
            <a:off x="228600" y="1447800"/>
            <a:ext cx="4268788" cy="4267199"/>
          </a:xfrm>
        </p:spPr>
      </p:pic>
      <p:pic>
        <p:nvPicPr>
          <p:cNvPr id="8" name="Content Placeholder 7" descr="IMG_20170219_095616.jpg"/>
          <p:cNvPicPr>
            <a:picLocks noGrp="1" noChangeAspect="1"/>
          </p:cNvPicPr>
          <p:nvPr>
            <p:ph sz="quarter" idx="4"/>
          </p:nvPr>
        </p:nvPicPr>
        <p:blipFill>
          <a:blip r:embed="rId3" cstate="print"/>
          <a:stretch>
            <a:fillRect/>
          </a:stretch>
        </p:blipFill>
        <p:spPr>
          <a:xfrm>
            <a:off x="4645025" y="1447800"/>
            <a:ext cx="4483277" cy="4267200"/>
          </a:xfrm>
        </p:spPr>
      </p:pic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CD09B4-89DC-4CA0-BA02-A8F1A57E1154}" type="slidenum">
              <a:rPr lang="en-US" smtClean="0"/>
              <a:pPr/>
              <a:t>3</a:t>
            </a:fld>
            <a:endParaRPr lang="en-US"/>
          </a:p>
        </p:txBody>
      </p:sp>
      <p:sp>
        <p:nvSpPr>
          <p:cNvPr id="12" name="Title 3"/>
          <p:cNvSpPr>
            <a:spLocks noGrp="1"/>
          </p:cNvSpPr>
          <p:nvPr>
            <p:ph type="title"/>
          </p:nvPr>
        </p:nvSpPr>
        <p:spPr>
          <a:xfrm>
            <a:off x="381000" y="5791200"/>
            <a:ext cx="8077200" cy="1143000"/>
          </a:xfrm>
        </p:spPr>
        <p:txBody>
          <a:bodyPr>
            <a:normAutofit fontScale="90000"/>
          </a:bodyPr>
          <a:lstStyle/>
          <a:p>
            <a:pPr algn="ctr"/>
            <a:r>
              <a:rPr lang="bn-BD" dirty="0" smtClean="0">
                <a:latin typeface="SutonnyMJ" pitchFamily="2" charset="0"/>
                <a:cs typeface="SutonnyMJ" pitchFamily="2" charset="0"/>
              </a:rPr>
              <a:t>   </a:t>
            </a:r>
            <a:r>
              <a:rPr lang="en-US" dirty="0" smtClean="0">
                <a:solidFill>
                  <a:srgbClr val="0DF723"/>
                </a:solidFill>
                <a:latin typeface="SutonnyMJ" pitchFamily="2" charset="0"/>
                <a:cs typeface="SutonnyMJ" pitchFamily="2" charset="0"/>
              </a:rPr>
              <a:t>c~‡</a:t>
            </a:r>
            <a:r>
              <a:rPr lang="en-US" dirty="0" err="1" smtClean="0">
                <a:solidFill>
                  <a:srgbClr val="0DF723"/>
                </a:solidFill>
                <a:latin typeface="SutonnyMJ" pitchFamily="2" charset="0"/>
                <a:cs typeface="SutonnyMJ" pitchFamily="2" charset="0"/>
              </a:rPr>
              <a:t>e©i</a:t>
            </a:r>
            <a:r>
              <a:rPr lang="en-US" dirty="0" smtClean="0">
                <a:solidFill>
                  <a:srgbClr val="0DF723"/>
                </a:solidFill>
                <a:latin typeface="SutonnyMJ" pitchFamily="2" charset="0"/>
                <a:cs typeface="SutonnyMJ" pitchFamily="2" charset="0"/>
              </a:rPr>
              <a:t> </a:t>
            </a:r>
            <a:r>
              <a:rPr lang="en-US" dirty="0" err="1" smtClean="0">
                <a:solidFill>
                  <a:srgbClr val="0DF723"/>
                </a:solidFill>
                <a:latin typeface="SutonnyMJ" pitchFamily="2" charset="0"/>
                <a:cs typeface="SutonnyMJ" pitchFamily="2" charset="0"/>
              </a:rPr>
              <a:t>Ae¯’v</a:t>
            </a:r>
            <a:r>
              <a:rPr lang="en-US" dirty="0" smtClean="0">
                <a:solidFill>
                  <a:srgbClr val="0DF723"/>
                </a:solidFill>
                <a:latin typeface="SutonnyMJ" pitchFamily="2" charset="0"/>
                <a:cs typeface="SutonnyMJ" pitchFamily="2" charset="0"/>
              </a:rPr>
              <a:t>                      </a:t>
            </a:r>
            <a:r>
              <a:rPr lang="en-US" dirty="0" err="1" smtClean="0">
                <a:solidFill>
                  <a:srgbClr val="0DF723"/>
                </a:solidFill>
                <a:latin typeface="SutonnyMJ" pitchFamily="2" charset="0"/>
                <a:cs typeface="SutonnyMJ" pitchFamily="2" charset="0"/>
              </a:rPr>
              <a:t>eZ©gvb</a:t>
            </a:r>
            <a:r>
              <a:rPr lang="en-US" dirty="0" smtClean="0">
                <a:solidFill>
                  <a:srgbClr val="0DF723"/>
                </a:solidFill>
                <a:latin typeface="SutonnyMJ" pitchFamily="2" charset="0"/>
                <a:cs typeface="SutonnyMJ" pitchFamily="2" charset="0"/>
              </a:rPr>
              <a:t> </a:t>
            </a:r>
            <a:r>
              <a:rPr lang="en-US" dirty="0" err="1" smtClean="0">
                <a:solidFill>
                  <a:srgbClr val="0DF723"/>
                </a:solidFill>
                <a:latin typeface="SutonnyMJ" pitchFamily="2" charset="0"/>
                <a:cs typeface="SutonnyMJ" pitchFamily="2" charset="0"/>
              </a:rPr>
              <a:t>Ae¯’v</a:t>
            </a:r>
            <a:r>
              <a:rPr lang="en-US" dirty="0" smtClean="0">
                <a:solidFill>
                  <a:srgbClr val="0DF723"/>
                </a:solidFill>
                <a:latin typeface="SutonnyMJ" pitchFamily="2" charset="0"/>
                <a:cs typeface="SutonnyMJ" pitchFamily="2" charset="0"/>
              </a:rPr>
              <a:t> </a:t>
            </a:r>
            <a:endParaRPr lang="en-US" dirty="0">
              <a:solidFill>
                <a:srgbClr val="0DF723"/>
              </a:solidFill>
              <a:latin typeface="SutonnyMJ" pitchFamily="2" charset="0"/>
              <a:cs typeface="SutonnyMJ" pitchFamily="2" charset="0"/>
            </a:endParaRPr>
          </a:p>
        </p:txBody>
      </p:sp>
      <p:sp>
        <p:nvSpPr>
          <p:cNvPr id="6" name="Title 3"/>
          <p:cNvSpPr txBox="1">
            <a:spLocks/>
          </p:cNvSpPr>
          <p:nvPr/>
        </p:nvSpPr>
        <p:spPr>
          <a:xfrm>
            <a:off x="609600" y="381000"/>
            <a:ext cx="8229600" cy="1143000"/>
          </a:xfrm>
          <a:prstGeom prst="rect">
            <a:avLst/>
          </a:prstGeom>
        </p:spPr>
        <p:txBody>
          <a:bodyPr vert="horz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200" b="0" i="0" u="none" strike="noStrike" kern="1200" cap="none" spc="0" normalizeH="0" baseline="0" noProof="0" dirty="0" smtClean="0">
                <a:ln w="6350">
                  <a:solidFill>
                    <a:schemeClr val="accent1">
                      <a:shade val="43000"/>
                    </a:schemeClr>
                  </a:solidFill>
                </a:ln>
                <a:solidFill>
                  <a:schemeClr val="accent1">
                    <a:tint val="83000"/>
                    <a:satMod val="150000"/>
                  </a:schemeClr>
                </a:solidFill>
                <a:effectLst>
                  <a:outerShdw blurRad="26000" dist="26000" dir="14500000" algn="tl" rotWithShape="0">
                    <a:srgbClr val="000000">
                      <a:alpha val="40000"/>
                    </a:srgbClr>
                  </a:outerShdw>
                </a:effectLst>
                <a:uLnTx/>
                <a:uFillTx/>
                <a:latin typeface="SutonnyMJ" pitchFamily="2" charset="0"/>
                <a:ea typeface="+mj-ea"/>
                <a:cs typeface="SutonnyMJ" pitchFamily="2" charset="0"/>
              </a:rPr>
              <a:t>  </a:t>
            </a:r>
            <a:r>
              <a:rPr kumimoji="0" lang="bn-BD" sz="4200" b="0" i="0" u="none" strike="noStrike" kern="1200" cap="none" spc="0" normalizeH="0" baseline="0" noProof="0" dirty="0" smtClean="0">
                <a:ln w="6350">
                  <a:solidFill>
                    <a:schemeClr val="accent1">
                      <a:shade val="43000"/>
                    </a:schemeClr>
                  </a:solidFill>
                </a:ln>
                <a:solidFill>
                  <a:schemeClr val="accent1">
                    <a:tint val="83000"/>
                    <a:satMod val="150000"/>
                  </a:schemeClr>
                </a:solidFill>
                <a:effectLst>
                  <a:outerShdw blurRad="26000" dist="26000" dir="14500000" algn="tl" rotWithShape="0">
                    <a:srgbClr val="000000">
                      <a:alpha val="40000"/>
                    </a:srgbClr>
                  </a:outerShdw>
                </a:effectLst>
                <a:uLnTx/>
                <a:uFillTx/>
                <a:latin typeface="Kalpurush" pitchFamily="2" charset="0"/>
                <a:ea typeface="+mj-ea"/>
                <a:cs typeface="Kalpurush" pitchFamily="2" charset="0"/>
              </a:rPr>
              <a:t>পিছনভাগ</a:t>
            </a:r>
            <a:r>
              <a:rPr lang="bn-BD" sz="4200" dirty="0" smtClean="0">
                <a:ln w="6350">
                  <a:solidFill>
                    <a:schemeClr val="accent1">
                      <a:shade val="43000"/>
                    </a:schemeClr>
                  </a:solidFill>
                </a:ln>
                <a:solidFill>
                  <a:schemeClr val="accent1">
                    <a:tint val="83000"/>
                    <a:satMod val="150000"/>
                  </a:schemeClr>
                </a:solidFill>
                <a:effectLst>
                  <a:outerShdw blurRad="26000" dist="26000" dir="14500000" algn="tl" rotWithShape="0">
                    <a:srgbClr val="000000">
                      <a:alpha val="40000"/>
                    </a:srgbClr>
                  </a:outerShdw>
                </a:effectLst>
                <a:latin typeface="Kalpurush" pitchFamily="2" charset="0"/>
                <a:ea typeface="+mj-ea"/>
                <a:cs typeface="Kalpurush" pitchFamily="2" charset="0"/>
              </a:rPr>
              <a:t> </a:t>
            </a:r>
            <a:endParaRPr kumimoji="0" lang="en-US" sz="4200" b="0" i="0" u="none" strike="noStrike" kern="1200" cap="none" spc="0" normalizeH="0" baseline="0" noProof="0" dirty="0">
              <a:ln w="6350">
                <a:solidFill>
                  <a:schemeClr val="accent1">
                    <a:shade val="43000"/>
                  </a:schemeClr>
                </a:solidFill>
              </a:ln>
              <a:solidFill>
                <a:schemeClr val="accent1">
                  <a:tint val="83000"/>
                  <a:satMod val="150000"/>
                </a:schemeClr>
              </a:solidFill>
              <a:effectLst>
                <a:outerShdw blurRad="26000" dist="26000" dir="14500000" algn="tl" rotWithShape="0">
                  <a:srgbClr val="000000">
                    <a:alpha val="40000"/>
                  </a:srgbClr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</p:spTree>
  </p:cSld>
  <p:clrMapOvr>
    <a:masterClrMapping/>
  </p:clrMapOvr>
  <p:transition>
    <p:newsflash/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dirty="0" smtClean="0">
                <a:latin typeface="SutonnyMJ" pitchFamily="2" charset="0"/>
                <a:cs typeface="SutonnyMJ" pitchFamily="2" charset="0"/>
              </a:rPr>
              <a:t>c~‡</a:t>
            </a:r>
            <a:r>
              <a:rPr lang="en-US" dirty="0" err="1" smtClean="0">
                <a:latin typeface="SutonnyMJ" pitchFamily="2" charset="0"/>
                <a:cs typeface="SutonnyMJ" pitchFamily="2" charset="0"/>
              </a:rPr>
              <a:t>e©i</a:t>
            </a:r>
            <a:r>
              <a:rPr lang="en-US" dirty="0" smtClean="0">
                <a:latin typeface="SutonnyMJ" pitchFamily="2" charset="0"/>
                <a:cs typeface="SutonnyMJ" pitchFamily="2" charset="0"/>
              </a:rPr>
              <a:t> †</a:t>
            </a:r>
            <a:r>
              <a:rPr lang="en-US" dirty="0" err="1" smtClean="0">
                <a:latin typeface="SutonnyMJ" pitchFamily="2" charset="0"/>
                <a:cs typeface="SutonnyMJ" pitchFamily="2" charset="0"/>
              </a:rPr>
              <a:t>flR</a:t>
            </a:r>
            <a:r>
              <a:rPr lang="en-US" dirty="0" smtClean="0">
                <a:latin typeface="SutonnyMJ" pitchFamily="2" charset="0"/>
                <a:cs typeface="SutonnyMJ" pitchFamily="2" charset="0"/>
              </a:rPr>
              <a:t> </a:t>
            </a:r>
            <a:r>
              <a:rPr lang="en-US" dirty="0" err="1" smtClean="0">
                <a:latin typeface="SutonnyMJ" pitchFamily="2" charset="0"/>
                <a:cs typeface="SutonnyMJ" pitchFamily="2" charset="0"/>
              </a:rPr>
              <a:t>evMvb</a:t>
            </a:r>
            <a:r>
              <a:rPr lang="en-US" dirty="0" smtClean="0">
                <a:latin typeface="SutonnyMJ" pitchFamily="2" charset="0"/>
                <a:cs typeface="SutonnyMJ" pitchFamily="2" charset="0"/>
              </a:rPr>
              <a:t> I </a:t>
            </a:r>
            <a:r>
              <a:rPr lang="en-US" dirty="0" err="1" smtClean="0">
                <a:latin typeface="SutonnyMJ" pitchFamily="2" charset="0"/>
                <a:cs typeface="SutonnyMJ" pitchFamily="2" charset="0"/>
              </a:rPr>
              <a:t>eZ©gv‡bi</a:t>
            </a:r>
            <a:r>
              <a:rPr lang="en-US" dirty="0" smtClean="0">
                <a:latin typeface="SutonnyMJ" pitchFamily="2" charset="0"/>
                <a:cs typeface="SutonnyMJ" pitchFamily="2" charset="0"/>
              </a:rPr>
              <a:t> †</a:t>
            </a:r>
            <a:r>
              <a:rPr lang="en-US" dirty="0" err="1" smtClean="0">
                <a:latin typeface="SutonnyMJ" pitchFamily="2" charset="0"/>
                <a:cs typeface="SutonnyMJ" pitchFamily="2" charset="0"/>
              </a:rPr>
              <a:t>flR</a:t>
            </a:r>
            <a:r>
              <a:rPr lang="en-US" dirty="0" smtClean="0">
                <a:latin typeface="SutonnyMJ" pitchFamily="2" charset="0"/>
                <a:cs typeface="SutonnyMJ" pitchFamily="2" charset="0"/>
              </a:rPr>
              <a:t> </a:t>
            </a:r>
            <a:r>
              <a:rPr lang="en-US" dirty="0" err="1" smtClean="0">
                <a:latin typeface="SutonnyMJ" pitchFamily="2" charset="0"/>
                <a:cs typeface="SutonnyMJ" pitchFamily="2" charset="0"/>
              </a:rPr>
              <a:t>evMvb</a:t>
            </a:r>
            <a:r>
              <a:rPr lang="en-US" dirty="0" smtClean="0">
                <a:latin typeface="SutonnyMJ" pitchFamily="2" charset="0"/>
                <a:cs typeface="SutonnyMJ" pitchFamily="2" charset="0"/>
              </a:rPr>
              <a:t> </a:t>
            </a:r>
            <a:endParaRPr lang="en-US" dirty="0">
              <a:latin typeface="SutonnyMJ" pitchFamily="2" charset="0"/>
              <a:cs typeface="SutonnyMJ" pitchFamily="2" charset="0"/>
            </a:endParaRPr>
          </a:p>
        </p:txBody>
      </p:sp>
      <p:pic>
        <p:nvPicPr>
          <p:cNvPr id="7" name="Content Placeholder 6" descr="20160905_105521.jpg"/>
          <p:cNvPicPr>
            <a:picLocks noGrp="1" noChangeAspect="1"/>
          </p:cNvPicPr>
          <p:nvPr>
            <p:ph sz="half" idx="1"/>
          </p:nvPr>
        </p:nvPicPr>
        <p:blipFill>
          <a:blip r:embed="rId2" cstate="print"/>
          <a:stretch>
            <a:fillRect/>
          </a:stretch>
        </p:blipFill>
        <p:spPr>
          <a:xfrm>
            <a:off x="0" y="1676400"/>
            <a:ext cx="4495800" cy="4191000"/>
          </a:xfrm>
        </p:spPr>
      </p:pic>
      <p:pic>
        <p:nvPicPr>
          <p:cNvPr id="10" name="Content Placeholder 9" descr="20170204_142043.jpg"/>
          <p:cNvPicPr>
            <a:picLocks noGrp="1" noChangeAspect="1"/>
          </p:cNvPicPr>
          <p:nvPr>
            <p:ph sz="half" idx="2"/>
          </p:nvPr>
        </p:nvPicPr>
        <p:blipFill>
          <a:blip r:embed="rId3" cstate="print"/>
          <a:stretch>
            <a:fillRect/>
          </a:stretch>
        </p:blipFill>
        <p:spPr>
          <a:xfrm>
            <a:off x="4648200" y="1676400"/>
            <a:ext cx="4288304" cy="4191000"/>
          </a:xfrm>
        </p:spPr>
      </p:pic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CD09B4-89DC-4CA0-BA02-A8F1A57E1154}" type="slidenum">
              <a:rPr lang="en-US" smtClean="0"/>
              <a:pPr/>
              <a:t>4</a:t>
            </a:fld>
            <a:endParaRPr lang="en-US"/>
          </a:p>
        </p:txBody>
      </p:sp>
    </p:spTree>
  </p:cSld>
  <p:clrMapOvr>
    <a:masterClrMapping/>
  </p:clrMapOvr>
  <p:transition>
    <p:split orient="vert" dir="in"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457200" y="505968"/>
            <a:ext cx="8229600" cy="1399032"/>
          </a:xfrm>
          <a:ln>
            <a:noFill/>
          </a:ln>
        </p:spPr>
        <p:txBody>
          <a:bodyPr>
            <a:noAutofit/>
          </a:bodyPr>
          <a:lstStyle/>
          <a:p>
            <a:pPr algn="ctr"/>
            <a:r>
              <a:rPr lang="en-US" sz="4800" b="1" dirty="0" smtClean="0">
                <a:solidFill>
                  <a:schemeClr val="accent1"/>
                </a:solidFill>
                <a:latin typeface="SutonnyMJ" pitchFamily="2" charset="0"/>
                <a:cs typeface="SutonnyMJ" pitchFamily="2" charset="0"/>
              </a:rPr>
              <a:t>†</a:t>
            </a:r>
            <a:r>
              <a:rPr lang="en-US" sz="4800" b="1" dirty="0" err="1" smtClean="0">
                <a:solidFill>
                  <a:schemeClr val="accent1"/>
                </a:solidFill>
                <a:latin typeface="SutonnyMJ" pitchFamily="2" charset="0"/>
                <a:cs typeface="SutonnyMJ" pitchFamily="2" charset="0"/>
              </a:rPr>
              <a:t>KvUPuv`cyi</a:t>
            </a:r>
            <a:r>
              <a:rPr lang="en-US" sz="4800" b="1" dirty="0" smtClean="0">
                <a:solidFill>
                  <a:schemeClr val="accent1"/>
                </a:solidFill>
                <a:latin typeface="SutonnyMJ" pitchFamily="2" charset="0"/>
                <a:cs typeface="SutonnyMJ" pitchFamily="2" charset="0"/>
              </a:rPr>
              <a:t> </a:t>
            </a:r>
            <a:r>
              <a:rPr lang="en-US" sz="4800" b="1" dirty="0" err="1" smtClean="0">
                <a:solidFill>
                  <a:schemeClr val="accent1"/>
                </a:solidFill>
                <a:latin typeface="SutonnyMJ" pitchFamily="2" charset="0"/>
                <a:cs typeface="SutonnyMJ" pitchFamily="2" charset="0"/>
              </a:rPr>
              <a:t>Dc‡Rjv</a:t>
            </a:r>
            <a:r>
              <a:rPr lang="en-US" sz="4800" b="1" dirty="0" smtClean="0">
                <a:solidFill>
                  <a:schemeClr val="accent1"/>
                </a:solidFill>
                <a:latin typeface="SutonnyMJ" pitchFamily="2" charset="0"/>
                <a:cs typeface="SutonnyMJ" pitchFamily="2" charset="0"/>
              </a:rPr>
              <a:t> ¯^v¯’¨ </a:t>
            </a:r>
            <a:r>
              <a:rPr lang="en-US" sz="4800" b="1" dirty="0" err="1" smtClean="0">
                <a:solidFill>
                  <a:schemeClr val="accent1"/>
                </a:solidFill>
                <a:latin typeface="SutonnyMJ" pitchFamily="2" charset="0"/>
                <a:cs typeface="SutonnyMJ" pitchFamily="2" charset="0"/>
              </a:rPr>
              <a:t>Kg‡cø</a:t>
            </a:r>
            <a:r>
              <a:rPr lang="en-US" sz="4800" b="1" dirty="0" smtClean="0">
                <a:solidFill>
                  <a:schemeClr val="accent1"/>
                </a:solidFill>
                <a:latin typeface="SutonnyMJ" pitchFamily="2" charset="0"/>
                <a:cs typeface="SutonnyMJ" pitchFamily="2" charset="0"/>
              </a:rPr>
              <a:t>‡· </a:t>
            </a:r>
            <a:r>
              <a:rPr lang="en-US" sz="4800" b="1" dirty="0" err="1" smtClean="0">
                <a:solidFill>
                  <a:schemeClr val="accent1"/>
                </a:solidFill>
                <a:latin typeface="SutonnyMJ" pitchFamily="2" charset="0"/>
                <a:cs typeface="SutonnyMJ" pitchFamily="2" charset="0"/>
              </a:rPr>
              <a:t>AvevwmK</a:t>
            </a:r>
            <a:r>
              <a:rPr lang="en-US" sz="4800" b="1" dirty="0" smtClean="0">
                <a:solidFill>
                  <a:schemeClr val="accent1"/>
                </a:solidFill>
                <a:latin typeface="SutonnyMJ" pitchFamily="2" charset="0"/>
                <a:cs typeface="SutonnyMJ" pitchFamily="2" charset="0"/>
              </a:rPr>
              <a:t> </a:t>
            </a:r>
            <a:r>
              <a:rPr lang="en-US" sz="4800" b="1" dirty="0" err="1" smtClean="0">
                <a:solidFill>
                  <a:schemeClr val="accent1"/>
                </a:solidFill>
                <a:latin typeface="SutonnyMJ" pitchFamily="2" charset="0"/>
                <a:cs typeface="SutonnyMJ" pitchFamily="2" charset="0"/>
              </a:rPr>
              <a:t>feb</a:t>
            </a:r>
            <a:endParaRPr lang="en-US" sz="4400" b="1" dirty="0">
              <a:solidFill>
                <a:schemeClr val="accent1"/>
              </a:solidFill>
            </a:endParaRPr>
          </a:p>
        </p:txBody>
      </p:sp>
      <p:pic>
        <p:nvPicPr>
          <p:cNvPr id="5" name="Content Placeholder 4" descr="20161001_224250.jpg"/>
          <p:cNvPicPr>
            <a:picLocks noGrp="1" noChangeAspect="1"/>
          </p:cNvPicPr>
          <p:nvPr>
            <p:ph sz="half" idx="1"/>
          </p:nvPr>
        </p:nvPicPr>
        <p:blipFill>
          <a:blip r:embed="rId2" cstate="print"/>
          <a:stretch>
            <a:fillRect/>
          </a:stretch>
        </p:blipFill>
        <p:spPr>
          <a:xfrm>
            <a:off x="457200" y="2133600"/>
            <a:ext cx="4038600" cy="4114800"/>
          </a:xfrm>
        </p:spPr>
      </p:pic>
      <p:pic>
        <p:nvPicPr>
          <p:cNvPr id="6" name="Content Placeholder 5" descr="20161001_224110.jpg"/>
          <p:cNvPicPr>
            <a:picLocks noGrp="1" noChangeAspect="1"/>
          </p:cNvPicPr>
          <p:nvPr>
            <p:ph sz="half" idx="2"/>
          </p:nvPr>
        </p:nvPicPr>
        <p:blipFill>
          <a:blip r:embed="rId3" cstate="print"/>
          <a:stretch>
            <a:fillRect/>
          </a:stretch>
        </p:blipFill>
        <p:spPr>
          <a:xfrm>
            <a:off x="4648200" y="2133600"/>
            <a:ext cx="4038600" cy="4114800"/>
          </a:xfrm>
        </p:spPr>
      </p:pic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CD09B4-89DC-4CA0-BA02-A8F1A57E1154}" type="slidenum">
              <a:rPr lang="en-US" smtClean="0"/>
              <a:pPr/>
              <a:t>5</a:t>
            </a:fld>
            <a:endParaRPr lang="en-US"/>
          </a:p>
        </p:txBody>
      </p:sp>
    </p:spTree>
  </p:cSld>
  <p:clrMapOvr>
    <a:masterClrMapping/>
  </p:clrMapOvr>
  <p:transition>
    <p:newsflash/>
  </p:transition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381000" y="5334000"/>
            <a:ext cx="8229600" cy="1143000"/>
          </a:xfrm>
        </p:spPr>
        <p:txBody>
          <a:bodyPr/>
          <a:lstStyle/>
          <a:p>
            <a:pPr algn="ctr"/>
            <a:r>
              <a:rPr lang="en-US" dirty="0" smtClean="0">
                <a:latin typeface="SutonnyMJ" pitchFamily="2" charset="0"/>
                <a:cs typeface="SutonnyMJ" pitchFamily="2" charset="0"/>
              </a:rPr>
              <a:t>c~‡</a:t>
            </a:r>
            <a:r>
              <a:rPr lang="en-US" dirty="0" err="1" smtClean="0">
                <a:latin typeface="SutonnyMJ" pitchFamily="2" charset="0"/>
                <a:cs typeface="SutonnyMJ" pitchFamily="2" charset="0"/>
              </a:rPr>
              <a:t>e©i</a:t>
            </a:r>
            <a:r>
              <a:rPr lang="en-US" dirty="0" smtClean="0">
                <a:latin typeface="SutonnyMJ" pitchFamily="2" charset="0"/>
                <a:cs typeface="SutonnyMJ" pitchFamily="2" charset="0"/>
              </a:rPr>
              <a:t> </a:t>
            </a:r>
            <a:r>
              <a:rPr lang="en-US" dirty="0" err="1" smtClean="0">
                <a:latin typeface="SutonnyMJ" pitchFamily="2" charset="0"/>
                <a:cs typeface="SutonnyMJ" pitchFamily="2" charset="0"/>
              </a:rPr>
              <a:t>Ae¯’v</a:t>
            </a:r>
            <a:r>
              <a:rPr lang="en-US" dirty="0" smtClean="0">
                <a:latin typeface="SutonnyMJ" pitchFamily="2" charset="0"/>
                <a:cs typeface="SutonnyMJ" pitchFamily="2" charset="0"/>
              </a:rPr>
              <a:t>                      </a:t>
            </a:r>
            <a:r>
              <a:rPr lang="en-US" dirty="0" err="1" smtClean="0">
                <a:latin typeface="SutonnyMJ" pitchFamily="2" charset="0"/>
                <a:cs typeface="SutonnyMJ" pitchFamily="2" charset="0"/>
              </a:rPr>
              <a:t>eZ©gvb</a:t>
            </a:r>
            <a:r>
              <a:rPr lang="en-US" dirty="0" smtClean="0">
                <a:latin typeface="SutonnyMJ" pitchFamily="2" charset="0"/>
                <a:cs typeface="SutonnyMJ" pitchFamily="2" charset="0"/>
              </a:rPr>
              <a:t> </a:t>
            </a:r>
            <a:r>
              <a:rPr lang="en-US" dirty="0" err="1" smtClean="0">
                <a:latin typeface="SutonnyMJ" pitchFamily="2" charset="0"/>
                <a:cs typeface="SutonnyMJ" pitchFamily="2" charset="0"/>
              </a:rPr>
              <a:t>Ae¯’v</a:t>
            </a:r>
            <a:r>
              <a:rPr lang="en-US" dirty="0" smtClean="0">
                <a:latin typeface="SutonnyMJ" pitchFamily="2" charset="0"/>
                <a:cs typeface="SutonnyMJ" pitchFamily="2" charset="0"/>
              </a:rPr>
              <a:t> </a:t>
            </a:r>
            <a:endParaRPr lang="en-US" dirty="0">
              <a:latin typeface="SutonnyMJ" pitchFamily="2" charset="0"/>
              <a:cs typeface="SutonnyMJ" pitchFamily="2" charset="0"/>
            </a:endParaRPr>
          </a:p>
        </p:txBody>
      </p:sp>
      <p:pic>
        <p:nvPicPr>
          <p:cNvPr id="10" name="Content Placeholder 9" descr="IMG_20151207_105537.jpg"/>
          <p:cNvPicPr>
            <a:picLocks noGrp="1" noChangeAspect="1"/>
          </p:cNvPicPr>
          <p:nvPr>
            <p:ph sz="half" idx="1"/>
          </p:nvPr>
        </p:nvPicPr>
        <p:blipFill>
          <a:blip r:embed="rId2" cstate="print"/>
          <a:stretch>
            <a:fillRect/>
          </a:stretch>
        </p:blipFill>
        <p:spPr>
          <a:xfrm>
            <a:off x="0" y="1371600"/>
            <a:ext cx="4724400" cy="3886200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CD09B4-89DC-4CA0-BA02-A8F1A57E1154}" type="slidenum">
              <a:rPr lang="en-US" smtClean="0"/>
              <a:pPr/>
              <a:t>6</a:t>
            </a:fld>
            <a:endParaRPr lang="en-US"/>
          </a:p>
        </p:txBody>
      </p:sp>
      <p:sp>
        <p:nvSpPr>
          <p:cNvPr id="7" name="Title 3"/>
          <p:cNvSpPr txBox="1">
            <a:spLocks/>
          </p:cNvSpPr>
          <p:nvPr/>
        </p:nvSpPr>
        <p:spPr>
          <a:xfrm>
            <a:off x="457200" y="76200"/>
            <a:ext cx="8229600" cy="1399032"/>
          </a:xfrm>
          <a:prstGeom prst="rect">
            <a:avLst/>
          </a:prstGeom>
        </p:spPr>
        <p:txBody>
          <a:bodyPr vert="horz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200" b="0" i="0" u="none" strike="noStrike" kern="1200" cap="none" spc="0" normalizeH="0" baseline="0" noProof="0" dirty="0" err="1" smtClean="0">
                <a:ln w="6350">
                  <a:solidFill>
                    <a:schemeClr val="accent1">
                      <a:shade val="43000"/>
                    </a:schemeClr>
                  </a:solidFill>
                </a:ln>
                <a:solidFill>
                  <a:schemeClr val="accent1">
                    <a:tint val="83000"/>
                    <a:satMod val="150000"/>
                  </a:schemeClr>
                </a:solidFill>
                <a:effectLst>
                  <a:outerShdw blurRad="26000" dist="26000" dir="14500000" algn="tl" rotWithShape="0">
                    <a:srgbClr val="000000">
                      <a:alpha val="40000"/>
                    </a:srgbClr>
                  </a:outerShdw>
                </a:effectLst>
                <a:uLnTx/>
                <a:uFillTx/>
                <a:latin typeface="Kalpurush" pitchFamily="2" charset="0"/>
                <a:ea typeface="+mj-ea"/>
                <a:cs typeface="Kalpurush" pitchFamily="2" charset="0"/>
              </a:rPr>
              <a:t>হাসপাতালের</a:t>
            </a:r>
            <a:r>
              <a:rPr kumimoji="0" lang="en-US" sz="4200" b="0" i="0" u="none" strike="noStrike" kern="1200" cap="none" spc="0" normalizeH="0" noProof="0" dirty="0" smtClean="0">
                <a:ln w="6350">
                  <a:solidFill>
                    <a:schemeClr val="accent1">
                      <a:shade val="43000"/>
                    </a:schemeClr>
                  </a:solidFill>
                </a:ln>
                <a:solidFill>
                  <a:schemeClr val="accent1">
                    <a:tint val="83000"/>
                    <a:satMod val="150000"/>
                  </a:schemeClr>
                </a:solidFill>
                <a:effectLst>
                  <a:outerShdw blurRad="26000" dist="26000" dir="14500000" algn="tl" rotWithShape="0">
                    <a:srgbClr val="000000">
                      <a:alpha val="40000"/>
                    </a:srgbClr>
                  </a:outerShdw>
                </a:effectLst>
                <a:uLnTx/>
                <a:uFillTx/>
                <a:latin typeface="Kalpurush" pitchFamily="2" charset="0"/>
                <a:ea typeface="+mj-ea"/>
                <a:cs typeface="Kalpurush" pitchFamily="2" charset="0"/>
              </a:rPr>
              <a:t> </a:t>
            </a:r>
            <a:r>
              <a:rPr kumimoji="0" lang="en-US" sz="4200" b="0" i="0" u="none" strike="noStrike" kern="1200" cap="none" spc="0" normalizeH="0" noProof="0" dirty="0" err="1" smtClean="0">
                <a:ln w="6350">
                  <a:solidFill>
                    <a:schemeClr val="accent1">
                      <a:shade val="43000"/>
                    </a:schemeClr>
                  </a:solidFill>
                </a:ln>
                <a:solidFill>
                  <a:schemeClr val="accent1">
                    <a:tint val="83000"/>
                    <a:satMod val="150000"/>
                  </a:schemeClr>
                </a:solidFill>
                <a:effectLst>
                  <a:outerShdw blurRad="26000" dist="26000" dir="14500000" algn="tl" rotWithShape="0">
                    <a:srgbClr val="000000">
                      <a:alpha val="40000"/>
                    </a:srgbClr>
                  </a:outerShdw>
                </a:effectLst>
                <a:uLnTx/>
                <a:uFillTx/>
                <a:latin typeface="Kalpurush" pitchFamily="2" charset="0"/>
                <a:ea typeface="+mj-ea"/>
                <a:cs typeface="Kalpurush" pitchFamily="2" charset="0"/>
              </a:rPr>
              <a:t>অভ্যন্তর</a:t>
            </a:r>
            <a:r>
              <a:rPr kumimoji="0" lang="en-US" sz="4200" b="0" i="0" u="none" strike="noStrike" kern="1200" cap="none" spc="0" normalizeH="0" noProof="0" dirty="0" smtClean="0">
                <a:ln w="6350">
                  <a:solidFill>
                    <a:schemeClr val="accent1">
                      <a:shade val="43000"/>
                    </a:schemeClr>
                  </a:solidFill>
                </a:ln>
                <a:solidFill>
                  <a:schemeClr val="accent1">
                    <a:tint val="83000"/>
                    <a:satMod val="150000"/>
                  </a:schemeClr>
                </a:solidFill>
                <a:effectLst>
                  <a:outerShdw blurRad="26000" dist="26000" dir="14500000" algn="tl" rotWithShape="0">
                    <a:srgbClr val="000000">
                      <a:alpha val="40000"/>
                    </a:srgbClr>
                  </a:outerShdw>
                </a:effectLst>
                <a:uLnTx/>
                <a:uFillTx/>
                <a:latin typeface="Kalpurush" pitchFamily="2" charset="0"/>
                <a:ea typeface="+mj-ea"/>
                <a:cs typeface="Kalpurush" pitchFamily="2" charset="0"/>
              </a:rPr>
              <a:t> </a:t>
            </a:r>
            <a:endParaRPr kumimoji="0" lang="en-US" sz="4200" b="0" i="0" u="none" strike="noStrike" kern="1200" cap="none" spc="0" normalizeH="0" baseline="0" noProof="0" dirty="0">
              <a:ln w="6350">
                <a:solidFill>
                  <a:schemeClr val="accent1">
                    <a:shade val="43000"/>
                  </a:schemeClr>
                </a:solidFill>
              </a:ln>
              <a:solidFill>
                <a:schemeClr val="accent1">
                  <a:tint val="83000"/>
                  <a:satMod val="150000"/>
                </a:schemeClr>
              </a:solidFill>
              <a:effectLst>
                <a:outerShdw blurRad="26000" dist="26000" dir="14500000" algn="tl" rotWithShape="0">
                  <a:srgbClr val="000000">
                    <a:alpha val="40000"/>
                  </a:srgbClr>
                </a:outerShdw>
              </a:effectLst>
              <a:uLnTx/>
              <a:uFillTx/>
              <a:latin typeface="Kalpurush" pitchFamily="2" charset="0"/>
              <a:ea typeface="+mj-ea"/>
              <a:cs typeface="Kalpurush" pitchFamily="2" charset="0"/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 cstate="print"/>
          <a:srcRect l="9434" b="9732"/>
          <a:stretch>
            <a:fillRect/>
          </a:stretch>
        </p:blipFill>
        <p:spPr bwMode="auto">
          <a:xfrm>
            <a:off x="5029200" y="1343025"/>
            <a:ext cx="3962400" cy="3838575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</p:cSld>
  <p:clrMapOvr>
    <a:masterClrMapping/>
  </p:clrMapOvr>
  <p:transition>
    <p:wheel spokes="3"/>
  </p:transition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>
                <a:latin typeface="SutonnyMJ" pitchFamily="2" charset="0"/>
                <a:cs typeface="SutonnyMJ" pitchFamily="2" charset="0"/>
              </a:rPr>
              <a:t>   c~‡</a:t>
            </a:r>
            <a:r>
              <a:rPr lang="en-US" dirty="0" err="1" smtClean="0">
                <a:latin typeface="SutonnyMJ" pitchFamily="2" charset="0"/>
                <a:cs typeface="SutonnyMJ" pitchFamily="2" charset="0"/>
              </a:rPr>
              <a:t>e©i</a:t>
            </a:r>
            <a:r>
              <a:rPr lang="en-US" dirty="0" smtClean="0">
                <a:latin typeface="SutonnyMJ" pitchFamily="2" charset="0"/>
                <a:cs typeface="SutonnyMJ" pitchFamily="2" charset="0"/>
              </a:rPr>
              <a:t> </a:t>
            </a:r>
            <a:r>
              <a:rPr lang="en-US" dirty="0" err="1" smtClean="0">
                <a:latin typeface="SutonnyMJ" pitchFamily="2" charset="0"/>
                <a:cs typeface="SutonnyMJ" pitchFamily="2" charset="0"/>
              </a:rPr>
              <a:t>Ae¯’v</a:t>
            </a:r>
            <a:r>
              <a:rPr lang="en-US" dirty="0" smtClean="0">
                <a:latin typeface="SutonnyMJ" pitchFamily="2" charset="0"/>
                <a:cs typeface="SutonnyMJ" pitchFamily="2" charset="0"/>
              </a:rPr>
              <a:t>                      </a:t>
            </a:r>
            <a:r>
              <a:rPr lang="en-US" dirty="0" err="1" smtClean="0">
                <a:latin typeface="SutonnyMJ" pitchFamily="2" charset="0"/>
                <a:cs typeface="SutonnyMJ" pitchFamily="2" charset="0"/>
              </a:rPr>
              <a:t>eZ©gvb</a:t>
            </a:r>
            <a:r>
              <a:rPr lang="en-US" dirty="0" smtClean="0">
                <a:latin typeface="SutonnyMJ" pitchFamily="2" charset="0"/>
                <a:cs typeface="SutonnyMJ" pitchFamily="2" charset="0"/>
              </a:rPr>
              <a:t> </a:t>
            </a:r>
            <a:r>
              <a:rPr lang="en-US" dirty="0" err="1" smtClean="0">
                <a:latin typeface="SutonnyMJ" pitchFamily="2" charset="0"/>
                <a:cs typeface="SutonnyMJ" pitchFamily="2" charset="0"/>
              </a:rPr>
              <a:t>Ae¯’v</a:t>
            </a:r>
            <a:r>
              <a:rPr lang="en-US" dirty="0" smtClean="0">
                <a:latin typeface="SutonnyMJ" pitchFamily="2" charset="0"/>
                <a:cs typeface="SutonnyMJ" pitchFamily="2" charset="0"/>
              </a:rPr>
              <a:t> </a:t>
            </a:r>
            <a:endParaRPr lang="en-US" dirty="0"/>
          </a:p>
        </p:txBody>
      </p:sp>
      <p:pic>
        <p:nvPicPr>
          <p:cNvPr id="2050" name="Picture 2"/>
          <p:cNvPicPr>
            <a:picLocks noGrp="1" noChangeAspect="1" noChangeArrowheads="1"/>
          </p:cNvPicPr>
          <p:nvPr>
            <p:ph sz="half"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81000" y="1600200"/>
            <a:ext cx="4191000" cy="3657600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9" name="Picture 2" descr="D:\Picture 1\Jubaeir vai\20170225_103806.jpg"/>
          <p:cNvPicPr>
            <a:picLocks noGrp="1" noChangeAspect="1" noChangeArrowheads="1"/>
          </p:cNvPicPr>
          <p:nvPr>
            <p:ph sz="half" idx="2"/>
          </p:nvPr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648200" y="1600200"/>
            <a:ext cx="4038600" cy="3657600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glow rad="228600">
              <a:schemeClr val="accent5">
                <a:satMod val="175000"/>
                <a:alpha val="40000"/>
              </a:schemeClr>
            </a:glow>
            <a:reflection blurRad="12700" stA="38000" endPos="28000" dist="5000" dir="5400000" sy="-100000" algn="bl" rotWithShape="0"/>
          </a:effectLst>
        </p:spPr>
      </p:pic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CD09B4-89DC-4CA0-BA02-A8F1A57E1154}" type="slidenum">
              <a:rPr lang="en-US" smtClean="0"/>
              <a:pPr/>
              <a:t>7</a:t>
            </a:fld>
            <a:endParaRPr lang="en-US"/>
          </a:p>
        </p:txBody>
      </p:sp>
      <p:sp>
        <p:nvSpPr>
          <p:cNvPr id="7" name="Title 3"/>
          <p:cNvSpPr txBox="1">
            <a:spLocks/>
          </p:cNvSpPr>
          <p:nvPr/>
        </p:nvSpPr>
        <p:spPr>
          <a:xfrm>
            <a:off x="533400" y="5334000"/>
            <a:ext cx="8229600" cy="838200"/>
          </a:xfrm>
          <a:prstGeom prst="rect">
            <a:avLst/>
          </a:prstGeom>
        </p:spPr>
        <p:txBody>
          <a:bodyPr vert="horz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bn-BD" sz="4200" b="1" i="0" u="none" strike="noStrike" kern="1200" cap="none" spc="0" normalizeH="0" baseline="0" noProof="0" dirty="0" smtClean="0">
                <a:ln w="6350">
                  <a:solidFill>
                    <a:schemeClr val="accent1">
                      <a:shade val="43000"/>
                    </a:schemeClr>
                  </a:solidFill>
                </a:ln>
                <a:solidFill>
                  <a:schemeClr val="accent1">
                    <a:tint val="83000"/>
                    <a:satMod val="150000"/>
                  </a:schemeClr>
                </a:solidFill>
                <a:effectLst>
                  <a:outerShdw blurRad="26000" dist="26000" dir="14500000" algn="tl" rotWithShape="0">
                    <a:srgbClr val="000000">
                      <a:alpha val="40000"/>
                    </a:srgbClr>
                  </a:outerShdw>
                </a:effectLst>
                <a:uLnTx/>
                <a:uFillTx/>
                <a:latin typeface="Kalpurush" pitchFamily="2" charset="0"/>
                <a:ea typeface="+mj-ea"/>
                <a:cs typeface="Kalpurush" pitchFamily="2" charset="0"/>
              </a:rPr>
              <a:t>ষ্টোর</a:t>
            </a:r>
            <a:endParaRPr kumimoji="0" lang="en-US" sz="4200" b="1" i="0" u="none" strike="noStrike" kern="1200" cap="none" spc="0" normalizeH="0" baseline="0" noProof="0" dirty="0">
              <a:ln w="6350">
                <a:solidFill>
                  <a:schemeClr val="accent1">
                    <a:shade val="43000"/>
                  </a:schemeClr>
                </a:solidFill>
              </a:ln>
              <a:solidFill>
                <a:schemeClr val="accent1">
                  <a:tint val="83000"/>
                  <a:satMod val="150000"/>
                </a:schemeClr>
              </a:solidFill>
              <a:effectLst>
                <a:outerShdw blurRad="26000" dist="26000" dir="14500000" algn="tl" rotWithShape="0">
                  <a:srgbClr val="000000">
                    <a:alpha val="40000"/>
                  </a:srgbClr>
                </a:outerShdw>
              </a:effectLst>
              <a:uLnTx/>
              <a:uFillTx/>
              <a:latin typeface="Kalpurush" pitchFamily="2" charset="0"/>
              <a:ea typeface="+mj-ea"/>
              <a:cs typeface="Kalpurush" pitchFamily="2" charset="0"/>
            </a:endParaRPr>
          </a:p>
        </p:txBody>
      </p:sp>
    </p:spTree>
  </p:cSld>
  <p:clrMapOvr>
    <a:masterClrMapping/>
  </p:clrMapOvr>
  <p:transition>
    <p:split orient="vert"/>
  </p:transition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457200" y="-152400"/>
            <a:ext cx="8229600" cy="1399032"/>
          </a:xfrm>
        </p:spPr>
        <p:txBody>
          <a:bodyPr>
            <a:normAutofit/>
          </a:bodyPr>
          <a:lstStyle/>
          <a:p>
            <a:pPr algn="ctr"/>
            <a:r>
              <a:rPr lang="bn-BD" sz="4800" b="1" dirty="0" smtClean="0">
                <a:latin typeface="Kalpurush" pitchFamily="2" charset="0"/>
                <a:cs typeface="Kalpurush" pitchFamily="2" charset="0"/>
              </a:rPr>
              <a:t>নতুন সংযোজন</a:t>
            </a:r>
            <a:endParaRPr lang="en-US" sz="4800" b="1" dirty="0">
              <a:latin typeface="Kalpurush" pitchFamily="2" charset="0"/>
              <a:cs typeface="Kalpurush" pitchFamily="2" charset="0"/>
            </a:endParaRPr>
          </a:p>
        </p:txBody>
      </p:sp>
      <p:pic>
        <p:nvPicPr>
          <p:cNvPr id="5" name="Content Placeholder 4" descr="IMG_20170115_102937.jpg"/>
          <p:cNvPicPr>
            <a:picLocks noGrp="1" noChangeAspect="1"/>
          </p:cNvPicPr>
          <p:nvPr>
            <p:ph sz="half" idx="1"/>
          </p:nvPr>
        </p:nvPicPr>
        <p:blipFill>
          <a:blip r:embed="rId2" cstate="print"/>
          <a:stretch>
            <a:fillRect/>
          </a:stretch>
        </p:blipFill>
        <p:spPr>
          <a:xfrm>
            <a:off x="457200" y="990600"/>
            <a:ext cx="8458200" cy="4876800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CD09B4-89DC-4CA0-BA02-A8F1A57E1154}" type="slidenum">
              <a:rPr lang="en-US" smtClean="0"/>
              <a:pPr/>
              <a:t>8</a:t>
            </a:fld>
            <a:endParaRPr lang="en-US"/>
          </a:p>
        </p:txBody>
      </p:sp>
      <p:sp>
        <p:nvSpPr>
          <p:cNvPr id="6" name="Title 3"/>
          <p:cNvSpPr txBox="1">
            <a:spLocks/>
          </p:cNvSpPr>
          <p:nvPr/>
        </p:nvSpPr>
        <p:spPr>
          <a:xfrm>
            <a:off x="533400" y="5867400"/>
            <a:ext cx="8229600" cy="1143000"/>
          </a:xfrm>
          <a:prstGeom prst="rect">
            <a:avLst/>
          </a:prstGeom>
        </p:spPr>
        <p:txBody>
          <a:bodyPr vert="horz" anchor="ctr">
            <a:normAutofit/>
          </a:bodyPr>
          <a:lstStyle/>
          <a:p>
            <a:pPr lvl="0" algn="ctr">
              <a:spcBef>
                <a:spcPct val="0"/>
              </a:spcBef>
            </a:pPr>
            <a:r>
              <a:rPr kumimoji="0" lang="bn-BD" sz="4200" b="1" i="0" u="none" strike="noStrike" kern="1200" cap="none" spc="0" normalizeH="0" baseline="0" noProof="0" dirty="0" smtClean="0">
                <a:ln w="6350">
                  <a:solidFill>
                    <a:schemeClr val="accent1">
                      <a:shade val="43000"/>
                    </a:schemeClr>
                  </a:solidFill>
                </a:ln>
                <a:solidFill>
                  <a:schemeClr val="accent1">
                    <a:tint val="83000"/>
                    <a:satMod val="150000"/>
                  </a:schemeClr>
                </a:solidFill>
                <a:effectLst>
                  <a:outerShdw blurRad="26000" dist="26000" dir="14500000" algn="tl" rotWithShape="0">
                    <a:srgbClr val="000000">
                      <a:alpha val="40000"/>
                    </a:srgbClr>
                  </a:outerShdw>
                </a:effectLst>
                <a:uLnTx/>
                <a:uFillTx/>
                <a:latin typeface="Kalpurush" pitchFamily="2" charset="0"/>
                <a:ea typeface="+mj-ea"/>
                <a:cs typeface="Kalpurush" pitchFamily="2" charset="0"/>
              </a:rPr>
              <a:t>জেনারেটর</a:t>
            </a:r>
            <a:endParaRPr kumimoji="0" lang="en-US" sz="4200" b="1" i="0" u="none" strike="noStrike" kern="1200" cap="none" spc="0" normalizeH="0" baseline="0" noProof="0" dirty="0">
              <a:ln w="6350">
                <a:solidFill>
                  <a:schemeClr val="accent1">
                    <a:shade val="43000"/>
                  </a:schemeClr>
                </a:solidFill>
              </a:ln>
              <a:solidFill>
                <a:schemeClr val="accent1">
                  <a:tint val="83000"/>
                  <a:satMod val="150000"/>
                </a:schemeClr>
              </a:solidFill>
              <a:effectLst>
                <a:outerShdw blurRad="26000" dist="26000" dir="14500000" algn="tl" rotWithShape="0">
                  <a:srgbClr val="000000">
                    <a:alpha val="40000"/>
                  </a:srgbClr>
                </a:outerShdw>
              </a:effectLst>
              <a:uLnTx/>
              <a:uFillTx/>
              <a:latin typeface="Kalpurush" pitchFamily="2" charset="0"/>
              <a:ea typeface="+mj-ea"/>
              <a:cs typeface="Kalpurush" pitchFamily="2" charset="0"/>
            </a:endParaRPr>
          </a:p>
        </p:txBody>
      </p:sp>
    </p:spTree>
  </p:cSld>
  <p:clrMapOvr>
    <a:masterClrMapping/>
  </p:clrMapOvr>
  <p:transition>
    <p:checker dir="vert"/>
  </p:transition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b="1" dirty="0" err="1" smtClean="0">
                <a:solidFill>
                  <a:srgbClr val="92D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lpurush" pitchFamily="2" charset="0"/>
                <a:cs typeface="Kalpurush" pitchFamily="2" charset="0"/>
              </a:rPr>
              <a:t>আউটডোরে</a:t>
            </a:r>
            <a:r>
              <a:rPr lang="en-US" b="1" dirty="0" smtClean="0">
                <a:solidFill>
                  <a:srgbClr val="92D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lpurush" pitchFamily="2" charset="0"/>
                <a:cs typeface="Kalpurush" pitchFamily="2" charset="0"/>
              </a:rPr>
              <a:t> </a:t>
            </a:r>
            <a:r>
              <a:rPr lang="en-US" b="1" dirty="0" err="1" smtClean="0">
                <a:solidFill>
                  <a:srgbClr val="92D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lpurush" pitchFamily="2" charset="0"/>
                <a:cs typeface="Kalpurush" pitchFamily="2" charset="0"/>
              </a:rPr>
              <a:t>ডিজিটাল</a:t>
            </a:r>
            <a:r>
              <a:rPr lang="en-US" b="1" dirty="0" smtClean="0">
                <a:solidFill>
                  <a:srgbClr val="92D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lpurush" pitchFamily="2" charset="0"/>
                <a:cs typeface="Kalpurush" pitchFamily="2" charset="0"/>
              </a:rPr>
              <a:t> </a:t>
            </a:r>
            <a:r>
              <a:rPr lang="en-US" b="1" dirty="0" err="1" smtClean="0">
                <a:solidFill>
                  <a:srgbClr val="92D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lpurush" pitchFamily="2" charset="0"/>
                <a:cs typeface="Kalpurush" pitchFamily="2" charset="0"/>
              </a:rPr>
              <a:t>স্বাস্থ্য</a:t>
            </a:r>
            <a:r>
              <a:rPr lang="en-US" b="1" dirty="0" smtClean="0">
                <a:solidFill>
                  <a:srgbClr val="92D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lpurush" pitchFamily="2" charset="0"/>
                <a:cs typeface="Kalpurush" pitchFamily="2" charset="0"/>
              </a:rPr>
              <a:t> </a:t>
            </a:r>
            <a:r>
              <a:rPr lang="en-US" b="1" dirty="0" err="1" smtClean="0">
                <a:solidFill>
                  <a:srgbClr val="92D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lpurush" pitchFamily="2" charset="0"/>
                <a:cs typeface="Kalpurush" pitchFamily="2" charset="0"/>
              </a:rPr>
              <a:t>শিক্ষা</a:t>
            </a:r>
            <a:r>
              <a:rPr lang="en-US" b="1" dirty="0" smtClean="0">
                <a:solidFill>
                  <a:srgbClr val="92D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lpurush" pitchFamily="2" charset="0"/>
                <a:cs typeface="Kalpurush" pitchFamily="2" charset="0"/>
              </a:rPr>
              <a:t> </a:t>
            </a:r>
            <a:r>
              <a:rPr lang="en-US" b="1" dirty="0" err="1" smtClean="0">
                <a:latin typeface="Kalpurush" pitchFamily="2" charset="0"/>
                <a:cs typeface="Kalpurush" pitchFamily="2" charset="0"/>
              </a:rPr>
              <a:t>কর্নার</a:t>
            </a:r>
            <a:endParaRPr lang="en-US" b="1" dirty="0">
              <a:solidFill>
                <a:srgbClr val="92D05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4098" name="Picture 2" descr="G:\DCIM\101MSDCF\DSC01543.JPG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 l="42002" t="10037" r="31479" b="58418"/>
          <a:stretch>
            <a:fillRect/>
          </a:stretch>
        </p:blipFill>
        <p:spPr bwMode="auto">
          <a:xfrm>
            <a:off x="5000860" y="1905000"/>
            <a:ext cx="3914540" cy="4267200"/>
          </a:xfrm>
          <a:prstGeom prst="rect">
            <a:avLst/>
          </a:prstGeom>
          <a:noFill/>
          <a:effectLst>
            <a:glow rad="228600">
              <a:schemeClr val="accent5">
                <a:satMod val="175000"/>
                <a:alpha val="40000"/>
              </a:schemeClr>
            </a:glow>
          </a:effectLst>
        </p:spPr>
      </p:pic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CD09B4-89DC-4CA0-BA02-A8F1A57E1154}" type="slidenum">
              <a:rPr lang="en-US" smtClean="0"/>
              <a:pPr/>
              <a:t>9</a:t>
            </a:fld>
            <a:endParaRPr lang="en-US"/>
          </a:p>
        </p:txBody>
      </p:sp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52400" y="1905000"/>
            <a:ext cx="4648200" cy="419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ransition>
    <p:wedge/>
  </p:transition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en-US" sz="4800" b="1" dirty="0" err="1" smtClean="0">
                <a:latin typeface="SutonnyMJ" pitchFamily="2" charset="0"/>
                <a:cs typeface="SutonnyMJ" pitchFamily="2" charset="0"/>
              </a:rPr>
              <a:t>ewnt</a:t>
            </a:r>
            <a:r>
              <a:rPr lang="en-US" sz="4800" b="1" dirty="0" smtClean="0">
                <a:latin typeface="SutonnyMJ" pitchFamily="2" charset="0"/>
                <a:cs typeface="SutonnyMJ" pitchFamily="2" charset="0"/>
              </a:rPr>
              <a:t> I </a:t>
            </a:r>
            <a:r>
              <a:rPr lang="en-US" sz="4800" b="1" dirty="0" err="1" smtClean="0">
                <a:latin typeface="SutonnyMJ" pitchFamily="2" charset="0"/>
                <a:cs typeface="SutonnyMJ" pitchFamily="2" charset="0"/>
              </a:rPr>
              <a:t>Riæix</a:t>
            </a:r>
            <a:r>
              <a:rPr lang="en-US" sz="4800" b="1" dirty="0" smtClean="0">
                <a:latin typeface="SutonnyMJ" pitchFamily="2" charset="0"/>
                <a:cs typeface="SutonnyMJ" pitchFamily="2" charset="0"/>
              </a:rPr>
              <a:t>  </a:t>
            </a:r>
            <a:r>
              <a:rPr lang="en-US" sz="4800" b="1" dirty="0" err="1" smtClean="0">
                <a:latin typeface="SutonnyMJ" pitchFamily="2" charset="0"/>
                <a:cs typeface="SutonnyMJ" pitchFamily="2" charset="0"/>
              </a:rPr>
              <a:t>wefv‡M</a:t>
            </a:r>
            <a:r>
              <a:rPr lang="en-US" sz="4800" b="1" dirty="0" smtClean="0">
                <a:latin typeface="SutonnyMJ" pitchFamily="2" charset="0"/>
                <a:cs typeface="SutonnyMJ" pitchFamily="2" charset="0"/>
              </a:rPr>
              <a:t>  </a:t>
            </a:r>
            <a:r>
              <a:rPr lang="en-US" sz="4800" b="1" dirty="0" err="1" smtClean="0">
                <a:latin typeface="SutonnyMJ" pitchFamily="2" charset="0"/>
                <a:cs typeface="SutonnyMJ" pitchFamily="2" charset="0"/>
              </a:rPr>
              <a:t>wmwiqvj</a:t>
            </a:r>
            <a:r>
              <a:rPr lang="bn-BD" sz="4800" b="1" dirty="0" smtClean="0">
                <a:latin typeface="SutonnyMJ" pitchFamily="2" charset="0"/>
                <a:cs typeface="SutonnyMJ" pitchFamily="2" charset="0"/>
              </a:rPr>
              <a:t> </a:t>
            </a:r>
            <a:r>
              <a:rPr lang="en-US" sz="4800" b="1" dirty="0" smtClean="0">
                <a:latin typeface="SutonnyMJ" pitchFamily="2" charset="0"/>
                <a:cs typeface="SutonnyMJ" pitchFamily="2" charset="0"/>
              </a:rPr>
              <a:t>hy³ </a:t>
            </a:r>
            <a:r>
              <a:rPr lang="en-US" sz="4800" b="1" dirty="0" err="1" smtClean="0">
                <a:latin typeface="SutonnyMJ" pitchFamily="2" charset="0"/>
                <a:cs typeface="SutonnyMJ" pitchFamily="2" charset="0"/>
              </a:rPr>
              <a:t>wUwKU</a:t>
            </a:r>
            <a:r>
              <a:rPr lang="en-US" sz="4800" b="1" dirty="0" smtClean="0">
                <a:latin typeface="SutonnyMJ" pitchFamily="2" charset="0"/>
                <a:cs typeface="SutonnyMJ" pitchFamily="2" charset="0"/>
              </a:rPr>
              <a:t> </a:t>
            </a:r>
            <a:r>
              <a:rPr lang="en-US" sz="4800" b="1" dirty="0" err="1" smtClean="0">
                <a:latin typeface="SutonnyMJ" pitchFamily="2" charset="0"/>
                <a:cs typeface="SutonnyMJ" pitchFamily="2" charset="0"/>
              </a:rPr>
              <a:t>Pvjy</a:t>
            </a:r>
            <a:r>
              <a:rPr lang="en-US" sz="4800" b="1" dirty="0" smtClean="0">
                <a:latin typeface="SutonnyMJ" pitchFamily="2" charset="0"/>
                <a:cs typeface="SutonnyMJ" pitchFamily="2" charset="0"/>
              </a:rPr>
              <a:t> </a:t>
            </a:r>
            <a:r>
              <a:rPr lang="en-US" sz="4800" b="1" dirty="0" err="1" smtClean="0">
                <a:latin typeface="SutonnyMJ" pitchFamily="2" charset="0"/>
                <a:cs typeface="SutonnyMJ" pitchFamily="2" charset="0"/>
              </a:rPr>
              <a:t>Kiv</a:t>
            </a:r>
            <a:r>
              <a:rPr lang="en-US" sz="4800" b="1" dirty="0" smtClean="0">
                <a:latin typeface="SutonnyMJ" pitchFamily="2" charset="0"/>
                <a:cs typeface="SutonnyMJ" pitchFamily="2" charset="0"/>
              </a:rPr>
              <a:t> </a:t>
            </a:r>
            <a:r>
              <a:rPr lang="en-US" sz="4800" b="1" dirty="0" err="1" smtClean="0">
                <a:latin typeface="SutonnyMJ" pitchFamily="2" charset="0"/>
                <a:cs typeface="SutonnyMJ" pitchFamily="2" charset="0"/>
              </a:rPr>
              <a:t>n‡q‡Q</a:t>
            </a:r>
            <a:endParaRPr lang="en-US" dirty="0"/>
          </a:p>
        </p:txBody>
      </p:sp>
      <p:pic>
        <p:nvPicPr>
          <p:cNvPr id="4098" name="Picture 2" descr="H:\Pic-7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57200" y="2057400"/>
            <a:ext cx="8229600" cy="4419600"/>
          </a:xfrm>
          <a:prstGeom prst="rect">
            <a:avLst/>
          </a:prstGeom>
          <a:ln w="889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CD09B4-89DC-4CA0-BA02-A8F1A57E1154}" type="slidenum">
              <a:rPr lang="en-US" smtClean="0"/>
              <a:pPr/>
              <a:t>10</a:t>
            </a:fld>
            <a:endParaRPr lang="en-US"/>
          </a:p>
        </p:txBody>
      </p:sp>
    </p:spTree>
  </p:cSld>
  <p:clrMapOvr>
    <a:masterClrMapping/>
  </p:clrMapOvr>
  <p:transition>
    <p:newsflash/>
  </p:transition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40544" y="304801"/>
            <a:ext cx="8062912" cy="914400"/>
          </a:xfrm>
        </p:spPr>
        <p:txBody>
          <a:bodyPr>
            <a:normAutofit/>
          </a:bodyPr>
          <a:lstStyle/>
          <a:p>
            <a:pPr algn="ctr"/>
            <a:r>
              <a:rPr lang="en-US" b="1" dirty="0" err="1" smtClean="0"/>
              <a:t>ইন্টারকম</a:t>
            </a:r>
            <a:r>
              <a:rPr lang="en-US" b="1" dirty="0" smtClean="0"/>
              <a:t> </a:t>
            </a:r>
            <a:r>
              <a:rPr lang="en-US" b="1" dirty="0" err="1" smtClean="0"/>
              <a:t>উদ্ধোধন</a:t>
            </a:r>
            <a:endParaRPr lang="en-US" b="1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33400" y="1676400"/>
            <a:ext cx="8062912" cy="4191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CD09B4-89DC-4CA0-BA02-A8F1A57E1154}" type="slidenum">
              <a:rPr lang="en-US" smtClean="0"/>
              <a:pPr/>
              <a:t>11</a:t>
            </a:fld>
            <a:endParaRPr lang="en-US"/>
          </a:p>
        </p:txBody>
      </p:sp>
      <p:pic>
        <p:nvPicPr>
          <p:cNvPr id="1026" name="Picture 2" descr="C:\Users\User\Desktop\ডাঃ শাহাবউদ্দিন\FB_IMG_1547379512308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57200" y="1600200"/>
            <a:ext cx="8458200" cy="49530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CD09B4-89DC-4CA0-BA02-A8F1A57E1154}" type="slidenum">
              <a:rPr lang="en-US" smtClean="0"/>
              <a:pPr/>
              <a:t>12</a:t>
            </a:fld>
            <a:endParaRPr lang="en-US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-8965" y="0"/>
            <a:ext cx="9152965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6" name="Rectangle 5"/>
          <p:cNvSpPr/>
          <p:nvPr/>
        </p:nvSpPr>
        <p:spPr>
          <a:xfrm>
            <a:off x="457200" y="1524000"/>
            <a:ext cx="7620000" cy="315471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pPr algn="ctr"/>
            <a:r>
              <a:rPr lang="bn-BD" sz="19900" b="1" dirty="0" smtClean="0">
                <a:ln w="11430"/>
                <a:solidFill>
                  <a:srgbClr val="00B050"/>
                </a:solidFill>
                <a:effectLst>
                  <a:outerShdw blurRad="50800" dist="38100" dir="8100000" algn="tr" rotWithShape="0">
                    <a:prstClr val="black">
                      <a:alpha val="40000"/>
                    </a:prstClr>
                  </a:outerShdw>
                  <a:reflection blurRad="6350" stA="55000" endA="300" endPos="45500" dir="5400000" sy="-100000" algn="bl" rotWithShape="0"/>
                </a:effectLst>
                <a:latin typeface="SutonnyMJ" pitchFamily="2" charset="0"/>
                <a:cs typeface="SutonnyMJ" pitchFamily="2" charset="0"/>
              </a:rPr>
              <a:t>ab¨ev`</a:t>
            </a:r>
            <a:endParaRPr lang="en-US" sz="19900" b="1" cap="none" spc="0" dirty="0">
              <a:ln w="11430"/>
              <a:solidFill>
                <a:srgbClr val="00B050"/>
              </a:solidFill>
              <a:effectLst>
                <a:outerShdw blurRad="50800" dist="38100" dir="8100000" algn="tr" rotWithShape="0">
                  <a:prstClr val="black">
                    <a:alpha val="40000"/>
                  </a:prstClr>
                </a:outerShdw>
                <a:reflection blurRad="6350" stA="55000" endA="300" endPos="45500" dir="5400000" sy="-100000" algn="bl" rotWithShape="0"/>
              </a:effectLst>
              <a:latin typeface="SutonnyMJ" pitchFamily="2" charset="0"/>
              <a:cs typeface="SutonnyMJ" pitchFamily="2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20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20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Verve">
  <a:themeElements>
    <a:clrScheme name="Metro">
      <a:dk1>
        <a:sysClr val="windowText" lastClr="000000"/>
      </a:dk1>
      <a:lt1>
        <a:sysClr val="window" lastClr="FFFFFF"/>
      </a:lt1>
      <a:dk2>
        <a:srgbClr val="4E5B6F"/>
      </a:dk2>
      <a:lt2>
        <a:srgbClr val="D6ECFF"/>
      </a:lt2>
      <a:accent1>
        <a:srgbClr val="7FD13B"/>
      </a:accent1>
      <a:accent2>
        <a:srgbClr val="EA157A"/>
      </a:accent2>
      <a:accent3>
        <a:srgbClr val="FEB80A"/>
      </a:accent3>
      <a:accent4>
        <a:srgbClr val="00ADDC"/>
      </a:accent4>
      <a:accent5>
        <a:srgbClr val="738AC8"/>
      </a:accent5>
      <a:accent6>
        <a:srgbClr val="1AB39F"/>
      </a:accent6>
      <a:hlink>
        <a:srgbClr val="EB8803"/>
      </a:hlink>
      <a:folHlink>
        <a:srgbClr val="5F7791"/>
      </a:folHlink>
    </a:clrScheme>
    <a:fontScheme name="Verve">
      <a:majorFont>
        <a:latin typeface="Century Gothic"/>
        <a:ea typeface=""/>
        <a:cs typeface=""/>
        <a:font script="Jpan" typeface="HGｺﾞｼｯｸM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Century Gothic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</a:minorFont>
    </a:fontScheme>
    <a:fmtScheme name="Verve">
      <a:fillStyleLst>
        <a:solidFill>
          <a:schemeClr val="phClr"/>
        </a:solidFill>
        <a:gradFill rotWithShape="1">
          <a:gsLst>
            <a:gs pos="0">
              <a:schemeClr val="phClr">
                <a:tint val="10000"/>
                <a:satMod val="300000"/>
              </a:schemeClr>
            </a:gs>
            <a:gs pos="34000">
              <a:schemeClr val="phClr">
                <a:tint val="13500"/>
                <a:satMod val="250000"/>
              </a:schemeClr>
            </a:gs>
            <a:gs pos="100000">
              <a:schemeClr val="phClr">
                <a:tint val="60000"/>
                <a:satMod val="200000"/>
              </a:schemeClr>
            </a:gs>
          </a:gsLst>
          <a:path path="circle">
            <a:fillToRect l="50000" t="155000" r="50000" b="-55000"/>
          </a:path>
        </a:gradFill>
        <a:gradFill rotWithShape="1">
          <a:gsLst>
            <a:gs pos="0">
              <a:schemeClr val="phClr">
                <a:tint val="60000"/>
                <a:satMod val="160000"/>
              </a:schemeClr>
            </a:gs>
            <a:gs pos="46000">
              <a:schemeClr val="phClr">
                <a:tint val="86000"/>
                <a:satMod val="160000"/>
              </a:schemeClr>
            </a:gs>
            <a:gs pos="100000">
              <a:schemeClr val="phClr">
                <a:shade val="40000"/>
                <a:satMod val="160000"/>
              </a:schemeClr>
            </a:gs>
          </a:gsLst>
          <a:path path="circle">
            <a:fillToRect l="50000" t="155000" r="50000" b="-55000"/>
          </a:path>
        </a:gradFill>
      </a:fillStyleLst>
      <a:lnStyleLst>
        <a:ln w="9525" cap="flat" cmpd="sng" algn="ctr">
          <a:solidFill>
            <a:schemeClr val="phClr">
              <a:satMod val="12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3500" dist="25400" dir="147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50800" dist="38100" dir="14700000" algn="t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50800" dist="38100" dir="14700000" algn="t" rotWithShape="0">
              <a:srgbClr val="000000">
                <a:alpha val="60000"/>
              </a:srgbClr>
            </a:outerShdw>
          </a:effectLst>
          <a:scene3d>
            <a:camera prst="orthographicFront" fov="0">
              <a:rot lat="0" lon="0" rev="0"/>
            </a:camera>
            <a:lightRig rig="contrasting" dir="t">
              <a:rot lat="0" lon="0" rev="3600000"/>
            </a:lightRig>
          </a:scene3d>
          <a:sp3d prstMaterial="plastic">
            <a:bevelT w="127000" h="38200" prst="relaxedInset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48000"/>
                <a:satMod val="230000"/>
              </a:schemeClr>
            </a:gs>
            <a:gs pos="60000">
              <a:schemeClr val="phClr">
                <a:shade val="92000"/>
                <a:satMod val="230000"/>
              </a:schemeClr>
            </a:gs>
            <a:gs pos="100000">
              <a:schemeClr val="phClr">
                <a:tint val="85000"/>
                <a:satMod val="400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1200"/>
                <a:satMod val="150000"/>
              </a:schemeClr>
              <a:schemeClr val="phClr">
                <a:tint val="90000"/>
                <a:satMod val="150000"/>
              </a:schemeClr>
            </a:duotone>
          </a:blip>
          <a:tile tx="0" ty="0" sx="70000" sy="7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chnic">
  <a:themeElements>
    <a:clrScheme name="Metro">
      <a:dk1>
        <a:sysClr val="windowText" lastClr="000000"/>
      </a:dk1>
      <a:lt1>
        <a:sysClr val="window" lastClr="FFFFFF"/>
      </a:lt1>
      <a:dk2>
        <a:srgbClr val="4E5B6F"/>
      </a:dk2>
      <a:lt2>
        <a:srgbClr val="D6ECFF"/>
      </a:lt2>
      <a:accent1>
        <a:srgbClr val="7FD13B"/>
      </a:accent1>
      <a:accent2>
        <a:srgbClr val="EA157A"/>
      </a:accent2>
      <a:accent3>
        <a:srgbClr val="FEB80A"/>
      </a:accent3>
      <a:accent4>
        <a:srgbClr val="00ADDC"/>
      </a:accent4>
      <a:accent5>
        <a:srgbClr val="738AC8"/>
      </a:accent5>
      <a:accent6>
        <a:srgbClr val="1AB39F"/>
      </a:accent6>
      <a:hlink>
        <a:srgbClr val="EB8803"/>
      </a:hlink>
      <a:folHlink>
        <a:srgbClr val="5F7791"/>
      </a:folHlink>
    </a:clrScheme>
    <a:fontScheme name="Technic">
      <a:majorFont>
        <a:latin typeface="Franklin Gothic Book"/>
        <a:ea typeface=""/>
        <a:cs typeface=""/>
        <a:font script="Jpan" typeface="ＭＳ Ｐゴシック"/>
        <a:font script="Hang" typeface="HY견고딕"/>
        <a:font script="Hans" typeface="宋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Arial"/>
        <a:ea typeface=""/>
        <a:cs typeface=""/>
        <a:font script="Jpan" typeface="HGｺﾞｼｯｸM"/>
        <a:font script="Hang" typeface="HY중고딕"/>
        <a:font script="Hans" typeface="黑体"/>
        <a:font script="Hant" typeface="微軟正黑體"/>
        <a:font script="Arab" typeface="Tahoma"/>
        <a:font script="Hebr" typeface="Levenim MT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Technic">
      <a:fillStyleLst>
        <a:solidFill>
          <a:schemeClr val="phClr"/>
        </a:solidFill>
        <a:gradFill rotWithShape="1">
          <a:gsLst>
            <a:gs pos="0">
              <a:schemeClr val="phClr">
                <a:tint val="1000"/>
              </a:schemeClr>
            </a:gs>
            <a:gs pos="68000">
              <a:schemeClr val="phClr">
                <a:tint val="77000"/>
              </a:schemeClr>
            </a:gs>
            <a:gs pos="81000">
              <a:schemeClr val="phClr">
                <a:tint val="79000"/>
              </a:schemeClr>
            </a:gs>
            <a:gs pos="86000">
              <a:schemeClr val="phClr">
                <a:tint val="73000"/>
              </a:schemeClr>
            </a:gs>
            <a:gs pos="100000">
              <a:schemeClr val="phClr">
                <a:tint val="3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73000"/>
                <a:satMod val="150000"/>
              </a:schemeClr>
            </a:gs>
            <a:gs pos="25000">
              <a:schemeClr val="phClr">
                <a:tint val="96000"/>
                <a:shade val="80000"/>
                <a:satMod val="105000"/>
              </a:schemeClr>
            </a:gs>
            <a:gs pos="38000">
              <a:schemeClr val="phClr">
                <a:tint val="96000"/>
                <a:shade val="59000"/>
                <a:satMod val="120000"/>
              </a:schemeClr>
            </a:gs>
            <a:gs pos="55000">
              <a:schemeClr val="phClr">
                <a:shade val="57000"/>
                <a:satMod val="120000"/>
              </a:schemeClr>
            </a:gs>
            <a:gs pos="80000">
              <a:schemeClr val="phClr">
                <a:shade val="56000"/>
                <a:satMod val="145000"/>
              </a:schemeClr>
            </a:gs>
            <a:gs pos="88000">
              <a:schemeClr val="phClr">
                <a:shade val="63000"/>
                <a:satMod val="160000"/>
              </a:schemeClr>
            </a:gs>
            <a:gs pos="100000">
              <a:schemeClr val="phClr">
                <a:tint val="99555"/>
                <a:satMod val="155000"/>
              </a:schemeClr>
            </a:gs>
          </a:gsLst>
          <a:lin ang="5400000" scaled="1"/>
        </a:gradFill>
      </a:fillStyleLst>
      <a:lnStyleLst>
        <a:ln w="9525" cap="flat" cmpd="sng" algn="ctr">
          <a:solidFill>
            <a:schemeClr val="phClr">
              <a:shade val="60000"/>
              <a:satMod val="300000"/>
            </a:schemeClr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glow rad="63500">
              <a:schemeClr val="phClr">
                <a:tint val="30000"/>
                <a:shade val="95000"/>
                <a:satMod val="300000"/>
                <a:alpha val="50000"/>
              </a:schemeClr>
            </a:glow>
          </a:effectLst>
        </a:effectStyle>
        <a:effectStyle>
          <a:effectLst>
            <a:glow rad="70000">
              <a:schemeClr val="phClr">
                <a:tint val="30000"/>
                <a:shade val="95000"/>
                <a:satMod val="300000"/>
                <a:alpha val="50000"/>
              </a:schemeClr>
            </a:glow>
          </a:effectLst>
        </a:effectStyle>
        <a:effectStyle>
          <a:effectLst>
            <a:glow rad="76200">
              <a:schemeClr val="phClr">
                <a:tint val="30000"/>
                <a:shade val="95000"/>
                <a:satMod val="300000"/>
                <a:alpha val="50000"/>
              </a:schemeClr>
            </a:glow>
          </a:effectLst>
          <a:scene3d>
            <a:camera prst="orthographicFront" fov="0">
              <a:rot lat="0" lon="0" rev="0"/>
            </a:camera>
            <a:lightRig rig="harsh" dir="t">
              <a:rot lat="6000000" lon="6000000" rev="0"/>
            </a:lightRig>
          </a:scene3d>
          <a:sp3d contourW="10000" prstMaterial="metal">
            <a:bevelT w="20000" h="9000" prst="softRound"/>
            <a:contourClr>
              <a:schemeClr val="phClr">
                <a:shade val="30000"/>
                <a:satMod val="2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40000"/>
                <a:satMod val="150000"/>
              </a:schemeClr>
            </a:gs>
            <a:gs pos="30000">
              <a:schemeClr val="phClr">
                <a:shade val="60000"/>
                <a:satMod val="150000"/>
              </a:schemeClr>
            </a:gs>
            <a:gs pos="100000">
              <a:schemeClr val="phClr">
                <a:tint val="83000"/>
                <a:satMod val="200000"/>
              </a:schemeClr>
            </a:gs>
          </a:gsLst>
          <a:lin ang="13000000" scaled="0"/>
        </a:gradFill>
        <a:gradFill rotWithShape="1">
          <a:gsLst>
            <a:gs pos="0">
              <a:schemeClr val="phClr">
                <a:tint val="78000"/>
                <a:satMod val="220000"/>
              </a:schemeClr>
            </a:gs>
            <a:gs pos="100000">
              <a:schemeClr val="phClr">
                <a:shade val="35000"/>
                <a:satMod val="155000"/>
              </a:schemeClr>
            </a:gs>
          </a:gsLst>
          <a:path path="circle">
            <a:fillToRect l="60000" t="50000" r="4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Flow</Template>
  <TotalTime>1837</TotalTime>
  <Words>108</Words>
  <Application>Microsoft Office PowerPoint</Application>
  <PresentationFormat>On-screen Show (4:3)</PresentationFormat>
  <Paragraphs>28</Paragraphs>
  <Slides>12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2</vt:i4>
      </vt:variant>
      <vt:variant>
        <vt:lpstr>Slide Titles</vt:lpstr>
      </vt:variant>
      <vt:variant>
        <vt:i4>12</vt:i4>
      </vt:variant>
    </vt:vector>
  </HeadingPairs>
  <TitlesOfParts>
    <vt:vector size="14" baseType="lpstr">
      <vt:lpstr>Verve</vt:lpstr>
      <vt:lpstr>Technic</vt:lpstr>
      <vt:lpstr>nvmcvZv‡ji mKj Kg©KZ©v-Kg©Pvix e„›`</vt:lpstr>
      <vt:lpstr>  c~‡e©i evm feb PË¡i        eZ©gvb evm feb PË¡i</vt:lpstr>
      <vt:lpstr>   c~‡e©i Ae¯’v                      eZ©gvb Ae¯’v </vt:lpstr>
      <vt:lpstr>c~‡e©i †flR evMvb I eZ©gv‡bi †flR evMvb </vt:lpstr>
      <vt:lpstr>†KvUPuv`cyi Dc‡Rjv ¯^v¯’¨ Kg‡cø‡· AvevwmK feb</vt:lpstr>
      <vt:lpstr>c~‡e©i Ae¯’v                      eZ©gvb Ae¯’v </vt:lpstr>
      <vt:lpstr>   c~‡e©i Ae¯’v                      eZ©gvb Ae¯’v </vt:lpstr>
      <vt:lpstr>নতুন সংযোজন</vt:lpstr>
      <vt:lpstr>আউটডোরে ডিজিটাল স্বাস্থ্য শিক্ষা কর্নার</vt:lpstr>
      <vt:lpstr>ewnt I Riæix  wefv‡M  wmwiqvj hy³ wUwKU Pvjy Kiv n‡q‡Q</vt:lpstr>
      <vt:lpstr>ইন্টারকম উদ্ধোধন</vt:lpstr>
      <vt:lpstr>Slide 12</vt:lpstr>
    </vt:vector>
  </TitlesOfParts>
  <Company>Hewlett-Packard Company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CMSD</dc:creator>
  <cp:lastModifiedBy>User</cp:lastModifiedBy>
  <cp:revision>289</cp:revision>
  <dcterms:created xsi:type="dcterms:W3CDTF">2016-10-07T14:57:38Z</dcterms:created>
  <dcterms:modified xsi:type="dcterms:W3CDTF">2019-01-13T11:42:38Z</dcterms:modified>
</cp:coreProperties>
</file>