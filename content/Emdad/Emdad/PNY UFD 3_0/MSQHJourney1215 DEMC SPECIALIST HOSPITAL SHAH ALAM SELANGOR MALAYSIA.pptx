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  <p:sldMasterId id="2147483725" r:id="rId2"/>
  </p:sldMasterIdLst>
  <p:notesMasterIdLst>
    <p:notesMasterId r:id="rId24"/>
  </p:notesMasterIdLst>
  <p:handoutMasterIdLst>
    <p:handoutMasterId r:id="rId25"/>
  </p:handoutMasterIdLst>
  <p:sldIdLst>
    <p:sldId id="320" r:id="rId3"/>
    <p:sldId id="321" r:id="rId4"/>
    <p:sldId id="322" r:id="rId5"/>
    <p:sldId id="323" r:id="rId6"/>
    <p:sldId id="324" r:id="rId7"/>
    <p:sldId id="325" r:id="rId8"/>
    <p:sldId id="326" r:id="rId9"/>
    <p:sldId id="312" r:id="rId10"/>
    <p:sldId id="327" r:id="rId11"/>
    <p:sldId id="328" r:id="rId12"/>
    <p:sldId id="329" r:id="rId13"/>
    <p:sldId id="313" r:id="rId14"/>
    <p:sldId id="330" r:id="rId15"/>
    <p:sldId id="315" r:id="rId16"/>
    <p:sldId id="336" r:id="rId17"/>
    <p:sldId id="337" r:id="rId18"/>
    <p:sldId id="333" r:id="rId19"/>
    <p:sldId id="331" r:id="rId20"/>
    <p:sldId id="332" r:id="rId21"/>
    <p:sldId id="335" r:id="rId22"/>
    <p:sldId id="334" r:id="rId23"/>
  </p:sldIdLst>
  <p:sldSz cx="9144000" cy="6858000" type="screen4x3"/>
  <p:notesSz cx="7010400" cy="9296400"/>
  <p:defaultTextStyle>
    <a:defPPr>
      <a:defRPr lang="ms-MY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66"/>
    <a:srgbClr val="FF6600"/>
    <a:srgbClr val="FF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1368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114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handoutMaster" Target="handoutMasters/handout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A651B8F-EEDA-4505-A222-85848D33C66C}" type="doc">
      <dgm:prSet loTypeId="urn:microsoft.com/office/officeart/2005/8/layout/StepDownProcess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E66081C-B832-4DC9-AAA4-1C9EF9ADF5B9}">
      <dgm:prSet phldrT="[Text]"/>
      <dgm:spPr>
        <a:solidFill>
          <a:schemeClr val="accent5"/>
        </a:solidFill>
      </dgm:spPr>
      <dgm:t>
        <a:bodyPr/>
        <a:lstStyle/>
        <a:p>
          <a:r>
            <a:rPr lang="en-US" dirty="0" smtClean="0"/>
            <a:t>Full Compliance</a:t>
          </a:r>
          <a:endParaRPr lang="en-US" dirty="0"/>
        </a:p>
      </dgm:t>
    </dgm:pt>
    <dgm:pt modelId="{8C2F98A0-8487-4BF5-BA41-520460313BF7}" type="parTrans" cxnId="{016F5114-B9A7-46FE-8D19-1AC8BF9B31E9}">
      <dgm:prSet/>
      <dgm:spPr/>
      <dgm:t>
        <a:bodyPr/>
        <a:lstStyle/>
        <a:p>
          <a:endParaRPr lang="en-US"/>
        </a:p>
      </dgm:t>
    </dgm:pt>
    <dgm:pt modelId="{4402645C-C55B-4883-AC18-9E39079C7FAC}" type="sibTrans" cxnId="{016F5114-B9A7-46FE-8D19-1AC8BF9B31E9}">
      <dgm:prSet/>
      <dgm:spPr/>
      <dgm:t>
        <a:bodyPr/>
        <a:lstStyle/>
        <a:p>
          <a:endParaRPr lang="en-US"/>
        </a:p>
      </dgm:t>
    </dgm:pt>
    <dgm:pt modelId="{FB4C754E-BFE3-4FE6-BFAF-F2AD8DF65B99}">
      <dgm:prSet phldrT="[Text]" custT="1"/>
      <dgm:spPr/>
      <dgm:t>
        <a:bodyPr/>
        <a:lstStyle/>
        <a:p>
          <a:r>
            <a:rPr lang="en-US" sz="2800" dirty="0" smtClean="0">
              <a:solidFill>
                <a:schemeClr val="bg1"/>
              </a:solidFill>
            </a:rPr>
            <a:t>4 Years Accreditation</a:t>
          </a:r>
          <a:endParaRPr lang="en-US" sz="2800" dirty="0">
            <a:solidFill>
              <a:schemeClr val="bg1"/>
            </a:solidFill>
          </a:endParaRPr>
        </a:p>
      </dgm:t>
    </dgm:pt>
    <dgm:pt modelId="{6A1F0DA7-6F62-41CD-955D-ADB6032B21C6}" type="parTrans" cxnId="{F0E88A84-1F4C-4E10-B760-418739E03D54}">
      <dgm:prSet/>
      <dgm:spPr/>
      <dgm:t>
        <a:bodyPr/>
        <a:lstStyle/>
        <a:p>
          <a:endParaRPr lang="en-US"/>
        </a:p>
      </dgm:t>
    </dgm:pt>
    <dgm:pt modelId="{12FF8859-38C5-4796-AACB-CFEBA5457DEE}" type="sibTrans" cxnId="{F0E88A84-1F4C-4E10-B760-418739E03D54}">
      <dgm:prSet/>
      <dgm:spPr/>
      <dgm:t>
        <a:bodyPr/>
        <a:lstStyle/>
        <a:p>
          <a:endParaRPr lang="en-US"/>
        </a:p>
      </dgm:t>
    </dgm:pt>
    <dgm:pt modelId="{D36290E1-82F2-4E78-9E28-3828DB7EBBF2}">
      <dgm:prSet phldrT="[Text]"/>
      <dgm:spPr>
        <a:solidFill>
          <a:schemeClr val="accent5"/>
        </a:solidFill>
      </dgm:spPr>
      <dgm:t>
        <a:bodyPr/>
        <a:lstStyle/>
        <a:p>
          <a:r>
            <a:rPr lang="en-US" dirty="0" smtClean="0"/>
            <a:t>Partial Compliance/Non Compliance</a:t>
          </a:r>
          <a:endParaRPr lang="en-US" dirty="0"/>
        </a:p>
      </dgm:t>
    </dgm:pt>
    <dgm:pt modelId="{153D4715-D927-4B7C-8687-DEEA1269D72B}" type="parTrans" cxnId="{3740E70A-F78A-4B88-8C8F-CB07EF894E08}">
      <dgm:prSet/>
      <dgm:spPr/>
      <dgm:t>
        <a:bodyPr/>
        <a:lstStyle/>
        <a:p>
          <a:endParaRPr lang="en-US"/>
        </a:p>
      </dgm:t>
    </dgm:pt>
    <dgm:pt modelId="{F69C9407-D010-4B7E-BE3E-0E5ED18B42B2}" type="sibTrans" cxnId="{3740E70A-F78A-4B88-8C8F-CB07EF894E08}">
      <dgm:prSet/>
      <dgm:spPr/>
      <dgm:t>
        <a:bodyPr/>
        <a:lstStyle/>
        <a:p>
          <a:endParaRPr lang="en-US"/>
        </a:p>
      </dgm:t>
    </dgm:pt>
    <dgm:pt modelId="{33CE1800-AAD5-4146-80C8-81918EEBE904}">
      <dgm:prSet phldrT="[Text]" custT="1"/>
      <dgm:spPr/>
      <dgm:t>
        <a:bodyPr/>
        <a:lstStyle/>
        <a:p>
          <a:r>
            <a:rPr lang="en-US" sz="2800" dirty="0" smtClean="0">
              <a:solidFill>
                <a:schemeClr val="bg1"/>
              </a:solidFill>
            </a:rPr>
            <a:t>I Year Accreditation</a:t>
          </a:r>
          <a:endParaRPr lang="en-US" sz="2800" dirty="0">
            <a:solidFill>
              <a:schemeClr val="bg1"/>
            </a:solidFill>
          </a:endParaRPr>
        </a:p>
      </dgm:t>
    </dgm:pt>
    <dgm:pt modelId="{04D88EF2-8C85-4E5E-BB1C-FE9E151775F8}" type="parTrans" cxnId="{4BB6A683-3012-4548-8A32-CC022863CFDA}">
      <dgm:prSet/>
      <dgm:spPr/>
      <dgm:t>
        <a:bodyPr/>
        <a:lstStyle/>
        <a:p>
          <a:endParaRPr lang="en-US"/>
        </a:p>
      </dgm:t>
    </dgm:pt>
    <dgm:pt modelId="{5F953BF3-9887-44E6-9874-AC90F86E60AD}" type="sibTrans" cxnId="{4BB6A683-3012-4548-8A32-CC022863CFDA}">
      <dgm:prSet/>
      <dgm:spPr/>
      <dgm:t>
        <a:bodyPr/>
        <a:lstStyle/>
        <a:p>
          <a:endParaRPr lang="en-US"/>
        </a:p>
      </dgm:t>
    </dgm:pt>
    <dgm:pt modelId="{1B828689-569E-4B6C-BFA7-C0303DB1AA49}">
      <dgm:prSet phldrT="[Text]"/>
      <dgm:spPr>
        <a:solidFill>
          <a:schemeClr val="accent5"/>
        </a:solidFill>
      </dgm:spPr>
      <dgm:t>
        <a:bodyPr/>
        <a:lstStyle/>
        <a:p>
          <a:r>
            <a:rPr lang="en-US" dirty="0" smtClean="0"/>
            <a:t>FOCUS SURVEY</a:t>
          </a:r>
          <a:endParaRPr lang="en-US" dirty="0"/>
        </a:p>
      </dgm:t>
    </dgm:pt>
    <dgm:pt modelId="{AE0C3F82-9F8B-4C00-B83B-90D3EEC9ABE3}" type="parTrans" cxnId="{B11EDB45-82D1-4C1E-8D4C-E1FD7227CA43}">
      <dgm:prSet/>
      <dgm:spPr/>
      <dgm:t>
        <a:bodyPr/>
        <a:lstStyle/>
        <a:p>
          <a:endParaRPr lang="en-US"/>
        </a:p>
      </dgm:t>
    </dgm:pt>
    <dgm:pt modelId="{92A5383A-7895-4EAC-A228-13CACCFAAF4F}" type="sibTrans" cxnId="{B11EDB45-82D1-4C1E-8D4C-E1FD7227CA43}">
      <dgm:prSet/>
      <dgm:spPr/>
      <dgm:t>
        <a:bodyPr/>
        <a:lstStyle/>
        <a:p>
          <a:endParaRPr lang="en-US"/>
        </a:p>
      </dgm:t>
    </dgm:pt>
    <dgm:pt modelId="{D492BABF-05F2-4C33-AAAF-9E4C5B0AE261}">
      <dgm:prSet phldrT="[Text]" custT="1"/>
      <dgm:spPr/>
      <dgm:t>
        <a:bodyPr/>
        <a:lstStyle/>
        <a:p>
          <a:r>
            <a:rPr lang="en-US" sz="2000" b="1" dirty="0" smtClean="0">
              <a:solidFill>
                <a:schemeClr val="bg1"/>
              </a:solidFill>
            </a:rPr>
            <a:t>Non Accreditation</a:t>
          </a:r>
          <a:endParaRPr lang="en-US" sz="2000" b="1" dirty="0">
            <a:solidFill>
              <a:schemeClr val="bg1"/>
            </a:solidFill>
          </a:endParaRPr>
        </a:p>
      </dgm:t>
    </dgm:pt>
    <dgm:pt modelId="{0E544960-D6D8-4B87-B185-B08D46E17176}" type="sibTrans" cxnId="{83FE8BE2-2AA5-458E-A358-4BB814F634B9}">
      <dgm:prSet/>
      <dgm:spPr/>
      <dgm:t>
        <a:bodyPr/>
        <a:lstStyle/>
        <a:p>
          <a:endParaRPr lang="en-US"/>
        </a:p>
      </dgm:t>
    </dgm:pt>
    <dgm:pt modelId="{997A4DE5-0AD6-456E-89C8-469E91FE6147}" type="parTrans" cxnId="{83FE8BE2-2AA5-458E-A358-4BB814F634B9}">
      <dgm:prSet/>
      <dgm:spPr/>
      <dgm:t>
        <a:bodyPr/>
        <a:lstStyle/>
        <a:p>
          <a:endParaRPr lang="en-US"/>
        </a:p>
      </dgm:t>
    </dgm:pt>
    <dgm:pt modelId="{DE0EC3FF-2F71-4348-A4EC-5A73B91ADDE5}" type="pres">
      <dgm:prSet presAssocID="{2A651B8F-EEDA-4505-A222-85848D33C66C}" presName="rootnode" presStyleCnt="0">
        <dgm:presLayoutVars>
          <dgm:chMax/>
          <dgm:chPref/>
          <dgm:dir/>
          <dgm:animLvl val="lvl"/>
        </dgm:presLayoutVars>
      </dgm:prSet>
      <dgm:spPr/>
      <dgm:t>
        <a:bodyPr/>
        <a:lstStyle/>
        <a:p>
          <a:endParaRPr lang="en-US"/>
        </a:p>
      </dgm:t>
    </dgm:pt>
    <dgm:pt modelId="{AEC8FAE2-425A-4B31-B7D1-B3D60BBAC519}" type="pres">
      <dgm:prSet presAssocID="{BE66081C-B832-4DC9-AAA4-1C9EF9ADF5B9}" presName="composite" presStyleCnt="0"/>
      <dgm:spPr/>
    </dgm:pt>
    <dgm:pt modelId="{0B5A016A-1363-4A4B-90AD-65C75AE398F1}" type="pres">
      <dgm:prSet presAssocID="{BE66081C-B832-4DC9-AAA4-1C9EF9ADF5B9}" presName="bentUpArrow1" presStyleLbl="alignImgPlace1" presStyleIdx="0" presStyleCnt="2" custLinFactNeighborX="-19479" custLinFactNeighborY="6938"/>
      <dgm:spPr/>
    </dgm:pt>
    <dgm:pt modelId="{C283B388-EC40-4D58-A866-B37A7C0BAB7A}" type="pres">
      <dgm:prSet presAssocID="{BE66081C-B832-4DC9-AAA4-1C9EF9ADF5B9}" presName="ParentText" presStyleLbl="node1" presStyleIdx="0" presStyleCnt="3" custScaleX="116353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5EDB618-8EDD-4A8F-81F0-862C0898FC04}" type="pres">
      <dgm:prSet presAssocID="{BE66081C-B832-4DC9-AAA4-1C9EF9ADF5B9}" presName="ChildText" presStyleLbl="revTx" presStyleIdx="0" presStyleCnt="3" custScaleX="248896" custLinFactX="90131" custLinFactNeighborX="100000" custLinFactNeighborY="-6826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99D0D10-25F7-4525-BFFA-52EE168BBC4F}" type="pres">
      <dgm:prSet presAssocID="{4402645C-C55B-4883-AC18-9E39079C7FAC}" presName="sibTrans" presStyleCnt="0"/>
      <dgm:spPr/>
    </dgm:pt>
    <dgm:pt modelId="{B1AF1CDE-65BE-4853-BBBC-C1FDD693D881}" type="pres">
      <dgm:prSet presAssocID="{D36290E1-82F2-4E78-9E28-3828DB7EBBF2}" presName="composite" presStyleCnt="0"/>
      <dgm:spPr/>
    </dgm:pt>
    <dgm:pt modelId="{5C85804B-DDC9-4B41-BC52-B44DBB9499ED}" type="pres">
      <dgm:prSet presAssocID="{D36290E1-82F2-4E78-9E28-3828DB7EBBF2}" presName="bentUpArrow1" presStyleLbl="alignImgPlace1" presStyleIdx="1" presStyleCnt="2" custScaleX="83044" custLinFactNeighborX="-72529" custLinFactNeighborY="-8379"/>
      <dgm:spPr/>
    </dgm:pt>
    <dgm:pt modelId="{D84953A3-89A3-43FA-98E5-DCA183ED2F43}" type="pres">
      <dgm:prSet presAssocID="{D36290E1-82F2-4E78-9E28-3828DB7EBBF2}" presName="ParentText" presStyleLbl="node1" presStyleIdx="1" presStyleCnt="3" custLinFactNeighborX="-42723" custLinFactNeighborY="-6494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9D5B96A-5313-4558-A2C1-636AB35D71E6}" type="pres">
      <dgm:prSet presAssocID="{D36290E1-82F2-4E78-9E28-3828DB7EBBF2}" presName="ChildText" presStyleLbl="revTx" presStyleIdx="1" presStyleCnt="3" custScaleX="195954" custLinFactNeighborX="75299" custLinFactNeighborY="-3098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10CA39B-074A-4E32-8EC2-A47CA77A217F}" type="pres">
      <dgm:prSet presAssocID="{F69C9407-D010-4B7E-BE3E-0E5ED18B42B2}" presName="sibTrans" presStyleCnt="0"/>
      <dgm:spPr/>
    </dgm:pt>
    <dgm:pt modelId="{1F384181-2BDC-49BB-A310-DAF5713D362A}" type="pres">
      <dgm:prSet presAssocID="{1B828689-569E-4B6C-BFA7-C0303DB1AA49}" presName="composite" presStyleCnt="0"/>
      <dgm:spPr/>
    </dgm:pt>
    <dgm:pt modelId="{9878B062-320E-4948-A813-4413B435FEF3}" type="pres">
      <dgm:prSet presAssocID="{1B828689-569E-4B6C-BFA7-C0303DB1AA49}" presName="ParentText" presStyleLbl="node1" presStyleIdx="2" presStyleCnt="3" custScaleX="78808" custLinFactNeighborX="-91794" custLinFactNeighborY="-4564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43BEA4B-794D-404A-9059-F3DBC504B02A}" type="pres">
      <dgm:prSet presAssocID="{1B828689-569E-4B6C-BFA7-C0303DB1AA49}" presName="FinalChildText" presStyleLbl="revTx" presStyleIdx="2" presStyleCnt="3" custScaleX="127609" custLinFactNeighborX="-8896" custLinFactNeighborY="3120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83FE8BE2-2AA5-458E-A358-4BB814F634B9}" srcId="{1B828689-569E-4B6C-BFA7-C0303DB1AA49}" destId="{D492BABF-05F2-4C33-AAAF-9E4C5B0AE261}" srcOrd="0" destOrd="0" parTransId="{997A4DE5-0AD6-456E-89C8-469E91FE6147}" sibTransId="{0E544960-D6D8-4B87-B185-B08D46E17176}"/>
    <dgm:cxn modelId="{A8A2CD7D-2FAD-4FA5-8ED4-FAE34C2D6653}" type="presOf" srcId="{2A651B8F-EEDA-4505-A222-85848D33C66C}" destId="{DE0EC3FF-2F71-4348-A4EC-5A73B91ADDE5}" srcOrd="0" destOrd="0" presId="urn:microsoft.com/office/officeart/2005/8/layout/StepDownProcess"/>
    <dgm:cxn modelId="{3740E70A-F78A-4B88-8C8F-CB07EF894E08}" srcId="{2A651B8F-EEDA-4505-A222-85848D33C66C}" destId="{D36290E1-82F2-4E78-9E28-3828DB7EBBF2}" srcOrd="1" destOrd="0" parTransId="{153D4715-D927-4B7C-8687-DEEA1269D72B}" sibTransId="{F69C9407-D010-4B7E-BE3E-0E5ED18B42B2}"/>
    <dgm:cxn modelId="{B11EDB45-82D1-4C1E-8D4C-E1FD7227CA43}" srcId="{2A651B8F-EEDA-4505-A222-85848D33C66C}" destId="{1B828689-569E-4B6C-BFA7-C0303DB1AA49}" srcOrd="2" destOrd="0" parTransId="{AE0C3F82-9F8B-4C00-B83B-90D3EEC9ABE3}" sibTransId="{92A5383A-7895-4EAC-A228-13CACCFAAF4F}"/>
    <dgm:cxn modelId="{4BB6A683-3012-4548-8A32-CC022863CFDA}" srcId="{D36290E1-82F2-4E78-9E28-3828DB7EBBF2}" destId="{33CE1800-AAD5-4146-80C8-81918EEBE904}" srcOrd="0" destOrd="0" parTransId="{04D88EF2-8C85-4E5E-BB1C-FE9E151775F8}" sibTransId="{5F953BF3-9887-44E6-9874-AC90F86E60AD}"/>
    <dgm:cxn modelId="{E41B98E7-0061-476E-AFBC-C32B039DE847}" type="presOf" srcId="{33CE1800-AAD5-4146-80C8-81918EEBE904}" destId="{A9D5B96A-5313-4558-A2C1-636AB35D71E6}" srcOrd="0" destOrd="0" presId="urn:microsoft.com/office/officeart/2005/8/layout/StepDownProcess"/>
    <dgm:cxn modelId="{08711D7C-EB0C-4E3D-AB0D-2126F98876F6}" type="presOf" srcId="{D492BABF-05F2-4C33-AAAF-9E4C5B0AE261}" destId="{B43BEA4B-794D-404A-9059-F3DBC504B02A}" srcOrd="0" destOrd="0" presId="urn:microsoft.com/office/officeart/2005/8/layout/StepDownProcess"/>
    <dgm:cxn modelId="{F0E88A84-1F4C-4E10-B760-418739E03D54}" srcId="{BE66081C-B832-4DC9-AAA4-1C9EF9ADF5B9}" destId="{FB4C754E-BFE3-4FE6-BFAF-F2AD8DF65B99}" srcOrd="0" destOrd="0" parTransId="{6A1F0DA7-6F62-41CD-955D-ADB6032B21C6}" sibTransId="{12FF8859-38C5-4796-AACB-CFEBA5457DEE}"/>
    <dgm:cxn modelId="{8D2ADB5A-CA34-4568-9758-A485C438A0BE}" type="presOf" srcId="{D36290E1-82F2-4E78-9E28-3828DB7EBBF2}" destId="{D84953A3-89A3-43FA-98E5-DCA183ED2F43}" srcOrd="0" destOrd="0" presId="urn:microsoft.com/office/officeart/2005/8/layout/StepDownProcess"/>
    <dgm:cxn modelId="{49F0A5C7-35D6-48F3-BB29-4F97EBA480C4}" type="presOf" srcId="{FB4C754E-BFE3-4FE6-BFAF-F2AD8DF65B99}" destId="{A5EDB618-8EDD-4A8F-81F0-862C0898FC04}" srcOrd="0" destOrd="0" presId="urn:microsoft.com/office/officeart/2005/8/layout/StepDownProcess"/>
    <dgm:cxn modelId="{20310970-66A8-4D8E-BB37-A655AAA5E62B}" type="presOf" srcId="{BE66081C-B832-4DC9-AAA4-1C9EF9ADF5B9}" destId="{C283B388-EC40-4D58-A866-B37A7C0BAB7A}" srcOrd="0" destOrd="0" presId="urn:microsoft.com/office/officeart/2005/8/layout/StepDownProcess"/>
    <dgm:cxn modelId="{016F5114-B9A7-46FE-8D19-1AC8BF9B31E9}" srcId="{2A651B8F-EEDA-4505-A222-85848D33C66C}" destId="{BE66081C-B832-4DC9-AAA4-1C9EF9ADF5B9}" srcOrd="0" destOrd="0" parTransId="{8C2F98A0-8487-4BF5-BA41-520460313BF7}" sibTransId="{4402645C-C55B-4883-AC18-9E39079C7FAC}"/>
    <dgm:cxn modelId="{A1B85B7E-B307-41AA-A9A5-5AAAB9621BBC}" type="presOf" srcId="{1B828689-569E-4B6C-BFA7-C0303DB1AA49}" destId="{9878B062-320E-4948-A813-4413B435FEF3}" srcOrd="0" destOrd="0" presId="urn:microsoft.com/office/officeart/2005/8/layout/StepDownProcess"/>
    <dgm:cxn modelId="{49AEAD47-A741-4696-8106-BA7E5B01C987}" type="presParOf" srcId="{DE0EC3FF-2F71-4348-A4EC-5A73B91ADDE5}" destId="{AEC8FAE2-425A-4B31-B7D1-B3D60BBAC519}" srcOrd="0" destOrd="0" presId="urn:microsoft.com/office/officeart/2005/8/layout/StepDownProcess"/>
    <dgm:cxn modelId="{F3D9929B-0821-4F60-8A96-25373A32A79A}" type="presParOf" srcId="{AEC8FAE2-425A-4B31-B7D1-B3D60BBAC519}" destId="{0B5A016A-1363-4A4B-90AD-65C75AE398F1}" srcOrd="0" destOrd="0" presId="urn:microsoft.com/office/officeart/2005/8/layout/StepDownProcess"/>
    <dgm:cxn modelId="{8B7B8BD4-915B-4FB3-AD61-E34A00D6F74C}" type="presParOf" srcId="{AEC8FAE2-425A-4B31-B7D1-B3D60BBAC519}" destId="{C283B388-EC40-4D58-A866-B37A7C0BAB7A}" srcOrd="1" destOrd="0" presId="urn:microsoft.com/office/officeart/2005/8/layout/StepDownProcess"/>
    <dgm:cxn modelId="{06FFCD56-215F-4B77-BD73-3B3B83B992C6}" type="presParOf" srcId="{AEC8FAE2-425A-4B31-B7D1-B3D60BBAC519}" destId="{A5EDB618-8EDD-4A8F-81F0-862C0898FC04}" srcOrd="2" destOrd="0" presId="urn:microsoft.com/office/officeart/2005/8/layout/StepDownProcess"/>
    <dgm:cxn modelId="{E10F5382-0443-46A6-9561-A0AB267C588A}" type="presParOf" srcId="{DE0EC3FF-2F71-4348-A4EC-5A73B91ADDE5}" destId="{699D0D10-25F7-4525-BFFA-52EE168BBC4F}" srcOrd="1" destOrd="0" presId="urn:microsoft.com/office/officeart/2005/8/layout/StepDownProcess"/>
    <dgm:cxn modelId="{AB95CD02-2C3A-471F-98B7-E3232B2F911C}" type="presParOf" srcId="{DE0EC3FF-2F71-4348-A4EC-5A73B91ADDE5}" destId="{B1AF1CDE-65BE-4853-BBBC-C1FDD693D881}" srcOrd="2" destOrd="0" presId="urn:microsoft.com/office/officeart/2005/8/layout/StepDownProcess"/>
    <dgm:cxn modelId="{20EC364E-AB8A-4229-9D0A-9D5C36E80F8A}" type="presParOf" srcId="{B1AF1CDE-65BE-4853-BBBC-C1FDD693D881}" destId="{5C85804B-DDC9-4B41-BC52-B44DBB9499ED}" srcOrd="0" destOrd="0" presId="urn:microsoft.com/office/officeart/2005/8/layout/StepDownProcess"/>
    <dgm:cxn modelId="{901A5BFB-AE29-41F8-B583-ED1F6EF4B671}" type="presParOf" srcId="{B1AF1CDE-65BE-4853-BBBC-C1FDD693D881}" destId="{D84953A3-89A3-43FA-98E5-DCA183ED2F43}" srcOrd="1" destOrd="0" presId="urn:microsoft.com/office/officeart/2005/8/layout/StepDownProcess"/>
    <dgm:cxn modelId="{55AA1E78-DE0D-4892-AB61-4BB50FDA2EC0}" type="presParOf" srcId="{B1AF1CDE-65BE-4853-BBBC-C1FDD693D881}" destId="{A9D5B96A-5313-4558-A2C1-636AB35D71E6}" srcOrd="2" destOrd="0" presId="urn:microsoft.com/office/officeart/2005/8/layout/StepDownProcess"/>
    <dgm:cxn modelId="{D39C3133-A422-44CB-A42A-D3B5D6B59CB0}" type="presParOf" srcId="{DE0EC3FF-2F71-4348-A4EC-5A73B91ADDE5}" destId="{610CA39B-074A-4E32-8EC2-A47CA77A217F}" srcOrd="3" destOrd="0" presId="urn:microsoft.com/office/officeart/2005/8/layout/StepDownProcess"/>
    <dgm:cxn modelId="{E1F77D4C-62F7-48F8-9FD4-A014E5154D91}" type="presParOf" srcId="{DE0EC3FF-2F71-4348-A4EC-5A73B91ADDE5}" destId="{1F384181-2BDC-49BB-A310-DAF5713D362A}" srcOrd="4" destOrd="0" presId="urn:microsoft.com/office/officeart/2005/8/layout/StepDownProcess"/>
    <dgm:cxn modelId="{023E9C7C-7AA3-4D78-80B7-0F146954330E}" type="presParOf" srcId="{1F384181-2BDC-49BB-A310-DAF5713D362A}" destId="{9878B062-320E-4948-A813-4413B435FEF3}" srcOrd="0" destOrd="0" presId="urn:microsoft.com/office/officeart/2005/8/layout/StepDownProcess"/>
    <dgm:cxn modelId="{AF0C99B8-7F69-4D1B-B72A-A114759F9D95}" type="presParOf" srcId="{1F384181-2BDC-49BB-A310-DAF5713D362A}" destId="{B43BEA4B-794D-404A-9059-F3DBC504B02A}" srcOrd="1" destOrd="0" presId="urn:microsoft.com/office/officeart/2005/8/layout/StepDown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B5A016A-1363-4A4B-90AD-65C75AE398F1}">
      <dsp:nvSpPr>
        <dsp:cNvPr id="0" name=""/>
        <dsp:cNvSpPr/>
      </dsp:nvSpPr>
      <dsp:spPr>
        <a:xfrm rot="5400000">
          <a:off x="228752" y="1856417"/>
          <a:ext cx="1246239" cy="1418799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283B388-EC40-4D58-A866-B37A7C0BAB7A}">
      <dsp:nvSpPr>
        <dsp:cNvPr id="0" name=""/>
        <dsp:cNvSpPr/>
      </dsp:nvSpPr>
      <dsp:spPr>
        <a:xfrm>
          <a:off x="3404" y="388472"/>
          <a:ext cx="2441007" cy="1468485"/>
        </a:xfrm>
        <a:prstGeom prst="roundRect">
          <a:avLst>
            <a:gd name="adj" fmla="val 16670"/>
          </a:avLst>
        </a:prstGeom>
        <a:solidFill>
          <a:schemeClr val="accent5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/>
            <a:t>Full Compliance</a:t>
          </a:r>
          <a:endParaRPr lang="en-US" sz="2000" kern="1200" dirty="0"/>
        </a:p>
      </dsp:txBody>
      <dsp:txXfrm>
        <a:off x="75102" y="460170"/>
        <a:ext cx="2297611" cy="1325089"/>
      </dsp:txXfrm>
    </dsp:sp>
    <dsp:sp modelId="{A5EDB618-8EDD-4A8F-81F0-862C0898FC04}">
      <dsp:nvSpPr>
        <dsp:cNvPr id="0" name=""/>
        <dsp:cNvSpPr/>
      </dsp:nvSpPr>
      <dsp:spPr>
        <a:xfrm>
          <a:off x="4038008" y="447508"/>
          <a:ext cx="3797746" cy="11868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800" kern="1200" dirty="0" smtClean="0">
              <a:solidFill>
                <a:schemeClr val="bg1"/>
              </a:solidFill>
            </a:rPr>
            <a:t>4 Years Accreditation</a:t>
          </a:r>
          <a:endParaRPr lang="en-US" sz="2800" kern="1200" dirty="0">
            <a:solidFill>
              <a:schemeClr val="bg1"/>
            </a:solidFill>
          </a:endParaRPr>
        </a:p>
      </dsp:txBody>
      <dsp:txXfrm>
        <a:off x="4038008" y="447508"/>
        <a:ext cx="3797746" cy="1186894"/>
      </dsp:txXfrm>
    </dsp:sp>
    <dsp:sp modelId="{5C85804B-DDC9-4B41-BC52-B44DBB9499ED}">
      <dsp:nvSpPr>
        <dsp:cNvPr id="0" name=""/>
        <dsp:cNvSpPr/>
      </dsp:nvSpPr>
      <dsp:spPr>
        <a:xfrm rot="5400000">
          <a:off x="1671547" y="3435409"/>
          <a:ext cx="1246239" cy="1178227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84953A3-89A3-43FA-98E5-DCA183ED2F43}">
      <dsp:nvSpPr>
        <dsp:cNvPr id="0" name=""/>
        <dsp:cNvSpPr/>
      </dsp:nvSpPr>
      <dsp:spPr>
        <a:xfrm>
          <a:off x="1474110" y="1942702"/>
          <a:ext cx="2097932" cy="1468485"/>
        </a:xfrm>
        <a:prstGeom prst="roundRect">
          <a:avLst>
            <a:gd name="adj" fmla="val 16670"/>
          </a:avLst>
        </a:prstGeom>
        <a:solidFill>
          <a:schemeClr val="accent5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/>
            <a:t>Partial Compliance/Non Compliance</a:t>
          </a:r>
          <a:endParaRPr lang="en-US" sz="2000" kern="1200" dirty="0"/>
        </a:p>
      </dsp:txBody>
      <dsp:txXfrm>
        <a:off x="1545808" y="2014400"/>
        <a:ext cx="1954536" cy="1325089"/>
      </dsp:txXfrm>
    </dsp:sp>
    <dsp:sp modelId="{A9D5B96A-5313-4558-A2C1-636AB35D71E6}">
      <dsp:nvSpPr>
        <dsp:cNvPr id="0" name=""/>
        <dsp:cNvSpPr/>
      </dsp:nvSpPr>
      <dsp:spPr>
        <a:xfrm>
          <a:off x="4885232" y="1810383"/>
          <a:ext cx="2989937" cy="11868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800" kern="1200" dirty="0" smtClean="0">
              <a:solidFill>
                <a:schemeClr val="bg1"/>
              </a:solidFill>
            </a:rPr>
            <a:t>I Year Accreditation</a:t>
          </a:r>
          <a:endParaRPr lang="en-US" sz="2800" kern="1200" dirty="0">
            <a:solidFill>
              <a:schemeClr val="bg1"/>
            </a:solidFill>
          </a:endParaRPr>
        </a:p>
      </dsp:txBody>
      <dsp:txXfrm>
        <a:off x="4885232" y="1810383"/>
        <a:ext cx="2989937" cy="1186894"/>
      </dsp:txXfrm>
    </dsp:sp>
    <dsp:sp modelId="{9878B062-320E-4948-A813-4413B435FEF3}">
      <dsp:nvSpPr>
        <dsp:cNvPr id="0" name=""/>
        <dsp:cNvSpPr/>
      </dsp:nvSpPr>
      <dsp:spPr>
        <a:xfrm>
          <a:off x="2811639" y="3620637"/>
          <a:ext cx="1653339" cy="1468485"/>
        </a:xfrm>
        <a:prstGeom prst="roundRect">
          <a:avLst>
            <a:gd name="adj" fmla="val 16670"/>
          </a:avLst>
        </a:prstGeom>
        <a:solidFill>
          <a:schemeClr val="accent5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/>
            <a:t>FOCUS SURVEY</a:t>
          </a:r>
          <a:endParaRPr lang="en-US" sz="2000" kern="1200" dirty="0"/>
        </a:p>
      </dsp:txBody>
      <dsp:txXfrm>
        <a:off x="2883337" y="3692335"/>
        <a:ext cx="1509943" cy="1325089"/>
      </dsp:txXfrm>
    </dsp:sp>
    <dsp:sp modelId="{B43BEA4B-794D-404A-9059-F3DBC504B02A}">
      <dsp:nvSpPr>
        <dsp:cNvPr id="0" name=""/>
        <dsp:cNvSpPr/>
      </dsp:nvSpPr>
      <dsp:spPr>
        <a:xfrm>
          <a:off x="6266679" y="4198023"/>
          <a:ext cx="1947104" cy="11868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000" b="1" kern="1200" dirty="0" smtClean="0">
              <a:solidFill>
                <a:schemeClr val="bg1"/>
              </a:solidFill>
            </a:rPr>
            <a:t>Non Accreditation</a:t>
          </a:r>
          <a:endParaRPr lang="en-US" sz="2000" b="1" kern="1200" dirty="0">
            <a:solidFill>
              <a:schemeClr val="bg1"/>
            </a:solidFill>
          </a:endParaRPr>
        </a:p>
      </dsp:txBody>
      <dsp:txXfrm>
        <a:off x="6266679" y="4198023"/>
        <a:ext cx="1947104" cy="118689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StepDownProcess">
  <dgm:title val=""/>
  <dgm:desc val=""/>
  <dgm:catLst>
    <dgm:cat type="process" pri="16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60" srcId="0" destId="10" srcOrd="0" destOrd="0"/>
        <dgm:cxn modelId="12" srcId="10" destId="11" srcOrd="0" destOrd="0"/>
        <dgm:cxn modelId="70" srcId="0" destId="20" srcOrd="1" destOrd="0"/>
        <dgm:cxn modelId="22" srcId="20" destId="21" srcOrd="0" destOrd="0"/>
        <dgm:cxn modelId="8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node">
    <dgm:varLst>
      <dgm:chMax/>
      <dgm:chPref/>
      <dgm:dir/>
      <dgm:animLvl val="lvl"/>
    </dgm:varLst>
    <dgm:choose name="Name0">
      <dgm:if name="Name1" func="var" arg="dir" op="equ" val="norm">
        <dgm:alg type="snake">
          <dgm:param type="grDir" val="tL"/>
          <dgm:param type="flowDir" val="row"/>
          <dgm:param type="off" val="off"/>
          <dgm:param type="bkpt" val="fixed"/>
          <dgm:param type="bkPtFixedVal" val="1"/>
        </dgm:alg>
      </dgm:if>
      <dgm:else name="Name2">
        <dgm:alg type="snake">
          <dgm:param type="grDir" val="tR"/>
          <dgm:param type="flowDir" val="row"/>
          <dgm:param type="off" val="off"/>
          <dgm:param type="bkpt" val="fixed"/>
          <dgm:param type="bkPtFixedVal" val="1"/>
        </dgm:alg>
      </dgm:else>
    </dgm:choose>
    <dgm:shape xmlns:r="http://schemas.openxmlformats.org/officeDocument/2006/relationships" r:blip="">
      <dgm:adjLst/>
    </dgm:shape>
    <dgm:choose name="Name3">
      <dgm:if name="Name4" func="var" arg="dir" op="equ" val="norm">
        <dgm:constrLst>
          <dgm:constr type="alignOff" forName="rootnode" val="0.48"/>
          <dgm:constr type="primFontSz" for="des" forName="ParentText" val="65"/>
          <dgm:constr type="primFontSz" for="des" forName="ChildText" refType="primFontSz" refFor="des" refForName="ParentText" op="lte"/>
          <dgm:constr type="w" for="ch" forName="composite" refType="w"/>
          <dgm:constr type="h" for="ch" forName="composite" refType="h"/>
          <dgm:constr type="sp" refType="h" refFor="ch" refForName="composite" op="equ" fact="-0.38"/>
        </dgm:constrLst>
      </dgm:if>
      <dgm:else name="Name5">
        <dgm:constrLst>
          <dgm:constr type="alignOff" forName="rootnode" val="0.48"/>
          <dgm:constr type="primFontSz" for="des" forName="ParentText" val="65"/>
          <dgm:constr type="primFontSz" for="des" forName="ChildText" refType="primFontSz" refFor="des" refForName="ParentText" op="lte"/>
          <dgm:constr type="w" for="ch" forName="composite" refType="w"/>
          <dgm:constr type="h" for="ch" forName="composite" refType="h"/>
          <dgm:constr type="sp" refType="h" refFor="ch" refForName="composite" op="equ" fact="-0.38"/>
        </dgm:constrLst>
      </dgm:else>
    </dgm:choose>
    <dgm:forEach name="nodesForEach" axis="ch" ptType="node">
      <dgm:layoutNode name="composite">
        <dgm:alg type="composite">
          <dgm:param type="ar" val="1.2439"/>
        </dgm:alg>
        <dgm:shape xmlns:r="http://schemas.openxmlformats.org/officeDocument/2006/relationships" r:blip="">
          <dgm:adjLst/>
        </dgm:shape>
        <dgm:choose name="Name6">
          <dgm:if name="Name7" func="var" arg="dir" op="equ" val="norm">
            <dgm:constrLst>
              <dgm:constr type="l" for="ch" forName="bentUpArrow1" refType="w" fact="0.07"/>
              <dgm:constr type="t" for="ch" forName="bentUpArrow1" refType="h" fact="0.524"/>
              <dgm:constr type="w" for="ch" forName="bentUpArrow1" refType="w" fact="0.3844"/>
              <dgm:constr type="h" for="ch" forName="bentUpArrow1" refType="h" fact="0.42"/>
              <dgm:constr type="l" for="ch" forName="ParentText" refType="w" fact="0"/>
              <dgm:constr type="t" for="ch" forName="ParentText" refType="h" fact="0"/>
              <dgm:constr type="w" for="ch" forName="ParentText" refType="w" fact="0.5684"/>
              <dgm:constr type="h" for="ch" forName="ParentText" refType="h" fact="0.4949"/>
              <dgm:constr type="l" for="ch" forName="ChildText" refType="w" refFor="ch" refForName="ParentText"/>
              <dgm:constr type="t" for="ch" forName="ChildText" refType="h" fact="0.05"/>
              <dgm:constr type="w" for="ch" forName="ChildText" refType="w" fact="0.4134"/>
              <dgm:constr type="h" for="ch" forName="ChildText" refType="h" fact="0.4"/>
              <dgm:constr type="l" for="ch" forName="FinalChildText" refType="w" refFor="ch" refForName="ParentText"/>
              <dgm:constr type="t" for="ch" forName="FinalChildText" refType="h" fact="0.05"/>
              <dgm:constr type="w" for="ch" forName="FinalChildText" refType="w" fact="0.4134"/>
              <dgm:constr type="h" for="ch" forName="FinalChildText" refType="h" fact="0.4"/>
            </dgm:constrLst>
          </dgm:if>
          <dgm:else name="Name8">
            <dgm:constrLst>
              <dgm:constr type="r" for="ch" forName="bentUpArrow1" refType="w" fact="0.97"/>
              <dgm:constr type="t" for="ch" forName="bentUpArrow1" refType="h" fact="0.524"/>
              <dgm:constr type="w" for="ch" forName="bentUpArrow1" refType="w" fact="0.3844"/>
              <dgm:constr type="h" for="ch" forName="bentUpArrow1" refType="h" fact="0.42"/>
              <dgm:constr type="l" for="ch" forName="ParentText" refType="w" fact="0.4316"/>
              <dgm:constr type="t" for="ch" forName="ParentText" refType="h" fact="0"/>
              <dgm:constr type="w" for="ch" forName="ParentText" refType="w" fact="0.5684"/>
              <dgm:constr type="h" for="ch" forName="ParentText" refType="h" fact="0.4949"/>
              <dgm:constr type="l" for="ch" forName="ChildText" refType="w" fact="0"/>
              <dgm:constr type="t" for="ch" forName="ChildText" refType="h" fact="0.05"/>
              <dgm:constr type="w" for="ch" forName="ChildText" refType="w" fact="0.4134"/>
              <dgm:constr type="h" for="ch" forName="ChildText" refType="h" fact="0.4"/>
              <dgm:constr type="l" for="ch" forName="FinalChildText" refType="w" fact="0"/>
              <dgm:constr type="t" for="ch" forName="FinalChildText" refType="h" fact="0.05"/>
              <dgm:constr type="w" for="ch" forName="FinalChildText" refType="w" fact="0.4134"/>
              <dgm:constr type="h" for="ch" forName="FinalChildText" refType="h" fact="0.4"/>
            </dgm:constrLst>
          </dgm:else>
        </dgm:choose>
        <dgm:choose name="Name9">
          <dgm:if name="Name10" axis="followSib" ptType="node" func="cnt" op="gte" val="1">
            <dgm:layoutNode name="bentUpArrow1" styleLbl="alignImgPlace1">
              <dgm:alg type="sp"/>
              <dgm:choose name="Name11">
                <dgm:if name="Name12" func="var" arg="dir" op="equ" val="norm">
                  <dgm:shape xmlns:r="http://schemas.openxmlformats.org/officeDocument/2006/relationships" rot="90" type="bentUpArrow" r:blip="">
                    <dgm:adjLst>
                      <dgm:adj idx="1" val="0.3284"/>
                      <dgm:adj idx="2" val="0.25"/>
                      <dgm:adj idx="3" val="0.3578"/>
                    </dgm:adjLst>
                  </dgm:shape>
                </dgm:if>
                <dgm:else name="Name13">
                  <dgm:shape xmlns:r="http://schemas.openxmlformats.org/officeDocument/2006/relationships" rot="180" type="bentArrow" r:blip="">
                    <dgm:adjLst>
                      <dgm:adj idx="1" val="0.3284"/>
                      <dgm:adj idx="2" val="0.25"/>
                      <dgm:adj idx="3" val="0.3578"/>
                      <dgm:adj idx="4" val="0"/>
                    </dgm:adjLst>
                  </dgm:shape>
                </dgm:else>
              </dgm:choose>
              <dgm:presOf/>
            </dgm:layoutNode>
          </dgm:if>
          <dgm:else name="Name14"/>
        </dgm:choose>
        <dgm:layoutNode name="ParentText" styleLbl="node1">
          <dgm:varLst>
            <dgm:chMax val="1"/>
            <dgm:chPref val="1"/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667"/>
            </dgm:adjLst>
          </dgm:shape>
          <dgm:presOf axis="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choose name="Name15">
          <dgm:if name="Name16" axis="followSib" ptType="node" func="cnt" op="equ" val="0">
            <dgm:choose name="Name17">
              <dgm:if name="Name18" axis="ch" ptType="node" func="cnt" op="gte" val="1">
                <dgm:layoutNode name="FinalChildText" styleLbl="revTx">
                  <dgm:varLst>
                    <dgm:chMax val="0"/>
                    <dgm:chPref val="0"/>
                    <dgm:bulletEnabled val="1"/>
                  </dgm:varLst>
                  <dgm:alg type="tx">
                    <dgm:param type="stBulletLvl" val="1"/>
                    <dgm:param type="txAnchorVertCh" val="mid"/>
                    <dgm:param type="parTxLTRAlign" val="l"/>
                  </dgm:alg>
                  <dgm:shape xmlns:r="http://schemas.openxmlformats.org/officeDocument/2006/relationships" type="rect" r:blip="">
                    <dgm:adjLst/>
                  </dgm:shape>
                  <dgm:presOf axis="des" ptType="node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9"/>
            </dgm:choose>
          </dgm:if>
          <dgm:else name="Name20">
            <dgm:layoutNode name="ChildText" styleLbl="revTx">
              <dgm:varLst>
                <dgm:chMax val="0"/>
                <dgm:chPref val="0"/>
                <dgm:bulletEnabled val="1"/>
              </dgm:varLst>
              <dgm:alg type="tx">
                <dgm:param type="stBulletLvl" val="1"/>
                <dgm:param type="txAnchorVertCh" val="mid"/>
                <dgm:param type="parTxLTRAlign" val="l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else>
        </dgm:choos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ms-MY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876E6D3F-B538-4A33-98B3-BF8594FBFDC6}" type="datetimeFigureOut">
              <a:rPr lang="ms-MY" smtClean="0"/>
              <a:pPr/>
              <a:t>03/06/2016</a:t>
            </a:fld>
            <a:endParaRPr lang="ms-MY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r>
              <a:rPr lang="ms-MY" smtClean="0"/>
              <a:t>Developed by CCPD/Aug/2011</a:t>
            </a:r>
            <a:endParaRPr lang="ms-MY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A57FA4AF-5254-4979-B1E7-FCA125A6CC5C}" type="slidenum">
              <a:rPr lang="ms-MY" smtClean="0"/>
              <a:pPr/>
              <a:t>‹#›</a:t>
            </a:fld>
            <a:endParaRPr lang="ms-MY"/>
          </a:p>
        </p:txBody>
      </p:sp>
    </p:spTree>
    <p:extLst>
      <p:ext uri="{BB962C8B-B14F-4D97-AF65-F5344CB8AC3E}">
        <p14:creationId xmlns:p14="http://schemas.microsoft.com/office/powerpoint/2010/main" val="2243765958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ms-MY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278D5B74-BB0C-4734-AF72-7E01B7C12E9A}" type="datetimeFigureOut">
              <a:rPr lang="ms-MY" smtClean="0"/>
              <a:pPr/>
              <a:t>03/06/2016</a:t>
            </a:fld>
            <a:endParaRPr lang="ms-MY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ms-MY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vert="horz" lIns="93177" tIns="46589" rIns="93177" bIns="46589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ms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r>
              <a:rPr lang="ms-MY" smtClean="0"/>
              <a:t>Developed by CCPD/Aug/2011</a:t>
            </a:r>
            <a:endParaRPr lang="ms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E964AEAD-3930-4E0F-94B9-C6C5DEA5AA8F}" type="slidenum">
              <a:rPr lang="ms-MY" smtClean="0"/>
              <a:pPr/>
              <a:t>‹#›</a:t>
            </a:fld>
            <a:endParaRPr lang="ms-MY"/>
          </a:p>
        </p:txBody>
      </p:sp>
    </p:spTree>
    <p:extLst>
      <p:ext uri="{BB962C8B-B14F-4D97-AF65-F5344CB8AC3E}">
        <p14:creationId xmlns:p14="http://schemas.microsoft.com/office/powerpoint/2010/main" val="4103466325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Isosceles Triangle 6"/>
          <p:cNvSpPr/>
          <p:nvPr/>
        </p:nvSpPr>
        <p:spPr>
          <a:xfrm rot="16200000">
            <a:off x="7554353" y="5254283"/>
            <a:ext cx="1892949" cy="1294228"/>
          </a:xfrm>
          <a:prstGeom prst="triangle">
            <a:avLst>
              <a:gd name="adj" fmla="val 51323"/>
            </a:avLst>
          </a:prstGeom>
          <a:gradFill flip="none" rotWithShape="1">
            <a:gsLst>
              <a:gs pos="0">
                <a:schemeClr val="accent1">
                  <a:shade val="30000"/>
                  <a:satMod val="155000"/>
                  <a:alpha val="100000"/>
                </a:schemeClr>
              </a:gs>
              <a:gs pos="60000">
                <a:schemeClr val="accent1">
                  <a:satMod val="160000"/>
                  <a:alpha val="100000"/>
                </a:schemeClr>
              </a:gs>
              <a:gs pos="100000">
                <a:schemeClr val="accent1">
                  <a:tint val="70000"/>
                  <a:satMod val="200000"/>
                  <a:alpha val="100000"/>
                </a:schemeClr>
              </a:gs>
            </a:gsLst>
            <a:lin ang="15500000" scaled="1"/>
            <a:tileRect/>
          </a:gra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540544" y="776288"/>
            <a:ext cx="8062912" cy="1470025"/>
          </a:xfrm>
        </p:spPr>
        <p:txBody>
          <a:bodyPr anchor="b">
            <a:normAutofit/>
          </a:bodyPr>
          <a:lstStyle>
            <a:lvl1pPr algn="r">
              <a:defRPr sz="440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540544" y="2250280"/>
            <a:ext cx="8062912" cy="1752600"/>
          </a:xfrm>
        </p:spPr>
        <p:txBody>
          <a:bodyPr/>
          <a:lstStyle>
            <a:lvl1pPr marL="0" marR="36576" indent="0" algn="r">
              <a:spcBef>
                <a:spcPts val="0"/>
              </a:spcBef>
              <a:buNone/>
              <a:defRPr>
                <a:ln>
                  <a:solidFill>
                    <a:schemeClr val="bg2"/>
                  </a:solidFill>
                </a:ln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1371600" y="6012656"/>
            <a:ext cx="5791200" cy="365125"/>
          </a:xfrm>
        </p:spPr>
        <p:txBody>
          <a:bodyPr tIns="0" bIns="0" anchor="t"/>
          <a:lstStyle>
            <a:lvl1pPr algn="r">
              <a:defRPr sz="1000"/>
            </a:lvl1pPr>
          </a:lstStyle>
          <a:p>
            <a:fld id="{B666DC8D-3B1C-48A1-86C0-FB30B5E97956}" type="datetimeFigureOut">
              <a:rPr lang="ms-MY" smtClean="0"/>
              <a:pPr/>
              <a:t>03/06/2016</a:t>
            </a:fld>
            <a:endParaRPr lang="ms-MY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1371600" y="5650704"/>
            <a:ext cx="5791200" cy="365125"/>
          </a:xfrm>
        </p:spPr>
        <p:txBody>
          <a:bodyPr tIns="0" bIns="0" anchor="b"/>
          <a:lstStyle>
            <a:lvl1pPr algn="r">
              <a:defRPr sz="1100"/>
            </a:lvl1pPr>
          </a:lstStyle>
          <a:p>
            <a:endParaRPr lang="ms-MY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8392247" y="5752307"/>
            <a:ext cx="502920" cy="365125"/>
          </a:xfrm>
        </p:spPr>
        <p:txBody>
          <a:bodyPr anchor="ctr"/>
          <a:lstStyle>
            <a:lvl1pPr algn="ctr">
              <a:defRPr sz="1300">
                <a:solidFill>
                  <a:srgbClr val="FFFFFF"/>
                </a:solidFill>
              </a:defRPr>
            </a:lvl1pPr>
          </a:lstStyle>
          <a:p>
            <a:fld id="{3B695A11-BC2E-4B2E-897D-F7909BB5FEED}" type="slidenum">
              <a:rPr lang="ms-MY" smtClean="0"/>
              <a:pPr/>
              <a:t>‹#›</a:t>
            </a:fld>
            <a:endParaRPr lang="ms-MY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67494"/>
            <a:ext cx="8229600" cy="1399032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82808"/>
            <a:ext cx="82296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791456" y="6480048"/>
            <a:ext cx="2133600" cy="301752"/>
          </a:xfrm>
        </p:spPr>
        <p:txBody>
          <a:bodyPr/>
          <a:lstStyle/>
          <a:p>
            <a:fld id="{B666DC8D-3B1C-48A1-86C0-FB30B5E97956}" type="datetimeFigureOut">
              <a:rPr lang="ms-MY" smtClean="0"/>
              <a:pPr/>
              <a:t>03/06/2016</a:t>
            </a:fld>
            <a:endParaRPr lang="ms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7200" y="6480969"/>
            <a:ext cx="4260056" cy="300831"/>
          </a:xfrm>
        </p:spPr>
        <p:txBody>
          <a:bodyPr/>
          <a:lstStyle/>
          <a:p>
            <a:endParaRPr lang="ms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695A11-BC2E-4B2E-897D-F7909BB5FEED}" type="slidenum">
              <a:rPr lang="ms-MY" smtClean="0"/>
              <a:pPr/>
              <a:t>‹#›</a:t>
            </a:fld>
            <a:endParaRPr lang="ms-MY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ight Triangle 8"/>
          <p:cNvSpPr/>
          <p:nvPr/>
        </p:nvSpPr>
        <p:spPr>
          <a:xfrm flipV="1">
            <a:off x="7034" y="7034"/>
            <a:ext cx="9129932" cy="6836899"/>
          </a:xfrm>
          <a:prstGeom prst="rtTriangle">
            <a:avLst/>
          </a:prstGeom>
          <a:gradFill flip="none" rotWithShape="1">
            <a:gsLst>
              <a:gs pos="0">
                <a:schemeClr val="tx2">
                  <a:alpha val="10000"/>
                </a:schemeClr>
              </a:gs>
              <a:gs pos="70000">
                <a:schemeClr val="tx2">
                  <a:alpha val="8000"/>
                </a:schemeClr>
              </a:gs>
              <a:gs pos="100000">
                <a:schemeClr val="tx2">
                  <a:alpha val="1000"/>
                </a:schemeClr>
              </a:gs>
            </a:gsLst>
            <a:lin ang="8000000" scaled="1"/>
            <a:tileRect/>
          </a:gra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algn="ctr" defTabSz="914400" rtl="0" eaLnBrk="1" latinLnBrk="0" hangingPunct="1"/>
            <a:endParaRPr kumimoji="0" lang="en-US" sz="1800" kern="1200" dirty="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Isosceles Triangle 7"/>
          <p:cNvSpPr/>
          <p:nvPr/>
        </p:nvSpPr>
        <p:spPr>
          <a:xfrm rot="5400000" flipV="1">
            <a:off x="7554353" y="309490"/>
            <a:ext cx="1892949" cy="1294228"/>
          </a:xfrm>
          <a:prstGeom prst="triangle">
            <a:avLst>
              <a:gd name="adj" fmla="val 51323"/>
            </a:avLst>
          </a:prstGeom>
          <a:gradFill flip="none" rotWithShape="1">
            <a:gsLst>
              <a:gs pos="0">
                <a:schemeClr val="accent1">
                  <a:shade val="30000"/>
                  <a:satMod val="155000"/>
                  <a:alpha val="100000"/>
                </a:schemeClr>
              </a:gs>
              <a:gs pos="60000">
                <a:schemeClr val="accent1">
                  <a:satMod val="160000"/>
                  <a:alpha val="100000"/>
                </a:schemeClr>
              </a:gs>
              <a:gs pos="100000">
                <a:schemeClr val="accent1">
                  <a:tint val="70000"/>
                  <a:satMod val="200000"/>
                  <a:alpha val="100000"/>
                </a:schemeClr>
              </a:gs>
            </a:gsLst>
            <a:lin ang="15500000" scaled="1"/>
            <a:tileRect/>
          </a:gra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955632" y="6477000"/>
            <a:ext cx="2133600" cy="304800"/>
          </a:xfrm>
        </p:spPr>
        <p:txBody>
          <a:bodyPr/>
          <a:lstStyle/>
          <a:p>
            <a:fld id="{B666DC8D-3B1C-48A1-86C0-FB30B5E97956}" type="datetimeFigureOut">
              <a:rPr lang="ms-MY" smtClean="0"/>
              <a:pPr/>
              <a:t>03/06/2016</a:t>
            </a:fld>
            <a:endParaRPr lang="ms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19376" y="6480969"/>
            <a:ext cx="4260056" cy="300831"/>
          </a:xfrm>
        </p:spPr>
        <p:txBody>
          <a:bodyPr/>
          <a:lstStyle/>
          <a:p>
            <a:endParaRPr lang="ms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1056" y="809624"/>
            <a:ext cx="502920" cy="300831"/>
          </a:xfrm>
        </p:spPr>
        <p:txBody>
          <a:bodyPr/>
          <a:lstStyle/>
          <a:p>
            <a:fld id="{3B695A11-BC2E-4B2E-897D-F7909BB5FEED}" type="slidenum">
              <a:rPr lang="ms-MY" smtClean="0"/>
              <a:pPr/>
              <a:t>‹#›</a:t>
            </a:fld>
            <a:endParaRPr lang="ms-MY"/>
          </a:p>
        </p:txBody>
      </p:sp>
      <p:cxnSp>
        <p:nvCxnSpPr>
          <p:cNvPr id="11" name="Straight Connector 10"/>
          <p:cNvCxnSpPr/>
          <p:nvPr/>
        </p:nvCxnSpPr>
        <p:spPr>
          <a:xfrm rot="10800000">
            <a:off x="6468794" y="9381"/>
            <a:ext cx="2672861" cy="1900210"/>
          </a:xfrm>
          <a:prstGeom prst="line">
            <a:avLst/>
          </a:prstGeom>
          <a:noFill/>
          <a:ln w="6000" cap="rnd" cmpd="sng" algn="ctr">
            <a:solidFill>
              <a:schemeClr val="bg2">
                <a:tint val="50000"/>
                <a:satMod val="200000"/>
                <a:alpha val="4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 flipV="1">
            <a:off x="0" y="7034"/>
            <a:ext cx="9136966" cy="6843933"/>
          </a:xfrm>
          <a:prstGeom prst="line">
            <a:avLst/>
          </a:prstGeom>
          <a:noFill/>
          <a:ln w="5000" cap="rnd" cmpd="sng" algn="ctr">
            <a:solidFill>
              <a:schemeClr val="bg2">
                <a:tint val="55000"/>
                <a:satMod val="200000"/>
                <a:alpha val="3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71464"/>
            <a:ext cx="7239000" cy="1362075"/>
          </a:xfrm>
        </p:spPr>
        <p:txBody>
          <a:bodyPr anchor="ctr"/>
          <a:lstStyle>
            <a:lvl1pPr marL="0" algn="l">
              <a:buNone/>
              <a:defRPr sz="3600" b="1" cap="none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1000" y="1633536"/>
            <a:ext cx="3886200" cy="2286000"/>
          </a:xfrm>
        </p:spPr>
        <p:txBody>
          <a:bodyPr anchor="t"/>
          <a:lstStyle>
            <a:lvl1pPr marL="54864" indent="0" algn="l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 algn="l"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722437"/>
            <a:ext cx="40386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722437"/>
            <a:ext cx="40386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791456" y="6480969"/>
            <a:ext cx="2133600" cy="301752"/>
          </a:xfrm>
        </p:spPr>
        <p:txBody>
          <a:bodyPr/>
          <a:lstStyle/>
          <a:p>
            <a:fld id="{B666DC8D-3B1C-48A1-86C0-FB30B5E97956}" type="datetimeFigureOut">
              <a:rPr lang="ms-MY" smtClean="0"/>
              <a:pPr/>
              <a:t>03/06/2016</a:t>
            </a:fld>
            <a:endParaRPr lang="ms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57200" y="6480969"/>
            <a:ext cx="4260056" cy="301752"/>
          </a:xfrm>
        </p:spPr>
        <p:txBody>
          <a:bodyPr/>
          <a:lstStyle/>
          <a:p>
            <a:endParaRPr lang="ms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589520" y="6480969"/>
            <a:ext cx="502920" cy="301752"/>
          </a:xfrm>
        </p:spPr>
        <p:txBody>
          <a:bodyPr/>
          <a:lstStyle/>
          <a:p>
            <a:fld id="{3B695A11-BC2E-4B2E-897D-F7909BB5FEED}" type="slidenum">
              <a:rPr lang="ms-MY" smtClean="0"/>
              <a:pPr/>
              <a:t>‹#›</a:t>
            </a:fld>
            <a:endParaRPr lang="ms-MY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8198" y="290732"/>
            <a:ext cx="1066800" cy="6153912"/>
          </a:xfrm>
        </p:spPr>
        <p:txBody>
          <a:bodyPr vert="vert270" anchor="b"/>
          <a:lstStyle>
            <a:lvl1pPr marL="0" algn="ctr">
              <a:defRPr sz="3300" b="1">
                <a:ln w="6350">
                  <a:solidFill>
                    <a:schemeClr val="tx1"/>
                  </a:solidFill>
                </a:ln>
                <a:solidFill>
                  <a:schemeClr val="tx1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5006" y="290732"/>
            <a:ext cx="581024" cy="3017520"/>
          </a:xfrm>
          <a:solidFill>
            <a:schemeClr val="bg1"/>
          </a:solidFill>
          <a:ln w="12700">
            <a:noFill/>
          </a:ln>
        </p:spPr>
        <p:txBody>
          <a:bodyPr vert="vert270" anchor="ctr"/>
          <a:lstStyle>
            <a:lvl1pPr marL="0" indent="0" algn="ctr">
              <a:buNone/>
              <a:defRPr sz="16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1365006" y="3427124"/>
            <a:ext cx="581024" cy="3017520"/>
          </a:xfrm>
          <a:solidFill>
            <a:schemeClr val="bg1"/>
          </a:solidFill>
          <a:ln w="12700">
            <a:noFill/>
          </a:ln>
        </p:spPr>
        <p:txBody>
          <a:bodyPr vert="vert270" anchor="ctr"/>
          <a:lstStyle>
            <a:lvl1pPr marL="0" indent="0" algn="ctr">
              <a:buNone/>
              <a:defRPr sz="16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2022230" y="290732"/>
            <a:ext cx="6858000" cy="3017520"/>
          </a:xfrm>
        </p:spPr>
        <p:txBody>
          <a:bodyPr/>
          <a:lstStyle>
            <a:lvl1pPr algn="l">
              <a:defRPr sz="2400"/>
            </a:lvl1pPr>
            <a:lvl2pPr algn="l">
              <a:defRPr sz="2000"/>
            </a:lvl2pPr>
            <a:lvl3pPr algn="l">
              <a:defRPr sz="1800"/>
            </a:lvl3pPr>
            <a:lvl4pPr algn="l">
              <a:defRPr sz="1600"/>
            </a:lvl4pPr>
            <a:lvl5pPr algn="l"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022230" y="3427124"/>
            <a:ext cx="6858000" cy="301752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791456" y="6480969"/>
            <a:ext cx="2130552" cy="301752"/>
          </a:xfrm>
        </p:spPr>
        <p:txBody>
          <a:bodyPr/>
          <a:lstStyle/>
          <a:p>
            <a:fld id="{B666DC8D-3B1C-48A1-86C0-FB30B5E97956}" type="datetimeFigureOut">
              <a:rPr lang="ms-MY" smtClean="0"/>
              <a:pPr/>
              <a:t>03/06/2016</a:t>
            </a:fld>
            <a:endParaRPr lang="ms-MY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57200" y="6480969"/>
            <a:ext cx="4261104" cy="301752"/>
          </a:xfrm>
        </p:spPr>
        <p:txBody>
          <a:bodyPr/>
          <a:lstStyle/>
          <a:p>
            <a:endParaRPr lang="ms-MY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589520" y="6483096"/>
            <a:ext cx="502920" cy="301752"/>
          </a:xfrm>
        </p:spPr>
        <p:txBody>
          <a:bodyPr/>
          <a:lstStyle>
            <a:lvl1pPr algn="ctr">
              <a:defRPr/>
            </a:lvl1pPr>
          </a:lstStyle>
          <a:p>
            <a:fld id="{3B695A11-BC2E-4B2E-897D-F7909BB5FEED}" type="slidenum">
              <a:rPr lang="ms-MY" smtClean="0"/>
              <a:pPr/>
              <a:t>‹#›</a:t>
            </a:fld>
            <a:endParaRPr lang="ms-MY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66DC8D-3B1C-48A1-86C0-FB30B5E97956}" type="datetimeFigureOut">
              <a:rPr lang="ms-MY" smtClean="0"/>
              <a:pPr/>
              <a:t>03/06/2016</a:t>
            </a:fld>
            <a:endParaRPr lang="ms-MY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ms-MY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695A11-BC2E-4B2E-897D-F7909BB5FEED}" type="slidenum">
              <a:rPr lang="ms-MY" smtClean="0"/>
              <a:pPr/>
              <a:t>‹#›</a:t>
            </a:fld>
            <a:endParaRPr lang="ms-MY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791456" y="6480969"/>
            <a:ext cx="2133600" cy="301752"/>
          </a:xfrm>
        </p:spPr>
        <p:txBody>
          <a:bodyPr/>
          <a:lstStyle/>
          <a:p>
            <a:fld id="{B666DC8D-3B1C-48A1-86C0-FB30B5E97956}" type="datetimeFigureOut">
              <a:rPr lang="ms-MY" smtClean="0"/>
              <a:pPr/>
              <a:t>03/06/2016</a:t>
            </a:fld>
            <a:endParaRPr lang="ms-MY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57200" y="6481890"/>
            <a:ext cx="4260056" cy="300831"/>
          </a:xfrm>
        </p:spPr>
        <p:txBody>
          <a:bodyPr/>
          <a:lstStyle/>
          <a:p>
            <a:endParaRPr lang="ms-MY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589520" y="6480969"/>
            <a:ext cx="502920" cy="301752"/>
          </a:xfrm>
        </p:spPr>
        <p:txBody>
          <a:bodyPr/>
          <a:lstStyle/>
          <a:p>
            <a:fld id="{3B695A11-BC2E-4B2E-897D-F7909BB5FEED}" type="slidenum">
              <a:rPr lang="ms-MY" smtClean="0"/>
              <a:pPr/>
              <a:t>‹#›</a:t>
            </a:fld>
            <a:endParaRPr lang="ms-MY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9456" y="367664"/>
            <a:ext cx="914400" cy="5943600"/>
          </a:xfrm>
        </p:spPr>
        <p:txBody>
          <a:bodyPr vert="vert270" anchor="b"/>
          <a:lstStyle>
            <a:lvl1pPr marL="0" marR="18288" algn="r">
              <a:spcBef>
                <a:spcPts val="0"/>
              </a:spcBef>
              <a:buNone/>
              <a:defRPr sz="2900" b="0" cap="all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1135856" y="367664"/>
            <a:ext cx="2438400" cy="5943600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651250" y="320040"/>
            <a:ext cx="5276088" cy="5989320"/>
          </a:xfrm>
        </p:spPr>
        <p:txBody>
          <a:bodyPr/>
          <a:lstStyle>
            <a:lvl1pPr>
              <a:spcBef>
                <a:spcPts val="0"/>
              </a:spcBef>
              <a:defRPr sz="30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78976" y="6556248"/>
            <a:ext cx="2133600" cy="301752"/>
          </a:xfrm>
        </p:spPr>
        <p:txBody>
          <a:bodyPr/>
          <a:lstStyle>
            <a:lvl1pPr>
              <a:defRPr sz="900"/>
            </a:lvl1pPr>
          </a:lstStyle>
          <a:p>
            <a:fld id="{B666DC8D-3B1C-48A1-86C0-FB30B5E97956}" type="datetimeFigureOut">
              <a:rPr lang="ms-MY" smtClean="0"/>
              <a:pPr/>
              <a:t>03/06/2016</a:t>
            </a:fld>
            <a:endParaRPr lang="ms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35856" y="6556248"/>
            <a:ext cx="5143120" cy="301752"/>
          </a:xfrm>
        </p:spPr>
        <p:txBody>
          <a:bodyPr/>
          <a:lstStyle>
            <a:lvl1pPr>
              <a:defRPr sz="900"/>
            </a:lvl1pPr>
          </a:lstStyle>
          <a:p>
            <a:endParaRPr lang="ms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410576" y="6556248"/>
            <a:ext cx="502920" cy="301752"/>
          </a:xfrm>
        </p:spPr>
        <p:txBody>
          <a:bodyPr/>
          <a:lstStyle>
            <a:lvl1pPr>
              <a:defRPr sz="900"/>
            </a:lvl1pPr>
          </a:lstStyle>
          <a:p>
            <a:fld id="{3B695A11-BC2E-4B2E-897D-F7909BB5FEED}" type="slidenum">
              <a:rPr lang="ms-MY" smtClean="0"/>
              <a:pPr/>
              <a:t>‹#›</a:t>
            </a:fld>
            <a:endParaRPr lang="ms-MY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9456" y="150896"/>
            <a:ext cx="914400" cy="6400800"/>
          </a:xfrm>
        </p:spPr>
        <p:txBody>
          <a:bodyPr vert="vert270" anchor="b"/>
          <a:lstStyle>
            <a:lvl1pPr marL="0" algn="l">
              <a:buNone/>
              <a:defRPr sz="3000" b="0" cap="all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138237" y="373966"/>
            <a:ext cx="7333488" cy="5486400"/>
          </a:xfrm>
          <a:solidFill>
            <a:schemeClr val="bg2">
              <a:shade val="50000"/>
            </a:schemeClr>
          </a:solidFill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dirty="0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5867400"/>
            <a:ext cx="7333488" cy="685800"/>
          </a:xfrm>
          <a:solidFill>
            <a:schemeClr val="accent1">
              <a:alpha val="15000"/>
            </a:schemeClr>
          </a:solidFill>
          <a:ln>
            <a:solidFill>
              <a:schemeClr val="accent1"/>
            </a:solidFill>
            <a:miter lim="800000"/>
          </a:ln>
        </p:spPr>
        <p:txBody>
          <a:bodyPr/>
          <a:lstStyle>
            <a:lvl1pPr marL="0" indent="0">
              <a:spcBef>
                <a:spcPts val="0"/>
              </a:spcBef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108192" y="6556248"/>
            <a:ext cx="2103120" cy="301752"/>
          </a:xfrm>
        </p:spPr>
        <p:txBody>
          <a:bodyPr/>
          <a:lstStyle>
            <a:lvl1pPr>
              <a:defRPr sz="900"/>
            </a:lvl1pPr>
          </a:lstStyle>
          <a:p>
            <a:fld id="{B666DC8D-3B1C-48A1-86C0-FB30B5E97956}" type="datetimeFigureOut">
              <a:rPr lang="ms-MY" smtClean="0"/>
              <a:pPr/>
              <a:t>03/06/2016</a:t>
            </a:fld>
            <a:endParaRPr lang="ms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70432" y="6557169"/>
            <a:ext cx="4948072" cy="301752"/>
          </a:xfrm>
        </p:spPr>
        <p:txBody>
          <a:bodyPr/>
          <a:lstStyle>
            <a:lvl1pPr>
              <a:defRPr sz="900"/>
            </a:lvl1pPr>
          </a:lstStyle>
          <a:p>
            <a:endParaRPr lang="ms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217192" y="6556248"/>
            <a:ext cx="365760" cy="301752"/>
          </a:xfrm>
        </p:spPr>
        <p:txBody>
          <a:bodyPr/>
          <a:lstStyle>
            <a:lvl1pPr algn="ctr">
              <a:defRPr sz="900"/>
            </a:lvl1pPr>
          </a:lstStyle>
          <a:p>
            <a:fld id="{3B695A11-BC2E-4B2E-897D-F7909BB5FEED}" type="slidenum">
              <a:rPr lang="ms-MY" smtClean="0"/>
              <a:pPr/>
              <a:t>‹#›</a:t>
            </a:fld>
            <a:endParaRPr lang="ms-MY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66DC8D-3B1C-48A1-86C0-FB30B5E97956}" type="datetimeFigureOut">
              <a:rPr lang="ms-MY" smtClean="0"/>
              <a:pPr/>
              <a:t>03/06/2016</a:t>
            </a:fld>
            <a:endParaRPr lang="ms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ms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695A11-BC2E-4B2E-897D-F7909BB5FEED}" type="slidenum">
              <a:rPr lang="ms-MY" smtClean="0"/>
              <a:pPr/>
              <a:t>‹#›</a:t>
            </a:fld>
            <a:endParaRPr lang="ms-MY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0" y="381000"/>
            <a:ext cx="1905000" cy="5486400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381000"/>
            <a:ext cx="6248400" cy="5486400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66DC8D-3B1C-48A1-86C0-FB30B5E97956}" type="datetimeFigureOut">
              <a:rPr lang="ms-MY" smtClean="0"/>
              <a:pPr/>
              <a:t>03/06/2016</a:t>
            </a:fld>
            <a:endParaRPr lang="ms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ms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695A11-BC2E-4B2E-897D-F7909BB5FEED}" type="slidenum">
              <a:rPr lang="ms-MY" smtClean="0"/>
              <a:pPr/>
              <a:t>‹#›</a:t>
            </a:fld>
            <a:endParaRPr lang="ms-MY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10923-0E6D-457F-B02C-D286A8388FC6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6/3/2016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32C335-83CC-4602-B188-FD39BB07C09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5534613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10923-0E6D-457F-B02C-D286A8388FC6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6/3/2016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32C335-83CC-4602-B188-FD39BB07C09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7765274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10923-0E6D-457F-B02C-D286A8388FC6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6/3/2016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32C335-83CC-4602-B188-FD39BB07C09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6889795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10923-0E6D-457F-B02C-D286A8388FC6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6/3/2016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32C335-83CC-4602-B188-FD39BB07C09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9135029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10923-0E6D-457F-B02C-D286A8388FC6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6/3/2016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32C335-83CC-4602-B188-FD39BB07C09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3739587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10923-0E6D-457F-B02C-D286A8388FC6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6/3/2016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32C335-83CC-4602-B188-FD39BB07C09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4501315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10923-0E6D-457F-B02C-D286A8388FC6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6/3/2016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32C335-83CC-4602-B188-FD39BB07C09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4244724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10923-0E6D-457F-B02C-D286A8388FC6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6/3/2016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32C335-83CC-4602-B188-FD39BB07C09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3791485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10923-0E6D-457F-B02C-D286A8388FC6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6/3/2016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32C335-83CC-4602-B188-FD39BB07C09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2499213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10923-0E6D-457F-B02C-D286A8388FC6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6/3/2016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32C335-83CC-4602-B188-FD39BB07C09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5846966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10923-0E6D-457F-B02C-D286A8388FC6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6/3/2016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32C335-83CC-4602-B188-FD39BB07C09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054280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3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4.jp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ight Triangle 10"/>
          <p:cNvSpPr/>
          <p:nvPr/>
        </p:nvSpPr>
        <p:spPr>
          <a:xfrm>
            <a:off x="7034" y="14068"/>
            <a:ext cx="9129932" cy="6836899"/>
          </a:xfrm>
          <a:prstGeom prst="rtTriangle">
            <a:avLst/>
          </a:prstGeom>
          <a:gradFill flip="none" rotWithShape="1">
            <a:gsLst>
              <a:gs pos="0">
                <a:schemeClr val="tx2">
                  <a:alpha val="10000"/>
                </a:schemeClr>
              </a:gs>
              <a:gs pos="70000">
                <a:schemeClr val="tx2">
                  <a:alpha val="8000"/>
                </a:schemeClr>
              </a:gs>
              <a:gs pos="100000">
                <a:schemeClr val="tx2">
                  <a:alpha val="1000"/>
                </a:schemeClr>
              </a:gs>
            </a:gsLst>
            <a:lin ang="8000000" scaled="1"/>
            <a:tileRect/>
          </a:gra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0" y="7034"/>
            <a:ext cx="9136966" cy="6843933"/>
          </a:xfrm>
          <a:prstGeom prst="line">
            <a:avLst/>
          </a:prstGeom>
          <a:noFill/>
          <a:ln w="5000" cap="rnd" cmpd="sng" algn="ctr">
            <a:solidFill>
              <a:schemeClr val="bg2">
                <a:tint val="55000"/>
                <a:satMod val="200000"/>
                <a:alpha val="3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 rot="10800000" flipV="1">
            <a:off x="6468794" y="4948410"/>
            <a:ext cx="2672861" cy="1900210"/>
          </a:xfrm>
          <a:prstGeom prst="line">
            <a:avLst/>
          </a:prstGeom>
          <a:noFill/>
          <a:ln w="6000" cap="rnd" cmpd="sng" algn="ctr">
            <a:solidFill>
              <a:schemeClr val="bg2">
                <a:tint val="50000"/>
                <a:satMod val="200000"/>
                <a:alpha val="4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267494"/>
            <a:ext cx="8229600" cy="1399032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882808"/>
            <a:ext cx="8229600" cy="4572000"/>
          </a:xfrm>
          <a:prstGeom prst="rect">
            <a:avLst/>
          </a:prstGeom>
        </p:spPr>
        <p:txBody>
          <a:bodyPr vert="horz" anchor="t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4791456" y="6480969"/>
            <a:ext cx="2133600" cy="301752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 b="0">
                <a:solidFill>
                  <a:schemeClr val="tx1"/>
                </a:solidFill>
              </a:defRPr>
            </a:lvl1pPr>
          </a:lstStyle>
          <a:p>
            <a:fld id="{B666DC8D-3B1C-48A1-86C0-FB30B5E97956}" type="datetimeFigureOut">
              <a:rPr lang="ms-MY" smtClean="0"/>
              <a:pPr/>
              <a:t>03/06/2016</a:t>
            </a:fld>
            <a:endParaRPr lang="ms-MY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457200" y="6481890"/>
            <a:ext cx="4260056" cy="300831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</a:lstStyle>
          <a:p>
            <a:endParaRPr lang="ms-MY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7589520" y="6480969"/>
            <a:ext cx="502920" cy="301752"/>
          </a:xfrm>
          <a:prstGeom prst="rect">
            <a:avLst/>
          </a:prstGeom>
        </p:spPr>
        <p:txBody>
          <a:bodyPr vert="horz" anchor="b"/>
          <a:lstStyle>
            <a:lvl1pPr algn="ctr" eaLnBrk="1" latinLnBrk="0" hangingPunct="1">
              <a:defRPr kumimoji="0" sz="1200">
                <a:solidFill>
                  <a:schemeClr val="tx1"/>
                </a:solidFill>
              </a:defRPr>
            </a:lvl1pPr>
          </a:lstStyle>
          <a:p>
            <a:fld id="{3B695A11-BC2E-4B2E-897D-F7909BB5FEED}" type="slidenum">
              <a:rPr lang="ms-MY" smtClean="0"/>
              <a:pPr/>
              <a:t>‹#›</a:t>
            </a:fld>
            <a:endParaRPr lang="ms-MY"/>
          </a:p>
        </p:txBody>
      </p:sp>
      <p:sp>
        <p:nvSpPr>
          <p:cNvPr id="10" name="Rectangle 9"/>
          <p:cNvSpPr/>
          <p:nvPr userDrawn="1"/>
        </p:nvSpPr>
        <p:spPr>
          <a:xfrm>
            <a:off x="500034" y="214290"/>
            <a:ext cx="8143932" cy="114300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ms-MY"/>
          </a:p>
        </p:txBody>
      </p:sp>
      <p:pic>
        <p:nvPicPr>
          <p:cNvPr id="12" name="Picture 11" descr="DEMC_newtagline.jpg"/>
          <p:cNvPicPr>
            <a:picLocks noChangeAspect="1"/>
          </p:cNvPicPr>
          <p:nvPr userDrawn="1"/>
        </p:nvPicPr>
        <p:blipFill>
          <a:blip r:embed="rId13" cstate="print"/>
          <a:stretch>
            <a:fillRect/>
          </a:stretch>
        </p:blipFill>
        <p:spPr>
          <a:xfrm>
            <a:off x="2798242" y="261344"/>
            <a:ext cx="3214710" cy="1071570"/>
          </a:xfrm>
          <a:prstGeom prst="rect">
            <a:avLst/>
          </a:prstGeom>
        </p:spPr>
      </p:pic>
      <p:pic>
        <p:nvPicPr>
          <p:cNvPr id="15" name="Picture 2"/>
          <p:cNvPicPr>
            <a:picLocks noChangeAspect="1" noChangeArrowheads="1"/>
          </p:cNvPicPr>
          <p:nvPr userDrawn="1"/>
        </p:nvPicPr>
        <p:blipFill>
          <a:blip r:embed="rId14"/>
          <a:srcRect/>
          <a:stretch>
            <a:fillRect/>
          </a:stretch>
        </p:blipFill>
        <p:spPr bwMode="auto">
          <a:xfrm>
            <a:off x="642910" y="357166"/>
            <a:ext cx="914400" cy="895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 bg1="dk1" tx1="lt1" bg2="dk2" tx2="lt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</p:sldLayoutIdLst>
  <p:txStyles>
    <p:titleStyle>
      <a:lvl1pPr marL="484632" algn="l" rtl="0" eaLnBrk="1" latinLnBrk="0" hangingPunct="1">
        <a:spcBef>
          <a:spcPct val="0"/>
        </a:spcBef>
        <a:buNone/>
        <a:defRPr kumimoji="0" sz="4200" kern="1200">
          <a:ln w="6350">
            <a:solidFill>
              <a:schemeClr val="accent1">
                <a:shade val="43000"/>
              </a:schemeClr>
            </a:solidFill>
          </a:ln>
          <a:solidFill>
            <a:schemeClr val="accent1">
              <a:tint val="83000"/>
              <a:satMod val="150000"/>
            </a:schemeClr>
          </a:solidFill>
          <a:effectLst>
            <a:outerShdw blurRad="26000" dist="26000" dir="14500000" algn="tl" rotWithShape="0">
              <a:srgbClr val="000000">
                <a:alpha val="40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448056" indent="-384048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"/>
        <a:defRPr kumimoji="0"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822960" indent="-285750" algn="l" rtl="0" eaLnBrk="1" latinLnBrk="0" hangingPunct="1">
        <a:spcBef>
          <a:spcPct val="20000"/>
        </a:spcBef>
        <a:buClr>
          <a:schemeClr val="accent1"/>
        </a:buClr>
        <a:buSzPct val="95000"/>
        <a:buFont typeface="Verdana"/>
        <a:buChar char="›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106424" indent="-228600" algn="l" rtl="0" eaLnBrk="1" latinLnBrk="0" hangingPunct="1">
        <a:spcBef>
          <a:spcPct val="20000"/>
        </a:spcBef>
        <a:buClr>
          <a:schemeClr val="accent1"/>
        </a:buClr>
        <a:buFont typeface="Wingdings 2"/>
        <a:buChar char="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10312" algn="l" rtl="0" eaLnBrk="1" latinLnBrk="0" hangingPunct="1">
        <a:spcBef>
          <a:spcPct val="20000"/>
        </a:spcBef>
        <a:buClr>
          <a:schemeClr val="accent1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600200" indent="-210312" algn="l" rtl="0" eaLnBrk="1" latinLnBrk="0" hangingPunct="1">
        <a:spcBef>
          <a:spcPct val="20000"/>
        </a:spcBef>
        <a:buClr>
          <a:schemeClr val="accent1">
            <a:tint val="75000"/>
          </a:schemeClr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1828800" indent="-210312" algn="l" rtl="0" eaLnBrk="1" latinLnBrk="0" hangingPunct="1">
        <a:spcBef>
          <a:spcPct val="20000"/>
        </a:spcBef>
        <a:buClr>
          <a:schemeClr val="accent1">
            <a:tint val="75000"/>
          </a:schemeClr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084832" indent="-210312" algn="l" rtl="0" eaLnBrk="1" latinLnBrk="0" hangingPunct="1">
        <a:spcBef>
          <a:spcPct val="20000"/>
        </a:spcBef>
        <a:buClr>
          <a:schemeClr val="accent1">
            <a:tint val="75000"/>
          </a:schemeClr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ct val="20000"/>
        </a:spcBef>
        <a:buClr>
          <a:schemeClr val="accent1">
            <a:tint val="75000"/>
          </a:schemeClr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14600" indent="-182880" algn="l" rtl="0" eaLnBrk="1" latinLnBrk="0" hangingPunct="1">
        <a:spcBef>
          <a:spcPct val="20000"/>
        </a:spcBef>
        <a:buClr>
          <a:schemeClr val="accent1">
            <a:tint val="75000"/>
          </a:schemeClr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75000"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D10923-0E6D-457F-B02C-D286A8388FC6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6/3/2016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32C335-83CC-4602-B188-FD39BB07C09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3283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6" r:id="rId1"/>
    <p:sldLayoutId id="2147483727" r:id="rId2"/>
    <p:sldLayoutId id="2147483728" r:id="rId3"/>
    <p:sldLayoutId id="2147483729" r:id="rId4"/>
    <p:sldLayoutId id="2147483730" r:id="rId5"/>
    <p:sldLayoutId id="2147483731" r:id="rId6"/>
    <p:sldLayoutId id="2147483732" r:id="rId7"/>
    <p:sldLayoutId id="2147483733" r:id="rId8"/>
    <p:sldLayoutId id="2147483734" r:id="rId9"/>
    <p:sldLayoutId id="2147483735" r:id="rId10"/>
    <p:sldLayoutId id="2147483736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file:///C:\Users\DEMCNB005\Desktop\Handover_CCPD\MSQH\MSQH%20CD%20HOSPITAL%203rd%20Edition\MSQH\ACCREDITATION%20PROCESS.pdf" TargetMode="Externa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6" name="Content Placeholder 3" descr="IMG_0228_(361_of_613)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107504" y="44624"/>
            <a:ext cx="6300192" cy="789707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i="1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WELCOME TO DEMC SPECIALIST HOSPITAL SHAH ALAM</a:t>
            </a:r>
            <a:endParaRPr lang="en-US" sz="2400" i="1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67544" y="5589240"/>
            <a:ext cx="6480720" cy="1008112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i="1" dirty="0" smtClean="0">
                <a:solidFill>
                  <a:schemeClr val="bg1"/>
                </a:solidFill>
                <a:latin typeface="Algerian" panose="04020705040A02060702" pitchFamily="82" charset="0"/>
              </a:rPr>
              <a:t>YOUR BOUTIQUE HEALTHCARE</a:t>
            </a:r>
            <a:endParaRPr lang="en-US" sz="2800" i="1" dirty="0">
              <a:solidFill>
                <a:schemeClr val="bg1"/>
              </a:solidFill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8577350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8"/>
          <p:cNvSpPr>
            <a:spLocks noGrp="1"/>
          </p:cNvSpPr>
          <p:nvPr>
            <p:ph type="ctrTitle"/>
          </p:nvPr>
        </p:nvSpPr>
        <p:spPr>
          <a:xfrm>
            <a:off x="179512" y="1052736"/>
            <a:ext cx="8712968" cy="2952328"/>
          </a:xfrm>
        </p:spPr>
        <p:txBody>
          <a:bodyPr>
            <a:normAutofit fontScale="90000"/>
          </a:bodyPr>
          <a:lstStyle/>
          <a:p>
            <a:r>
              <a:rPr lang="en-US" sz="5400" b="1" dirty="0" smtClean="0">
                <a:solidFill>
                  <a:schemeClr val="bg1"/>
                </a:solidFill>
              </a:rPr>
              <a:t>DEMC</a:t>
            </a:r>
            <a:r>
              <a:rPr lang="en-US" b="1" dirty="0" smtClean="0">
                <a:solidFill>
                  <a:schemeClr val="bg1"/>
                </a:solidFill>
              </a:rPr>
              <a:t> </a:t>
            </a:r>
            <a:r>
              <a:rPr lang="en-US" sz="5400" b="1" dirty="0" smtClean="0">
                <a:solidFill>
                  <a:schemeClr val="bg1"/>
                </a:solidFill>
              </a:rPr>
              <a:t>ACCREDITATION</a:t>
            </a:r>
            <a:r>
              <a:rPr lang="en-US" b="1" dirty="0" smtClean="0">
                <a:solidFill>
                  <a:schemeClr val="bg1"/>
                </a:solidFill>
              </a:rPr>
              <a:t> </a:t>
            </a:r>
            <a:r>
              <a:rPr lang="en-US" sz="5400" b="1" dirty="0" smtClean="0">
                <a:solidFill>
                  <a:schemeClr val="bg1"/>
                </a:solidFill>
              </a:rPr>
              <a:t>PROCESS</a:t>
            </a:r>
            <a:r>
              <a:rPr lang="en-US" b="1" dirty="0" smtClean="0">
                <a:solidFill>
                  <a:schemeClr val="bg1"/>
                </a:solidFill>
              </a:rPr>
              <a:t>:</a:t>
            </a:r>
            <a:br>
              <a:rPr lang="en-US" b="1" dirty="0" smtClean="0">
                <a:solidFill>
                  <a:schemeClr val="bg1"/>
                </a:solidFill>
              </a:rPr>
            </a:br>
            <a:r>
              <a:rPr lang="en-US" b="1" dirty="0" smtClean="0">
                <a:solidFill>
                  <a:schemeClr val="bg1"/>
                </a:solidFill>
              </a:rPr>
              <a:t/>
            </a:r>
            <a:br>
              <a:rPr lang="en-US" b="1" dirty="0" smtClean="0">
                <a:solidFill>
                  <a:schemeClr val="bg1"/>
                </a:solidFill>
              </a:rPr>
            </a:br>
            <a:r>
              <a:rPr lang="en-US" b="1" dirty="0" smtClean="0"/>
              <a:t>1</a:t>
            </a:r>
            <a:r>
              <a:rPr lang="en-US" b="1" baseline="30000" dirty="0" smtClean="0"/>
              <a:t>ST</a:t>
            </a:r>
            <a:r>
              <a:rPr lang="en-US" b="1" dirty="0" smtClean="0"/>
              <a:t> CYCLE ACCREDITATION ON 3</a:t>
            </a:r>
            <a:r>
              <a:rPr lang="en-US" b="1" baseline="30000" dirty="0" smtClean="0"/>
              <a:t>RD</a:t>
            </a:r>
            <a:r>
              <a:rPr lang="en-US" b="1" dirty="0" smtClean="0"/>
              <a:t> EDITION STANDARDS 2012</a:t>
            </a:r>
            <a:br>
              <a:rPr lang="en-US" b="1" dirty="0" smtClean="0"/>
            </a:br>
            <a:endParaRPr lang="ms-MY" b="1" dirty="0"/>
          </a:p>
        </p:txBody>
      </p:sp>
      <p:sp>
        <p:nvSpPr>
          <p:cNvPr id="5" name="Action Button: Information 4">
            <a:hlinkClick r:id="rId2" action="ppaction://hlinkfile" highlightClick="1"/>
          </p:cNvPr>
          <p:cNvSpPr/>
          <p:nvPr/>
        </p:nvSpPr>
        <p:spPr>
          <a:xfrm>
            <a:off x="4071649" y="4365104"/>
            <a:ext cx="928694" cy="857256"/>
          </a:xfrm>
          <a:prstGeom prst="actionButtonInformation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ms-MY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6524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Title 8"/>
          <p:cNvSpPr txBox="1">
            <a:spLocks/>
          </p:cNvSpPr>
          <p:nvPr/>
        </p:nvSpPr>
        <p:spPr>
          <a:xfrm>
            <a:off x="-468560" y="473101"/>
            <a:ext cx="7763280" cy="576064"/>
          </a:xfrm>
          <a:prstGeom prst="rect">
            <a:avLst/>
          </a:prstGeom>
        </p:spPr>
        <p:txBody>
          <a:bodyPr vert="horz" anchor="ctr">
            <a:noAutofit/>
          </a:bodyPr>
          <a:lstStyle>
            <a:lvl1pPr marL="484632" algn="l" rtl="0" eaLnBrk="1" latinLnBrk="0" hangingPunct="1">
              <a:spcBef>
                <a:spcPct val="0"/>
              </a:spcBef>
              <a:buNone/>
              <a:defRPr kumimoji="0" sz="4200" kern="1200">
                <a:ln w="6350">
                  <a:solidFill>
                    <a:schemeClr val="accent1">
                      <a:shade val="43000"/>
                    </a:schemeClr>
                  </a:solidFill>
                </a:ln>
                <a:solidFill>
                  <a:schemeClr val="accent1">
                    <a:tint val="83000"/>
                    <a:satMod val="150000"/>
                  </a:schemeClr>
                </a:solidFill>
                <a:effectLst>
                  <a:outerShdw blurRad="26000" dist="26000" dir="14500000" algn="tl" rotWithShape="0">
                    <a:srgbClr val="0000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pPr marL="484632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 smtClean="0">
                <a:ln w="6350">
                  <a:solidFill>
                    <a:srgbClr val="FF388C">
                      <a:shade val="43000"/>
                    </a:srgbClr>
                  </a:solidFill>
                </a:ln>
                <a:solidFill>
                  <a:srgbClr val="FF388C">
                    <a:tint val="83000"/>
                    <a:satMod val="150000"/>
                  </a:srgbClr>
                </a:solidFill>
                <a:effectLst>
                  <a:outerShdw blurRad="26000" dist="26000" dir="14500000" algn="tl" rotWithShape="0">
                    <a:srgbClr val="000000">
                      <a:alpha val="40000"/>
                    </a:srgbClr>
                  </a:outerShdw>
                </a:effectLst>
                <a:uLnTx/>
                <a:uFillTx/>
                <a:latin typeface="Century Gothic"/>
                <a:ea typeface="+mj-ea"/>
                <a:cs typeface="+mj-cs"/>
              </a:rPr>
              <a:t>MSQH JOURNEY IN DEMC:</a:t>
            </a:r>
            <a:br>
              <a:rPr kumimoji="0" lang="en-US" sz="3600" b="0" i="0" u="none" strike="noStrike" kern="1200" cap="none" spc="0" normalizeH="0" baseline="0" noProof="0" dirty="0" smtClean="0">
                <a:ln w="6350">
                  <a:solidFill>
                    <a:srgbClr val="FF388C">
                      <a:shade val="43000"/>
                    </a:srgbClr>
                  </a:solidFill>
                </a:ln>
                <a:solidFill>
                  <a:srgbClr val="FF388C">
                    <a:tint val="83000"/>
                    <a:satMod val="150000"/>
                  </a:srgbClr>
                </a:solidFill>
                <a:effectLst>
                  <a:outerShdw blurRad="26000" dist="26000" dir="14500000" algn="tl" rotWithShape="0">
                    <a:srgbClr val="000000">
                      <a:alpha val="40000"/>
                    </a:srgbClr>
                  </a:outerShdw>
                </a:effectLst>
                <a:uLnTx/>
                <a:uFillTx/>
                <a:latin typeface="Century Gothic"/>
                <a:ea typeface="+mj-ea"/>
                <a:cs typeface="+mj-cs"/>
              </a:rPr>
            </a:br>
            <a:endParaRPr kumimoji="0" lang="ms-MY" sz="3600" b="0" i="0" u="none" strike="noStrike" kern="1200" cap="none" spc="0" normalizeH="0" baseline="0" noProof="0" dirty="0">
              <a:ln w="6350">
                <a:solidFill>
                  <a:srgbClr val="FF388C">
                    <a:shade val="43000"/>
                  </a:srgbClr>
                </a:solidFill>
              </a:ln>
              <a:solidFill>
                <a:srgbClr val="FF388C">
                  <a:tint val="83000"/>
                  <a:satMod val="150000"/>
                </a:srgbClr>
              </a:solidFill>
              <a:effectLst>
                <a:outerShdw blurRad="26000" dist="26000" dir="14500000" algn="tl" rotWithShape="0">
                  <a:srgbClr val="000000">
                    <a:alpha val="40000"/>
                  </a:srgbClr>
                </a:outerShdw>
              </a:effectLst>
              <a:uLnTx/>
              <a:uFillTx/>
              <a:latin typeface="Century Gothic"/>
              <a:ea typeface="+mj-ea"/>
              <a:cs typeface="+mj-cs"/>
            </a:endParaRPr>
          </a:p>
        </p:txBody>
      </p:sp>
      <p:pic>
        <p:nvPicPr>
          <p:cNvPr id="7" name="Content Placeholder 2"/>
          <p:cNvPicPr>
            <a:picLocks noGrp="1" noChangeAspect="1"/>
          </p:cNvPicPr>
          <p:nvPr>
            <p:ph idx="1"/>
          </p:nvPr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/>
        </p:blipFill>
        <p:spPr>
          <a:xfrm>
            <a:off x="107504" y="1268760"/>
            <a:ext cx="8856984" cy="5400600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10354493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>
            <a:spLocks/>
          </p:cNvSpPr>
          <p:nvPr/>
        </p:nvSpPr>
        <p:spPr>
          <a:xfrm>
            <a:off x="500034" y="2071678"/>
            <a:ext cx="8229600" cy="1285314"/>
          </a:xfrm>
          <a:prstGeom prst="rect">
            <a:avLst/>
          </a:prstGeom>
        </p:spPr>
        <p:txBody>
          <a:bodyPr vert="horz" anchor="ctr">
            <a:noAutofit/>
          </a:bodyPr>
          <a:lstStyle>
            <a:lvl1pPr marL="484632" algn="l" rtl="0" eaLnBrk="1" latinLnBrk="0" hangingPunct="1">
              <a:spcBef>
                <a:spcPct val="0"/>
              </a:spcBef>
              <a:buNone/>
              <a:defRPr kumimoji="0" sz="4200" kern="1200">
                <a:ln w="6350">
                  <a:solidFill>
                    <a:schemeClr val="accent1">
                      <a:shade val="43000"/>
                    </a:schemeClr>
                  </a:solidFill>
                </a:ln>
                <a:solidFill>
                  <a:schemeClr val="accent1">
                    <a:tint val="83000"/>
                    <a:satMod val="150000"/>
                  </a:schemeClr>
                </a:solidFill>
                <a:effectLst>
                  <a:outerShdw blurRad="26000" dist="26000" dir="14500000" algn="tl" rotWithShape="0">
                    <a:srgbClr val="0000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 sz="4000" dirty="0" smtClean="0">
                <a:ln w="6350">
                  <a:solidFill>
                    <a:srgbClr val="FF388C">
                      <a:shade val="43000"/>
                    </a:srgbClr>
                  </a:solidFill>
                </a:ln>
                <a:solidFill>
                  <a:srgbClr val="FF388C">
                    <a:tint val="83000"/>
                    <a:satMod val="150000"/>
                  </a:srgbClr>
                </a:solidFill>
                <a:latin typeface="Century Gothic"/>
              </a:rPr>
              <a:t>Validity of MSQH’s 1</a:t>
            </a:r>
            <a:r>
              <a:rPr lang="en-US" sz="4000" baseline="30000" dirty="0" smtClean="0">
                <a:ln w="6350">
                  <a:solidFill>
                    <a:srgbClr val="FF388C">
                      <a:shade val="43000"/>
                    </a:srgbClr>
                  </a:solidFill>
                </a:ln>
                <a:solidFill>
                  <a:srgbClr val="FF388C">
                    <a:tint val="83000"/>
                    <a:satMod val="150000"/>
                  </a:srgbClr>
                </a:solidFill>
                <a:latin typeface="Century Gothic"/>
              </a:rPr>
              <a:t>st</a:t>
            </a:r>
            <a:r>
              <a:rPr lang="en-US" sz="4000" dirty="0" smtClean="0">
                <a:ln w="6350">
                  <a:solidFill>
                    <a:srgbClr val="FF388C">
                      <a:shade val="43000"/>
                    </a:srgbClr>
                  </a:solidFill>
                </a:ln>
                <a:solidFill>
                  <a:srgbClr val="FF388C">
                    <a:tint val="83000"/>
                    <a:satMod val="150000"/>
                  </a:srgbClr>
                </a:solidFill>
                <a:latin typeface="Century Gothic"/>
              </a:rPr>
              <a:t> Accreditation </a:t>
            </a:r>
            <a:r>
              <a:rPr lang="en-US" sz="4000" dirty="0">
                <a:ln w="6350">
                  <a:solidFill>
                    <a:srgbClr val="FF388C">
                      <a:shade val="43000"/>
                    </a:srgbClr>
                  </a:solidFill>
                </a:ln>
                <a:solidFill>
                  <a:srgbClr val="FF388C">
                    <a:tint val="83000"/>
                    <a:satMod val="150000"/>
                  </a:srgbClr>
                </a:solidFill>
                <a:latin typeface="Century Gothic"/>
              </a:rPr>
              <a:t>in </a:t>
            </a:r>
            <a:r>
              <a:rPr kumimoji="0" lang="en-US" sz="4000" b="0" i="0" u="none" strike="noStrike" kern="1200" cap="none" spc="0" normalizeH="0" baseline="0" noProof="0" dirty="0" smtClean="0">
                <a:ln w="6350">
                  <a:solidFill>
                    <a:srgbClr val="FF388C">
                      <a:shade val="43000"/>
                    </a:srgbClr>
                  </a:solidFill>
                </a:ln>
                <a:solidFill>
                  <a:srgbClr val="FF388C">
                    <a:tint val="83000"/>
                    <a:satMod val="150000"/>
                  </a:srgbClr>
                </a:solidFill>
                <a:effectLst>
                  <a:outerShdw blurRad="26000" dist="26000" dir="14500000" algn="tl" rotWithShape="0">
                    <a:srgbClr val="000000">
                      <a:alpha val="40000"/>
                    </a:srgbClr>
                  </a:outerShdw>
                </a:effectLst>
                <a:uLnTx/>
                <a:uFillTx/>
                <a:latin typeface="Century Gothic"/>
              </a:rPr>
              <a:t>DEMC :  </a:t>
            </a:r>
            <a:endParaRPr kumimoji="0" lang="en-US" sz="4000" b="0" i="0" u="none" strike="noStrike" kern="1200" cap="none" spc="0" normalizeH="0" baseline="0" noProof="0" dirty="0">
              <a:ln w="6350">
                <a:solidFill>
                  <a:srgbClr val="FF388C">
                    <a:shade val="43000"/>
                  </a:srgbClr>
                </a:solidFill>
              </a:ln>
              <a:solidFill>
                <a:srgbClr val="FF388C">
                  <a:tint val="83000"/>
                  <a:satMod val="150000"/>
                </a:srgbClr>
              </a:solidFill>
              <a:effectLst>
                <a:outerShdw blurRad="26000" dist="26000" dir="14500000" algn="tl" rotWithShape="0">
                  <a:srgbClr val="000000">
                    <a:alpha val="40000"/>
                  </a:srgbClr>
                </a:outerShdw>
              </a:effectLst>
              <a:uLnTx/>
              <a:uFillTx/>
              <a:latin typeface="Century Gothic"/>
            </a:endParaRPr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251520" y="3861048"/>
            <a:ext cx="8640960" cy="1905075"/>
          </a:xfrm>
          <a:prstGeom prst="rect">
            <a:avLst/>
          </a:prstGeom>
        </p:spPr>
        <p:txBody>
          <a:bodyPr vert="horz" anchor="t">
            <a:normAutofit fontScale="92500"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>
            <a:lvl1pPr marL="448056" indent="-384048" algn="l" rtl="0" eaLnBrk="1" latinLnBrk="0" hangingPunct="1">
              <a:spcBef>
                <a:spcPct val="20000"/>
              </a:spcBef>
              <a:buClr>
                <a:schemeClr val="accent1"/>
              </a:buClr>
              <a:buSzPct val="80000"/>
              <a:buFont typeface="Wingdings 2"/>
              <a:buChar char=""/>
              <a:defRPr kumimoji="0"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22960" indent="-285750" algn="l" rtl="0" eaLnBrk="1" latinLnBrk="0" hangingPunct="1">
              <a:spcBef>
                <a:spcPct val="20000"/>
              </a:spcBef>
              <a:buClr>
                <a:schemeClr val="accent1"/>
              </a:buClr>
              <a:buSzPct val="95000"/>
              <a:buFont typeface="Verdana"/>
              <a:buChar char="›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06424" indent="-228600" algn="l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 2"/>
              <a:buChar char="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-210312" algn="l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00200" indent="-210312" algn="l" rtl="0" eaLnBrk="1" latinLnBrk="0" hangingPunct="1">
              <a:spcBef>
                <a:spcPct val="20000"/>
              </a:spcBef>
              <a:buClr>
                <a:schemeClr val="accent1">
                  <a:tint val="75000"/>
                </a:schemeClr>
              </a:buClr>
              <a:buFont typeface="Wingdings 2"/>
              <a:buChar char=""/>
              <a:defRPr kumimoji="0"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28800" indent="-210312" algn="l" rtl="0" eaLnBrk="1" latinLnBrk="0" hangingPunct="1">
              <a:spcBef>
                <a:spcPct val="20000"/>
              </a:spcBef>
              <a:buClr>
                <a:schemeClr val="accent1">
                  <a:tint val="75000"/>
                </a:schemeClr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84832" indent="-210312" algn="l" rtl="0" eaLnBrk="1" latinLnBrk="0" hangingPunct="1">
              <a:spcBef>
                <a:spcPct val="20000"/>
              </a:spcBef>
              <a:buClr>
                <a:schemeClr val="accent1">
                  <a:tint val="75000"/>
                </a:schemeClr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86000" indent="-182880" algn="l" rtl="0" eaLnBrk="1" latinLnBrk="0" hangingPunct="1">
              <a:spcBef>
                <a:spcPct val="20000"/>
              </a:spcBef>
              <a:buClr>
                <a:schemeClr val="accent1">
                  <a:tint val="75000"/>
                </a:schemeClr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14600" indent="-182880" algn="l" rtl="0" eaLnBrk="1" latinLnBrk="0" hangingPunct="1">
              <a:spcBef>
                <a:spcPct val="20000"/>
              </a:spcBef>
              <a:buClr>
                <a:schemeClr val="accent1">
                  <a:tint val="75000"/>
                </a:schemeClr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48056" marR="0" lvl="0" indent="-384048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FF388C"/>
              </a:buClr>
              <a:buSzPct val="80000"/>
              <a:buFont typeface="Wingdings 2"/>
              <a:buChar char=""/>
              <a:tabLst/>
              <a:defRPr/>
            </a:pPr>
            <a:r>
              <a:rPr kumimoji="0" lang="en-US" sz="4400" b="1" i="0" u="none" strike="noStrike" kern="1200" cap="none" spc="0" normalizeH="0" baseline="0" noProof="0" dirty="0" smtClean="0">
                <a:ln w="50800"/>
                <a:solidFill>
                  <a:sysClr val="windowText" lastClr="000000">
                    <a:shade val="50000"/>
                  </a:sysClr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12</a:t>
            </a:r>
            <a:r>
              <a:rPr kumimoji="0" lang="en-US" sz="4400" b="1" i="0" u="none" strike="noStrike" kern="1200" cap="none" spc="0" normalizeH="0" baseline="30000" noProof="0" dirty="0" smtClean="0">
                <a:ln w="50800"/>
                <a:solidFill>
                  <a:sysClr val="windowText" lastClr="000000">
                    <a:shade val="50000"/>
                  </a:sysClr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th</a:t>
            </a:r>
            <a:r>
              <a:rPr kumimoji="0" lang="en-US" sz="4400" b="1" i="0" u="none" strike="noStrike" kern="1200" cap="none" spc="0" normalizeH="0" baseline="0" noProof="0" dirty="0" smtClean="0">
                <a:ln w="50800"/>
                <a:solidFill>
                  <a:sysClr val="windowText" lastClr="000000">
                    <a:shade val="50000"/>
                  </a:sysClr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  July 2012 till 12</a:t>
            </a:r>
            <a:r>
              <a:rPr kumimoji="0" lang="en-US" sz="4400" b="1" i="0" u="none" strike="noStrike" kern="1200" cap="none" spc="0" normalizeH="0" baseline="30000" noProof="0" dirty="0" smtClean="0">
                <a:ln w="50800"/>
                <a:solidFill>
                  <a:sysClr val="windowText" lastClr="000000">
                    <a:shade val="50000"/>
                  </a:sysClr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th</a:t>
            </a:r>
            <a:r>
              <a:rPr kumimoji="0" lang="en-US" sz="4400" b="1" i="0" u="none" strike="noStrike" kern="1200" cap="none" spc="0" normalizeH="0" baseline="0" noProof="0" dirty="0" smtClean="0">
                <a:ln w="50800"/>
                <a:solidFill>
                  <a:sysClr val="windowText" lastClr="000000">
                    <a:shade val="50000"/>
                  </a:sysClr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  July 2015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FF388C"/>
              </a:buClr>
              <a:buSzPct val="80000"/>
              <a:buFont typeface="Wingdings 2"/>
              <a:buNone/>
              <a:tabLst/>
              <a:defRPr/>
            </a:pPr>
            <a:r>
              <a:rPr kumimoji="0" lang="en-US" sz="4400" b="1" i="0" u="none" strike="noStrike" kern="1200" cap="none" spc="0" normalizeH="0" baseline="0" noProof="0" dirty="0" smtClean="0">
                <a:ln w="50800"/>
                <a:solidFill>
                  <a:sysClr val="windowText" lastClr="000000">
                    <a:shade val="50000"/>
                  </a:sysClr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( 3</a:t>
            </a:r>
            <a:r>
              <a:rPr kumimoji="0" lang="en-US" sz="4400" b="1" i="0" u="none" strike="noStrike" kern="1200" cap="none" spc="0" normalizeH="0" baseline="30000" noProof="0" dirty="0" smtClean="0">
                <a:ln w="50800"/>
                <a:solidFill>
                  <a:sysClr val="windowText" lastClr="000000">
                    <a:shade val="50000"/>
                  </a:sysClr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rd</a:t>
            </a:r>
            <a:r>
              <a:rPr kumimoji="0" lang="en-US" sz="4400" b="1" i="0" u="none" strike="noStrike" kern="1200" cap="none" spc="0" normalizeH="0" baseline="0" noProof="0" dirty="0" smtClean="0">
                <a:ln w="50800"/>
                <a:solidFill>
                  <a:sysClr val="windowText" lastClr="000000">
                    <a:shade val="50000"/>
                  </a:sysClr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 Edition ) </a:t>
            </a:r>
            <a:endParaRPr kumimoji="0" lang="en-US" sz="4400" b="1" i="0" u="none" strike="noStrike" kern="1200" cap="none" spc="0" normalizeH="0" baseline="0" noProof="0" dirty="0">
              <a:ln w="50800"/>
              <a:solidFill>
                <a:sysClr val="windowText" lastClr="000000">
                  <a:shade val="50000"/>
                </a:sysClr>
              </a:solidFill>
              <a:effectLst/>
              <a:uLnTx/>
              <a:uFillTx/>
              <a:latin typeface="Century Gothic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71591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772952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-252536" y="24746"/>
            <a:ext cx="8064896" cy="936104"/>
          </a:xfrm>
        </p:spPr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chemeClr val="bg1"/>
                </a:solidFill>
              </a:rPr>
              <a:t>MSQH 3</a:t>
            </a:r>
            <a:r>
              <a:rPr lang="en-US" b="1" baseline="30000" dirty="0" smtClean="0">
                <a:solidFill>
                  <a:schemeClr val="bg1"/>
                </a:solidFill>
              </a:rPr>
              <a:t>rd</a:t>
            </a:r>
            <a:r>
              <a:rPr lang="en-US" b="1" dirty="0" smtClean="0">
                <a:solidFill>
                  <a:schemeClr val="bg1"/>
                </a:solidFill>
              </a:rPr>
              <a:t> &amp; 4</a:t>
            </a:r>
            <a:r>
              <a:rPr lang="en-US" b="1" baseline="30000" dirty="0" smtClean="0">
                <a:solidFill>
                  <a:schemeClr val="bg1"/>
                </a:solidFill>
              </a:rPr>
              <a:t>th</a:t>
            </a:r>
            <a:r>
              <a:rPr lang="en-US" b="1" dirty="0" smtClean="0">
                <a:solidFill>
                  <a:schemeClr val="bg1"/>
                </a:solidFill>
              </a:rPr>
              <a:t> EDITION STANDARD:</a:t>
            </a:r>
            <a:endParaRPr lang="en-US" b="1" dirty="0">
              <a:solidFill>
                <a:schemeClr val="bg1"/>
              </a:solidFill>
            </a:endParaRPr>
          </a:p>
        </p:txBody>
      </p:sp>
      <p:pic>
        <p:nvPicPr>
          <p:cNvPr id="3" name="Content Placeholder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04" y="1052736"/>
            <a:ext cx="8784976" cy="5661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69536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156"/>
            <a:ext cx="9144000" cy="6846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72374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3051" y="44624"/>
            <a:ext cx="8893445" cy="6410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17022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6200"/>
            <a:ext cx="9063037" cy="670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11552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Content Placeholder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44624"/>
            <a:ext cx="9144000" cy="6768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32253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33135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270" y="1124744"/>
            <a:ext cx="9144000" cy="573325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28804" y="0"/>
            <a:ext cx="9144000" cy="1169368"/>
          </a:xfrm>
          <a:prstGeom prst="rect">
            <a:avLst/>
          </a:prstGeom>
          <a:solidFill>
            <a:srgbClr val="FF66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 smtClean="0">
                <a:solidFill>
                  <a:schemeClr val="bg1"/>
                </a:solidFill>
              </a:rPr>
              <a:t>MSQH 4</a:t>
            </a:r>
            <a:r>
              <a:rPr lang="en-US" sz="3200" baseline="30000" dirty="0" smtClean="0">
                <a:solidFill>
                  <a:schemeClr val="bg1"/>
                </a:solidFill>
              </a:rPr>
              <a:t>th</a:t>
            </a:r>
            <a:r>
              <a:rPr lang="en-US" sz="3200" dirty="0" smtClean="0">
                <a:solidFill>
                  <a:schemeClr val="bg1"/>
                </a:solidFill>
              </a:rPr>
              <a:t> EDITION STANDARDS ACCREDITATION PROCESS</a:t>
            </a:r>
            <a:endParaRPr lang="en-US" sz="3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935830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1" dirty="0" smtClean="0">
                <a:solidFill>
                  <a:schemeClr val="bg1"/>
                </a:solidFill>
              </a:rPr>
              <a:t>PRE-SURVEY:</a:t>
            </a:r>
            <a:endParaRPr lang="en-US" sz="4800" b="1" dirty="0">
              <a:solidFill>
                <a:schemeClr val="bg1"/>
              </a:solidFill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628650" y="1825625"/>
            <a:ext cx="8335838" cy="2410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4000" b="1" dirty="0" smtClean="0">
                <a:solidFill>
                  <a:schemeClr val="bg1"/>
                </a:solidFill>
              </a:rPr>
              <a:t>Objective:</a:t>
            </a:r>
          </a:p>
          <a:p>
            <a:pPr marL="0" indent="0">
              <a:buNone/>
            </a:pPr>
            <a:r>
              <a:rPr lang="en-US" sz="4000" b="1" dirty="0" smtClean="0">
                <a:solidFill>
                  <a:schemeClr val="bg1"/>
                </a:solidFill>
              </a:rPr>
              <a:t>For hospital to validate their hospital performance against the standards set by the MSQH</a:t>
            </a:r>
            <a:endParaRPr lang="en-US" sz="40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286439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87110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-142876"/>
            <a:ext cx="7886700" cy="1325563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solidFill>
                  <a:schemeClr val="bg1"/>
                </a:solidFill>
              </a:rPr>
              <a:t>MSQH CERTIFICATION AWARD:</a:t>
            </a:r>
            <a:endParaRPr lang="en-US" sz="3600" b="1" dirty="0">
              <a:solidFill>
                <a:schemeClr val="bg1"/>
              </a:solidFill>
            </a:endParaRPr>
          </a:p>
        </p:txBody>
      </p:sp>
      <p:graphicFrame>
        <p:nvGraphicFramePr>
          <p:cNvPr id="8" name="Diagram 7"/>
          <p:cNvGraphicFramePr/>
          <p:nvPr>
            <p:extLst>
              <p:ext uri="{D42A27DB-BD31-4B8C-83A1-F6EECF244321}">
                <p14:modId xmlns:p14="http://schemas.microsoft.com/office/powerpoint/2010/main" val="4099919654"/>
              </p:ext>
            </p:extLst>
          </p:nvPr>
        </p:nvGraphicFramePr>
        <p:xfrm>
          <a:off x="395536" y="836712"/>
          <a:ext cx="8352928" cy="554461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9" name="Right Arrow 8"/>
          <p:cNvSpPr/>
          <p:nvPr/>
        </p:nvSpPr>
        <p:spPr>
          <a:xfrm>
            <a:off x="2950070" y="1772816"/>
            <a:ext cx="1477914" cy="144016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Arrow 9"/>
          <p:cNvSpPr/>
          <p:nvPr/>
        </p:nvSpPr>
        <p:spPr>
          <a:xfrm>
            <a:off x="4093653" y="3294195"/>
            <a:ext cx="1313234" cy="169472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Curved Up Arrow 10"/>
          <p:cNvSpPr/>
          <p:nvPr/>
        </p:nvSpPr>
        <p:spPr>
          <a:xfrm rot="19040133">
            <a:off x="5147665" y="4771671"/>
            <a:ext cx="1666423" cy="603584"/>
          </a:xfrm>
          <a:prstGeom prst="curvedUp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2" name="Curved Down Arrow 11"/>
          <p:cNvSpPr/>
          <p:nvPr/>
        </p:nvSpPr>
        <p:spPr>
          <a:xfrm>
            <a:off x="5133150" y="4801115"/>
            <a:ext cx="1725666" cy="660383"/>
          </a:xfrm>
          <a:prstGeom prst="curvedDown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5406887" y="3954818"/>
            <a:ext cx="3197561" cy="50405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smtClean="0"/>
              <a:t>3 Years Accreditation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5520939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8" grpId="0">
        <p:bldAsOne/>
      </p:bldGraphic>
      <p:bldP spid="13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MSQH GANTT CHART &amp; ACTION PLAN FOR 2</a:t>
            </a:r>
            <a:r>
              <a:rPr lang="en-US" b="1" baseline="30000" dirty="0" smtClean="0">
                <a:solidFill>
                  <a:schemeClr val="bg1"/>
                </a:solidFill>
              </a:rPr>
              <a:t>nd</a:t>
            </a:r>
            <a:r>
              <a:rPr lang="en-US" b="1" dirty="0" smtClean="0">
                <a:solidFill>
                  <a:schemeClr val="bg1"/>
                </a:solidFill>
              </a:rPr>
              <a:t> CYCLE ACCREDITATION: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251520" y="4581128"/>
            <a:ext cx="8208912" cy="9787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3200" b="1" dirty="0" smtClean="0"/>
              <a:t>RE-ACCREDITATION </a:t>
            </a:r>
            <a:r>
              <a:rPr lang="en-US" sz="3200" b="1" dirty="0"/>
              <a:t>ON 4</a:t>
            </a:r>
            <a:r>
              <a:rPr lang="en-US" sz="3200" b="1" baseline="30000" dirty="0"/>
              <a:t>th</a:t>
            </a:r>
            <a:r>
              <a:rPr lang="en-US" sz="3200" b="1" dirty="0"/>
              <a:t> EDITION MSQH </a:t>
            </a:r>
            <a:r>
              <a:rPr lang="en-US" sz="3200" b="1" dirty="0" smtClean="0"/>
              <a:t>STANDARD 2015</a:t>
            </a:r>
            <a:endParaRPr lang="en-US" sz="3200" b="1" dirty="0"/>
          </a:p>
        </p:txBody>
      </p:sp>
      <p:sp>
        <p:nvSpPr>
          <p:cNvPr id="6" name="Down Arrow 5"/>
          <p:cNvSpPr/>
          <p:nvPr/>
        </p:nvSpPr>
        <p:spPr>
          <a:xfrm>
            <a:off x="3619517" y="1556792"/>
            <a:ext cx="742950" cy="2857609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prstClr val="white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362467" y="1844231"/>
            <a:ext cx="2160240" cy="2016224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84440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ctrTitle"/>
          </p:nvPr>
        </p:nvSpPr>
        <p:spPr>
          <a:xfrm>
            <a:off x="179512" y="-171400"/>
            <a:ext cx="8280920" cy="936104"/>
          </a:xfrm>
        </p:spPr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DEPARTMENT STANDARD ANALYSIS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7" name="Subtitle 6"/>
          <p:cNvSpPr>
            <a:spLocks noGrp="1"/>
          </p:cNvSpPr>
          <p:nvPr>
            <p:ph type="subTitle" idx="1"/>
          </p:nvPr>
        </p:nvSpPr>
        <p:spPr>
          <a:xfrm>
            <a:off x="-323124" y="777685"/>
            <a:ext cx="8784976" cy="1655762"/>
          </a:xfrm>
        </p:spPr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MSQH NOTES UPDATES (BY ASSOCIATE PROFFESSOR KADAR &amp; MATRON ZAINA ON 8/10/2014</a:t>
            </a:r>
            <a:endParaRPr lang="en-US" dirty="0">
              <a:solidFill>
                <a:schemeClr val="bg1"/>
              </a:solidFill>
            </a:endParaRP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7882018"/>
              </p:ext>
            </p:extLst>
          </p:nvPr>
        </p:nvGraphicFramePr>
        <p:xfrm>
          <a:off x="0" y="1340768"/>
          <a:ext cx="9144000" cy="4988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65367"/>
                <a:gridCol w="2986953"/>
                <a:gridCol w="169168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MSQH UPDATES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ACTION</a:t>
                      </a:r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 REMARK</a:t>
                      </a:r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4</a:t>
                      </a:r>
                      <a:r>
                        <a:rPr lang="en-US" baseline="30000" dirty="0" smtClean="0">
                          <a:solidFill>
                            <a:schemeClr val="bg1"/>
                          </a:solidFill>
                        </a:rPr>
                        <a:t>th</a:t>
                      </a:r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 Edition Standards process:</a:t>
                      </a:r>
                    </a:p>
                    <a:p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                                  STANDARDS</a:t>
                      </a:r>
                    </a:p>
                    <a:p>
                      <a:endParaRPr lang="en-US" dirty="0" smtClean="0">
                        <a:solidFill>
                          <a:schemeClr val="bg1"/>
                        </a:solidFill>
                      </a:endParaRPr>
                    </a:p>
                    <a:p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                                                  GAP</a:t>
                      </a:r>
                      <a:r>
                        <a:rPr lang="en-US" baseline="0" dirty="0" smtClean="0">
                          <a:solidFill>
                            <a:schemeClr val="bg1"/>
                          </a:solidFill>
                        </a:rPr>
                        <a:t> ANALYSIS</a:t>
                      </a:r>
                      <a:endParaRPr lang="en-US" dirty="0" smtClean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 smtClean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 smtClean="0">
                        <a:solidFill>
                          <a:schemeClr val="bg1"/>
                        </a:solidFill>
                      </a:endParaRPr>
                    </a:p>
                    <a:p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SC                     PC                       NC                     NA</a:t>
                      </a:r>
                    </a:p>
                    <a:p>
                      <a:endParaRPr lang="en-US" dirty="0" smtClean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 smtClean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 smtClean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 smtClean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 smtClean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 smtClean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 smtClean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 smtClean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 smtClean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 smtClean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 smtClean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 smtClean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 smtClean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 smtClean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Review all PC/NC reports and</a:t>
                      </a:r>
                      <a:r>
                        <a:rPr lang="en-US" baseline="0" dirty="0" smtClean="0">
                          <a:solidFill>
                            <a:schemeClr val="bg1"/>
                          </a:solidFill>
                        </a:rPr>
                        <a:t> get feedback from HOD involved on current Departmental standards status.</a:t>
                      </a:r>
                    </a:p>
                    <a:p>
                      <a:endParaRPr lang="en-US" baseline="0" dirty="0" smtClean="0">
                        <a:solidFill>
                          <a:schemeClr val="bg1"/>
                        </a:solidFill>
                      </a:endParaRPr>
                    </a:p>
                    <a:p>
                      <a:endParaRPr lang="en-US" baseline="0" dirty="0" smtClean="0">
                        <a:solidFill>
                          <a:schemeClr val="bg1"/>
                        </a:solidFill>
                      </a:endParaRPr>
                    </a:p>
                    <a:p>
                      <a:r>
                        <a:rPr lang="en-US" baseline="0" dirty="0" smtClean="0">
                          <a:solidFill>
                            <a:schemeClr val="bg1"/>
                          </a:solidFill>
                        </a:rPr>
                        <a:t>To complete all documentation by 3/3/2015</a:t>
                      </a:r>
                    </a:p>
                    <a:p>
                      <a:endParaRPr lang="en-US" baseline="0" dirty="0" smtClean="0">
                        <a:solidFill>
                          <a:schemeClr val="bg1"/>
                        </a:solidFill>
                      </a:endParaRPr>
                    </a:p>
                    <a:p>
                      <a:endParaRPr lang="en-US" baseline="0" dirty="0" smtClean="0">
                        <a:solidFill>
                          <a:schemeClr val="bg1"/>
                        </a:solidFill>
                      </a:endParaRPr>
                    </a:p>
                    <a:p>
                      <a:r>
                        <a:rPr lang="en-US" baseline="0" dirty="0" smtClean="0">
                          <a:solidFill>
                            <a:schemeClr val="bg1"/>
                          </a:solidFill>
                        </a:rPr>
                        <a:t>Starts logging into E-HAP: 9-16/3/2015</a:t>
                      </a:r>
                    </a:p>
                    <a:p>
                      <a:endParaRPr lang="en-US" baseline="0" dirty="0" smtClean="0">
                        <a:solidFill>
                          <a:schemeClr val="bg1"/>
                        </a:solidFill>
                      </a:endParaRPr>
                    </a:p>
                    <a:p>
                      <a:endParaRPr lang="en-US" baseline="0" dirty="0" smtClean="0">
                        <a:solidFill>
                          <a:schemeClr val="bg1"/>
                        </a:solidFill>
                      </a:endParaRPr>
                    </a:p>
                    <a:p>
                      <a:endParaRPr lang="en-US" baseline="0" dirty="0" smtClean="0">
                        <a:solidFill>
                          <a:schemeClr val="bg1"/>
                        </a:solidFill>
                      </a:endParaRPr>
                    </a:p>
                    <a:p>
                      <a:r>
                        <a:rPr lang="en-US" baseline="0" dirty="0" smtClean="0">
                          <a:solidFill>
                            <a:schemeClr val="bg1"/>
                          </a:solidFill>
                        </a:rPr>
                        <a:t>HOD to complete E-HAP on-line submission of respective Departmental Standards : 16/3/2015</a:t>
                      </a:r>
                    </a:p>
                    <a:p>
                      <a:endParaRPr lang="en-US" baseline="0" dirty="0" smtClean="0">
                        <a:solidFill>
                          <a:schemeClr val="bg1"/>
                        </a:solidFill>
                      </a:endParaRPr>
                    </a:p>
                    <a:p>
                      <a:endParaRPr lang="en-US" baseline="0" dirty="0" smtClean="0">
                        <a:solidFill>
                          <a:schemeClr val="bg1"/>
                        </a:solidFill>
                      </a:endParaRPr>
                    </a:p>
                    <a:p>
                      <a:endParaRPr lang="en-US" baseline="0" dirty="0" smtClean="0">
                        <a:solidFill>
                          <a:schemeClr val="bg1"/>
                        </a:solidFill>
                      </a:endParaRPr>
                    </a:p>
                    <a:p>
                      <a:r>
                        <a:rPr lang="en-US" baseline="0" dirty="0" smtClean="0">
                          <a:solidFill>
                            <a:schemeClr val="bg1"/>
                          </a:solidFill>
                        </a:rPr>
                        <a:t>PSQA Department review/revise all comments and rating and submit to MSQH on 17/4/2015.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MSQH response</a:t>
                      </a:r>
                      <a:r>
                        <a:rPr lang="en-US" baseline="0" dirty="0" smtClean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after E-HAP </a:t>
                      </a:r>
                      <a:r>
                        <a:rPr lang="en-US" baseline="0" dirty="0" smtClean="0">
                          <a:solidFill>
                            <a:schemeClr val="bg1"/>
                          </a:solidFill>
                        </a:rPr>
                        <a:t>via on-line </a:t>
                      </a:r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submission.</a:t>
                      </a:r>
                    </a:p>
                    <a:p>
                      <a:endParaRPr lang="en-US" dirty="0" smtClean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 smtClean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 smtClean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 smtClean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 smtClean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 smtClean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 smtClean="0">
                        <a:solidFill>
                          <a:schemeClr val="bg1"/>
                        </a:solidFill>
                      </a:endParaRPr>
                    </a:p>
                    <a:p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MSQH</a:t>
                      </a:r>
                      <a:r>
                        <a:rPr lang="en-US" baseline="0" dirty="0" smtClean="0">
                          <a:solidFill>
                            <a:schemeClr val="bg1"/>
                          </a:solidFill>
                        </a:rPr>
                        <a:t> open the access for about 2 weeks for rectification. </a:t>
                      </a:r>
                    </a:p>
                    <a:p>
                      <a:endParaRPr lang="en-US" baseline="0" dirty="0" smtClean="0">
                        <a:solidFill>
                          <a:schemeClr val="bg1"/>
                        </a:solidFill>
                      </a:endParaRPr>
                    </a:p>
                    <a:p>
                      <a:r>
                        <a:rPr lang="en-US" baseline="0" dirty="0" smtClean="0">
                          <a:solidFill>
                            <a:schemeClr val="bg1"/>
                          </a:solidFill>
                        </a:rPr>
                        <a:t>Submitted revised comments/rating to MSQH 2 weeks before accreditation date 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</a:tr>
            </a:tbl>
          </a:graphicData>
        </a:graphic>
      </p:graphicFrame>
      <p:sp>
        <p:nvSpPr>
          <p:cNvPr id="9" name="Down Arrow 8"/>
          <p:cNvSpPr/>
          <p:nvPr/>
        </p:nvSpPr>
        <p:spPr>
          <a:xfrm>
            <a:off x="1691680" y="2175350"/>
            <a:ext cx="144016" cy="360040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Connector 11"/>
          <p:cNvCxnSpPr/>
          <p:nvPr/>
        </p:nvCxnSpPr>
        <p:spPr>
          <a:xfrm>
            <a:off x="179512" y="2708920"/>
            <a:ext cx="3024336" cy="0"/>
          </a:xfrm>
          <a:prstGeom prst="line">
            <a:avLst/>
          </a:prstGeom>
          <a:ln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179512" y="2708920"/>
            <a:ext cx="0" cy="216024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15616" y="2708920"/>
            <a:ext cx="0" cy="216024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>
            <a:off x="2195736" y="2708920"/>
            <a:ext cx="0" cy="216024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3203848" y="2708920"/>
            <a:ext cx="0" cy="216024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>
            <a:off x="1475656" y="3272004"/>
            <a:ext cx="1080120" cy="0"/>
          </a:xfrm>
          <a:prstGeom prst="line">
            <a:avLst/>
          </a:prstGeom>
          <a:ln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7" name="Down Arrow 26"/>
          <p:cNvSpPr/>
          <p:nvPr/>
        </p:nvSpPr>
        <p:spPr>
          <a:xfrm>
            <a:off x="1601670" y="3407970"/>
            <a:ext cx="180020" cy="1597156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9" name="Straight Arrow Connector 28"/>
          <p:cNvCxnSpPr/>
          <p:nvPr/>
        </p:nvCxnSpPr>
        <p:spPr>
          <a:xfrm flipH="1">
            <a:off x="1907704" y="3573016"/>
            <a:ext cx="648072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/>
          <p:nvPr/>
        </p:nvCxnSpPr>
        <p:spPr>
          <a:xfrm flipH="1">
            <a:off x="1871700" y="4227711"/>
            <a:ext cx="648072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2699792" y="3407970"/>
            <a:ext cx="864096" cy="11011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RCA</a:t>
            </a:r>
          </a:p>
          <a:p>
            <a:pPr algn="ctr"/>
            <a:endParaRPr lang="en-US" sz="1600" dirty="0" smtClean="0"/>
          </a:p>
          <a:p>
            <a:pPr algn="ctr"/>
            <a:r>
              <a:rPr lang="en-US" sz="1600" dirty="0"/>
              <a:t>P</a:t>
            </a:r>
            <a:r>
              <a:rPr lang="en-US" sz="1600" dirty="0" smtClean="0"/>
              <a:t>DCA</a:t>
            </a:r>
            <a:endParaRPr lang="en-US" sz="1600" dirty="0"/>
          </a:p>
        </p:txBody>
      </p:sp>
      <p:sp>
        <p:nvSpPr>
          <p:cNvPr id="32" name="Oval 31"/>
          <p:cNvSpPr/>
          <p:nvPr/>
        </p:nvSpPr>
        <p:spPr>
          <a:xfrm>
            <a:off x="0" y="5139874"/>
            <a:ext cx="1601670" cy="792088"/>
          </a:xfrm>
          <a:prstGeom prst="ellipse">
            <a:avLst/>
          </a:prstGeom>
          <a:solidFill>
            <a:schemeClr val="tx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/>
              <a:t>RE-EVALUATE</a:t>
            </a:r>
            <a:endParaRPr lang="en-US" sz="1400" dirty="0"/>
          </a:p>
        </p:txBody>
      </p:sp>
      <p:sp>
        <p:nvSpPr>
          <p:cNvPr id="33" name="Parallelogram 32"/>
          <p:cNvSpPr/>
          <p:nvPr/>
        </p:nvSpPr>
        <p:spPr>
          <a:xfrm>
            <a:off x="2590868" y="5052693"/>
            <a:ext cx="1584176" cy="733061"/>
          </a:xfrm>
          <a:prstGeom prst="parallelogram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/>
              <a:t>IMPLEMENT</a:t>
            </a:r>
            <a:endParaRPr lang="en-US" sz="1400" dirty="0"/>
          </a:p>
        </p:txBody>
      </p:sp>
      <p:sp>
        <p:nvSpPr>
          <p:cNvPr id="35" name="Right Arrow 34"/>
          <p:cNvSpPr/>
          <p:nvPr/>
        </p:nvSpPr>
        <p:spPr>
          <a:xfrm>
            <a:off x="1781690" y="5328167"/>
            <a:ext cx="809177" cy="207751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Down Arrow 35"/>
          <p:cNvSpPr/>
          <p:nvPr/>
        </p:nvSpPr>
        <p:spPr>
          <a:xfrm>
            <a:off x="5580112" y="2380648"/>
            <a:ext cx="144016" cy="410829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Down Arrow 36"/>
          <p:cNvSpPr/>
          <p:nvPr/>
        </p:nvSpPr>
        <p:spPr>
          <a:xfrm>
            <a:off x="5580112" y="3021045"/>
            <a:ext cx="144016" cy="551971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Down Arrow 37"/>
          <p:cNvSpPr/>
          <p:nvPr/>
        </p:nvSpPr>
        <p:spPr>
          <a:xfrm>
            <a:off x="5580112" y="3867820"/>
            <a:ext cx="144016" cy="562520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Down Arrow 38"/>
          <p:cNvSpPr/>
          <p:nvPr/>
        </p:nvSpPr>
        <p:spPr>
          <a:xfrm>
            <a:off x="5580112" y="5038020"/>
            <a:ext cx="144016" cy="562520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Down Arrow 39"/>
          <p:cNvSpPr/>
          <p:nvPr/>
        </p:nvSpPr>
        <p:spPr>
          <a:xfrm>
            <a:off x="8100390" y="2432934"/>
            <a:ext cx="216025" cy="1284098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88176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  <p:bldP spid="32" grpId="0" animBg="1"/>
      <p:bldP spid="33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xplosion 1 3"/>
          <p:cNvSpPr/>
          <p:nvPr/>
        </p:nvSpPr>
        <p:spPr>
          <a:xfrm>
            <a:off x="0" y="116632"/>
            <a:ext cx="5436096" cy="6552728"/>
          </a:xfrm>
          <a:prstGeom prst="irregularSeal1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 smtClean="0">
              <a:solidFill>
                <a:schemeClr val="bg1"/>
              </a:solidFill>
            </a:endParaRPr>
          </a:p>
          <a:p>
            <a:pPr algn="ctr"/>
            <a:endParaRPr lang="en-US" sz="2400" dirty="0">
              <a:solidFill>
                <a:schemeClr val="bg1"/>
              </a:solidFill>
            </a:endParaRPr>
          </a:p>
          <a:p>
            <a:pPr algn="ctr"/>
            <a:endParaRPr lang="en-US" sz="2400" dirty="0" smtClean="0">
              <a:solidFill>
                <a:schemeClr val="bg1"/>
              </a:solidFill>
            </a:endParaRPr>
          </a:p>
          <a:p>
            <a:pPr algn="ctr"/>
            <a:r>
              <a:rPr lang="en-US" sz="3200" dirty="0" smtClean="0">
                <a:solidFill>
                  <a:schemeClr val="bg1"/>
                </a:solidFill>
              </a:rPr>
              <a:t>ACCREDITATION DATE:</a:t>
            </a:r>
          </a:p>
          <a:p>
            <a:pPr algn="ctr"/>
            <a:r>
              <a:rPr lang="en-US" sz="3200" dirty="0" smtClean="0">
                <a:solidFill>
                  <a:schemeClr val="bg1"/>
                </a:solidFill>
              </a:rPr>
              <a:t>1/6/2015</a:t>
            </a:r>
          </a:p>
          <a:p>
            <a:pPr algn="ctr"/>
            <a:endParaRPr lang="en-US" sz="3200" dirty="0">
              <a:solidFill>
                <a:schemeClr val="bg1"/>
              </a:solidFill>
            </a:endParaRPr>
          </a:p>
          <a:p>
            <a:pPr algn="ctr"/>
            <a:endParaRPr lang="en-US" sz="3200" dirty="0" smtClean="0">
              <a:solidFill>
                <a:schemeClr val="bg1"/>
              </a:solidFill>
            </a:endParaRPr>
          </a:p>
          <a:p>
            <a:pPr algn="ctr"/>
            <a:r>
              <a:rPr lang="en-US" sz="3200" dirty="0" smtClean="0">
                <a:solidFill>
                  <a:schemeClr val="bg1"/>
                </a:solidFill>
              </a:rPr>
              <a:t>3/6/2015</a:t>
            </a:r>
          </a:p>
          <a:p>
            <a:pPr algn="ctr"/>
            <a:endParaRPr lang="en-US" sz="2400" dirty="0">
              <a:solidFill>
                <a:schemeClr val="bg1"/>
              </a:solidFill>
            </a:endParaRPr>
          </a:p>
          <a:p>
            <a:pPr algn="ctr"/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5" name="Down Arrow 4"/>
          <p:cNvSpPr/>
          <p:nvPr/>
        </p:nvSpPr>
        <p:spPr>
          <a:xfrm>
            <a:off x="2646040" y="3392996"/>
            <a:ext cx="144016" cy="684076"/>
          </a:xfrm>
          <a:prstGeom prst="downArrow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http://ihealthtran.com/wordpress/wp-content/uploads/2014/09/survey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24128" y="476672"/>
            <a:ext cx="3179539" cy="55446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749693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1143000" y="-1143000"/>
            <a:ext cx="6858000" cy="914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6830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85308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97" y="820448"/>
            <a:ext cx="9144793" cy="5217104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97" y="0"/>
            <a:ext cx="9144000" cy="6858000"/>
          </a:xfrm>
          <a:prstGeom prst="rect">
            <a:avLst/>
          </a:prstGeom>
        </p:spPr>
      </p:pic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331515" y="1777287"/>
            <a:ext cx="6588732" cy="291058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4050" dirty="0">
                <a:solidFill>
                  <a:schemeClr val="bg1"/>
                </a:solidFill>
                <a:latin typeface="Algerian" panose="04020705040A02060702" pitchFamily="82" charset="0"/>
              </a:rPr>
              <a:t>THANK YOU FOR YOUR ATTENTION!</a:t>
            </a:r>
          </a:p>
        </p:txBody>
      </p:sp>
    </p:spTree>
    <p:extLst>
      <p:ext uri="{BB962C8B-B14F-4D97-AF65-F5344CB8AC3E}">
        <p14:creationId xmlns:p14="http://schemas.microsoft.com/office/powerpoint/2010/main" val="26372866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Verve">
  <a:themeElements>
    <a:clrScheme name="Verve">
      <a:dk1>
        <a:sysClr val="windowText" lastClr="000000"/>
      </a:dk1>
      <a:lt1>
        <a:sysClr val="window" lastClr="FFFFFF"/>
      </a:lt1>
      <a:dk2>
        <a:srgbClr val="666666"/>
      </a:dk2>
      <a:lt2>
        <a:srgbClr val="D2D2D2"/>
      </a:lt2>
      <a:accent1>
        <a:srgbClr val="FF388C"/>
      </a:accent1>
      <a:accent2>
        <a:srgbClr val="E40059"/>
      </a:accent2>
      <a:accent3>
        <a:srgbClr val="9C007F"/>
      </a:accent3>
      <a:accent4>
        <a:srgbClr val="68007F"/>
      </a:accent4>
      <a:accent5>
        <a:srgbClr val="005BD3"/>
      </a:accent5>
      <a:accent6>
        <a:srgbClr val="00349E"/>
      </a:accent6>
      <a:hlink>
        <a:srgbClr val="17BBFD"/>
      </a:hlink>
      <a:folHlink>
        <a:srgbClr val="FF79C2"/>
      </a:folHlink>
    </a:clrScheme>
    <a:fontScheme name="Verve">
      <a:majorFont>
        <a:latin typeface="Century Gothic"/>
        <a:ea typeface=""/>
        <a:cs typeface=""/>
        <a:font script="Jpan" typeface="HGｺﾞｼｯｸM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Verve">
      <a:fillStyleLst>
        <a:solidFill>
          <a:schemeClr val="phClr"/>
        </a:solidFill>
        <a:gradFill rotWithShape="1">
          <a:gsLst>
            <a:gs pos="0">
              <a:schemeClr val="phClr">
                <a:tint val="10000"/>
                <a:satMod val="300000"/>
              </a:schemeClr>
            </a:gs>
            <a:gs pos="34000">
              <a:schemeClr val="phClr">
                <a:tint val="13500"/>
                <a:satMod val="250000"/>
              </a:schemeClr>
            </a:gs>
            <a:gs pos="100000">
              <a:schemeClr val="phClr">
                <a:tint val="60000"/>
                <a:satMod val="200000"/>
              </a:schemeClr>
            </a:gs>
          </a:gsLst>
          <a:path path="circle">
            <a:fillToRect l="50000" t="155000" r="50000" b="-55000"/>
          </a:path>
        </a:gradFill>
        <a:gradFill rotWithShape="1">
          <a:gsLst>
            <a:gs pos="0">
              <a:schemeClr val="phClr">
                <a:tint val="60000"/>
                <a:satMod val="160000"/>
              </a:schemeClr>
            </a:gs>
            <a:gs pos="46000">
              <a:schemeClr val="phClr">
                <a:tint val="86000"/>
                <a:satMod val="160000"/>
              </a:schemeClr>
            </a:gs>
            <a:gs pos="100000">
              <a:schemeClr val="phClr">
                <a:shade val="40000"/>
                <a:satMod val="160000"/>
              </a:schemeClr>
            </a:gs>
          </a:gsLst>
          <a:path path="circle">
            <a:fillToRect l="50000" t="155000" r="50000" b="-55000"/>
          </a:path>
        </a:gradFill>
      </a:fillStyleLst>
      <a:lnStyleLst>
        <a:ln w="9525" cap="flat" cmpd="sng" algn="ctr">
          <a:solidFill>
            <a:schemeClr val="phClr">
              <a:satMod val="12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147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3600000"/>
            </a:lightRig>
          </a:scene3d>
          <a:sp3d prstMaterial="plastic">
            <a:bevelT w="127000" h="38200" prst="relaxedInset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8000"/>
                <a:satMod val="230000"/>
              </a:schemeClr>
            </a:gs>
            <a:gs pos="60000">
              <a:schemeClr val="phClr">
                <a:shade val="92000"/>
                <a:satMod val="230000"/>
              </a:schemeClr>
            </a:gs>
            <a:gs pos="100000">
              <a:schemeClr val="phClr">
                <a:tint val="85000"/>
                <a:satMod val="400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1200"/>
                <a:satMod val="150000"/>
              </a:schemeClr>
              <a:schemeClr val="phClr">
                <a:tint val="90000"/>
                <a:satMod val="150000"/>
              </a:schemeClr>
            </a:duotone>
          </a:blip>
          <a:tile tx="0" ty="0" sx="70000" sy="7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3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Verve</Template>
  <TotalTime>1833</TotalTime>
  <Words>242</Words>
  <Application>Microsoft Office PowerPoint</Application>
  <PresentationFormat>On-screen Show (4:3)</PresentationFormat>
  <Paragraphs>87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21</vt:i4>
      </vt:variant>
    </vt:vector>
  </HeadingPairs>
  <TitlesOfParts>
    <vt:vector size="31" baseType="lpstr">
      <vt:lpstr>Algerian</vt:lpstr>
      <vt:lpstr>Arial</vt:lpstr>
      <vt:lpstr>Arial Black</vt:lpstr>
      <vt:lpstr>Calibri</vt:lpstr>
      <vt:lpstr>Calibri Light</vt:lpstr>
      <vt:lpstr>Century Gothic</vt:lpstr>
      <vt:lpstr>Verdana</vt:lpstr>
      <vt:lpstr>Wingdings 2</vt:lpstr>
      <vt:lpstr>Verve</vt:lpstr>
      <vt:lpstr>3_Office Theme</vt:lpstr>
      <vt:lpstr>PowerPoint Presentation</vt:lpstr>
      <vt:lpstr>DEMC ACCREDITATION PROCESS:  1ST CYCLE ACCREDITATION ON 3RD EDITION STANDARDS 2012 </vt:lpstr>
      <vt:lpstr>PowerPoint Presentation</vt:lpstr>
      <vt:lpstr>PowerPoint Presentation</vt:lpstr>
      <vt:lpstr>PowerPoint Presentation</vt:lpstr>
      <vt:lpstr>MSQH 3rd &amp; 4th EDITION STANDARD: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PRE-SURVEY:</vt:lpstr>
      <vt:lpstr>PowerPoint Presentation</vt:lpstr>
      <vt:lpstr>MSQH CERTIFICATION AWARD:</vt:lpstr>
      <vt:lpstr>MSQH GANTT CHART &amp; ACTION PLAN FOR 2nd CYCLE ACCREDITATION:</vt:lpstr>
      <vt:lpstr>DEPARTMENT STANDARD ANALYSIS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DEMCNB005</dc:creator>
  <cp:lastModifiedBy>Marina Idris</cp:lastModifiedBy>
  <cp:revision>80</cp:revision>
  <cp:lastPrinted>2013-07-19T04:05:09Z</cp:lastPrinted>
  <dcterms:created xsi:type="dcterms:W3CDTF">2011-08-23T02:20:25Z</dcterms:created>
  <dcterms:modified xsi:type="dcterms:W3CDTF">2016-06-03T02:47:33Z</dcterms:modified>
</cp:coreProperties>
</file>