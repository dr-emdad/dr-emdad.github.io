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44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60" r:id="rId15"/>
    <p:sldId id="361" r:id="rId16"/>
    <p:sldId id="359" r:id="rId17"/>
    <p:sldId id="326" r:id="rId18"/>
    <p:sldId id="327" r:id="rId19"/>
    <p:sldId id="328" r:id="rId20"/>
    <p:sldId id="352" r:id="rId21"/>
    <p:sldId id="351" r:id="rId22"/>
    <p:sldId id="346" r:id="rId23"/>
    <p:sldId id="362" r:id="rId24"/>
    <p:sldId id="287" r:id="rId25"/>
    <p:sldId id="288" r:id="rId26"/>
    <p:sldId id="290" r:id="rId27"/>
    <p:sldId id="291" r:id="rId28"/>
    <p:sldId id="292" r:id="rId29"/>
    <p:sldId id="297" r:id="rId30"/>
    <p:sldId id="308" r:id="rId31"/>
    <p:sldId id="323" r:id="rId32"/>
    <p:sldId id="312" r:id="rId33"/>
    <p:sldId id="313" r:id="rId34"/>
    <p:sldId id="316" r:id="rId35"/>
    <p:sldId id="293" r:id="rId36"/>
    <p:sldId id="294" r:id="rId37"/>
    <p:sldId id="330" r:id="rId38"/>
    <p:sldId id="353" r:id="rId39"/>
    <p:sldId id="354" r:id="rId40"/>
    <p:sldId id="356" r:id="rId41"/>
    <p:sldId id="355" r:id="rId42"/>
    <p:sldId id="344" r:id="rId4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1" autoAdjust="0"/>
    <p:restoredTop sz="91818" autoAdjust="0"/>
  </p:normalViewPr>
  <p:slideViewPr>
    <p:cSldViewPr>
      <p:cViewPr>
        <p:scale>
          <a:sx n="60" d="100"/>
          <a:sy n="60" d="100"/>
        </p:scale>
        <p:origin x="-948" y="-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712320"/>
        <c:axId val="240823680"/>
      </c:barChart>
      <c:catAx>
        <c:axId val="240712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0823680"/>
        <c:crosses val="autoZero"/>
        <c:auto val="1"/>
        <c:lblAlgn val="ctr"/>
        <c:lblOffset val="100"/>
        <c:noMultiLvlLbl val="0"/>
      </c:catAx>
      <c:valAx>
        <c:axId val="2408236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0712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8401280"/>
        <c:axId val="268419456"/>
      </c:barChart>
      <c:catAx>
        <c:axId val="268401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8419456"/>
        <c:crosses val="autoZero"/>
        <c:auto val="1"/>
        <c:lblAlgn val="ctr"/>
        <c:lblOffset val="100"/>
        <c:noMultiLvlLbl val="0"/>
      </c:catAx>
      <c:valAx>
        <c:axId val="268419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84012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309127040"/>
        <c:axId val="309128576"/>
        <c:axId val="0"/>
      </c:bar3DChart>
      <c:catAx>
        <c:axId val="309127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128576"/>
        <c:crosses val="autoZero"/>
        <c:auto val="1"/>
        <c:lblAlgn val="ctr"/>
        <c:lblOffset val="100"/>
        <c:noMultiLvlLbl val="0"/>
      </c:catAx>
      <c:valAx>
        <c:axId val="3091285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127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9201920"/>
        <c:axId val="309220096"/>
      </c:barChart>
      <c:catAx>
        <c:axId val="309201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220096"/>
        <c:crosses val="autoZero"/>
        <c:auto val="1"/>
        <c:lblAlgn val="ctr"/>
        <c:lblOffset val="100"/>
        <c:noMultiLvlLbl val="0"/>
      </c:catAx>
      <c:valAx>
        <c:axId val="309220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2019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9360512"/>
        <c:axId val="309362048"/>
      </c:barChart>
      <c:catAx>
        <c:axId val="30936051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362048"/>
        <c:crosses val="autoZero"/>
        <c:auto val="1"/>
        <c:lblAlgn val="ctr"/>
        <c:lblOffset val="100"/>
        <c:noMultiLvlLbl val="0"/>
      </c:catAx>
      <c:valAx>
        <c:axId val="309362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093605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313865344"/>
        <c:axId val="313866880"/>
        <c:axId val="0"/>
      </c:bar3DChart>
      <c:catAx>
        <c:axId val="313865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13866880"/>
        <c:crosses val="autoZero"/>
        <c:auto val="1"/>
        <c:lblAlgn val="ctr"/>
        <c:lblOffset val="100"/>
        <c:noMultiLvlLbl val="0"/>
      </c:catAx>
      <c:valAx>
        <c:axId val="31386688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3138653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4/12/2017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4/12/2017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2017/4/12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5124286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Sadar Hospital 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89375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4 times from 2013 to 2016. 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626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</a:t>
            </a:r>
            <a:r>
              <a:rPr lang="en-US" dirty="0" smtClean="0"/>
              <a:t>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pulse-</a:t>
            </a:r>
            <a:r>
              <a:rPr lang="en-US" dirty="0" err="1"/>
              <a:t>oximeter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</a:t>
            </a:r>
            <a:r>
              <a:rPr lang="en-US" dirty="0" smtClean="0"/>
              <a:t>ultrasonography </a:t>
            </a:r>
            <a:r>
              <a:rPr lang="en-US" dirty="0" smtClean="0"/>
              <a:t>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</a:t>
            </a:r>
            <a:r>
              <a:rPr lang="en-US" dirty="0" smtClean="0"/>
              <a:t>training </a:t>
            </a:r>
            <a:r>
              <a:rPr lang="en-US" dirty="0" smtClean="0"/>
              <a:t>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</a:t>
            </a:r>
            <a:r>
              <a:rPr lang="en-US" sz="2400" dirty="0" smtClean="0"/>
              <a:t>consultants </a:t>
            </a:r>
            <a:r>
              <a:rPr lang="en-US" sz="2400" dirty="0" smtClean="0"/>
              <a:t>of eye, cardiology, surgery,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4864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Display of health, Nutrition and population targets for the 7</a:t>
            </a:r>
            <a:r>
              <a:rPr lang="en-US" baseline="30000" dirty="0" smtClean="0"/>
              <a:t>th</a:t>
            </a:r>
            <a:r>
              <a:rPr lang="en-US" dirty="0" smtClean="0"/>
              <a:t> FYP.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Arrangement of a new ambulance.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Cleanliness of whole campus.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Improve </a:t>
            </a:r>
            <a:r>
              <a:rPr lang="en-US" dirty="0"/>
              <a:t>Patient Monitoring System by recording Pulse BP and temperature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Reform the duty rooster of internee(MA).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Future Plan </a:t>
            </a:r>
            <a:r>
              <a:rPr lang="en-US" smtClean="0"/>
              <a:t>for April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2483</TotalTime>
  <Words>1391</Words>
  <Application>Microsoft Office PowerPoint</Application>
  <PresentationFormat>On-screen Show (4:3)</PresentationFormat>
  <Paragraphs>397</Paragraphs>
  <Slides>41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2015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PowerPoint Presentation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PowerPoint Presentation</vt:lpstr>
      <vt:lpstr>Hospital Environment</vt:lpstr>
      <vt:lpstr>PowerPoint Presentation</vt:lpstr>
      <vt:lpstr>Activities Done within Two Month</vt:lpstr>
      <vt:lpstr>Activities Done within Two Month</vt:lpstr>
      <vt:lpstr>Problems of The Hospital</vt:lpstr>
      <vt:lpstr>Future Plan for April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268</cp:revision>
  <cp:lastPrinted>2017-03-18T23:47:54Z</cp:lastPrinted>
  <dcterms:created xsi:type="dcterms:W3CDTF">2013-05-05T09:56:19Z</dcterms:created>
  <dcterms:modified xsi:type="dcterms:W3CDTF">2017-04-12T00:41:19Z</dcterms:modified>
</cp:coreProperties>
</file>