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296" r:id="rId3"/>
    <p:sldId id="297" r:id="rId4"/>
    <p:sldId id="314" r:id="rId5"/>
    <p:sldId id="299" r:id="rId6"/>
    <p:sldId id="300" r:id="rId7"/>
    <p:sldId id="301" r:id="rId8"/>
    <p:sldId id="315" r:id="rId9"/>
    <p:sldId id="302" r:id="rId10"/>
    <p:sldId id="305" r:id="rId11"/>
    <p:sldId id="312" r:id="rId12"/>
    <p:sldId id="304" r:id="rId13"/>
    <p:sldId id="309" r:id="rId14"/>
    <p:sldId id="273" r:id="rId15"/>
    <p:sldId id="256" r:id="rId16"/>
    <p:sldId id="257" r:id="rId17"/>
    <p:sldId id="260" r:id="rId18"/>
    <p:sldId id="274" r:id="rId19"/>
    <p:sldId id="261" r:id="rId20"/>
    <p:sldId id="263" r:id="rId21"/>
    <p:sldId id="264" r:id="rId22"/>
    <p:sldId id="266" r:id="rId23"/>
    <p:sldId id="270" r:id="rId24"/>
    <p:sldId id="272" r:id="rId25"/>
    <p:sldId id="279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2705" autoAdjust="0"/>
  </p:normalViewPr>
  <p:slideViewPr>
    <p:cSldViewPr>
      <p:cViewPr varScale="1">
        <p:scale>
          <a:sx n="68" d="100"/>
          <a:sy n="68" d="100"/>
        </p:scale>
        <p:origin x="-82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3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2345" y="0"/>
            <a:ext cx="9095107" cy="106914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smtClean="0"/>
              <a:t>Development of Chowgacha Upazilla by Divine Group</a:t>
            </a:r>
            <a:endParaRPr lang="en-US" sz="3600" b="1" dirty="0"/>
          </a:p>
        </p:txBody>
      </p:sp>
      <p:pic>
        <p:nvPicPr>
          <p:cNvPr id="5" name="Content Placeholder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32" y="4038600"/>
            <a:ext cx="40767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4000500"/>
            <a:ext cx="4267200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1069143"/>
            <a:ext cx="4334365" cy="2743201"/>
          </a:xfrm>
          <a:prstGeom prst="rect">
            <a:avLst/>
          </a:prstGeom>
        </p:spPr>
      </p:pic>
      <p:pic>
        <p:nvPicPr>
          <p:cNvPr id="9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142999"/>
            <a:ext cx="4076700" cy="2667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850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82879"/>
            <a:ext cx="4191000" cy="3159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232806" y="4419600"/>
            <a:ext cx="3958194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" name="Subtitle 8"/>
          <p:cNvSpPr txBox="1">
            <a:spLocks/>
          </p:cNvSpPr>
          <p:nvPr/>
        </p:nvSpPr>
        <p:spPr>
          <a:xfrm>
            <a:off x="4191000" y="838200"/>
            <a:ext cx="5029200" cy="1257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i="1" dirty="0" smtClean="0"/>
              <a:t>Dr. </a:t>
            </a:r>
            <a:r>
              <a:rPr lang="en-US" sz="2400" b="1" i="1" dirty="0" err="1" smtClean="0"/>
              <a:t>Anisuzzaman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Nahar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Kolyan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Sangstha</a:t>
            </a:r>
            <a:r>
              <a:rPr lang="en-US" sz="2400" b="1" i="1" dirty="0" smtClean="0"/>
              <a:t> for poor and Diabetic patients.</a:t>
            </a:r>
            <a:endParaRPr lang="en-US" sz="2400" b="1" i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" y="0"/>
            <a:ext cx="4179277" cy="3200400"/>
          </a:xfrm>
        </p:spPr>
      </p:pic>
      <p:sp>
        <p:nvSpPr>
          <p:cNvPr id="8" name="Subtitle 8"/>
          <p:cNvSpPr txBox="1">
            <a:spLocks/>
          </p:cNvSpPr>
          <p:nvPr/>
        </p:nvSpPr>
        <p:spPr>
          <a:xfrm>
            <a:off x="17585" y="4267200"/>
            <a:ext cx="4755363" cy="1257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i="1" dirty="0" smtClean="0"/>
              <a:t>Nearly 3 thousands Diabetic Patients is getting services from the </a:t>
            </a:r>
            <a:r>
              <a:rPr lang="en-US" sz="2400" b="1" i="1" dirty="0" err="1" smtClean="0"/>
              <a:t>centre</a:t>
            </a:r>
            <a:r>
              <a:rPr lang="en-US" sz="2400" b="1" i="1" dirty="0" smtClean="0"/>
              <a:t>.   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71136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407" y="3749040"/>
            <a:ext cx="4670393" cy="3032760"/>
          </a:xfrm>
        </p:spPr>
      </p:pic>
      <p:pic>
        <p:nvPicPr>
          <p:cNvPr id="11" name="Content Placeholder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4" y="76200"/>
            <a:ext cx="4953000" cy="2971800"/>
          </a:xfrm>
          <a:prstGeom prst="rect">
            <a:avLst/>
          </a:prstGeo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5382065" y="1219200"/>
            <a:ext cx="3733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Blood sample collection</a:t>
            </a:r>
            <a:endParaRPr lang="en-US" dirty="0"/>
          </a:p>
        </p:txBody>
      </p:sp>
      <p:sp>
        <p:nvSpPr>
          <p:cNvPr id="5" name="Subtitle 8"/>
          <p:cNvSpPr txBox="1">
            <a:spLocks/>
          </p:cNvSpPr>
          <p:nvPr/>
        </p:nvSpPr>
        <p:spPr>
          <a:xfrm>
            <a:off x="304800" y="4532142"/>
            <a:ext cx="3681046" cy="628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Laboratory investigation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69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Architectural view of </a:t>
            </a:r>
            <a:r>
              <a:rPr lang="en-GB" dirty="0" err="1" smtClean="0"/>
              <a:t>Chowgacha</a:t>
            </a:r>
            <a:r>
              <a:rPr lang="en-GB" dirty="0" smtClean="0"/>
              <a:t> PHCC</a:t>
            </a:r>
            <a:endParaRPr lang="en-GB" dirty="0"/>
          </a:p>
        </p:txBody>
      </p:sp>
      <p:pic>
        <p:nvPicPr>
          <p:cNvPr id="1026" name="Picture 2" descr="C:\Users\Nishat\Desktop\Photo Folder\03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752600"/>
            <a:ext cx="8077200" cy="4648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8004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648200"/>
            <a:ext cx="3901440" cy="792162"/>
          </a:xfrm>
        </p:spPr>
        <p:txBody>
          <a:bodyPr>
            <a:normAutofit fontScale="90000"/>
          </a:bodyPr>
          <a:lstStyle/>
          <a:p>
            <a:r>
              <a:rPr lang="en-GB" sz="2400" dirty="0" smtClean="0"/>
              <a:t/>
            </a:r>
            <a:br>
              <a:rPr lang="en-GB" sz="2400" dirty="0" smtClean="0"/>
            </a:br>
            <a:r>
              <a:rPr lang="en-GB" sz="3600" dirty="0" smtClean="0"/>
              <a:t>PHCC building</a:t>
            </a:r>
            <a:br>
              <a:rPr lang="en-GB" sz="3600" dirty="0" smtClean="0"/>
            </a:br>
            <a:endParaRPr lang="en-GB" sz="3600" dirty="0"/>
          </a:p>
        </p:txBody>
      </p:sp>
      <p:pic>
        <p:nvPicPr>
          <p:cNvPr id="4" name="Picture 2" descr="C:\Users\Nishat\Desktop\PHCC Recent\20151030_1215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029200" cy="3048000"/>
          </a:xfrm>
          <a:prstGeom prst="rect">
            <a:avLst/>
          </a:prstGeom>
          <a:noFill/>
        </p:spPr>
      </p:pic>
      <p:pic>
        <p:nvPicPr>
          <p:cNvPr id="6" name="Picture 2" descr="C:\Users\Nishat\Desktop\PHCC Recent\20151030_121345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199" y="3505200"/>
            <a:ext cx="4430151" cy="3315287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4800600" y="609600"/>
            <a:ext cx="457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/>
              <a:t>View from main gate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63268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0" y="914400"/>
            <a:ext cx="3505200" cy="1143000"/>
          </a:xfrm>
        </p:spPr>
        <p:txBody>
          <a:bodyPr>
            <a:normAutofit fontScale="90000"/>
          </a:bodyPr>
          <a:lstStyle/>
          <a:p>
            <a:r>
              <a:rPr lang="en-GB" sz="3600" dirty="0" smtClean="0"/>
              <a:t>PHC Building front view</a:t>
            </a:r>
            <a:endParaRPr lang="en-GB" sz="3600" dirty="0"/>
          </a:p>
        </p:txBody>
      </p:sp>
      <p:pic>
        <p:nvPicPr>
          <p:cNvPr id="4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76200"/>
            <a:ext cx="4388556" cy="3276600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3683" y="4418428"/>
            <a:ext cx="36611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Secondary </a:t>
            </a:r>
            <a:r>
              <a:rPr lang="en-US" dirty="0" smtClean="0"/>
              <a:t>Hospital Under construction </a:t>
            </a:r>
            <a:endParaRPr lang="en-US" dirty="0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969" y="3505200"/>
            <a:ext cx="482764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5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0" y="914400"/>
            <a:ext cx="3200400" cy="1143000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Entrance to service area of PHCC</a:t>
            </a:r>
            <a:endParaRPr lang="en-GB" sz="3200" dirty="0"/>
          </a:p>
        </p:txBody>
      </p:sp>
      <p:pic>
        <p:nvPicPr>
          <p:cNvPr id="10242" name="Picture 2" descr="C:\Users\Nishat\Desktop\PHCC Recent\20151030_12164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283200" cy="3124200"/>
          </a:xfrm>
          <a:prstGeom prst="rect">
            <a:avLst/>
          </a:prstGeom>
          <a:noFill/>
        </p:spPr>
      </p:pic>
      <p:pic>
        <p:nvPicPr>
          <p:cNvPr id="6" name="Picture 2" descr="C:\Users\Nishat\Pictures\2016-08-22\04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68018" y="3703637"/>
            <a:ext cx="4800600" cy="3154363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04800" y="4709318"/>
            <a:ext cx="3429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/>
              <a:t>Doctor’s room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95074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0200" y="1143000"/>
            <a:ext cx="3505200" cy="1143000"/>
          </a:xfrm>
        </p:spPr>
        <p:txBody>
          <a:bodyPr>
            <a:normAutofit/>
          </a:bodyPr>
          <a:lstStyle/>
          <a:p>
            <a:r>
              <a:rPr lang="en-GB" sz="2800" dirty="0" smtClean="0"/>
              <a:t>First Aid &amp; Treatment room</a:t>
            </a:r>
            <a:endParaRPr lang="en-GB" sz="2800" dirty="0"/>
          </a:p>
        </p:txBody>
      </p:sp>
      <p:pic>
        <p:nvPicPr>
          <p:cNvPr id="7170" name="Picture 2" descr="C:\Users\Nishat\Pictures\2016-08-23\06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2" y="28135"/>
            <a:ext cx="4951828" cy="3248465"/>
          </a:xfrm>
          <a:prstGeom prst="rect">
            <a:avLst/>
          </a:prstGeom>
          <a:noFill/>
        </p:spPr>
      </p:pic>
      <p:pic>
        <p:nvPicPr>
          <p:cNvPr id="4" name="Picture 2" descr="C:\Users\Nishat\Desktop\PHCC Recent\20151030_12102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3505200"/>
            <a:ext cx="5181600" cy="3352801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-1172" y="4343400"/>
            <a:ext cx="41159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/>
              <a:t>Observation room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95634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600" y="1371600"/>
            <a:ext cx="3581400" cy="11430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Waiting space for doctor’s clinic</a:t>
            </a:r>
            <a:endParaRPr lang="en-GB" sz="3200" dirty="0"/>
          </a:p>
        </p:txBody>
      </p:sp>
      <p:pic>
        <p:nvPicPr>
          <p:cNvPr id="6146" name="Picture 2" descr="C:\Users\Nishat\Desktop\PHCC Recent\20151030_12111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102"/>
            <a:ext cx="5029200" cy="3291682"/>
          </a:xfrm>
          <a:prstGeom prst="rect">
            <a:avLst/>
          </a:prstGeom>
          <a:noFill/>
        </p:spPr>
      </p:pic>
      <p:pic>
        <p:nvPicPr>
          <p:cNvPr id="6" name="Picture 5" descr="C:\Users\Nishat\Desktop\PHCC Recent\20151030_12061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31613" y="3657600"/>
            <a:ext cx="4930423" cy="32004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27074" y="4572000"/>
            <a:ext cx="3505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 smtClean="0"/>
              <a:t>Waiting space for Dental, Laboratory X-Ray &amp; ECG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5341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0" y="1371600"/>
            <a:ext cx="3657600" cy="868362"/>
          </a:xfrm>
        </p:spPr>
        <p:txBody>
          <a:bodyPr>
            <a:normAutofit/>
          </a:bodyPr>
          <a:lstStyle/>
          <a:p>
            <a:r>
              <a:rPr lang="en-GB" sz="3600" dirty="0" smtClean="0"/>
              <a:t>Ultra sonogram</a:t>
            </a:r>
            <a:endParaRPr lang="en-GB" sz="3600" dirty="0"/>
          </a:p>
        </p:txBody>
      </p:sp>
      <p:pic>
        <p:nvPicPr>
          <p:cNvPr id="5122" name="Picture 2" descr="C:\Users\Nishat\Pictures\2016-08-23\04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3997" y="0"/>
            <a:ext cx="4827694" cy="3200400"/>
          </a:xfrm>
          <a:prstGeom prst="rect">
            <a:avLst/>
          </a:prstGeom>
          <a:noFill/>
        </p:spPr>
      </p:pic>
      <p:pic>
        <p:nvPicPr>
          <p:cNvPr id="7" name="Picture 6" descr="C:\Users\Nishat\Desktop\PHCC Recent\20151030_12044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34921" y="3810000"/>
            <a:ext cx="4709079" cy="3048000"/>
          </a:xfrm>
          <a:prstGeom prst="rect">
            <a:avLst/>
          </a:prstGeom>
          <a:noFill/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04800" y="4694238"/>
            <a:ext cx="3882683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Dental clinic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307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ECG</a:t>
            </a:r>
            <a:endParaRPr lang="en-GB" sz="3200" dirty="0"/>
          </a:p>
        </p:txBody>
      </p:sp>
      <p:pic>
        <p:nvPicPr>
          <p:cNvPr id="2050" name="Picture 2" descr="C:\Users\Nishat\Pictures\2016-08-24\01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771"/>
            <a:ext cx="5091163" cy="3102429"/>
          </a:xfrm>
          <a:prstGeom prst="rect">
            <a:avLst/>
          </a:prstGeom>
          <a:noFill/>
        </p:spPr>
      </p:pic>
      <p:pic>
        <p:nvPicPr>
          <p:cNvPr id="4" name="Picture 2" descr="C:\Users\Nishat\Pictures\2016-08-24\01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3988" y="3932237"/>
            <a:ext cx="4880012" cy="2925763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-1981200" y="461001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/>
              <a:t>Digital X-Ray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4140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599" y="4572000"/>
            <a:ext cx="4572000" cy="1143000"/>
          </a:xfrm>
        </p:spPr>
        <p:txBody>
          <a:bodyPr>
            <a:noAutofit/>
          </a:bodyPr>
          <a:lstStyle/>
          <a:p>
            <a:r>
              <a:rPr lang="en-GB" sz="5400" dirty="0" smtClean="0"/>
              <a:t/>
            </a:r>
            <a:br>
              <a:rPr lang="en-GB" sz="5400" dirty="0" smtClean="0"/>
            </a:br>
            <a:r>
              <a:rPr lang="en-GB" sz="2800" dirty="0" smtClean="0"/>
              <a:t>First floor: Prayer room, Server room, Library, social welfare, store &amp; residence</a:t>
            </a:r>
            <a:r>
              <a:rPr lang="en-GB" sz="6600" dirty="0" smtClean="0"/>
              <a:t/>
            </a:r>
            <a:br>
              <a:rPr lang="en-GB" sz="6600" dirty="0" smtClean="0"/>
            </a:br>
            <a:endParaRPr lang="en-GB" sz="6600" dirty="0"/>
          </a:p>
        </p:txBody>
      </p:sp>
      <p:pic>
        <p:nvPicPr>
          <p:cNvPr id="5122" name="Picture 2" descr="C:\Users\Nishat\Pictures\2016-08-22\05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1575" y="3505200"/>
            <a:ext cx="5052425" cy="3334043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953000" y="1066800"/>
            <a:ext cx="3657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/>
              <a:t>Laboratory</a:t>
            </a:r>
            <a:endParaRPr lang="en-GB" sz="3200" dirty="0"/>
          </a:p>
        </p:txBody>
      </p:sp>
      <p:pic>
        <p:nvPicPr>
          <p:cNvPr id="6" name="Picture 2" descr="C:\Users\Nishat\Pictures\Pictures from mobile\Health centre\46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4689" y="30480"/>
            <a:ext cx="4348090" cy="33387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539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" y="152400"/>
            <a:ext cx="8984091" cy="6553200"/>
          </a:xfrm>
        </p:spPr>
      </p:pic>
      <p:sp>
        <p:nvSpPr>
          <p:cNvPr id="3" name="Subtitle 8"/>
          <p:cNvSpPr txBox="1">
            <a:spLocks/>
          </p:cNvSpPr>
          <p:nvPr/>
        </p:nvSpPr>
        <p:spPr>
          <a:xfrm>
            <a:off x="6926" y="4953000"/>
            <a:ext cx="8908473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Upazilla Health Complex, Chowgacha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37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2400" y="4267200"/>
            <a:ext cx="4800600" cy="1752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Devine group supports 28 colleges, schools, madrasas and 110 primary schools for educational development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3" descr="G:\G\Picture Chaugachha\New folder\DSC00422.JPG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974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:\G\Picture Chaugachha\New folder\DSC00432.JPG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657600"/>
            <a:ext cx="41148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itle 8"/>
          <p:cNvSpPr txBox="1">
            <a:spLocks/>
          </p:cNvSpPr>
          <p:nvPr/>
        </p:nvSpPr>
        <p:spPr>
          <a:xfrm>
            <a:off x="4724400" y="914400"/>
            <a:ext cx="4267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ABCD College is a Union level college having 3 </a:t>
            </a:r>
            <a:r>
              <a:rPr lang="en-US" sz="2400" dirty="0" err="1" smtClean="0">
                <a:solidFill>
                  <a:schemeClr val="tx1"/>
                </a:solidFill>
              </a:rPr>
              <a:t>Hons</a:t>
            </a:r>
            <a:r>
              <a:rPr lang="en-US" sz="2400" dirty="0" smtClean="0">
                <a:solidFill>
                  <a:schemeClr val="tx1"/>
                </a:solidFill>
              </a:rPr>
              <a:t>. </a:t>
            </a:r>
            <a:r>
              <a:rPr lang="en-US" sz="2400" dirty="0">
                <a:solidFill>
                  <a:schemeClr val="tx1"/>
                </a:solidFill>
              </a:rPr>
              <a:t>Subject. The College </a:t>
            </a:r>
            <a:r>
              <a:rPr lang="en-US" sz="2400" dirty="0" smtClean="0">
                <a:solidFill>
                  <a:schemeClr val="tx1"/>
                </a:solidFill>
              </a:rPr>
              <a:t>has </a:t>
            </a:r>
            <a:r>
              <a:rPr lang="en-US" sz="2400" dirty="0">
                <a:solidFill>
                  <a:schemeClr val="tx1"/>
                </a:solidFill>
              </a:rPr>
              <a:t>got a large grant from Devine Group.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05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" y="-1"/>
            <a:ext cx="4386118" cy="3276602"/>
          </a:xfr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505200"/>
            <a:ext cx="4267200" cy="3241963"/>
          </a:xfrm>
        </p:spPr>
      </p:pic>
      <p:sp>
        <p:nvSpPr>
          <p:cNvPr id="10" name="Content Placeholder 6"/>
          <p:cNvSpPr txBox="1">
            <a:spLocks/>
          </p:cNvSpPr>
          <p:nvPr/>
        </p:nvSpPr>
        <p:spPr>
          <a:xfrm>
            <a:off x="5105400" y="187037"/>
            <a:ext cx="4038600" cy="308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ubtitle 8"/>
          <p:cNvSpPr txBox="1">
            <a:spLocks/>
          </p:cNvSpPr>
          <p:nvPr/>
        </p:nvSpPr>
        <p:spPr>
          <a:xfrm>
            <a:off x="4800600" y="381000"/>
            <a:ext cx="4191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The future recreation park near </a:t>
            </a:r>
            <a:r>
              <a:rPr lang="en-US" dirty="0"/>
              <a:t>C</a:t>
            </a:r>
            <a:r>
              <a:rPr lang="en-US" dirty="0" smtClean="0"/>
              <a:t>howgacha town in a area of 10 acres. </a:t>
            </a:r>
            <a:endParaRPr lang="en-US" dirty="0"/>
          </a:p>
        </p:txBody>
      </p:sp>
      <p:sp>
        <p:nvSpPr>
          <p:cNvPr id="6" name="Subtitle 8"/>
          <p:cNvSpPr txBox="1">
            <a:spLocks/>
          </p:cNvSpPr>
          <p:nvPr/>
        </p:nvSpPr>
        <p:spPr>
          <a:xfrm>
            <a:off x="6927" y="4343400"/>
            <a:ext cx="4412673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Jhenaidah team visited the future park area.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32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34925"/>
            <a:ext cx="4190999" cy="3470275"/>
          </a:xfrm>
        </p:spPr>
      </p:pic>
      <p:pic>
        <p:nvPicPr>
          <p:cNvPr id="3074" name="Picture 2" descr="G:\G\Picture Chaugachha\New folder\DSC0045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788800"/>
            <a:ext cx="4395498" cy="294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20782" y="4387211"/>
            <a:ext cx="4398818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Subtitle 8"/>
          <p:cNvSpPr txBox="1">
            <a:spLocks/>
          </p:cNvSpPr>
          <p:nvPr/>
        </p:nvSpPr>
        <p:spPr>
          <a:xfrm>
            <a:off x="4648200" y="990600"/>
            <a:ext cx="4395498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" name="Subtitle 8"/>
          <p:cNvSpPr txBox="1">
            <a:spLocks/>
          </p:cNvSpPr>
          <p:nvPr/>
        </p:nvSpPr>
        <p:spPr>
          <a:xfrm>
            <a:off x="4447309" y="990600"/>
            <a:ext cx="4398818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Chowgacha Upazilla </a:t>
            </a:r>
            <a:r>
              <a:rPr lang="en-US" sz="2400" dirty="0" err="1" smtClean="0"/>
              <a:t>Parishad</a:t>
            </a:r>
            <a:r>
              <a:rPr lang="en-US" sz="2400" dirty="0" smtClean="0"/>
              <a:t> Lyceum School (Primary – Class VIII) for the brilliant students of the Upazilla and for the officers’ children,  supported by Devine group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952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4698"/>
            <a:ext cx="4267200" cy="3059502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745" y="3581400"/>
            <a:ext cx="4178982" cy="3193022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4724400" y="1066800"/>
            <a:ext cx="4191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152400" y="4267200"/>
            <a:ext cx="4572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8" name="Subtitle 8"/>
          <p:cNvSpPr txBox="1">
            <a:spLocks/>
          </p:cNvSpPr>
          <p:nvPr/>
        </p:nvSpPr>
        <p:spPr>
          <a:xfrm>
            <a:off x="4637809" y="1295400"/>
            <a:ext cx="4485409" cy="952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M</a:t>
            </a:r>
            <a:r>
              <a:rPr lang="en-US" dirty="0" smtClean="0"/>
              <a:t>osque of Devine Group</a:t>
            </a:r>
          </a:p>
        </p:txBody>
      </p:sp>
      <p:sp>
        <p:nvSpPr>
          <p:cNvPr id="9" name="Subtitle 8"/>
          <p:cNvSpPr txBox="1">
            <a:spLocks/>
          </p:cNvSpPr>
          <p:nvPr/>
        </p:nvSpPr>
        <p:spPr>
          <a:xfrm>
            <a:off x="238991" y="4667250"/>
            <a:ext cx="4398818" cy="952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 smtClean="0"/>
              <a:t>Internal View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852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276600"/>
            <a:ext cx="4267200" cy="3494918"/>
          </a:xfrm>
        </p:spPr>
      </p:pic>
      <p:pic>
        <p:nvPicPr>
          <p:cNvPr id="5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"/>
            <a:ext cx="4648200" cy="3265782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5791200" y="1066800"/>
            <a:ext cx="19812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Front View</a:t>
            </a:r>
            <a:endParaRPr lang="en-US" sz="3200" dirty="0"/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152400" y="4343400"/>
            <a:ext cx="4648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8" name="Subtitle 8"/>
          <p:cNvSpPr txBox="1">
            <a:spLocks/>
          </p:cNvSpPr>
          <p:nvPr/>
        </p:nvSpPr>
        <p:spPr>
          <a:xfrm>
            <a:off x="233795" y="4648200"/>
            <a:ext cx="4485409" cy="5715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 smtClean="0"/>
              <a:t>Side View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3684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4193004" cy="3124199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733800"/>
            <a:ext cx="4267200" cy="2885318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4572000" y="1066800"/>
            <a:ext cx="4343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Orphanage Centre supported by Devine Group in Chowgacha.</a:t>
            </a:r>
            <a:endParaRPr lang="en-US" sz="2400" dirty="0"/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228600" y="4343400"/>
            <a:ext cx="4343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9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8" y="0"/>
            <a:ext cx="4379742" cy="35814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733800"/>
            <a:ext cx="4589585" cy="2961518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5181600" y="750277"/>
            <a:ext cx="48006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A 3 Star Hotel and Community Centre is being built by Devine Group.</a:t>
            </a:r>
            <a:endParaRPr lang="en-US" sz="2400" dirty="0"/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280555" y="4495800"/>
            <a:ext cx="4062845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A Muslim Graveyard in Chowgacha town donated by Devine Group.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9442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4572000" cy="3048000"/>
          </a:xfr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304800" y="4572000"/>
            <a:ext cx="4267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Subtitle 8"/>
          <p:cNvSpPr txBox="1">
            <a:spLocks/>
          </p:cNvSpPr>
          <p:nvPr/>
        </p:nvSpPr>
        <p:spPr>
          <a:xfrm>
            <a:off x="4876800" y="914400"/>
            <a:ext cx="4191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A large cold storage for Potato made by </a:t>
            </a:r>
            <a:r>
              <a:rPr lang="en-US" dirty="0"/>
              <a:t>D</a:t>
            </a:r>
            <a:r>
              <a:rPr lang="en-US" dirty="0" smtClean="0"/>
              <a:t>evine group.</a:t>
            </a:r>
            <a:endParaRPr lang="en-US" dirty="0"/>
          </a:p>
        </p:txBody>
      </p:sp>
      <p:sp>
        <p:nvSpPr>
          <p:cNvPr id="7" name="Subtitle 8"/>
          <p:cNvSpPr txBox="1">
            <a:spLocks/>
          </p:cNvSpPr>
          <p:nvPr/>
        </p:nvSpPr>
        <p:spPr>
          <a:xfrm>
            <a:off x="238991" y="4667250"/>
            <a:ext cx="4398818" cy="9525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A rice cleaning and refine center of Devine group. </a:t>
            </a:r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430796"/>
            <a:ext cx="4703617" cy="3300586"/>
          </a:xfrm>
        </p:spPr>
      </p:pic>
    </p:spTree>
    <p:extLst>
      <p:ext uri="{BB962C8B-B14F-4D97-AF65-F5344CB8AC3E}">
        <p14:creationId xmlns:p14="http://schemas.microsoft.com/office/powerpoint/2010/main" val="344017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228600"/>
            <a:ext cx="4343401" cy="2895600"/>
          </a:xfrm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414" y="3352800"/>
            <a:ext cx="4425651" cy="3332018"/>
          </a:xfrm>
          <a:prstGeom prst="rect">
            <a:avLst/>
          </a:prstGeo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4724400" y="914400"/>
            <a:ext cx="4312665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Housing service for the poor supported by </a:t>
            </a:r>
            <a:r>
              <a:rPr lang="en-US" dirty="0"/>
              <a:t>D</a:t>
            </a:r>
            <a:r>
              <a:rPr lang="en-US" dirty="0" smtClean="0"/>
              <a:t>evine group. Nearly 500 house supported by the group and each costs 3 lac and 20 thousands taka.</a:t>
            </a:r>
            <a:endParaRPr lang="en-US" dirty="0"/>
          </a:p>
        </p:txBody>
      </p:sp>
      <p:sp>
        <p:nvSpPr>
          <p:cNvPr id="6" name="Subtitle 8"/>
          <p:cNvSpPr txBox="1">
            <a:spLocks/>
          </p:cNvSpPr>
          <p:nvPr/>
        </p:nvSpPr>
        <p:spPr>
          <a:xfrm>
            <a:off x="152400" y="4419600"/>
            <a:ext cx="4343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A modern brickfield is made by the associates of Devine Group.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19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58" y="167640"/>
            <a:ext cx="4578350" cy="295751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4800600" y="623238"/>
            <a:ext cx="4267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Tissue Culture Lab of Devine group.</a:t>
            </a:r>
            <a:endParaRPr lang="en-US" dirty="0"/>
          </a:p>
        </p:txBody>
      </p:sp>
      <p:sp>
        <p:nvSpPr>
          <p:cNvPr id="6" name="Subtitle 8"/>
          <p:cNvSpPr txBox="1">
            <a:spLocks/>
          </p:cNvSpPr>
          <p:nvPr/>
        </p:nvSpPr>
        <p:spPr>
          <a:xfrm>
            <a:off x="152400" y="4419600"/>
            <a:ext cx="38862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581400"/>
            <a:ext cx="4141692" cy="3087788"/>
          </a:xfrm>
        </p:spPr>
      </p:pic>
      <p:sp>
        <p:nvSpPr>
          <p:cNvPr id="8" name="Subtitle 8"/>
          <p:cNvSpPr txBox="1">
            <a:spLocks/>
          </p:cNvSpPr>
          <p:nvPr/>
        </p:nvSpPr>
        <p:spPr>
          <a:xfrm>
            <a:off x="114886" y="4610100"/>
            <a:ext cx="4579522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A garments factory (exportable) is being constructed by Devine Group.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44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581400"/>
            <a:ext cx="4572000" cy="2971800"/>
          </a:xfrm>
        </p:spPr>
      </p:pic>
      <p:pic>
        <p:nvPicPr>
          <p:cNvPr id="8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57" y="152400"/>
            <a:ext cx="4114800" cy="3113918"/>
          </a:xfrm>
          <a:prstGeom prst="rect">
            <a:avLst/>
          </a:prstGeom>
        </p:spPr>
      </p:pic>
      <p:sp>
        <p:nvSpPr>
          <p:cNvPr id="4" name="Subtitle 8"/>
          <p:cNvSpPr txBox="1">
            <a:spLocks/>
          </p:cNvSpPr>
          <p:nvPr/>
        </p:nvSpPr>
        <p:spPr>
          <a:xfrm>
            <a:off x="4856018" y="1066800"/>
            <a:ext cx="4135582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Devine Packaging LTD in Chowgacha.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ubtitle 8"/>
          <p:cNvSpPr txBox="1">
            <a:spLocks/>
          </p:cNvSpPr>
          <p:nvPr/>
        </p:nvSpPr>
        <p:spPr>
          <a:xfrm>
            <a:off x="152400" y="4419600"/>
            <a:ext cx="4096657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 smtClean="0"/>
              <a:t>Jhenaidah team with MD of Devine group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973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82"/>
            <a:ext cx="4419600" cy="3314700"/>
          </a:xfrm>
        </p:spPr>
      </p:pic>
      <p:sp>
        <p:nvSpPr>
          <p:cNvPr id="7" name="Subtitle 8"/>
          <p:cNvSpPr txBox="1">
            <a:spLocks/>
          </p:cNvSpPr>
          <p:nvPr/>
        </p:nvSpPr>
        <p:spPr>
          <a:xfrm>
            <a:off x="4419600" y="609600"/>
            <a:ext cx="4572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M</a:t>
            </a:r>
            <a:r>
              <a:rPr lang="en-US" sz="2400" dirty="0" smtClean="0"/>
              <a:t>eeting with the MD of </a:t>
            </a:r>
            <a:r>
              <a:rPr lang="en-US" sz="2400" dirty="0" err="1" smtClean="0"/>
              <a:t>Akiz</a:t>
            </a:r>
            <a:r>
              <a:rPr lang="en-US" sz="2400" dirty="0" smtClean="0"/>
              <a:t> group and Devine group who works in health and community development.</a:t>
            </a:r>
            <a:endParaRPr lang="en-US" sz="2400" dirty="0"/>
          </a:p>
        </p:txBody>
      </p:sp>
      <p:pic>
        <p:nvPicPr>
          <p:cNvPr id="8" name="Picture 2" descr="C:\Users\Nishat\Pictures\Pictures from mobile\Health centre\331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1" y="3429000"/>
            <a:ext cx="4800599" cy="3308684"/>
          </a:xfrm>
          <a:prstGeom prst="rect">
            <a:avLst/>
          </a:prstGeom>
          <a:noFill/>
        </p:spPr>
      </p:pic>
      <p:sp>
        <p:nvSpPr>
          <p:cNvPr id="9" name="Subtitle 8"/>
          <p:cNvSpPr txBox="1">
            <a:spLocks/>
          </p:cNvSpPr>
          <p:nvPr/>
        </p:nvSpPr>
        <p:spPr>
          <a:xfrm>
            <a:off x="37514" y="4081975"/>
            <a:ext cx="4191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 smtClean="0"/>
              <a:t>Mr. </a:t>
            </a:r>
            <a:r>
              <a:rPr lang="en-US" sz="2400" dirty="0" err="1" smtClean="0"/>
              <a:t>Asahadul</a:t>
            </a:r>
            <a:r>
              <a:rPr lang="en-US" sz="2400" dirty="0" smtClean="0"/>
              <a:t> </a:t>
            </a:r>
            <a:r>
              <a:rPr lang="en-US" sz="2400" dirty="0" smtClean="0"/>
              <a:t>Islam</a:t>
            </a:r>
            <a:r>
              <a:rPr lang="en-US" sz="2400" smtClean="0"/>
              <a:t>, </a:t>
            </a:r>
            <a:r>
              <a:rPr lang="en-US" sz="2400" smtClean="0"/>
              <a:t>S</a:t>
            </a:r>
            <a:r>
              <a:rPr lang="en-US" sz="2400" smtClean="0"/>
              <a:t>ecretary </a:t>
            </a:r>
            <a:r>
              <a:rPr lang="en-US" sz="2400" dirty="0"/>
              <a:t>visited </a:t>
            </a:r>
            <a:r>
              <a:rPr lang="en-US" sz="2400" dirty="0" smtClean="0"/>
              <a:t>Chowgacha to see the activities of </a:t>
            </a:r>
            <a:r>
              <a:rPr lang="en-US" sz="2400" dirty="0"/>
              <a:t>D</a:t>
            </a:r>
            <a:r>
              <a:rPr lang="en-US" sz="2400" dirty="0" smtClean="0"/>
              <a:t>evine group.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975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3429000" y="2971800"/>
            <a:ext cx="4038600" cy="106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 smtClean="0">
                <a:solidFill>
                  <a:schemeClr val="bg1"/>
                </a:solidFill>
              </a:rPr>
              <a:t>Thank You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75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360</Words>
  <Application>Microsoft Office PowerPoint</Application>
  <PresentationFormat>On-screen Show (4:3)</PresentationFormat>
  <Paragraphs>47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Architectural view of Chowgacha PHCC</vt:lpstr>
      <vt:lpstr> PHCC building </vt:lpstr>
      <vt:lpstr>PHC Building front view</vt:lpstr>
      <vt:lpstr>Entrance to service area of PHCC</vt:lpstr>
      <vt:lpstr>First Aid &amp; Treatment room</vt:lpstr>
      <vt:lpstr>Waiting space for doctor’s clinic</vt:lpstr>
      <vt:lpstr>Ultra sonogram</vt:lpstr>
      <vt:lpstr>ECG</vt:lpstr>
      <vt:lpstr> First floor: Prayer room, Server room, Library, social welfare, store &amp; residence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Emdad</dc:creator>
  <cp:lastModifiedBy>Emdad</cp:lastModifiedBy>
  <cp:revision>64</cp:revision>
  <dcterms:created xsi:type="dcterms:W3CDTF">2006-08-16T00:00:00Z</dcterms:created>
  <dcterms:modified xsi:type="dcterms:W3CDTF">2018-09-06T00:14:02Z</dcterms:modified>
</cp:coreProperties>
</file>