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7"/>
  </p:notesMasterIdLst>
  <p:sldIdLst>
    <p:sldId id="424" r:id="rId3"/>
    <p:sldId id="404" r:id="rId4"/>
    <p:sldId id="423" r:id="rId5"/>
    <p:sldId id="428" r:id="rId6"/>
    <p:sldId id="425" r:id="rId7"/>
    <p:sldId id="410" r:id="rId8"/>
    <p:sldId id="419" r:id="rId9"/>
    <p:sldId id="334" r:id="rId10"/>
    <p:sldId id="441" r:id="rId11"/>
    <p:sldId id="337" r:id="rId12"/>
    <p:sldId id="340" r:id="rId13"/>
    <p:sldId id="427" r:id="rId14"/>
    <p:sldId id="442" r:id="rId15"/>
    <p:sldId id="256" r:id="rId16"/>
    <p:sldId id="414" r:id="rId17"/>
    <p:sldId id="416" r:id="rId18"/>
    <p:sldId id="415" r:id="rId19"/>
    <p:sldId id="417" r:id="rId20"/>
    <p:sldId id="418" r:id="rId21"/>
    <p:sldId id="440" r:id="rId22"/>
    <p:sldId id="402" r:id="rId23"/>
    <p:sldId id="437" r:id="rId24"/>
    <p:sldId id="438" r:id="rId25"/>
    <p:sldId id="439" r:id="rId26"/>
    <p:sldId id="287" r:id="rId27"/>
    <p:sldId id="291" r:id="rId28"/>
    <p:sldId id="433" r:id="rId29"/>
    <p:sldId id="308" r:id="rId30"/>
    <p:sldId id="312" r:id="rId31"/>
    <p:sldId id="422" r:id="rId32"/>
    <p:sldId id="293" r:id="rId33"/>
    <p:sldId id="294" r:id="rId34"/>
    <p:sldId id="409" r:id="rId35"/>
    <p:sldId id="344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00FF99"/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>
        <p:scale>
          <a:sx n="60" d="100"/>
          <a:sy n="60" d="100"/>
        </p:scale>
        <p:origin x="-1884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5584128"/>
        <c:axId val="125585664"/>
      </c:barChart>
      <c:catAx>
        <c:axId val="125584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5585664"/>
        <c:crosses val="autoZero"/>
        <c:auto val="1"/>
        <c:lblAlgn val="ctr"/>
        <c:lblOffset val="100"/>
        <c:noMultiLvlLbl val="0"/>
      </c:catAx>
      <c:valAx>
        <c:axId val="1255856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55841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007232"/>
        <c:axId val="217008768"/>
      </c:barChart>
      <c:catAx>
        <c:axId val="21700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7008768"/>
        <c:crosses val="autoZero"/>
        <c:auto val="1"/>
        <c:lblAlgn val="ctr"/>
        <c:lblOffset val="100"/>
        <c:noMultiLvlLbl val="0"/>
      </c:catAx>
      <c:valAx>
        <c:axId val="2170087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70072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165184"/>
        <c:axId val="207299712"/>
      </c:barChart>
      <c:catAx>
        <c:axId val="2171651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7299712"/>
        <c:crosses val="autoZero"/>
        <c:auto val="1"/>
        <c:lblAlgn val="ctr"/>
        <c:lblOffset val="100"/>
        <c:noMultiLvlLbl val="0"/>
      </c:catAx>
      <c:valAx>
        <c:axId val="2072997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1651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07325824"/>
        <c:axId val="207327616"/>
        <c:axId val="0"/>
      </c:bar3DChart>
      <c:catAx>
        <c:axId val="20732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7327616"/>
        <c:crosses val="autoZero"/>
        <c:auto val="1"/>
        <c:lblAlgn val="ctr"/>
        <c:lblOffset val="100"/>
        <c:noMultiLvlLbl val="0"/>
      </c:catAx>
      <c:valAx>
        <c:axId val="20732761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0732582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4/25/2019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8844"/>
            <a:ext cx="4670354" cy="3484536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17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22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815975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914400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914400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3.wmf"/><Relationship Id="rId10" Type="http://schemas.openxmlformats.org/officeDocument/2006/relationships/image" Target="../media/image2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A New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Dimention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Health  Service Development.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99" y="1600200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446" y="1600201"/>
            <a:ext cx="4078183" cy="31602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0580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615117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sz="2800" dirty="0" smtClean="0"/>
              <a:t>The program starts  in Chowgacha UHC in 1986. </a:t>
            </a:r>
          </a:p>
          <a:p>
            <a:r>
              <a:rPr lang="en-GB" sz="2800" dirty="0" smtClean="0"/>
              <a:t>Social </a:t>
            </a:r>
            <a:r>
              <a:rPr lang="en-GB" sz="2800" dirty="0"/>
              <a:t>mobilization program starts in </a:t>
            </a:r>
            <a:r>
              <a:rPr lang="en-GB" sz="2800" dirty="0" err="1"/>
              <a:t>Lohagara</a:t>
            </a:r>
            <a:r>
              <a:rPr lang="en-GB" sz="2800" dirty="0"/>
              <a:t> UHC , </a:t>
            </a:r>
            <a:r>
              <a:rPr lang="en-GB" sz="2800" dirty="0" err="1"/>
              <a:t>Narail</a:t>
            </a:r>
            <a:r>
              <a:rPr lang="en-GB" sz="2800" dirty="0"/>
              <a:t>  from 1989 -</a:t>
            </a:r>
            <a:r>
              <a:rPr lang="en-GB" sz="2800" dirty="0" smtClean="0"/>
              <a:t> </a:t>
            </a:r>
            <a:r>
              <a:rPr lang="en-GB" sz="2800" dirty="0"/>
              <a:t>1995</a:t>
            </a:r>
            <a:endParaRPr lang="en-GB" sz="2800" dirty="0" smtClean="0"/>
          </a:p>
          <a:p>
            <a:r>
              <a:rPr lang="en-GB" sz="2800" dirty="0" smtClean="0"/>
              <a:t>In 1995-97   open 4 section a) ANC </a:t>
            </a:r>
            <a:r>
              <a:rPr lang="en-GB" sz="2800" dirty="0" err="1" smtClean="0"/>
              <a:t>corner,b</a:t>
            </a:r>
            <a:r>
              <a:rPr lang="en-GB" sz="2800" dirty="0" smtClean="0"/>
              <a:t>) Under-5 corner  </a:t>
            </a:r>
            <a:r>
              <a:rPr lang="en-GB" sz="2800" dirty="0"/>
              <a:t>c</a:t>
            </a:r>
            <a:r>
              <a:rPr lang="en-GB" sz="2800" dirty="0" smtClean="0"/>
              <a:t>)</a:t>
            </a:r>
            <a:r>
              <a:rPr lang="en-GB" sz="2800" dirty="0" err="1" smtClean="0"/>
              <a:t>birth&amp;death</a:t>
            </a:r>
            <a:r>
              <a:rPr lang="en-GB" sz="2800" dirty="0" smtClean="0"/>
              <a:t> record </a:t>
            </a:r>
            <a:r>
              <a:rPr lang="en-GB" sz="2800" dirty="0" err="1" smtClean="0"/>
              <a:t>ing</a:t>
            </a:r>
            <a:r>
              <a:rPr lang="en-GB" sz="2800" dirty="0" smtClean="0"/>
              <a:t> </a:t>
            </a:r>
            <a:r>
              <a:rPr lang="en-GB" sz="2800" dirty="0" err="1" smtClean="0"/>
              <a:t>unit.d</a:t>
            </a:r>
            <a:r>
              <a:rPr lang="en-GB" sz="2800" dirty="0" smtClean="0"/>
              <a:t>) Health education corner</a:t>
            </a:r>
          </a:p>
          <a:p>
            <a:r>
              <a:rPr lang="en-GB" sz="2800" dirty="0" smtClean="0"/>
              <a:t> In </a:t>
            </a:r>
            <a:r>
              <a:rPr lang="en-GB" sz="2800" dirty="0" err="1" smtClean="0"/>
              <a:t>june</a:t>
            </a:r>
            <a:r>
              <a:rPr lang="en-GB" sz="2800" dirty="0" smtClean="0"/>
              <a:t> 2008 ,MOH&amp;FW </a:t>
            </a:r>
            <a:r>
              <a:rPr lang="en-GB" sz="2800" dirty="0" err="1" smtClean="0"/>
              <a:t>decleared</a:t>
            </a:r>
            <a:r>
              <a:rPr lang="en-GB" sz="2800" dirty="0" smtClean="0"/>
              <a:t> the Chowgacha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11 district hospital&amp; 5 Upazilla </a:t>
            </a:r>
            <a:r>
              <a:rPr lang="en-GB" sz="2800" dirty="0" err="1" smtClean="0"/>
              <a:t>UHC.Now</a:t>
            </a:r>
            <a:r>
              <a:rPr lang="en-GB" sz="2800" dirty="0" smtClean="0"/>
              <a:t> replicating  by the order of PM </a:t>
            </a:r>
            <a:r>
              <a:rPr lang="en-GB" sz="2800" dirty="0" err="1" smtClean="0"/>
              <a:t>office,ADG</a:t>
            </a:r>
            <a:r>
              <a:rPr lang="en-GB" sz="2800" dirty="0" smtClean="0"/>
              <a:t>(Admin)is  </a:t>
            </a:r>
            <a:r>
              <a:rPr lang="en-GB" sz="2800" dirty="0" err="1" smtClean="0"/>
              <a:t>ChairPerson</a:t>
            </a:r>
            <a:r>
              <a:rPr lang="en-GB" sz="2800" dirty="0" smtClean="0"/>
              <a:t>.  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1004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55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193360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38100" y="4876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0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18416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2982" y="6096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 smtClean="0"/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        In 2008, Chowgacha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        health complex.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All the components of primary health care implemented in Chowgacha in 2000.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(4413)delivery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2004 to 2014&amp; 2017.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0245" name="Object 25"/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67002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31762"/>
              </p:ext>
            </p:extLst>
          </p:nvPr>
        </p:nvGraphicFramePr>
        <p:xfrm>
          <a:off x="761999" y="1219200"/>
          <a:ext cx="8001003" cy="5533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8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16435" y="246050"/>
            <a:ext cx="3974565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448" y="2567733"/>
            <a:ext cx="4579724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334" y="247947"/>
            <a:ext cx="5330837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522515" y="5431284"/>
            <a:ext cx="383493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53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6172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/>
              <a:t> </a:t>
            </a:r>
            <a:r>
              <a:rPr lang="en-US" sz="2800" b="1" dirty="0" smtClean="0"/>
              <a:t>   </a:t>
            </a:r>
            <a:r>
              <a:rPr lang="en-US" sz="2800" b="1" i="1" dirty="0" smtClean="0"/>
              <a:t>In 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730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99202417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891722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15775549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51560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044464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067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888015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33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66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</a:t>
            </a:r>
            <a:r>
              <a:rPr lang="en-US" sz="32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Other Hospitals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14350" indent="-514350" algn="just"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District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Hospitals:Chuadanga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Jessore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Magura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Kox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-bazar,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Joypurhat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-District,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Bogura-District,Thakurgoan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(20 District Hospital)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Upazilla Health Complex: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Koatchandpur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Horinakundu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Monpura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Malendah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Birgonj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,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Jekhorgacha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Monirampur,Meherpur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(40-Upazilla Health Complex)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Community Support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Commette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headed by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in 2015.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C-J Community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Engazed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Health Management Model headed by ADG(Admin) DGHS-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Stratigic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Plan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Devlopment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0" algn="just"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440" y="1905320"/>
            <a:ext cx="914544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5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381601" y="228985"/>
            <a:ext cx="518112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152640" y="1857795"/>
            <a:ext cx="883872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1828800" y="990824"/>
            <a:ext cx="7162560" cy="161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672888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441" y="1990289"/>
            <a:ext cx="914256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5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6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7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01761" y="264988"/>
            <a:ext cx="4932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28801" y="1309098"/>
            <a:ext cx="905904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6189121" y="341317"/>
            <a:ext cx="267120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1772640" y="5594988"/>
            <a:ext cx="7273440" cy="12009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592735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1"/>
            <a:ext cx="914256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99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0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1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28800" y="776242"/>
            <a:ext cx="903888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228961" y="228985"/>
            <a:ext cx="87624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305280" y="1103156"/>
            <a:ext cx="434304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9204904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DSC024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806450"/>
            <a:ext cx="3616325" cy="2743200"/>
          </a:xfrm>
        </p:spPr>
      </p:pic>
      <p:pic>
        <p:nvPicPr>
          <p:cNvPr id="20483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18075" y="822325"/>
            <a:ext cx="3616325" cy="2711450"/>
          </a:xfrm>
        </p:spPr>
      </p:pic>
      <p:pic>
        <p:nvPicPr>
          <p:cNvPr id="20484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0"/>
            <a:ext cx="36163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3825875"/>
            <a:ext cx="3616325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Local Govt. (Paurashava) Participation</a:t>
            </a:r>
          </a:p>
        </p:txBody>
      </p:sp>
      <p:sp>
        <p:nvSpPr>
          <p:cNvPr id="20487" name="Right Arrow 8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488" name="Right Arrow 9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441" name="Rectangle 10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2" name="Rectangle 11"/>
          <p:cNvSpPr>
            <a:spLocks noChangeArrowheads="1"/>
          </p:cNvSpPr>
          <p:nvPr/>
        </p:nvSpPr>
        <p:spPr bwMode="auto">
          <a:xfrm>
            <a:off x="609600" y="3838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3" name="Rectangle 12"/>
          <p:cNvSpPr>
            <a:spLocks noChangeArrowheads="1"/>
          </p:cNvSpPr>
          <p:nvPr/>
        </p:nvSpPr>
        <p:spPr bwMode="auto">
          <a:xfrm>
            <a:off x="4943475" y="38242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4" name="Rectangle 13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086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810000"/>
            <a:ext cx="4127426" cy="28956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sixty 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get man 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5514895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5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5334</TotalTime>
  <Words>996</Words>
  <Application>Microsoft Office PowerPoint</Application>
  <PresentationFormat>On-screen Show (4:3)</PresentationFormat>
  <Paragraphs>263</Paragraphs>
  <Slides>34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5_シック</vt:lpstr>
      <vt:lpstr>Office Theme</vt:lpstr>
      <vt:lpstr>Chart</vt:lpstr>
      <vt:lpstr>ｸﾘｯﾌﾟ</vt:lpstr>
      <vt:lpstr>PowerPoint Presentation</vt:lpstr>
      <vt:lpstr>Background History of C-J Model</vt:lpstr>
      <vt:lpstr>PowerPoint Presentation</vt:lpstr>
      <vt:lpstr>PowerPoint Presentation</vt:lpstr>
      <vt:lpstr>A Sub-district level  Hospital with a Vision …</vt:lpstr>
      <vt:lpstr>PowerPoint Presentation</vt:lpstr>
      <vt:lpstr>Community supported volunteer working in ANC corner</vt:lpstr>
      <vt:lpstr>Achievement of Chowgacha Health Complex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দৈনিক প্রথম-আলোর প্রতিবেদন ১৪ অক্টোবর, ২০০৫</vt:lpstr>
      <vt:lpstr>100 kh¨v wewkó m`i nvmcvZvj, wSbvB`n</vt:lpstr>
      <vt:lpstr>Challenges of the hospital in 2012</vt:lpstr>
      <vt:lpstr>PowerPoint Presentation</vt:lpstr>
      <vt:lpstr>Emergency &amp; Out Door, Indoor  Service 1998 to 2018</vt:lpstr>
      <vt:lpstr>3 best performing EmOC Hospital in Khulna division - 2018</vt:lpstr>
      <vt:lpstr>  Comparative data of revenue income (in Taka) from 2015 to 2018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672</cp:revision>
  <cp:lastPrinted>2017-03-18T23:47:54Z</cp:lastPrinted>
  <dcterms:created xsi:type="dcterms:W3CDTF">2013-05-05T09:56:19Z</dcterms:created>
  <dcterms:modified xsi:type="dcterms:W3CDTF">2019-04-24T23:48:58Z</dcterms:modified>
</cp:coreProperties>
</file>