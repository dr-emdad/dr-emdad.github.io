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66" r:id="rId2"/>
    <p:sldId id="267" r:id="rId3"/>
    <p:sldId id="258" r:id="rId4"/>
    <p:sldId id="260" r:id="rId5"/>
    <p:sldId id="268" r:id="rId6"/>
    <p:sldId id="262" r:id="rId7"/>
    <p:sldId id="263" r:id="rId8"/>
    <p:sldId id="269" r:id="rId9"/>
    <p:sldId id="264" r:id="rId10"/>
    <p:sldId id="265" r:id="rId11"/>
    <p:sldId id="270" r:id="rId12"/>
    <p:sldId id="271" r:id="rId13"/>
    <p:sldId id="272" r:id="rId14"/>
    <p:sldId id="273" r:id="rId15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513" autoAdjust="0"/>
  </p:normalViewPr>
  <p:slideViewPr>
    <p:cSldViewPr>
      <p:cViewPr varScale="1">
        <p:scale>
          <a:sx n="74" d="100"/>
          <a:sy n="74" d="100"/>
        </p:scale>
        <p:origin x="-126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9C90E-FC5D-43EC-B8A7-24A7EB71A4FF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4F7BF-8390-4ACB-B7D6-DDD2AAF888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85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3073D-4DE9-485A-8434-17F37C4B1A44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623D0-A831-4DAB-82FE-03228C293A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6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23D0-A831-4DAB-82FE-03228C293A9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F212BE22-5FB8-4296-9D9C-E5844F3CF602}" type="datetimeFigureOut">
              <a:rPr lang="en-US" smtClean="0"/>
              <a:pPr/>
              <a:t>3/10/2019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0"/>
            <a:ext cx="8183880" cy="2362200"/>
          </a:xfrm>
        </p:spPr>
        <p:txBody>
          <a:bodyPr>
            <a:noAutofit/>
          </a:bodyPr>
          <a:lstStyle/>
          <a:p>
            <a:pPr algn="ctr"/>
            <a:r>
              <a:rPr lang="en-US" sz="4800" dirty="0" err="1">
                <a:latin typeface="SutonnyMJ" pitchFamily="2" charset="0"/>
                <a:cs typeface="SutonnyMJ" pitchFamily="2" charset="0"/>
              </a:rPr>
              <a:t>Wvt</a:t>
            </a:r>
            <a:r>
              <a:rPr lang="en-US" sz="4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4800" dirty="0" err="1">
                <a:latin typeface="SutonnyMJ" pitchFamily="2" charset="0"/>
                <a:cs typeface="SutonnyMJ" pitchFamily="2" charset="0"/>
              </a:rPr>
              <a:t>gvt</a:t>
            </a:r>
            <a:r>
              <a:rPr lang="en-US" sz="4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dirty="0" err="1">
                <a:latin typeface="SutonnyMJ" pitchFamily="2" charset="0"/>
                <a:cs typeface="SutonnyMJ" pitchFamily="2" charset="0"/>
              </a:rPr>
              <a:t>Avnv</a:t>
            </a:r>
            <a:r>
              <a:rPr lang="en-US" sz="4800" dirty="0">
                <a:latin typeface="SutonnyMJ" pitchFamily="2" charset="0"/>
                <a:cs typeface="SutonnyMJ" pitchFamily="2" charset="0"/>
              </a:rPr>
              <a:t>` </a:t>
            </a:r>
            <a:r>
              <a:rPr lang="en-US" sz="4800" dirty="0" err="1">
                <a:latin typeface="SutonnyMJ" pitchFamily="2" charset="0"/>
                <a:cs typeface="SutonnyMJ" pitchFamily="2" charset="0"/>
              </a:rPr>
              <a:t>Avjx</a:t>
            </a:r>
            <a:r>
              <a:rPr lang="en-US" sz="4800" dirty="0">
                <a:latin typeface="SutonnyAMJ" pitchFamily="2" charset="0"/>
                <a:cs typeface="SutonnyAMJ" pitchFamily="2" charset="0"/>
              </a:rPr>
              <a:t/>
            </a:r>
            <a:br>
              <a:rPr lang="en-US" sz="4800" dirty="0">
                <a:latin typeface="SutonnyAMJ" pitchFamily="2" charset="0"/>
                <a:cs typeface="SutonnyAMJ" pitchFamily="2" charset="0"/>
              </a:rPr>
            </a:br>
            <a:r>
              <a:rPr lang="bn-IN" sz="2800" b="0" dirty="0">
                <a:latin typeface="SutonnyAMJ" pitchFamily="2" charset="0"/>
                <a:cs typeface="SutonnyAMJ" pitchFamily="2" charset="0"/>
              </a:rPr>
              <a:t>উপপরিচালক(পার-২)</a:t>
            </a:r>
            <a:br>
              <a:rPr lang="bn-IN" sz="2800" b="0" dirty="0">
                <a:latin typeface="SutonnyAMJ" pitchFamily="2" charset="0"/>
                <a:cs typeface="SutonnyAMJ" pitchFamily="2" charset="0"/>
              </a:rPr>
            </a:br>
            <a:r>
              <a:rPr lang="bn-IN" sz="2800" b="0" dirty="0">
                <a:latin typeface="SutonnyAMJ" pitchFamily="2" charset="0"/>
                <a:cs typeface="SutonnyAMJ" pitchFamily="2" charset="0"/>
              </a:rPr>
              <a:t>স্বাস্থ্য অধিদপ্তর</a:t>
            </a:r>
            <a:br>
              <a:rPr lang="bn-IN" sz="2800" b="0" dirty="0">
                <a:latin typeface="SutonnyAMJ" pitchFamily="2" charset="0"/>
                <a:cs typeface="SutonnyAMJ" pitchFamily="2" charset="0"/>
              </a:rPr>
            </a:br>
            <a:r>
              <a:rPr lang="bn-IN" sz="2800" b="0" dirty="0">
                <a:latin typeface="SutonnyAMJ" pitchFamily="2" charset="0"/>
                <a:cs typeface="SutonnyAMJ" pitchFamily="2" charset="0"/>
              </a:rPr>
              <a:t>মহাখালী,ঢাকা</a:t>
            </a:r>
            <a:endParaRPr lang="en-US" sz="2800" b="0" dirty="0">
              <a:latin typeface="SutonnyAMJ" pitchFamily="2" charset="0"/>
              <a:cs typeface="SutonnyA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1908048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13800" b="1" u="sng" dirty="0">
                <a:latin typeface="SutonnyMJ" pitchFamily="2" charset="0"/>
                <a:cs typeface="SutonnyMJ" pitchFamily="2" charset="0"/>
              </a:rPr>
              <a:t>¯^</a:t>
            </a:r>
            <a:r>
              <a:rPr lang="en-US" sz="13800" b="1" u="sng" dirty="0" err="1">
                <a:latin typeface="SutonnyMJ" pitchFamily="2" charset="0"/>
                <a:cs typeface="SutonnyMJ" pitchFamily="2" charset="0"/>
              </a:rPr>
              <a:t>vMZg</a:t>
            </a:r>
            <a:r>
              <a:rPr lang="en-US" sz="13800" b="1" u="sng" dirty="0">
                <a:latin typeface="SutonnyMJ" pitchFamily="2" charset="0"/>
                <a:cs typeface="SutonnyMJ" pitchFamily="2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8382000" cy="1828800"/>
          </a:xfrm>
        </p:spPr>
        <p:txBody>
          <a:bodyPr>
            <a:normAutofit/>
          </a:bodyPr>
          <a:lstStyle/>
          <a:p>
            <a:pPr algn="ctr"/>
            <a:r>
              <a:rPr lang="en-US" u="sng" dirty="0" err="1">
                <a:latin typeface="SutonnyMJ" pitchFamily="2" charset="0"/>
                <a:cs typeface="SutonnyMJ" pitchFamily="2" charset="0"/>
              </a:rPr>
              <a:t>wUKv`vb</a:t>
            </a:r>
            <a:r>
              <a:rPr lang="en-US" u="sng" dirty="0">
                <a:latin typeface="SutonnyMJ" pitchFamily="2" charset="0"/>
                <a:cs typeface="SutonnyMJ" pitchFamily="2" charset="0"/>
              </a:rPr>
              <a:t> †K›`ª </a:t>
            </a:r>
            <a:r>
              <a:rPr lang="en-US" u="sng" dirty="0" err="1">
                <a:latin typeface="SutonnyMJ" pitchFamily="2" charset="0"/>
                <a:cs typeface="SutonnyMJ" pitchFamily="2" charset="0"/>
              </a:rPr>
              <a:t>cwi`k©b</a:t>
            </a:r>
            <a:r>
              <a:rPr lang="en-US" u="sng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u="sng" dirty="0" err="1">
                <a:latin typeface="SutonnyMJ" pitchFamily="2" charset="0"/>
                <a:cs typeface="SutonnyMJ" pitchFamily="2" charset="0"/>
              </a:rPr>
              <a:t>PKwjó</a:t>
            </a:r>
            <a:r>
              <a:rPr lang="en-US" b="0" u="sng" dirty="0">
                <a:latin typeface="SutonnyMJ" pitchFamily="2" charset="0"/>
                <a:cs typeface="SutonnyMJ" pitchFamily="2" charset="0"/>
              </a:rPr>
              <a:t/>
            </a:r>
            <a:br>
              <a:rPr lang="en-US" b="0" u="sng" dirty="0">
                <a:latin typeface="SutonnyMJ" pitchFamily="2" charset="0"/>
                <a:cs typeface="SutonnyMJ" pitchFamily="2" charset="0"/>
              </a:rPr>
            </a:b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ZvwiLt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-......../......../20........Bs             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cwi`k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©‡bi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:-..........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n‡Z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wUKv`v‡bi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†K‡›`ª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i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bvg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/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eøKt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 </a:t>
            </a:r>
            <a:r>
              <a:rPr lang="en-US" sz="2000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Kg©xi</a:t>
            </a:r>
            <a:r>
              <a:rPr lang="en-US" sz="2000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bvgt</a:t>
            </a:r>
            <a:r>
              <a:rPr lang="en-US" sz="2000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.......................................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........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828800"/>
          <a:ext cx="8153400" cy="4648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Dchy³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¯’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v‡b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gwb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cZvKv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Uv½v‡bv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bZzb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cov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Mf©eZx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iwR‡ó‡kb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MZ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mk‡bi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ev`cov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Z_¨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mwVKfv‡e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Kj¨vY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Av‡Qb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Kvb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Gb.wR.I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Kg©x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ˆ`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wbK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mev`vb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wi‡cvU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dig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c~iY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wUKv`v‡bi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miÄvg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mwVKfv‡e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mvRv‡bv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f¨vKwmb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fvqvj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AvBm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¨‡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¯’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v‡b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ivLv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wkï‡`i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emvi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e¨e¯’v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33400" y="533400"/>
          <a:ext cx="8229600" cy="5579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mdwU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e·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eR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Acmvib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mvRv‡bv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cvk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¦©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cÖwZwµqv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m¤ú‡K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gv‡K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AewnZ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cieZ©x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ZvwiL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Rvbv‡bv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n‡”Q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wkï‡K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ey‡Ki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`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ya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I 6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c~Y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eqmx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wkï‡K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evowZ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cywóKi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Lvev‡ii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K_v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ejv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?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mwVK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c×wZ‡Z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cÖ‡qvM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f¨vKwmb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fvqvj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mswgkÖY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/‡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Lvjvi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fvq‡ji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ZvwiL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wjLv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wUKv`vb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k‡l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wicvU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dig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mwVKfv‡e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c~iY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AvMvgx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mk‡bi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¨..............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2192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SutonnyMJ" pitchFamily="2" charset="0"/>
                <a:cs typeface="SutonnyMJ" pitchFamily="2" charset="0"/>
              </a:rPr>
              <a:t/>
            </a:r>
            <a:br>
              <a:rPr lang="en-US" sz="2700" b="1" dirty="0">
                <a:latin typeface="SutonnyMJ" pitchFamily="2" charset="0"/>
                <a:cs typeface="SutonnyMJ" pitchFamily="2" charset="0"/>
              </a:rPr>
            </a:br>
            <a:r>
              <a:rPr lang="en-US" sz="3200" dirty="0">
                <a:latin typeface="SutonnyMJ" pitchFamily="2" charset="0"/>
                <a:cs typeface="SutonnyMJ" pitchFamily="2" charset="0"/>
              </a:rPr>
              <a:t/>
            </a:r>
            <a:br>
              <a:rPr lang="en-US" sz="3200" dirty="0">
                <a:latin typeface="SutonnyMJ" pitchFamily="2" charset="0"/>
                <a:cs typeface="SutonnyMJ" pitchFamily="2" charset="0"/>
              </a:rPr>
            </a:br>
            <a:endParaRPr lang="en-US" sz="3200" dirty="0"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81000" y="2514601"/>
          <a:ext cx="82296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2380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‡h 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mg‡q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AvB.wc.wm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iwR‡óªkb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cvIqv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Mjt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000">
                          <a:latin typeface="SutonnyMJ" pitchFamily="2" charset="0"/>
                          <a:cs typeface="SutonnyMJ" pitchFamily="2" charset="0"/>
                        </a:rPr>
                        <a:t>mKvj/`ycyi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01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15-49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eQ‡ii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iwRóvi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01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AvB.wc.wm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KvW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Ki‡Qb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01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ciw`b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AvšÍwiKfv‡e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ej‡Qb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9717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AvB.wc.wm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GjvKvq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KZRb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iwR‡óªkb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..................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............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04800" y="381000"/>
            <a:ext cx="8610600" cy="2338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AvB.wc.wm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 I †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KvR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PKwjó</a:t>
            </a:r>
            <a:endParaRPr lang="en-US" sz="2400" b="1" u="sng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ZvwiLt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-......../........../20..........Bs        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cwi`k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©‡bi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mgq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:-...............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n‡Z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..................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/>
            </a:r>
            <a:br>
              <a:rPr lang="en-US" sz="2000" b="1" dirty="0">
                <a:latin typeface="SutonnyMJ" pitchFamily="2" charset="0"/>
                <a:cs typeface="SutonnyMJ" pitchFamily="2" charset="0"/>
              </a:rPr>
            </a:b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IqvW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© b¤^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i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I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BDwbq‡bi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bvgt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............................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B.wc.AvB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eøK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.........................................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.....</a:t>
            </a:r>
            <a:br>
              <a:rPr lang="en-US" sz="2000" dirty="0">
                <a:latin typeface="SutonnyMJ" pitchFamily="2" charset="0"/>
                <a:cs typeface="SutonnyMJ" pitchFamily="2" charset="0"/>
              </a:rPr>
            </a:br>
            <a:r>
              <a:rPr lang="en-US" sz="2000" dirty="0"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2000" dirty="0" err="1">
                <a:latin typeface="SutonnyMJ" pitchFamily="2" charset="0"/>
                <a:cs typeface="SutonnyMJ" pitchFamily="2" charset="0"/>
              </a:rPr>
              <a:t>mnKvix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latin typeface="SutonnyMJ" pitchFamily="2" charset="0"/>
                <a:cs typeface="SutonnyMJ" pitchFamily="2" charset="0"/>
              </a:rPr>
              <a:t>bvgt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............................................................................................................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/>
            </a:r>
            <a:br>
              <a:rPr lang="en-US" sz="2800" dirty="0">
                <a:latin typeface="SutonnyMJ" pitchFamily="2" charset="0"/>
                <a:cs typeface="SutonnyMJ" pitchFamily="2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533400"/>
          <a:ext cx="8183564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6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278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810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2893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wbivc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cvwbi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m¨vwb‡Ukb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wkÿv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893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hÿv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dvB‡jwiqv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wjó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m‡½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h_vh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_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d‡jvAvc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Ki‡Qb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87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cwiKíbv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c×wZi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DØy×KiY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idvi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93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wkï‡`i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cywó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we‡kl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K‡i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kvj`ya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6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c~b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evowZ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Lvevi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v¯’¨wkÿv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87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Mf©Kvjxb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M‡f©v‡Ëvi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gv‡q‡`i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cywóKi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Lvev‡ii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w`‡”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893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Gb.wm.wW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D”P i³Pvc,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Wv‡q‡ewUm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nvcvbx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K¨vÝvi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KZRb‡K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w`‡q‡Qb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2192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SutonnyMJ" pitchFamily="2" charset="0"/>
                <a:cs typeface="SutonnyMJ" pitchFamily="2" charset="0"/>
              </a:rPr>
              <a:t/>
            </a:r>
            <a:br>
              <a:rPr lang="en-US" sz="3600" dirty="0">
                <a:latin typeface="SutonnyMJ" pitchFamily="2" charset="0"/>
                <a:cs typeface="SutonnyMJ" pitchFamily="2" charset="0"/>
              </a:rPr>
            </a:br>
            <a:endParaRPr lang="en-US" sz="3600" dirty="0"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03238" y="2133599"/>
          <a:ext cx="8183562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954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46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88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wK¬wb‡Ki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PZzw`©K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®‹vi-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cwi”Qbœ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AvMgb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cÖ¯’vb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mgqgZ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K‡ib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wmGBPwmwc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G‡cÖvb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cwiavb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K‡i‡Qb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‡_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j¨vcUc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wmGBPwmwc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AvPi‡Y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RbMb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/‡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mev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MÖnxZv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mš‘ó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 (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evZ©v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Rvb‡Z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mev`v‡bi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ÿ‡Î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wkky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mvavib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iwRóvi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¯^v¯’¨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wkÿvt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wkÿvi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DcKib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AvBBwm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mvgMÖx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04801"/>
            <a:ext cx="8229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KwgDwbwU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wK¬wbK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PKwjó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/>
            </a:r>
            <a:br>
              <a:rPr lang="en-US" sz="3200" dirty="0">
                <a:latin typeface="SutonnyMJ" pitchFamily="2" charset="0"/>
                <a:cs typeface="SutonnyMJ" pitchFamily="2" charset="0"/>
              </a:rPr>
            </a:b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ZvwiLt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-......../........../20..........Bs             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cwi`k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©‡bi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:-...............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n‡Z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/>
            </a:r>
            <a:b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</a:b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wK¬wb‡Ki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bvgt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............................................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w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mGBPwmwci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bvg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.........................................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............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457203"/>
          <a:ext cx="8229600" cy="5791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934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944663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AbjvBb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iwR‡óªkbt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iwR‡óªkb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wWGBPAvBGm-2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gva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¨‡g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wi‡cvU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Pjgvb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gqv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DËx‡Y©i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Jla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wb‡`©kbv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Jla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Li‡Pi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wnmvm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nvjbvMv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GGbwm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wcGbwmmn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gv‡qi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cwiPh©v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wbqwgZ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i³¯^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íZv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we.wc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R¡i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BZ¨vw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39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cwiKíbv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c×wZ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m¤ú‡K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idvi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39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cÖwZeÜx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dvB‡jwiqv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ZvwjKvmn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Ae¨vnZ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wmwR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wmGmwR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mfv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wbqwgZ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AbywôZ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wmwR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Kvh©vweeibx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nvjbvMv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jLv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¯^v¯’¨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Kj¨vY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wb‡`©kbv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vwqZ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¡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cvjb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K‡ib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03238" y="609598"/>
          <a:ext cx="8183564" cy="5297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6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430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wmwmi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e¨vsK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wnmve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e„w×i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¨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c`‡ÿc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8377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ewn‡Z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mycvifvBRvi‡`i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civgk©mg~n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wb‡`©kbv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ev¯Íevqb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8377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AMÖeZ©xi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cÖwZ‡e`bmn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nvjbvMv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¨ Z_¨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ev‡W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qv‡j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wWm‡cø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?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430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`¨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cywó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welqK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g‡Wj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Uwe‡j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cÖ`k©b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9445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wkï‡`i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cywót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-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eqm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D”PZv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gyqvK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(),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wRGgwc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BZ¨vw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gvcv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430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¨.................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06082">
                <a:tc gridSpan="4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cwi`k©bKvixi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¯^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vÿi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ZvwiL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bvgt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-</a:t>
                      </a: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BDwbqbt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-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      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Dc‡Rjvt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-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ctr"/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AvB.wc.wm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KvW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© (¯^v¯’¨ </a:t>
            </a:r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mnKvixi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MZ 1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gv‡mi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g‡a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bevMZ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gvÕ‡`i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2|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beRvZK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gvÕ‡`i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wmwm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¯^v¯’¨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Kg‡cø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‡·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emv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MÖn‡b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3| wU-wU-5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15-49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ermi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eq‡mi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mšÍvavibÿg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mKj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gwnjv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4|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Gd.wf.wm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/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MZgv‡m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cov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MÖn‡b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DØyÜKib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/c~b©v½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cvIqv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wnmve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msiÿb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5|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GjvKvq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¥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g„Z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Z_¨t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-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msL¨v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eqm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g„Z¨vi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KviY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g„Z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¥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BZ¨vw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6|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gwnjv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msiÿY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7|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GGdwc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wg‡Rjm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GB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Gd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8|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hÿv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Kzô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bZzb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Avkcv‡ki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20wU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evox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9|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cÖwZeÜx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dvB‡jwiqv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10|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cwievi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cwiKíbv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c×wZ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m¤ú‡K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DÜzÜKib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mev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Mªn‡b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idvi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11| ¯^v¯’¨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wkÿv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cÖ`vb-ey‡Ki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ya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gvÕ‡`i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cywó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evowZ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K…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wg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Wvqwiqv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  e¨vw³MZ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®‹vi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cwi”QbœZv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BZ¨vw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12|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¨-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GmwmwWt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- D”Pi³Pvc,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Wvqv‡ewUm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nvcvbx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K¨vÝvi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Z_¨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BZ¨vw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260080" cy="5943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1|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Kvh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©µ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mkbt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†_‡K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we‡Kj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3.00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3.00Uv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 ¯^v¯’¨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wkÿv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9.00Uv †_‡K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3.00Uv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evox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evox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wM‡q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Kv‡W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D‡jøwLZ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KvR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KwgDwbwU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wK¬wbKt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GKw`b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cici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9.00Uvq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wmwm‡Z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Z_vq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gv,wkï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¯^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v¯’¨,BwcAvB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 ¯^v¯’¨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wkÿv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Kvh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©µg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cwiPvjbv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cÖ‡qvRb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11.00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c‡I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gv‡V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Kv‡Ri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Ki‡eb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†m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ÿ‡Î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ev‡W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ZvwiL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cwi`k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©‡bi ¯’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2|	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Kg©m~Pxi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Aax‡b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wkïi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cÖwZ‡iva‡hvM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mg~nt</a:t>
            </a:r>
            <a:endParaRPr lang="en-US" sz="2000" dirty="0">
              <a:solidFill>
                <a:srgbClr val="00206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hÿv,wWc‡_wiqv,ûwcsKvwk,abyóvsKvi,‡ncvUvBwUm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we,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wn‡gvdvBjvm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Bbd¬z‡qÄv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–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we,wbD‡gv°vj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wbD‡gvwbqv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cwjIgvBjvBwUm,nvg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iæ‡ejv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3|	 0-11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15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eqmx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wkïi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cÖwZ‡ivaK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mg~nt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wewmwR,‡c›Uvf¨v‡j›U,wcwmwf,Iwcwf,AvBwcwf,GgAvi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nv‡gi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4|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bbKwgDwb‡Kej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mg~nt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Wvq‡ewUKm,ü`‡ivM,D”Pi³Pvc,k¦vmZ‡š¿I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AmyL,K¨vÝvi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5|	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cwievi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cwiKíbv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c×wZt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A¯’vqxt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ewo,KbWg,Bgcv›U,AvBBDwW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¯’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vqxt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cyiæl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eÜ¨vKib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GmGmwf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)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gwnjv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eÜ¨vKib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wUD‡eKUgx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) 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36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Lmov</a:t>
            </a:r>
            <a:r>
              <a:rPr lang="en-US" sz="3600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cÖ¯Ívebv</a:t>
            </a:r>
            <a:endParaRPr lang="en-US" sz="3600" u="sng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  <a:p>
            <a:pPr algn="ctr">
              <a:buNone/>
            </a:pP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mnKvixi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wbqwgZ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Kg©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36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endParaRPr lang="en-US" dirty="0">
              <a:latin typeface="SutonnyAMJ" pitchFamily="2" charset="0"/>
              <a:cs typeface="SutonnyA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81617"/>
              </p:ext>
            </p:extLst>
          </p:nvPr>
        </p:nvGraphicFramePr>
        <p:xfrm>
          <a:off x="457200" y="1905000"/>
          <a:ext cx="82296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767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67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718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AvBwcwm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evox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`k©b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9.00-3.00</a:t>
                      </a:r>
                    </a:p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11.00-3.00</a:t>
                      </a:r>
                    </a:p>
                    <a:p>
                      <a:pPr algn="ctr"/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9.00-11.00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ch©šÍ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ivi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ci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608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9.00-3.00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AvBwcwm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ivi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cª‡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qvR‡b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mKvj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11.00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©‡b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h‡Z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cv‡ib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_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v‡K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¯^v¯’¨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A_ev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Kj¨vb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‡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Kv_vq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hv‡eb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Zv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wmwmi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ev‡W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448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cwi`k©K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mnKvix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¯^v¯’¨ 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cwi`k©K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wbqwgZ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Kg© 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32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endParaRPr lang="en-US" dirty="0">
              <a:latin typeface="SutonnyAMJ" pitchFamily="2" charset="0"/>
              <a:cs typeface="SutonnyA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37343"/>
              </p:ext>
            </p:extLst>
          </p:nvPr>
        </p:nvGraphicFramePr>
        <p:xfrm>
          <a:off x="609600" y="1397000"/>
          <a:ext cx="8077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gvVKg©x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cÖ‡qvRbxq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mnvqZv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†`‡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AvBwcwm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evox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) ¯^v¯’¨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gvVKg©x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cÖ‡qvRbxq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mnvqZv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†`‡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gvVKg©x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we`¨vjq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hw`b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we`¨vj‡q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hv‡eb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we`¨vj‡q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wkÿv_©x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wkÿK‡`I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‡_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ÿz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 Wv³vi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Kvh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©µg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Av‡jvPbv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iwRóviI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msiÿb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18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evwK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wgwUsmn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84124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¯^v¯’¨ I ct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ct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Kg©KZ©vi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36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549332"/>
              </p:ext>
            </p:extLst>
          </p:nvPr>
        </p:nvGraphicFramePr>
        <p:xfrm>
          <a:off x="914400" y="1524000"/>
          <a:ext cx="7467600" cy="4358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5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874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0860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026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©‡bi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msL¨v</a:t>
                      </a:r>
                      <a:endParaRPr lang="en-US" sz="2000" dirty="0">
                        <a:solidFill>
                          <a:schemeClr val="bg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026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2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AvBwcwm‡Z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i`k©K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cwi`k©K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/¯^v¯’¨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026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06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2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Dc-¯^v¯’¨ †K›`ª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¯^v¯’¨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ievi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Kj¨vb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†K›`ª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8172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381000"/>
            <a:ext cx="8183880" cy="762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wmwfj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mvR©b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40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8572"/>
              </p:ext>
            </p:extLst>
          </p:nvPr>
        </p:nvGraphicFramePr>
        <p:xfrm>
          <a:off x="838200" y="1066800"/>
          <a:ext cx="7696200" cy="525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96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©‡bi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msL¨v</a:t>
                      </a:r>
                      <a:endParaRPr lang="en-US" sz="2000" dirty="0">
                        <a:solidFill>
                          <a:schemeClr val="bg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35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6440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AvBwcwm‡Z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BD GBP GÛ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Gd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wcI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/¯^v¯’¨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cwi`k©K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/¯^v¯’¨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96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Dc‡Rjv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Kg‡cø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·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96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6440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Dc-¯^v¯’¨ †K›`ª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I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Kj¨vb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†K›`ª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896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096759">
                <a:tc gridSpan="3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wet`ªt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gvm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k‡l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mKj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cwi`k©bKvix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Kg©KZ©v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Kg©PvixMb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mswkøó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KZ©…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c‡ÿi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wbKU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PKwjó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cÖwZ‡e`b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cÖib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255</TotalTime>
  <Words>1395</Words>
  <Application>Microsoft Office PowerPoint</Application>
  <PresentationFormat>On-screen Show (4:3)</PresentationFormat>
  <Paragraphs>299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Aspect</vt:lpstr>
      <vt:lpstr>Wvt †gvt Avnv` Avjx উপপরিচালক(পার-২) স্বাস্থ্য অধিদপ্তর মহাখালী,ঢাকা</vt:lpstr>
      <vt:lpstr>wUKv`vb †K›`ª cwi`k©b †PKwjó ZvwiLt-......../......../20........Bs              cwi`k©‡bi mgq:-..........Uv n‡Z.............Uv ch©šÍ wUKv`v‡bi †K‡›`ªi bvg/ eøKt............................ Kg©xi bvgt...............................................</vt:lpstr>
      <vt:lpstr>PowerPoint Presentation</vt:lpstr>
      <vt:lpstr>  </vt:lpstr>
      <vt:lpstr>PowerPoint Presentation</vt:lpstr>
      <vt:lpstr> </vt:lpstr>
      <vt:lpstr>PowerPoint Presentation</vt:lpstr>
      <vt:lpstr>PowerPoint Presentation</vt:lpstr>
      <vt:lpstr>AvB.wc.wm KvW© (¯^v¯’¨ mnKvixi Rb¨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wUKv`vb †K›`ª cwi`k©b †PKwjó ZvwiLt-......../........../20..........Bs              cwi`k©‡bi mgq:-...............Uv n‡Z..................Uv ch©šÍwUKv`v‡bi †K‡›`ªi bvg/ eøKt............................ Kg©xi bvgt............................................... </dc:title>
  <dc:creator>Md. Ruhul Amin Ento</dc:creator>
  <cp:lastModifiedBy>Emdad</cp:lastModifiedBy>
  <cp:revision>50</cp:revision>
  <dcterms:created xsi:type="dcterms:W3CDTF">2017-01-18T10:02:42Z</dcterms:created>
  <dcterms:modified xsi:type="dcterms:W3CDTF">2019-03-10T06:25:12Z</dcterms:modified>
</cp:coreProperties>
</file>