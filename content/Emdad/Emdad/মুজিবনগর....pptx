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73" r:id="rId2"/>
    <p:sldId id="265" r:id="rId3"/>
    <p:sldId id="266" r:id="rId4"/>
    <p:sldId id="267" r:id="rId5"/>
    <p:sldId id="268" r:id="rId6"/>
    <p:sldId id="271" r:id="rId7"/>
    <p:sldId id="269" r:id="rId8"/>
    <p:sldId id="270" r:id="rId9"/>
    <p:sldId id="275" r:id="rId10"/>
    <p:sldId id="27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587" autoAdjust="0"/>
    <p:restoredTop sz="86353" autoAdjust="0"/>
  </p:normalViewPr>
  <p:slideViewPr>
    <p:cSldViewPr>
      <p:cViewPr>
        <p:scale>
          <a:sx n="75" d="100"/>
          <a:sy n="75" d="100"/>
        </p:scale>
        <p:origin x="-1872" y="-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16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CC9D1-3076-4DB5-BA60-E7BBBDBB100F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FE5BD-CA93-4186-9514-FEAE1233C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47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4/13/2022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Mujibnagar picture\Mujibnagar Hospital Pic\20160415_09114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400"/>
            <a:ext cx="4191000" cy="5072062"/>
          </a:xfrm>
          <a:prstGeom prst="rect">
            <a:avLst/>
          </a:prstGeom>
          <a:noFill/>
        </p:spPr>
      </p:pic>
      <p:pic>
        <p:nvPicPr>
          <p:cNvPr id="5" name="Picture 2" descr="C:\Users\User\Desktop\ডাঃ শাহাবউদ্দিন\FB_IMG_154736837825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295400"/>
            <a:ext cx="4267200" cy="502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2"/>
            <a:ext cx="7772400" cy="6857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হাসপাতালের</a:t>
            </a:r>
            <a:r>
              <a:rPr lang="en-US" dirty="0" smtClean="0"/>
              <a:t> </a:t>
            </a:r>
            <a:r>
              <a:rPr lang="en-US" dirty="0" err="1" smtClean="0"/>
              <a:t>ভিতর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7848600" cy="4267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2" descr="C:\Users\user\Desktop\IMG_20160316_09485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95400"/>
            <a:ext cx="3864429" cy="4724400"/>
          </a:xfrm>
          <a:prstGeom prst="rect">
            <a:avLst/>
          </a:prstGeom>
          <a:noFill/>
        </p:spPr>
      </p:pic>
      <p:pic>
        <p:nvPicPr>
          <p:cNvPr id="1027" name="Picture 3" descr="C:\Users\user\Desktop\IMG_20160316_09364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295400"/>
            <a:ext cx="3657600" cy="4724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7772400" cy="1470025"/>
          </a:xfrm>
          <a:ln>
            <a:noFill/>
          </a:ln>
        </p:spPr>
        <p:txBody>
          <a:bodyPr/>
          <a:lstStyle/>
          <a:p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হাসপাতালের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বাইরের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ছবি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981200"/>
            <a:ext cx="7162800" cy="4648200"/>
          </a:xfrm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I:\Mujibnagar\New folder\IMG_20160316_11022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819400"/>
            <a:ext cx="711200" cy="1981200"/>
          </a:xfrm>
          <a:prstGeom prst="rect">
            <a:avLst/>
          </a:prstGeom>
          <a:noFill/>
        </p:spPr>
      </p:pic>
      <p:pic>
        <p:nvPicPr>
          <p:cNvPr id="1027" name="Picture 3" descr="I:\Mujibnagar\New folder\IMG_20160316_11015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981200"/>
            <a:ext cx="3962400" cy="457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pic>
        <p:nvPicPr>
          <p:cNvPr id="1028" name="Picture 4" descr="I:\Mujibnagar\New folder\IMG_20160316_11022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1981200"/>
            <a:ext cx="4419599" cy="45720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1"/>
            <a:ext cx="7772400" cy="990600"/>
          </a:xfrm>
        </p:spPr>
        <p:txBody>
          <a:bodyPr/>
          <a:lstStyle/>
          <a:p>
            <a:pPr algn="ctr"/>
            <a:r>
              <a:rPr lang="en-US" dirty="0" err="1" smtClean="0"/>
              <a:t>পরিষ্কার</a:t>
            </a:r>
            <a:r>
              <a:rPr lang="en-US" dirty="0" smtClean="0"/>
              <a:t> </a:t>
            </a:r>
            <a:r>
              <a:rPr lang="en-US" dirty="0" err="1" smtClean="0"/>
              <a:t>করা</a:t>
            </a:r>
            <a:r>
              <a:rPr lang="en-US" dirty="0" smtClean="0"/>
              <a:t> </a:t>
            </a:r>
            <a:r>
              <a:rPr lang="en-US" dirty="0" err="1" smtClean="0"/>
              <a:t>হচ্ছে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752600"/>
            <a:ext cx="8229600" cy="4876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 descr="I:\Mujibnagar\New folder\20160405_11163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28800"/>
            <a:ext cx="3810000" cy="4800600"/>
          </a:xfrm>
          <a:prstGeom prst="rect">
            <a:avLst/>
          </a:prstGeom>
          <a:noFill/>
        </p:spPr>
      </p:pic>
      <p:pic>
        <p:nvPicPr>
          <p:cNvPr id="2051" name="Picture 3" descr="I:\Mujibnagar\20160405_10392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1" y="1752600"/>
            <a:ext cx="4114799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77724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হাসপাতাল</a:t>
            </a:r>
            <a:r>
              <a:rPr lang="en-US" dirty="0" smtClean="0"/>
              <a:t> </a:t>
            </a:r>
            <a:r>
              <a:rPr lang="en-US" dirty="0" err="1" smtClean="0"/>
              <a:t>চত্ত্বর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295400"/>
            <a:ext cx="8001000" cy="4876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5" name="Picture 3" descr="I:\Mujibnagar\New folder\20160404_1751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295400"/>
            <a:ext cx="4495800" cy="5257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2" descr="F:\Mujibnagar picture\Mujibnagar Hospital Pic\20160404_17502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219200"/>
            <a:ext cx="3733800" cy="5410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ctr"/>
            <a:r>
              <a:rPr lang="en-US" dirty="0" err="1" smtClean="0"/>
              <a:t>কনফারেন্স</a:t>
            </a:r>
            <a:r>
              <a:rPr lang="en-US" dirty="0" smtClean="0"/>
              <a:t> </a:t>
            </a:r>
            <a:r>
              <a:rPr lang="en-US" smtClean="0"/>
              <a:t>রুম</a:t>
            </a:r>
            <a:endParaRPr lang="en-US" dirty="0"/>
          </a:p>
        </p:txBody>
      </p:sp>
      <p:pic>
        <p:nvPicPr>
          <p:cNvPr id="6146" name="Picture 2" descr="I:\Mujibnagar\New folder\20160624_18350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b="32497"/>
          <a:stretch>
            <a:fillRect/>
          </a:stretch>
        </p:blipFill>
        <p:spPr bwMode="auto">
          <a:xfrm>
            <a:off x="152400" y="1447800"/>
            <a:ext cx="4480278" cy="5181600"/>
          </a:xfrm>
          <a:prstGeom prst="rect">
            <a:avLst/>
          </a:prstGeom>
          <a:noFill/>
        </p:spPr>
      </p:pic>
      <p:pic>
        <p:nvPicPr>
          <p:cNvPr id="2051" name="Picture 3" descr="F:\Mujibnagar picture\Mujibnagar Hospital Pic\20160619_08460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1371600"/>
            <a:ext cx="4267200" cy="5238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91440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আল্ট্রাসনো</a:t>
            </a:r>
            <a:r>
              <a:rPr lang="en-US" dirty="0" smtClean="0"/>
              <a:t> ও </a:t>
            </a:r>
            <a:r>
              <a:rPr lang="en-US" dirty="0" err="1" smtClean="0"/>
              <a:t>টেলিমেডিসিন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95400"/>
            <a:ext cx="8382000" cy="5029200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4098" name="Picture 2" descr="I:\Mujibnagar\New folder\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400"/>
            <a:ext cx="4572000" cy="50952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 descr="C:\Users\User\Downloads\13308207_619893294825025_4862883499342364212_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1371600"/>
            <a:ext cx="3581400" cy="495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52401"/>
            <a:ext cx="77724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err="1" smtClean="0"/>
              <a:t>উদ্ধোধন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990600"/>
            <a:ext cx="8229600" cy="5257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122" name="Picture 2" descr="I:\Mujibnagar\New folder\20160621_1152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990600"/>
            <a:ext cx="4419600" cy="5486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123" name="Picture 3" descr="I:\Mujibnagar\New folder\P_20160625_10404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990600"/>
            <a:ext cx="3962400" cy="5486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rgbClr val="7030A0"/>
                </a:solidFill>
              </a:rPr>
              <a:t>বৃক্ষরোপন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2051" name="Picture 3" descr="C:\Users\User\Desktop\ডাঃ শাহাবউদ্দিন\FB_IMG_154736852367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0"/>
            <a:ext cx="8763000" cy="5505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8965" y="0"/>
            <a:ext cx="91529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57200" y="1524000"/>
            <a:ext cx="7620000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n-BD" sz="19900" b="1" dirty="0" smtClean="0">
                <a:ln w="11430"/>
                <a:solidFill>
                  <a:srgbClr val="0DF723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ab¨ev`</a:t>
            </a:r>
            <a:endParaRPr lang="en-US" sz="19900" b="1" cap="none" spc="0" dirty="0">
              <a:ln w="11430"/>
              <a:solidFill>
                <a:srgbClr val="0DF723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29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67</TotalTime>
  <Words>19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Concourse</vt:lpstr>
      <vt:lpstr>PowerPoint Presentation</vt:lpstr>
      <vt:lpstr>হাসপাতালের ভিতর</vt:lpstr>
      <vt:lpstr>হাসপাতালের বাইরের ছবি</vt:lpstr>
      <vt:lpstr>পরিষ্কার করা হচ্ছে</vt:lpstr>
      <vt:lpstr>হাসপাতাল চত্ত্বর</vt:lpstr>
      <vt:lpstr>কনফারেন্স রুম</vt:lpstr>
      <vt:lpstr>আল্ট্রাসনো ও টেলিমেডিসিন</vt:lpstr>
      <vt:lpstr> উদ্ধোধন</vt:lpstr>
      <vt:lpstr>বৃক্ষরোপন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c~‡e©i evm feb PË¡i        eZ©gvb evm feb PË¡i</dc:title>
  <dc:creator>user</dc:creator>
  <cp:lastModifiedBy>Emdad</cp:lastModifiedBy>
  <cp:revision>27</cp:revision>
  <dcterms:created xsi:type="dcterms:W3CDTF">2006-08-16T00:00:00Z</dcterms:created>
  <dcterms:modified xsi:type="dcterms:W3CDTF">2022-04-13T06:07:32Z</dcterms:modified>
</cp:coreProperties>
</file>