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529" r:id="rId3"/>
    <p:sldId id="531" r:id="rId4"/>
    <p:sldId id="530" r:id="rId5"/>
    <p:sldId id="50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EE73A-1CE6-42D4-8B39-CA9114C8CC5E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C05CA-162B-417C-A3C9-195CE85C3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3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5/18/2022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367" y="836712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How to change the behavior.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Dr. Md. </a:t>
            </a:r>
            <a:r>
              <a:rPr lang="en-US" dirty="0" err="1"/>
              <a:t>Emdadul</a:t>
            </a:r>
            <a:r>
              <a:rPr lang="en-US" dirty="0"/>
              <a:t> Haque</a:t>
            </a:r>
          </a:p>
          <a:p>
            <a:pPr algn="ctr"/>
            <a:r>
              <a:rPr lang="en-US" dirty="0"/>
              <a:t>National Consultant( HEU)</a:t>
            </a:r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686800" cy="1296144"/>
          </a:xfrm>
        </p:spPr>
        <p:txBody>
          <a:bodyPr>
            <a:normAutofit/>
          </a:bodyPr>
          <a:lstStyle/>
          <a:p>
            <a:pPr marL="0" indent="0" algn="l"/>
            <a:r>
              <a:rPr lang="en-US" sz="4000" dirty="0"/>
              <a:t>The basic concept of changing behavior</a:t>
            </a:r>
            <a:r>
              <a:rPr lang="en-US" sz="31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2112"/>
            <a:ext cx="8686800" cy="4805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 is naturally either  proactive, active, inactive or reactive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Motivation depends  on KAP system</a:t>
            </a:r>
          </a:p>
          <a:p>
            <a:endParaRPr lang="en-US" dirty="0"/>
          </a:p>
          <a:p>
            <a:r>
              <a:rPr lang="en-US" dirty="0"/>
              <a:t>Education = KAP.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 means knowledge, A means attitude, P means practice.</a:t>
            </a:r>
          </a:p>
          <a:p>
            <a:endParaRPr lang="en-US" dirty="0"/>
          </a:p>
          <a:p>
            <a:r>
              <a:rPr lang="en-US" dirty="0"/>
              <a:t>Believe from knowledge can change the  attitude ,which  can change the practice.</a:t>
            </a:r>
          </a:p>
          <a:p>
            <a:r>
              <a:rPr lang="en-US" dirty="0"/>
              <a:t>In our country , Education=</a:t>
            </a:r>
            <a:r>
              <a:rPr lang="en-US" sz="4800" dirty="0"/>
              <a:t>K</a:t>
            </a:r>
            <a:r>
              <a:rPr lang="en-US" sz="3600" dirty="0"/>
              <a:t>A</a:t>
            </a:r>
            <a:r>
              <a:rPr lang="en-US" sz="2400" dirty="0"/>
              <a:t>P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5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686800" cy="1296144"/>
          </a:xfrm>
        </p:spPr>
        <p:txBody>
          <a:bodyPr>
            <a:normAutofit/>
          </a:bodyPr>
          <a:lstStyle/>
          <a:p>
            <a:pPr marL="0" indent="0" algn="l"/>
            <a:r>
              <a:rPr lang="en-US" sz="4000" dirty="0"/>
              <a:t>The basic concept of changing behavior</a:t>
            </a:r>
            <a:r>
              <a:rPr lang="en-US" sz="31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2112"/>
            <a:ext cx="8686800" cy="4805888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dirty="0"/>
              <a:t>Brain contain 3 functional part:</a:t>
            </a:r>
          </a:p>
          <a:p>
            <a:pPr marL="514350" indent="-514350">
              <a:buAutoNum type="arabicPeriod"/>
            </a:pPr>
            <a:r>
              <a:rPr lang="en-US" dirty="0"/>
              <a:t>Perceptive  domain : Received massage from eye, ear , nose, skin tongue.</a:t>
            </a:r>
          </a:p>
          <a:p>
            <a:pPr marL="514350" indent="-514350">
              <a:buAutoNum type="arabicPeriod"/>
            </a:pPr>
            <a:r>
              <a:rPr lang="en-US" dirty="0"/>
              <a:t>Cognitive domain : Analysis the massage according to its prior  information’s and made a attitude.</a:t>
            </a:r>
          </a:p>
          <a:p>
            <a:pPr marL="514350" indent="-514350">
              <a:buAutoNum type="arabicPeriod"/>
            </a:pPr>
            <a:r>
              <a:rPr lang="en-US" dirty="0"/>
              <a:t>Psycho motor domain:  Take necessary action according</a:t>
            </a:r>
          </a:p>
          <a:p>
            <a:pPr marL="0" indent="0">
              <a:buNone/>
            </a:pPr>
            <a:r>
              <a:rPr lang="en-US" dirty="0"/>
              <a:t>   to the attitude.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93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686800" cy="1296144"/>
          </a:xfrm>
        </p:spPr>
        <p:txBody>
          <a:bodyPr>
            <a:normAutofit/>
          </a:bodyPr>
          <a:lstStyle/>
          <a:p>
            <a:pPr marL="0" indent="0" algn="l"/>
            <a:r>
              <a:rPr lang="en-US" sz="4000" dirty="0"/>
              <a:t>The causes of changing behavior</a:t>
            </a:r>
            <a:r>
              <a:rPr lang="en-US" sz="31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2112"/>
            <a:ext cx="8686800" cy="4805888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dirty="0"/>
              <a:t>Why I shall do the work effectively?</a:t>
            </a:r>
          </a:p>
          <a:p>
            <a:r>
              <a:rPr lang="en-US" dirty="0"/>
              <a:t>To satisfy the almighty Allah.</a:t>
            </a:r>
          </a:p>
          <a:p>
            <a:r>
              <a:rPr lang="en-US" dirty="0"/>
              <a:t>1.It is my official duty</a:t>
            </a:r>
          </a:p>
          <a:p>
            <a:r>
              <a:rPr lang="en-US" dirty="0"/>
              <a:t>2. For my beloved country.</a:t>
            </a:r>
          </a:p>
          <a:p>
            <a:r>
              <a:rPr lang="en-US" dirty="0"/>
              <a:t>3.Social duties, farmer suppling food, fisherman sapling fish,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8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8852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05826" y="1556792"/>
            <a:ext cx="6932347" cy="4389437"/>
          </a:xfrm>
        </p:spPr>
      </p:pic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484</TotalTime>
  <Words>183</Words>
  <Application>Microsoft Office PowerPoint</Application>
  <PresentationFormat>On-screen Show (4:3)</PresentationFormat>
  <Paragraphs>37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Constantia</vt:lpstr>
      <vt:lpstr>Wingdings 2</vt:lpstr>
      <vt:lpstr>Flow</vt:lpstr>
      <vt:lpstr>How to change the behavior. </vt:lpstr>
      <vt:lpstr>The basic concept of changing behavior.</vt:lpstr>
      <vt:lpstr>The basic concept of changing behavior.</vt:lpstr>
      <vt:lpstr>The causes of changing behavior.</vt:lpstr>
      <vt:lpstr>                                       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Dell</cp:lastModifiedBy>
  <cp:revision>84</cp:revision>
  <dcterms:created xsi:type="dcterms:W3CDTF">2016-09-12T00:18:27Z</dcterms:created>
  <dcterms:modified xsi:type="dcterms:W3CDTF">2022-05-18T09:28:35Z</dcterms:modified>
</cp:coreProperties>
</file>