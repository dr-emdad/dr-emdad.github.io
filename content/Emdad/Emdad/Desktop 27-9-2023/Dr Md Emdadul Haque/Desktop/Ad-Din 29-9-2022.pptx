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1" r:id="rId3"/>
    <p:sldId id="272" r:id="rId4"/>
    <p:sldId id="275" r:id="rId5"/>
    <p:sldId id="264" r:id="rId6"/>
    <p:sldId id="258" r:id="rId7"/>
    <p:sldId id="257" r:id="rId8"/>
    <p:sldId id="259" r:id="rId9"/>
    <p:sldId id="261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9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1750-9005-408D-B7F9-35B957AFA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F0C0-76F7-4DD6-A6BC-AF37A1CE7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FAC38-68F7-423D-8C75-E1BC63082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4668F-892A-4067-BC81-D776256D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08566-6CC7-4E82-85D6-BCAE40C02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93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885B-B692-447E-9D0D-90A6BBF64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BE924-FE0E-4C13-92DC-A337D4F90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92AFC-5878-4F53-9656-8E4043AF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D0163-6FE5-4FBC-8C4B-76D2EF1B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53211-9B32-4BC1-AE88-8D078884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2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0B93-716F-416E-B9D8-CD8297CE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83348-A1E0-45A8-A8C0-B5BF3F973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94EC9-E430-418F-B615-E1BA5A65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57E4E-EC1C-459A-B951-F099A8375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AF5FA-F7B6-499E-AFE0-1FEBED8C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4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070A-4439-47E5-B445-0853B525E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01D83-9FDE-4A83-B8C4-F00061FCF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90578-4D0D-48C6-AF21-B3D17C27C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92DDC-D809-4DAB-98D5-C29A6ABC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62FAA-DF80-4F5F-800A-77E96F4A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57C64-5699-4EE3-8C62-3F0754A7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6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9CCC4-32E6-4803-99D8-6EEDFE832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BE57E3-7E0B-47FF-85DA-7282383A1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1A626-9F3C-4A84-9BB9-1FA537FC4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CAA47A-3127-4870-A9BD-4DFF40AD5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DF445-1AAD-4ECE-8F99-A93FCC032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68E71D-0DD3-41BA-A909-3EBA1B25E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695B3-833E-4506-A068-52C06E0C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47BC5-7ED4-4541-854A-52257B378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6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F165-AB1F-4771-AA0E-B6F397184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E3C5C-8637-4030-B812-6F30DA4A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351AB-8A80-4DC9-B0D5-C9EC0AC7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68C2C-CFB6-4F33-AA5A-303A3A89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9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6FADC2-96D1-481F-8589-EBDA8045F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4DFA1-F168-484C-BE70-01D23E58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8FB66-2860-41FF-AA6D-6C28EBE5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631DF-D336-4535-B816-238F94953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A40B7-A43E-431A-8A50-22CEE640E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C790D-8B49-43A3-ADB2-65862471D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EC337-08BE-47AD-A07C-6009E6CB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E9A9B-7019-411A-8C9B-C8178F12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FD70-5728-41FA-A1EE-57F041D83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1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2D7B-1E8C-4725-9989-0B808AD53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4E593-EDED-48A0-A1F5-0D69F92F5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B40DB-A26B-4C6A-A582-3055AB438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A3524-5639-466F-985E-FBB7DB265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B1BE2-F532-4AB7-8CF8-BF33A3A6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0EF04-206C-4933-AF08-AD514BED3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9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AB37-5B39-4E73-8287-6ADFA78C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1995-F0A0-4038-8470-1635F2C97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A04E4-E83A-4527-9FA2-C33CF219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6FB4A-3D1A-447B-897D-7782E3F6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3DA78-5227-4E3C-BDCE-CDFF9134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6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1987C-2DF7-4F79-8251-CB4AA6AAF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B61BF-D610-451B-86EB-46582BF56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6E905-D08E-4B69-ABC5-99D32291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C74A4-0B0E-4D6F-8577-095065A23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2BE4-3024-4F74-9B69-2B449001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5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B7183-6D27-49D3-90F2-C7543E78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4AF6A-B047-49C0-A7A3-6FB047908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129BC-A5CB-4D59-8157-45D6E2A9A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DD572-3C54-4D94-8F39-D1BB94FE1C61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ACEE1-BD9F-4054-AF06-9E52F6ABD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9CC6C-461E-4591-80D4-6B342CFF6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F96D6-A323-4366-8548-3D3A28D27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15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CA1F-D6A4-4CC2-928D-51ED02892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Diagnostic Service of </a:t>
            </a:r>
            <a:br>
              <a:rPr lang="en-US" dirty="0"/>
            </a:br>
            <a:r>
              <a:rPr lang="en-US" dirty="0"/>
              <a:t>Ad-Din Hospital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B075C-7D7F-4ABD-99E4-B46D40665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6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0B6E5-5054-4E2B-990D-2296AC950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6246"/>
          </a:xfrm>
        </p:spPr>
        <p:txBody>
          <a:bodyPr/>
          <a:lstStyle/>
          <a:p>
            <a:r>
              <a:rPr lang="en-US" dirty="0"/>
              <a:t>Diagnostic Service of Ad-Din Hospital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46C9F8-5CA1-40C8-8835-5FC70D71F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242343"/>
            <a:ext cx="4747684" cy="3560763"/>
          </a:xfrm>
        </p:spPr>
      </p:pic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93E5B5C0-004E-4A90-B3A3-5197417F8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808" y="2242343"/>
            <a:ext cx="4747684" cy="356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0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0CA958-AED8-4C87-AAE5-FE7BD6B91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058" y="1398134"/>
            <a:ext cx="3263503" cy="4061732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DEE668C-9017-4892-A039-B1ACAEC69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819" y="1492477"/>
            <a:ext cx="3263503" cy="404948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ECC9EB0-E365-48DE-B99A-ADB49C026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185" y="249010"/>
            <a:ext cx="8639629" cy="1067027"/>
          </a:xfrm>
        </p:spPr>
        <p:txBody>
          <a:bodyPr/>
          <a:lstStyle/>
          <a:p>
            <a:r>
              <a:rPr lang="en-US" dirty="0"/>
              <a:t>Diagnostic Service of Ad-Din Hospital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1C60DCF-974D-40AA-A83B-E05F5FCF2540}"/>
              </a:ext>
            </a:extLst>
          </p:cNvPr>
          <p:cNvSpPr txBox="1">
            <a:spLocks/>
          </p:cNvSpPr>
          <p:nvPr/>
        </p:nvSpPr>
        <p:spPr>
          <a:xfrm>
            <a:off x="3346804" y="5834742"/>
            <a:ext cx="1341310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X-Ray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1B79A1C-81F8-4EB1-9642-3192CEB7BA8F}"/>
              </a:ext>
            </a:extLst>
          </p:cNvPr>
          <p:cNvSpPr txBox="1">
            <a:spLocks/>
          </p:cNvSpPr>
          <p:nvPr/>
        </p:nvSpPr>
        <p:spPr>
          <a:xfrm>
            <a:off x="6522601" y="5834742"/>
            <a:ext cx="3263502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4D Ultrasonography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525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6A8AEA-F76E-4525-B7E2-22BFBC0070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342" y="1901371"/>
            <a:ext cx="6203047" cy="409620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888C576-9A5E-48EB-B75E-80E5E42B4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6246"/>
          </a:xfrm>
        </p:spPr>
        <p:txBody>
          <a:bodyPr/>
          <a:lstStyle/>
          <a:p>
            <a:r>
              <a:rPr lang="en-US" dirty="0"/>
              <a:t>Diagnostic Service of Ad-Din Hospital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9E0524-926E-45F7-9AD1-911B7D11332B}"/>
              </a:ext>
            </a:extLst>
          </p:cNvPr>
          <p:cNvSpPr txBox="1">
            <a:spLocks/>
          </p:cNvSpPr>
          <p:nvPr/>
        </p:nvSpPr>
        <p:spPr>
          <a:xfrm>
            <a:off x="4660581" y="5736318"/>
            <a:ext cx="2618567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ECG Machine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8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0B6E5-5054-4E2B-990D-2296AC950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Blood bank of Ad-Din </a:t>
            </a:r>
            <a:r>
              <a:rPr lang="en-US" sz="3600" dirty="0" err="1"/>
              <a:t>Sokina</a:t>
            </a:r>
            <a:r>
              <a:rPr lang="en-US" sz="3600" dirty="0"/>
              <a:t> Medical College Hospital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14794E-8D6E-48E2-9E69-553CD6CDA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2436653"/>
            <a:ext cx="7070020" cy="3181509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665554A-9CC3-4B0C-BC72-9E4A66078634}"/>
              </a:ext>
            </a:extLst>
          </p:cNvPr>
          <p:cNvSpPr txBox="1">
            <a:spLocks/>
          </p:cNvSpPr>
          <p:nvPr/>
        </p:nvSpPr>
        <p:spPr>
          <a:xfrm>
            <a:off x="4024716" y="5841613"/>
            <a:ext cx="4142567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Blood Bank Refrigerator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1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522B9C-870F-4B29-A198-BEBF2618F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92789"/>
            <a:ext cx="5017168" cy="4077630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6CE5ECB-BEA8-41A9-8CB0-910059EFD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040" y="1492789"/>
            <a:ext cx="4022132" cy="421448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90A18B9-B090-4DDF-9E15-826058F33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5602"/>
          </a:xfrm>
        </p:spPr>
        <p:txBody>
          <a:bodyPr/>
          <a:lstStyle/>
          <a:p>
            <a:pPr algn="ctr"/>
            <a:r>
              <a:rPr lang="en-US" dirty="0"/>
              <a:t>Diagnostic Service of Ad-Din Hospital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B09C83-68FC-4D8E-8FA9-6795389DDA64}"/>
              </a:ext>
            </a:extLst>
          </p:cNvPr>
          <p:cNvSpPr txBox="1">
            <a:spLocks/>
          </p:cNvSpPr>
          <p:nvPr/>
        </p:nvSpPr>
        <p:spPr>
          <a:xfrm>
            <a:off x="1232040" y="6012074"/>
            <a:ext cx="4022132" cy="480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Biochemistry Analyzer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F4DA7BC-6511-4B1C-8A33-E15C8D93C4F1}"/>
              </a:ext>
            </a:extLst>
          </p:cNvPr>
          <p:cNvSpPr txBox="1">
            <a:spLocks/>
          </p:cNvSpPr>
          <p:nvPr/>
        </p:nvSpPr>
        <p:spPr>
          <a:xfrm>
            <a:off x="6676570" y="5886434"/>
            <a:ext cx="3280229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Hormone Analyzer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66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8A99F7-BEB7-40BB-84D9-4DACC3FE1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949" y="1440544"/>
            <a:ext cx="1958102" cy="435133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BB1EC8C-1735-419A-BB7C-8780E668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843" y="254453"/>
            <a:ext cx="8567057" cy="1536246"/>
          </a:xfrm>
        </p:spPr>
        <p:txBody>
          <a:bodyPr/>
          <a:lstStyle/>
          <a:p>
            <a:r>
              <a:rPr lang="en-US" dirty="0"/>
              <a:t>Diagnostic Service of Ad-Din Hospital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C9EE33-CC53-40B4-8241-94D5E86284FD}"/>
              </a:ext>
            </a:extLst>
          </p:cNvPr>
          <p:cNvSpPr txBox="1">
            <a:spLocks/>
          </p:cNvSpPr>
          <p:nvPr/>
        </p:nvSpPr>
        <p:spPr>
          <a:xfrm>
            <a:off x="4957887" y="6081033"/>
            <a:ext cx="2516967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ABG Analyzer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833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4C3D28-F609-4ACE-81E9-E054C3A99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787" y="1976880"/>
            <a:ext cx="3508955" cy="4199084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BE56A94-EA77-46FD-BCB1-62F6608C7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457" y="2129133"/>
            <a:ext cx="5258867" cy="404683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05A6F9C-3167-4C77-B445-EF4D7DB6D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011"/>
            <a:ext cx="10515600" cy="868589"/>
          </a:xfrm>
        </p:spPr>
        <p:txBody>
          <a:bodyPr/>
          <a:lstStyle/>
          <a:p>
            <a:pPr algn="ctr"/>
            <a:r>
              <a:rPr lang="en-US" dirty="0"/>
              <a:t>Diagnostic Service of Ad-Din Hospital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78EDE9-688B-4695-B198-D166ACB5F6E3}"/>
              </a:ext>
            </a:extLst>
          </p:cNvPr>
          <p:cNvSpPr txBox="1">
            <a:spLocks/>
          </p:cNvSpPr>
          <p:nvPr/>
        </p:nvSpPr>
        <p:spPr>
          <a:xfrm>
            <a:off x="2313780" y="6251473"/>
            <a:ext cx="2516967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 err="1"/>
              <a:t>Microtomleica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D97DFB1-C1AC-4C86-98B3-9E1D7D992036}"/>
              </a:ext>
            </a:extLst>
          </p:cNvPr>
          <p:cNvSpPr txBox="1">
            <a:spLocks/>
          </p:cNvSpPr>
          <p:nvPr/>
        </p:nvSpPr>
        <p:spPr>
          <a:xfrm>
            <a:off x="7184572" y="6231618"/>
            <a:ext cx="3773714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Blood Culture Machine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389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862DA6-8A62-40C9-9CFF-431A8DF86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108" y="1487372"/>
            <a:ext cx="2192666" cy="4351338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709C25E-590B-4507-B7E0-BD819A026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096" y="1487372"/>
            <a:ext cx="2359241" cy="435133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6477231-B1C9-4028-93A2-529F8AB58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961"/>
          </a:xfrm>
        </p:spPr>
        <p:txBody>
          <a:bodyPr/>
          <a:lstStyle/>
          <a:p>
            <a:pPr algn="ctr"/>
            <a:r>
              <a:rPr lang="en-US" dirty="0"/>
              <a:t>Diagnostic Service of Ad-Din Hospital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CDF9FFE-771B-4C63-82BD-DB2174404C99}"/>
              </a:ext>
            </a:extLst>
          </p:cNvPr>
          <p:cNvSpPr txBox="1">
            <a:spLocks/>
          </p:cNvSpPr>
          <p:nvPr/>
        </p:nvSpPr>
        <p:spPr>
          <a:xfrm>
            <a:off x="2565232" y="6110513"/>
            <a:ext cx="2516967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Cell Counter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A71756-DEDD-4762-BC26-BD569BC594B8}"/>
              </a:ext>
            </a:extLst>
          </p:cNvPr>
          <p:cNvSpPr txBox="1">
            <a:spLocks/>
          </p:cNvSpPr>
          <p:nvPr/>
        </p:nvSpPr>
        <p:spPr>
          <a:xfrm>
            <a:off x="6631108" y="6099966"/>
            <a:ext cx="2516967" cy="522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/>
              <a:t>Incubator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068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CE096F-4192-4867-B3C1-A2BCF6A54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3772" y="396920"/>
            <a:ext cx="5912193" cy="475607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3AE024E-8AD1-46C8-864C-A8BC3F1DD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7082" y="4777468"/>
            <a:ext cx="2485572" cy="153624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30892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69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Diagnostic Service of  Ad-Din Hospital</vt:lpstr>
      <vt:lpstr>Diagnostic Service of Ad-Din Hospital</vt:lpstr>
      <vt:lpstr>Diagnostic Service of Ad-Din Hospital</vt:lpstr>
      <vt:lpstr>Diagnostic Service of Ad-Din Hospital</vt:lpstr>
      <vt:lpstr>Blood bank of Ad-Din Sokina Medical College Hospital</vt:lpstr>
      <vt:lpstr>Diagnostic Service of Ad-Din Hospital</vt:lpstr>
      <vt:lpstr>Diagnostic Service of Ad-Din Hospital</vt:lpstr>
      <vt:lpstr>Diagnostic Service of Ad-Din Hospital</vt:lpstr>
      <vt:lpstr>Diagnostic Service of Ad-Din Hospital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25</cp:revision>
  <dcterms:created xsi:type="dcterms:W3CDTF">2022-09-29T17:15:59Z</dcterms:created>
  <dcterms:modified xsi:type="dcterms:W3CDTF">2022-09-29T18:05:51Z</dcterms:modified>
</cp:coreProperties>
</file>