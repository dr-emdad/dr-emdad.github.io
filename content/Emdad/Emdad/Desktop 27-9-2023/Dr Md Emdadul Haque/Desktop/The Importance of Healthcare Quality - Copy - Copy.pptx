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5" r:id="rId2"/>
  </p:sldMasterIdLst>
  <p:notesMasterIdLst>
    <p:notesMasterId r:id="rId44"/>
  </p:notesMasterIdLst>
  <p:sldIdLst>
    <p:sldId id="275" r:id="rId3"/>
    <p:sldId id="257" r:id="rId4"/>
    <p:sldId id="261" r:id="rId5"/>
    <p:sldId id="260" r:id="rId6"/>
    <p:sldId id="259" r:id="rId7"/>
    <p:sldId id="339" r:id="rId8"/>
    <p:sldId id="338" r:id="rId9"/>
    <p:sldId id="335" r:id="rId10"/>
    <p:sldId id="336" r:id="rId11"/>
    <p:sldId id="358" r:id="rId12"/>
    <p:sldId id="485" r:id="rId13"/>
    <p:sldId id="486" r:id="rId14"/>
    <p:sldId id="498" r:id="rId15"/>
    <p:sldId id="499" r:id="rId16"/>
    <p:sldId id="500" r:id="rId17"/>
    <p:sldId id="502" r:id="rId18"/>
    <p:sldId id="487" r:id="rId19"/>
    <p:sldId id="503" r:id="rId20"/>
    <p:sldId id="488" r:id="rId21"/>
    <p:sldId id="504" r:id="rId22"/>
    <p:sldId id="489" r:id="rId23"/>
    <p:sldId id="505" r:id="rId24"/>
    <p:sldId id="506" r:id="rId25"/>
    <p:sldId id="341" r:id="rId26"/>
    <p:sldId id="521" r:id="rId27"/>
    <p:sldId id="522" r:id="rId28"/>
    <p:sldId id="523" r:id="rId29"/>
    <p:sldId id="378" r:id="rId30"/>
    <p:sldId id="408" r:id="rId31"/>
    <p:sldId id="427" r:id="rId32"/>
    <p:sldId id="524" r:id="rId33"/>
    <p:sldId id="368" r:id="rId34"/>
    <p:sldId id="525" r:id="rId35"/>
    <p:sldId id="526" r:id="rId36"/>
    <p:sldId id="527" r:id="rId37"/>
    <p:sldId id="528" r:id="rId38"/>
    <p:sldId id="529" r:id="rId39"/>
    <p:sldId id="531" r:id="rId40"/>
    <p:sldId id="262" r:id="rId41"/>
    <p:sldId id="268" r:id="rId42"/>
    <p:sldId id="533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15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A4BB5-D355-402A-BF82-DD4698FBDE86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30F536-7E5D-44C2-919B-8683704ED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335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1">
            <a:extLst>
              <a:ext uri="{FF2B5EF4-FFF2-40B4-BE49-F238E27FC236}">
                <a16:creationId xmlns:a16="http://schemas.microsoft.com/office/drawing/2014/main" id="{559C7783-8108-4584-9884-5E63843A328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449263" rtl="0" eaLnBrk="1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/>
            </a:pPr>
            <a:fld id="{4CD05457-FABE-4994-87A5-540C9CB7FA35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明朝" panose="02020600040205080304" pitchFamily="18" charset="-128"/>
              </a:rPr>
              <a:pPr marL="0" marR="0" lvl="0" indent="0" algn="r" defTabSz="449263" rtl="0" eaLnBrk="1" fontAlgn="base" latinLnBrk="0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398463" algn="l"/>
                  <a:tab pos="800100" algn="l"/>
                  <a:tab pos="1201738" algn="l"/>
                  <a:tab pos="1603375" algn="l"/>
                  <a:tab pos="2005013" algn="l"/>
                  <a:tab pos="2406650" algn="l"/>
                  <a:tab pos="2806700" algn="l"/>
                  <a:tab pos="3208338" algn="l"/>
                  <a:tab pos="3609975" algn="l"/>
                  <a:tab pos="4011613" algn="l"/>
                  <a:tab pos="4413250" algn="l"/>
                  <a:tab pos="4814888" algn="l"/>
                  <a:tab pos="5214938" algn="l"/>
                  <a:tab pos="5616575" algn="l"/>
                  <a:tab pos="6018213" algn="l"/>
                  <a:tab pos="6419850" algn="l"/>
                  <a:tab pos="6821488" algn="l"/>
                  <a:tab pos="7223125" algn="l"/>
                  <a:tab pos="7623175" algn="l"/>
                  <a:tab pos="8024813" algn="l"/>
                </a:tabLst>
                <a:defRPr/>
              </a:pPr>
              <a:t>1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明朝" panose="02020600040205080304" pitchFamily="18" charset="-128"/>
            </a:endParaRPr>
          </a:p>
        </p:txBody>
      </p:sp>
      <p:sp>
        <p:nvSpPr>
          <p:cNvPr id="43011" name="Rectangle 1">
            <a:extLst>
              <a:ext uri="{FF2B5EF4-FFF2-40B4-BE49-F238E27FC236}">
                <a16:creationId xmlns:a16="http://schemas.microsoft.com/office/drawing/2014/main" id="{89D17BD6-C42C-400D-9DE2-E87DF3DCCC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706438"/>
            <a:ext cx="4649787" cy="348615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3012" name="Rectangle 2">
            <a:extLst>
              <a:ext uri="{FF2B5EF4-FFF2-40B4-BE49-F238E27FC236}">
                <a16:creationId xmlns:a16="http://schemas.microsoft.com/office/drawing/2014/main" id="{4E234FA6-8B5B-45C5-8E73-B4F1BC1AC1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0088" y="4414838"/>
            <a:ext cx="5602287" cy="41783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92" tIns="40846" rIns="81692" bIns="40846" anchor="ctr"/>
          <a:lstStyle/>
          <a:p>
            <a:r>
              <a:rPr lang="en-US" altLang="en-US"/>
              <a:t> 5s KAIZEN-TQM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1">
            <a:extLst>
              <a:ext uri="{FF2B5EF4-FFF2-40B4-BE49-F238E27FC236}">
                <a16:creationId xmlns:a16="http://schemas.microsoft.com/office/drawing/2014/main" id="{09027062-638B-4BB4-91C0-9F5B64BA635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449263" rtl="0" eaLnBrk="1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/>
            </a:pPr>
            <a:fld id="{8D02A8EC-BD21-4149-9CB3-8A79F516E4CC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明朝" panose="02020600040205080304" pitchFamily="18" charset="-128"/>
              </a:rPr>
              <a:pPr marL="0" marR="0" lvl="0" indent="0" algn="r" defTabSz="449263" rtl="0" eaLnBrk="1" fontAlgn="base" latinLnBrk="0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398463" algn="l"/>
                  <a:tab pos="800100" algn="l"/>
                  <a:tab pos="1201738" algn="l"/>
                  <a:tab pos="1603375" algn="l"/>
                  <a:tab pos="2005013" algn="l"/>
                  <a:tab pos="2406650" algn="l"/>
                  <a:tab pos="2806700" algn="l"/>
                  <a:tab pos="3208338" algn="l"/>
                  <a:tab pos="3609975" algn="l"/>
                  <a:tab pos="4011613" algn="l"/>
                  <a:tab pos="4413250" algn="l"/>
                  <a:tab pos="4814888" algn="l"/>
                  <a:tab pos="5214938" algn="l"/>
                  <a:tab pos="5616575" algn="l"/>
                  <a:tab pos="6018213" algn="l"/>
                  <a:tab pos="6419850" algn="l"/>
                  <a:tab pos="6821488" algn="l"/>
                  <a:tab pos="7223125" algn="l"/>
                  <a:tab pos="7623175" algn="l"/>
                  <a:tab pos="8024813" algn="l"/>
                </a:tabLst>
                <a:defRPr/>
              </a:pPr>
              <a:t>10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明朝" panose="02020600040205080304" pitchFamily="18" charset="-128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B8B19CE7-0AF9-41EF-9B64-F97B57B579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706438"/>
            <a:ext cx="4649787" cy="3486150"/>
          </a:xfrm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23CFE62F-5BDC-4E66-90B9-63C1761787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0088" y="4414838"/>
            <a:ext cx="5602287" cy="41783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1">
            <a:extLst>
              <a:ext uri="{FF2B5EF4-FFF2-40B4-BE49-F238E27FC236}">
                <a16:creationId xmlns:a16="http://schemas.microsoft.com/office/drawing/2014/main" id="{EBEA48C5-8B70-4685-A865-851A126C579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449263" rtl="0" eaLnBrk="1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/>
            </a:pPr>
            <a:fld id="{588CC66D-0091-4D51-9C39-47A79B8DBDDA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明朝" panose="02020600040205080304" pitchFamily="18" charset="-128"/>
              </a:rPr>
              <a:pPr marL="0" marR="0" lvl="0" indent="0" algn="r" defTabSz="449263" rtl="0" eaLnBrk="1" fontAlgn="base" latinLnBrk="0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398463" algn="l"/>
                  <a:tab pos="800100" algn="l"/>
                  <a:tab pos="1201738" algn="l"/>
                  <a:tab pos="1603375" algn="l"/>
                  <a:tab pos="2005013" algn="l"/>
                  <a:tab pos="2406650" algn="l"/>
                  <a:tab pos="2806700" algn="l"/>
                  <a:tab pos="3208338" algn="l"/>
                  <a:tab pos="3609975" algn="l"/>
                  <a:tab pos="4011613" algn="l"/>
                  <a:tab pos="4413250" algn="l"/>
                  <a:tab pos="4814888" algn="l"/>
                  <a:tab pos="5214938" algn="l"/>
                  <a:tab pos="5616575" algn="l"/>
                  <a:tab pos="6018213" algn="l"/>
                  <a:tab pos="6419850" algn="l"/>
                  <a:tab pos="6821488" algn="l"/>
                  <a:tab pos="7223125" algn="l"/>
                  <a:tab pos="7623175" algn="l"/>
                  <a:tab pos="8024813" algn="l"/>
                </a:tabLst>
                <a:defRPr/>
              </a:pPr>
              <a:t>12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明朝" panose="02020600040205080304" pitchFamily="18" charset="-128"/>
            </a:endParaRPr>
          </a:p>
        </p:txBody>
      </p:sp>
      <p:sp>
        <p:nvSpPr>
          <p:cNvPr id="45059" name="Rectangle 1">
            <a:extLst>
              <a:ext uri="{FF2B5EF4-FFF2-40B4-BE49-F238E27FC236}">
                <a16:creationId xmlns:a16="http://schemas.microsoft.com/office/drawing/2014/main" id="{F0620DFC-5333-4A7C-9E02-AD54B6DA63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706438"/>
            <a:ext cx="4649787" cy="348615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5060" name="Rectangle 2">
            <a:extLst>
              <a:ext uri="{FF2B5EF4-FFF2-40B4-BE49-F238E27FC236}">
                <a16:creationId xmlns:a16="http://schemas.microsoft.com/office/drawing/2014/main" id="{320C1B5F-2E1E-4455-9EED-5BFF63ABD9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0088" y="4414838"/>
            <a:ext cx="5602287" cy="41783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92" tIns="40846" rIns="81692" bIns="408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1">
            <a:extLst>
              <a:ext uri="{FF2B5EF4-FFF2-40B4-BE49-F238E27FC236}">
                <a16:creationId xmlns:a16="http://schemas.microsoft.com/office/drawing/2014/main" id="{85440750-E6D1-48B1-ABA2-845212EEF25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449263" rtl="0" eaLnBrk="1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/>
            </a:pPr>
            <a:fld id="{42F8A766-042F-44D8-98F6-316C40906EAE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明朝" panose="02020600040205080304" pitchFamily="18" charset="-128"/>
              </a:rPr>
              <a:pPr marL="0" marR="0" lvl="0" indent="0" algn="r" defTabSz="449263" rtl="0" eaLnBrk="1" fontAlgn="base" latinLnBrk="0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398463" algn="l"/>
                  <a:tab pos="800100" algn="l"/>
                  <a:tab pos="1201738" algn="l"/>
                  <a:tab pos="1603375" algn="l"/>
                  <a:tab pos="2005013" algn="l"/>
                  <a:tab pos="2406650" algn="l"/>
                  <a:tab pos="2806700" algn="l"/>
                  <a:tab pos="3208338" algn="l"/>
                  <a:tab pos="3609975" algn="l"/>
                  <a:tab pos="4011613" algn="l"/>
                  <a:tab pos="4413250" algn="l"/>
                  <a:tab pos="4814888" algn="l"/>
                  <a:tab pos="5214938" algn="l"/>
                  <a:tab pos="5616575" algn="l"/>
                  <a:tab pos="6018213" algn="l"/>
                  <a:tab pos="6419850" algn="l"/>
                  <a:tab pos="6821488" algn="l"/>
                  <a:tab pos="7223125" algn="l"/>
                  <a:tab pos="7623175" algn="l"/>
                  <a:tab pos="8024813" algn="l"/>
                </a:tabLst>
                <a:defRPr/>
              </a:pPr>
              <a:t>13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明朝" panose="02020600040205080304" pitchFamily="18" charset="-128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7DDF97FD-0CFD-4740-8C30-9250822467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706438"/>
            <a:ext cx="4649787" cy="3486150"/>
          </a:xfrm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D274B527-9D6E-418B-B37A-9474F4B530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0088" y="4414838"/>
            <a:ext cx="5602287" cy="41783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1">
            <a:extLst>
              <a:ext uri="{FF2B5EF4-FFF2-40B4-BE49-F238E27FC236}">
                <a16:creationId xmlns:a16="http://schemas.microsoft.com/office/drawing/2014/main" id="{C3E5F7F6-7372-4E32-BC18-3ECB2FE5BA3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449263" rtl="0" eaLnBrk="1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/>
            </a:pPr>
            <a:fld id="{C3D6E6E5-A912-4F71-B05A-75EBC0617AC4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明朝" panose="02020600040205080304" pitchFamily="18" charset="-128"/>
              </a:rPr>
              <a:pPr marL="0" marR="0" lvl="0" indent="0" algn="r" defTabSz="449263" rtl="0" eaLnBrk="1" fontAlgn="base" latinLnBrk="0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398463" algn="l"/>
                  <a:tab pos="800100" algn="l"/>
                  <a:tab pos="1201738" algn="l"/>
                  <a:tab pos="1603375" algn="l"/>
                  <a:tab pos="2005013" algn="l"/>
                  <a:tab pos="2406650" algn="l"/>
                  <a:tab pos="2806700" algn="l"/>
                  <a:tab pos="3208338" algn="l"/>
                  <a:tab pos="3609975" algn="l"/>
                  <a:tab pos="4011613" algn="l"/>
                  <a:tab pos="4413250" algn="l"/>
                  <a:tab pos="4814888" algn="l"/>
                  <a:tab pos="5214938" algn="l"/>
                  <a:tab pos="5616575" algn="l"/>
                  <a:tab pos="6018213" algn="l"/>
                  <a:tab pos="6419850" algn="l"/>
                  <a:tab pos="6821488" algn="l"/>
                  <a:tab pos="7223125" algn="l"/>
                  <a:tab pos="7623175" algn="l"/>
                  <a:tab pos="8024813" algn="l"/>
                </a:tabLst>
                <a:defRPr/>
              </a:pPr>
              <a:t>15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明朝" panose="02020600040205080304" pitchFamily="18" charset="-128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DEF4B27F-CF5A-4216-8C4A-B1F4790163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706438"/>
            <a:ext cx="4649787" cy="3486150"/>
          </a:xfrm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9581D0C-1A09-4299-9D4C-A55B2CBAD2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0088" y="4414838"/>
            <a:ext cx="5602287" cy="41783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1">
            <a:extLst>
              <a:ext uri="{FF2B5EF4-FFF2-40B4-BE49-F238E27FC236}">
                <a16:creationId xmlns:a16="http://schemas.microsoft.com/office/drawing/2014/main" id="{D64E8817-8679-45EA-998B-78DF9584A7A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449263" rtl="0" eaLnBrk="1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/>
            </a:pPr>
            <a:fld id="{9BE60492-055F-41F2-9FAF-1905C97252AC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明朝" panose="02020600040205080304" pitchFamily="18" charset="-128"/>
              </a:rPr>
              <a:pPr marL="0" marR="0" lvl="0" indent="0" algn="r" defTabSz="449263" rtl="0" eaLnBrk="1" fontAlgn="base" latinLnBrk="0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398463" algn="l"/>
                  <a:tab pos="800100" algn="l"/>
                  <a:tab pos="1201738" algn="l"/>
                  <a:tab pos="1603375" algn="l"/>
                  <a:tab pos="2005013" algn="l"/>
                  <a:tab pos="2406650" algn="l"/>
                  <a:tab pos="2806700" algn="l"/>
                  <a:tab pos="3208338" algn="l"/>
                  <a:tab pos="3609975" algn="l"/>
                  <a:tab pos="4011613" algn="l"/>
                  <a:tab pos="4413250" algn="l"/>
                  <a:tab pos="4814888" algn="l"/>
                  <a:tab pos="5214938" algn="l"/>
                  <a:tab pos="5616575" algn="l"/>
                  <a:tab pos="6018213" algn="l"/>
                  <a:tab pos="6419850" algn="l"/>
                  <a:tab pos="6821488" algn="l"/>
                  <a:tab pos="7223125" algn="l"/>
                  <a:tab pos="7623175" algn="l"/>
                  <a:tab pos="8024813" algn="l"/>
                </a:tabLst>
                <a:defRPr/>
              </a:pPr>
              <a:t>18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明朝" panose="02020600040205080304" pitchFamily="18" charset="-128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339E0D0A-8B27-4C2E-BF2E-79178DD664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706438"/>
            <a:ext cx="4649787" cy="3486150"/>
          </a:xfrm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86387BED-9016-404B-8577-806CE6FC99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0088" y="4414838"/>
            <a:ext cx="5602287" cy="41783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1">
            <a:extLst>
              <a:ext uri="{FF2B5EF4-FFF2-40B4-BE49-F238E27FC236}">
                <a16:creationId xmlns:a16="http://schemas.microsoft.com/office/drawing/2014/main" id="{226963A6-1AC7-426D-B071-714BDC7A7F3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449263" rtl="0" eaLnBrk="1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/>
            </a:pPr>
            <a:fld id="{864A4193-9004-4288-8111-A9CDC794A77F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明朝" panose="02020600040205080304" pitchFamily="18" charset="-128"/>
              </a:rPr>
              <a:pPr marL="0" marR="0" lvl="0" indent="0" algn="r" defTabSz="449263" rtl="0" eaLnBrk="1" fontAlgn="base" latinLnBrk="0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398463" algn="l"/>
                  <a:tab pos="800100" algn="l"/>
                  <a:tab pos="1201738" algn="l"/>
                  <a:tab pos="1603375" algn="l"/>
                  <a:tab pos="2005013" algn="l"/>
                  <a:tab pos="2406650" algn="l"/>
                  <a:tab pos="2806700" algn="l"/>
                  <a:tab pos="3208338" algn="l"/>
                  <a:tab pos="3609975" algn="l"/>
                  <a:tab pos="4011613" algn="l"/>
                  <a:tab pos="4413250" algn="l"/>
                  <a:tab pos="4814888" algn="l"/>
                  <a:tab pos="5214938" algn="l"/>
                  <a:tab pos="5616575" algn="l"/>
                  <a:tab pos="6018213" algn="l"/>
                  <a:tab pos="6419850" algn="l"/>
                  <a:tab pos="6821488" algn="l"/>
                  <a:tab pos="7223125" algn="l"/>
                  <a:tab pos="7623175" algn="l"/>
                  <a:tab pos="8024813" algn="l"/>
                </a:tabLst>
                <a:defRPr/>
              </a:pPr>
              <a:t>20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明朝" panose="02020600040205080304" pitchFamily="18" charset="-128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31CCDC31-1511-4DF4-AC5B-8D7B0877EF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706438"/>
            <a:ext cx="4649787" cy="3486150"/>
          </a:xfrm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DF8C255D-9EC1-4F05-B769-E7352F59D7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0088" y="4414838"/>
            <a:ext cx="5602287" cy="41783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1">
            <a:extLst>
              <a:ext uri="{FF2B5EF4-FFF2-40B4-BE49-F238E27FC236}">
                <a16:creationId xmlns:a16="http://schemas.microsoft.com/office/drawing/2014/main" id="{6C8DBED4-BC75-4AF0-B7AA-85492E942A1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449263" rtl="0" eaLnBrk="1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/>
            </a:pPr>
            <a:fld id="{C5A10D00-1D3C-45DE-A1F5-13F937B1A5D7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明朝" panose="02020600040205080304" pitchFamily="18" charset="-128"/>
              </a:rPr>
              <a:pPr marL="0" marR="0" lvl="0" indent="0" algn="r" defTabSz="449263" rtl="0" eaLnBrk="1" fontAlgn="base" latinLnBrk="0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398463" algn="l"/>
                  <a:tab pos="800100" algn="l"/>
                  <a:tab pos="1201738" algn="l"/>
                  <a:tab pos="1603375" algn="l"/>
                  <a:tab pos="2005013" algn="l"/>
                  <a:tab pos="2406650" algn="l"/>
                  <a:tab pos="2806700" algn="l"/>
                  <a:tab pos="3208338" algn="l"/>
                  <a:tab pos="3609975" algn="l"/>
                  <a:tab pos="4011613" algn="l"/>
                  <a:tab pos="4413250" algn="l"/>
                  <a:tab pos="4814888" algn="l"/>
                  <a:tab pos="5214938" algn="l"/>
                  <a:tab pos="5616575" algn="l"/>
                  <a:tab pos="6018213" algn="l"/>
                  <a:tab pos="6419850" algn="l"/>
                  <a:tab pos="6821488" algn="l"/>
                  <a:tab pos="7223125" algn="l"/>
                  <a:tab pos="7623175" algn="l"/>
                  <a:tab pos="8024813" algn="l"/>
                </a:tabLst>
                <a:defRPr/>
              </a:pPr>
              <a:t>22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明朝" panose="02020600040205080304" pitchFamily="18" charset="-128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95107363-C0EB-45FC-AF0A-FB9E411E5E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706438"/>
            <a:ext cx="4649787" cy="3486150"/>
          </a:xfrm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DD216814-2712-4E0B-AE8D-F55A7D2CE4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0088" y="4414838"/>
            <a:ext cx="5602287" cy="41783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1">
            <a:extLst>
              <a:ext uri="{FF2B5EF4-FFF2-40B4-BE49-F238E27FC236}">
                <a16:creationId xmlns:a16="http://schemas.microsoft.com/office/drawing/2014/main" id="{396E4901-AC1D-436E-B471-5C19345A635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449263" rtl="0" eaLnBrk="1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/>
            </a:pPr>
            <a:fld id="{EA034854-1322-4674-9807-C60682619126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明朝" panose="02020600040205080304" pitchFamily="18" charset="-128"/>
              </a:rPr>
              <a:pPr marL="0" marR="0" lvl="0" indent="0" algn="r" defTabSz="449263" rtl="0" eaLnBrk="1" fontAlgn="base" latinLnBrk="0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398463" algn="l"/>
                  <a:tab pos="800100" algn="l"/>
                  <a:tab pos="1201738" algn="l"/>
                  <a:tab pos="1603375" algn="l"/>
                  <a:tab pos="2005013" algn="l"/>
                  <a:tab pos="2406650" algn="l"/>
                  <a:tab pos="2806700" algn="l"/>
                  <a:tab pos="3208338" algn="l"/>
                  <a:tab pos="3609975" algn="l"/>
                  <a:tab pos="4011613" algn="l"/>
                  <a:tab pos="4413250" algn="l"/>
                  <a:tab pos="4814888" algn="l"/>
                  <a:tab pos="5214938" algn="l"/>
                  <a:tab pos="5616575" algn="l"/>
                  <a:tab pos="6018213" algn="l"/>
                  <a:tab pos="6419850" algn="l"/>
                  <a:tab pos="6821488" algn="l"/>
                  <a:tab pos="7223125" algn="l"/>
                  <a:tab pos="7623175" algn="l"/>
                  <a:tab pos="8024813" algn="l"/>
                </a:tabLst>
                <a:defRPr/>
              </a:pPr>
              <a:t>23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明朝" panose="02020600040205080304" pitchFamily="18" charset="-128"/>
            </a:endParaRPr>
          </a:p>
        </p:txBody>
      </p:sp>
      <p:sp>
        <p:nvSpPr>
          <p:cNvPr id="51203" name="Rectangle 1">
            <a:extLst>
              <a:ext uri="{FF2B5EF4-FFF2-40B4-BE49-F238E27FC236}">
                <a16:creationId xmlns:a16="http://schemas.microsoft.com/office/drawing/2014/main" id="{68CF8B00-4B22-476C-A234-C17E839CBE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706438"/>
            <a:ext cx="4649787" cy="348615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E2B45234-81BC-4A88-9C12-6AB76138D3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0088" y="4414838"/>
            <a:ext cx="5602287" cy="41783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92" tIns="40846" rIns="81692" bIns="408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1">
            <a:extLst>
              <a:ext uri="{FF2B5EF4-FFF2-40B4-BE49-F238E27FC236}">
                <a16:creationId xmlns:a16="http://schemas.microsoft.com/office/drawing/2014/main" id="{924A9C13-5C6A-4185-B5B2-A6CFDBDAD2F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449263" rtl="0" eaLnBrk="1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/>
            </a:pPr>
            <a:fld id="{A7AA8DAA-E698-4745-B35D-A46A8845BD8B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明朝" panose="02020600040205080304" pitchFamily="18" charset="-128"/>
              </a:rPr>
              <a:pPr marL="0" marR="0" lvl="0" indent="0" algn="r" defTabSz="449263" rtl="0" eaLnBrk="1" fontAlgn="base" latinLnBrk="0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398463" algn="l"/>
                  <a:tab pos="800100" algn="l"/>
                  <a:tab pos="1201738" algn="l"/>
                  <a:tab pos="1603375" algn="l"/>
                  <a:tab pos="2005013" algn="l"/>
                  <a:tab pos="2406650" algn="l"/>
                  <a:tab pos="2806700" algn="l"/>
                  <a:tab pos="3208338" algn="l"/>
                  <a:tab pos="3609975" algn="l"/>
                  <a:tab pos="4011613" algn="l"/>
                  <a:tab pos="4413250" algn="l"/>
                  <a:tab pos="4814888" algn="l"/>
                  <a:tab pos="5214938" algn="l"/>
                  <a:tab pos="5616575" algn="l"/>
                  <a:tab pos="6018213" algn="l"/>
                  <a:tab pos="6419850" algn="l"/>
                  <a:tab pos="6821488" algn="l"/>
                  <a:tab pos="7223125" algn="l"/>
                  <a:tab pos="7623175" algn="l"/>
                  <a:tab pos="8024813" algn="l"/>
                </a:tabLst>
                <a:defRPr/>
              </a:pPr>
              <a:t>24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明朝" panose="02020600040205080304" pitchFamily="18" charset="-128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BAEFEBDF-E630-44CE-9F14-7DED421096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6ED50045-EB70-43A6-B0B3-E39AFA91C9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5" rIns="93170" bIns="46585"/>
          <a:lstStyle/>
          <a:p>
            <a:pPr defTabSz="815975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26">
            <a:extLst>
              <a:ext uri="{FF2B5EF4-FFF2-40B4-BE49-F238E27FC236}">
                <a16:creationId xmlns:a16="http://schemas.microsoft.com/office/drawing/2014/main" id="{0C4AA884-AAB7-4D1B-80B9-B33E7A4DE6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</p:spPr>
      </p:sp>
      <p:sp>
        <p:nvSpPr>
          <p:cNvPr id="54275" name="Rectangle 1027">
            <a:extLst>
              <a:ext uri="{FF2B5EF4-FFF2-40B4-BE49-F238E27FC236}">
                <a16:creationId xmlns:a16="http://schemas.microsoft.com/office/drawing/2014/main" id="{82D68CE3-100A-479E-B13F-6C234C613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5" rIns="93170" bIns="46585"/>
          <a:lstStyle/>
          <a:p>
            <a:pPr defTabSz="914400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026">
            <a:extLst>
              <a:ext uri="{FF2B5EF4-FFF2-40B4-BE49-F238E27FC236}">
                <a16:creationId xmlns:a16="http://schemas.microsoft.com/office/drawing/2014/main" id="{244C7A84-F33B-42E2-8CED-14119CFCC7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  <a:ln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55299" name="Rectangle 1028">
            <a:extLst>
              <a:ext uri="{FF2B5EF4-FFF2-40B4-BE49-F238E27FC236}">
                <a16:creationId xmlns:a16="http://schemas.microsoft.com/office/drawing/2014/main" id="{C103C105-6D41-4603-AADC-39BB5AA1A4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5" rIns="93170" bIns="46585"/>
          <a:lstStyle/>
          <a:p>
            <a:pPr defTabSz="914400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1">
            <a:extLst>
              <a:ext uri="{FF2B5EF4-FFF2-40B4-BE49-F238E27FC236}">
                <a16:creationId xmlns:a16="http://schemas.microsoft.com/office/drawing/2014/main" id="{73D356B8-550A-49F8-BEAD-B62B933E273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449263" rtl="0" eaLnBrk="1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/>
            </a:pPr>
            <a:fld id="{81E2C114-8E4E-48F5-AF73-E09F4990E822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明朝" panose="02020600040205080304" pitchFamily="18" charset="-128"/>
              </a:rPr>
              <a:pPr marL="0" marR="0" lvl="0" indent="0" algn="r" defTabSz="449263" rtl="0" eaLnBrk="1" fontAlgn="base" latinLnBrk="0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398463" algn="l"/>
                  <a:tab pos="800100" algn="l"/>
                  <a:tab pos="1201738" algn="l"/>
                  <a:tab pos="1603375" algn="l"/>
                  <a:tab pos="2005013" algn="l"/>
                  <a:tab pos="2406650" algn="l"/>
                  <a:tab pos="2806700" algn="l"/>
                  <a:tab pos="3208338" algn="l"/>
                  <a:tab pos="3609975" algn="l"/>
                  <a:tab pos="4011613" algn="l"/>
                  <a:tab pos="4413250" algn="l"/>
                  <a:tab pos="4814888" algn="l"/>
                  <a:tab pos="5214938" algn="l"/>
                  <a:tab pos="5616575" algn="l"/>
                  <a:tab pos="6018213" algn="l"/>
                  <a:tab pos="6419850" algn="l"/>
                  <a:tab pos="6821488" algn="l"/>
                  <a:tab pos="7223125" algn="l"/>
                  <a:tab pos="7623175" algn="l"/>
                  <a:tab pos="8024813" algn="l"/>
                </a:tabLst>
                <a:defRPr/>
              </a:pPr>
              <a:t>31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明朝" panose="02020600040205080304" pitchFamily="18" charset="-128"/>
            </a:endParaRPr>
          </a:p>
        </p:txBody>
      </p:sp>
      <p:sp>
        <p:nvSpPr>
          <p:cNvPr id="56323" name="Rectangle 1">
            <a:extLst>
              <a:ext uri="{FF2B5EF4-FFF2-40B4-BE49-F238E27FC236}">
                <a16:creationId xmlns:a16="http://schemas.microsoft.com/office/drawing/2014/main" id="{21F960EC-1E0F-4A09-83F7-EBA0CFF472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706438"/>
            <a:ext cx="4649787" cy="348615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6324" name="Rectangle 2">
            <a:extLst>
              <a:ext uri="{FF2B5EF4-FFF2-40B4-BE49-F238E27FC236}">
                <a16:creationId xmlns:a16="http://schemas.microsoft.com/office/drawing/2014/main" id="{76B846E8-B7DE-4AC0-949F-1D0EFE0D30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0088" y="4414838"/>
            <a:ext cx="5602287" cy="41783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92" tIns="40846" rIns="81692" bIns="408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440" y="2129984"/>
            <a:ext cx="7773120" cy="147039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2321" y="3885528"/>
            <a:ext cx="6400800" cy="1752664"/>
          </a:xfrm>
        </p:spPr>
        <p:txBody>
          <a:bodyPr/>
          <a:lstStyle>
            <a:lvl1pPr marL="0" indent="0" algn="ctr">
              <a:buNone/>
              <a:defRPr/>
            </a:lvl1pPr>
            <a:lvl2pPr marL="414726" indent="0" algn="ctr">
              <a:buNone/>
              <a:defRPr/>
            </a:lvl2pPr>
            <a:lvl3pPr marL="829452" indent="0" algn="ctr">
              <a:buNone/>
              <a:defRPr/>
            </a:lvl3pPr>
            <a:lvl4pPr marL="1244178" indent="0" algn="ctr">
              <a:buNone/>
              <a:defRPr/>
            </a:lvl4pPr>
            <a:lvl5pPr marL="1658904" indent="0" algn="ctr">
              <a:buNone/>
              <a:defRPr/>
            </a:lvl5pPr>
            <a:lvl6pPr marL="2073631" indent="0" algn="ctr">
              <a:buNone/>
              <a:defRPr/>
            </a:lvl6pPr>
            <a:lvl7pPr marL="2488357" indent="0" algn="ctr">
              <a:buNone/>
              <a:defRPr/>
            </a:lvl7pPr>
            <a:lvl8pPr marL="2903083" indent="0" algn="ctr">
              <a:buNone/>
              <a:defRPr/>
            </a:lvl8pPr>
            <a:lvl9pPr marL="331780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5D7CFF-6175-482F-ABAB-04745229AB7B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49E1DB-30C8-4854-977C-E688CA9DA214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38D128-4F03-4F09-8DE1-B69151E77B07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50202D-B3A8-4A2B-B6D4-7F6E8D16ED0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0670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CC2D22-982E-4A63-854B-7A2A5D77B731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A5D7C1-0ABB-44DD-9CF8-FC930DB26787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F8FB35-F09A-4F9B-9B10-5A6A3ACE64AE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DCE297-F35A-4E27-9857-B5C76A57FB7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1348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880" y="4406863"/>
            <a:ext cx="7771680" cy="1362383"/>
          </a:xfrm>
        </p:spPr>
        <p:txBody>
          <a:bodyPr anchor="t"/>
          <a:lstStyle>
            <a:lvl1pPr algn="l">
              <a:defRPr sz="362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880" y="2906225"/>
            <a:ext cx="7771680" cy="1500638"/>
          </a:xfrm>
        </p:spPr>
        <p:txBody>
          <a:bodyPr anchor="b"/>
          <a:lstStyle>
            <a:lvl1pPr marL="0" indent="0">
              <a:buNone/>
              <a:defRPr sz="1814"/>
            </a:lvl1pPr>
            <a:lvl2pPr marL="414726" indent="0">
              <a:buNone/>
              <a:defRPr sz="1633"/>
            </a:lvl2pPr>
            <a:lvl3pPr marL="829452" indent="0">
              <a:buNone/>
              <a:defRPr sz="1451"/>
            </a:lvl3pPr>
            <a:lvl4pPr marL="1244178" indent="0">
              <a:buNone/>
              <a:defRPr sz="1270"/>
            </a:lvl4pPr>
            <a:lvl5pPr marL="1658904" indent="0">
              <a:buNone/>
              <a:defRPr sz="1270"/>
            </a:lvl5pPr>
            <a:lvl6pPr marL="2073631" indent="0">
              <a:buNone/>
              <a:defRPr sz="1270"/>
            </a:lvl6pPr>
            <a:lvl7pPr marL="2488357" indent="0">
              <a:buNone/>
              <a:defRPr sz="1270"/>
            </a:lvl7pPr>
            <a:lvl8pPr marL="2903083" indent="0">
              <a:buNone/>
              <a:defRPr sz="1270"/>
            </a:lvl8pPr>
            <a:lvl9pPr marL="3317809" indent="0">
              <a:buNone/>
              <a:defRPr sz="12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658509-EE70-453D-8E0E-5D26225F5BB7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9C7C72-32D0-4988-B178-9E9FAC1B1FDD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5F3FD9-0104-4088-8233-D8A7175B4172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A8AAB6-4079-4769-B8E1-81A9D881D36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89612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6481" y="1604328"/>
            <a:ext cx="4040640" cy="4517755"/>
          </a:xfrm>
        </p:spPr>
        <p:txBody>
          <a:bodyPr/>
          <a:lstStyle>
            <a:lvl1pPr>
              <a:defRPr sz="2540"/>
            </a:lvl1pPr>
            <a:lvl2pPr>
              <a:defRPr sz="2177"/>
            </a:lvl2pPr>
            <a:lvl3pPr>
              <a:defRPr sz="1814"/>
            </a:lvl3pPr>
            <a:lvl4pPr>
              <a:defRPr sz="1633"/>
            </a:lvl4pPr>
            <a:lvl5pPr>
              <a:defRPr sz="1633"/>
            </a:lvl5pPr>
            <a:lvl6pPr>
              <a:defRPr sz="1633"/>
            </a:lvl6pPr>
            <a:lvl7pPr>
              <a:defRPr sz="1633"/>
            </a:lvl7pPr>
            <a:lvl8pPr>
              <a:defRPr sz="1633"/>
            </a:lvl8pPr>
            <a:lvl9pPr>
              <a:defRPr sz="16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5361" y="1604328"/>
            <a:ext cx="4040640" cy="4517755"/>
          </a:xfrm>
        </p:spPr>
        <p:txBody>
          <a:bodyPr/>
          <a:lstStyle>
            <a:lvl1pPr>
              <a:defRPr sz="2540"/>
            </a:lvl1pPr>
            <a:lvl2pPr>
              <a:defRPr sz="2177"/>
            </a:lvl2pPr>
            <a:lvl3pPr>
              <a:defRPr sz="1814"/>
            </a:lvl3pPr>
            <a:lvl4pPr>
              <a:defRPr sz="1633"/>
            </a:lvl4pPr>
            <a:lvl5pPr>
              <a:defRPr sz="1633"/>
            </a:lvl5pPr>
            <a:lvl6pPr>
              <a:defRPr sz="1633"/>
            </a:lvl6pPr>
            <a:lvl7pPr>
              <a:defRPr sz="1633"/>
            </a:lvl7pPr>
            <a:lvl8pPr>
              <a:defRPr sz="1633"/>
            </a:lvl8pPr>
            <a:lvl9pPr>
              <a:defRPr sz="16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588A7B9-4154-46B1-91CC-0B677135B40D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D810426-8FCA-4627-B4E9-D897C0E595D3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278F9DD-7C76-45F8-9C67-D8C5A0D18382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7358F8-090D-4A4B-A3CB-77339138D5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85405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1" y="275070"/>
            <a:ext cx="8229600" cy="114203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920" y="1535201"/>
            <a:ext cx="4039200" cy="639427"/>
          </a:xfrm>
        </p:spPr>
        <p:txBody>
          <a:bodyPr anchor="b"/>
          <a:lstStyle>
            <a:lvl1pPr marL="0" indent="0">
              <a:buNone/>
              <a:defRPr sz="2177" b="1"/>
            </a:lvl1pPr>
            <a:lvl2pPr marL="414726" indent="0">
              <a:buNone/>
              <a:defRPr sz="1814" b="1"/>
            </a:lvl2pPr>
            <a:lvl3pPr marL="829452" indent="0">
              <a:buNone/>
              <a:defRPr sz="1633" b="1"/>
            </a:lvl3pPr>
            <a:lvl4pPr marL="1244178" indent="0">
              <a:buNone/>
              <a:defRPr sz="1451" b="1"/>
            </a:lvl4pPr>
            <a:lvl5pPr marL="1658904" indent="0">
              <a:buNone/>
              <a:defRPr sz="1451" b="1"/>
            </a:lvl5pPr>
            <a:lvl6pPr marL="2073631" indent="0">
              <a:buNone/>
              <a:defRPr sz="1451" b="1"/>
            </a:lvl6pPr>
            <a:lvl7pPr marL="2488357" indent="0">
              <a:buNone/>
              <a:defRPr sz="1451" b="1"/>
            </a:lvl7pPr>
            <a:lvl8pPr marL="2903083" indent="0">
              <a:buNone/>
              <a:defRPr sz="1451" b="1"/>
            </a:lvl8pPr>
            <a:lvl9pPr marL="3317809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920" y="2174628"/>
            <a:ext cx="4039200" cy="3951775"/>
          </a:xfrm>
        </p:spPr>
        <p:txBody>
          <a:bodyPr/>
          <a:lstStyle>
            <a:lvl1pPr>
              <a:defRPr sz="2177"/>
            </a:lvl1pPr>
            <a:lvl2pPr>
              <a:defRPr sz="1814"/>
            </a:lvl2pPr>
            <a:lvl3pPr>
              <a:defRPr sz="1633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441" y="1535201"/>
            <a:ext cx="4042080" cy="639427"/>
          </a:xfrm>
        </p:spPr>
        <p:txBody>
          <a:bodyPr anchor="b"/>
          <a:lstStyle>
            <a:lvl1pPr marL="0" indent="0">
              <a:buNone/>
              <a:defRPr sz="2177" b="1"/>
            </a:lvl1pPr>
            <a:lvl2pPr marL="414726" indent="0">
              <a:buNone/>
              <a:defRPr sz="1814" b="1"/>
            </a:lvl2pPr>
            <a:lvl3pPr marL="829452" indent="0">
              <a:buNone/>
              <a:defRPr sz="1633" b="1"/>
            </a:lvl3pPr>
            <a:lvl4pPr marL="1244178" indent="0">
              <a:buNone/>
              <a:defRPr sz="1451" b="1"/>
            </a:lvl4pPr>
            <a:lvl5pPr marL="1658904" indent="0">
              <a:buNone/>
              <a:defRPr sz="1451" b="1"/>
            </a:lvl5pPr>
            <a:lvl6pPr marL="2073631" indent="0">
              <a:buNone/>
              <a:defRPr sz="1451" b="1"/>
            </a:lvl6pPr>
            <a:lvl7pPr marL="2488357" indent="0">
              <a:buNone/>
              <a:defRPr sz="1451" b="1"/>
            </a:lvl7pPr>
            <a:lvl8pPr marL="2903083" indent="0">
              <a:buNone/>
              <a:defRPr sz="1451" b="1"/>
            </a:lvl8pPr>
            <a:lvl9pPr marL="3317809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441" y="2174628"/>
            <a:ext cx="4042080" cy="3951775"/>
          </a:xfrm>
        </p:spPr>
        <p:txBody>
          <a:bodyPr/>
          <a:lstStyle>
            <a:lvl1pPr>
              <a:defRPr sz="2177"/>
            </a:lvl1pPr>
            <a:lvl2pPr>
              <a:defRPr sz="1814"/>
            </a:lvl2pPr>
            <a:lvl3pPr>
              <a:defRPr sz="1633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A631230-94EC-49F8-AFCF-ADB85CE4A8CA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F570DA2-7456-421B-9D55-AEFD45C3BDF8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0E5C00E5-D333-48FB-9838-BA12C95B9052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46C678-ABCA-4F3F-BF40-88E732F801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14853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6915747-5E51-4C3E-B095-F6F0512EF285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FE456F9-8C04-45CC-A7D7-B418E4AE85A3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BBACB50-B8A6-4514-BD63-021D5A6036CD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30A68C-8BCD-41CA-A9F1-53BB0603FF9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71762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27932FD-A52F-46D6-BA15-65E556363EBA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67822B8-1817-43F2-9E2C-6926AA458803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41A8074-2A73-44B0-8CF9-2EC8E9705E7E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307D91-5E90-4503-986B-A013C4AA356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34811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0" y="273629"/>
            <a:ext cx="3008160" cy="1160762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521" y="273629"/>
            <a:ext cx="5112000" cy="5852774"/>
          </a:xfrm>
        </p:spPr>
        <p:txBody>
          <a:bodyPr/>
          <a:lstStyle>
            <a:lvl1pPr>
              <a:defRPr sz="2903"/>
            </a:lvl1pPr>
            <a:lvl2pPr>
              <a:defRPr sz="2540"/>
            </a:lvl2pPr>
            <a:lvl3pPr>
              <a:defRPr sz="2177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920" y="1434391"/>
            <a:ext cx="3008160" cy="4692013"/>
          </a:xfrm>
        </p:spPr>
        <p:txBody>
          <a:bodyPr/>
          <a:lstStyle>
            <a:lvl1pPr marL="0" indent="0">
              <a:buNone/>
              <a:defRPr sz="1270"/>
            </a:lvl1pPr>
            <a:lvl2pPr marL="414726" indent="0">
              <a:buNone/>
              <a:defRPr sz="1089"/>
            </a:lvl2pPr>
            <a:lvl3pPr marL="829452" indent="0">
              <a:buNone/>
              <a:defRPr sz="907"/>
            </a:lvl3pPr>
            <a:lvl4pPr marL="1244178" indent="0">
              <a:buNone/>
              <a:defRPr sz="816"/>
            </a:lvl4pPr>
            <a:lvl5pPr marL="1658904" indent="0">
              <a:buNone/>
              <a:defRPr sz="816"/>
            </a:lvl5pPr>
            <a:lvl6pPr marL="2073631" indent="0">
              <a:buNone/>
              <a:defRPr sz="816"/>
            </a:lvl6pPr>
            <a:lvl7pPr marL="2488357" indent="0">
              <a:buNone/>
              <a:defRPr sz="816"/>
            </a:lvl7pPr>
            <a:lvl8pPr marL="2903083" indent="0">
              <a:buNone/>
              <a:defRPr sz="816"/>
            </a:lvl8pPr>
            <a:lvl9pPr marL="3317809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03BC285-7610-4E14-AB6A-0879155BE80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382D3E8-1DB8-40F6-B263-86DB95FC8E7F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20FD4E5-D96A-4154-8F7D-48BB50A04C76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46EB90-0E0F-406B-8DB4-D276A243BA9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85194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801" y="4800025"/>
            <a:ext cx="5486400" cy="567420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801" y="612065"/>
            <a:ext cx="5486400" cy="4115952"/>
          </a:xfrm>
        </p:spPr>
        <p:txBody>
          <a:bodyPr/>
          <a:lstStyle>
            <a:lvl1pPr marL="0" indent="0">
              <a:buNone/>
              <a:defRPr sz="2903"/>
            </a:lvl1pPr>
            <a:lvl2pPr marL="414726" indent="0">
              <a:buNone/>
              <a:defRPr sz="2540"/>
            </a:lvl2pPr>
            <a:lvl3pPr marL="829452" indent="0">
              <a:buNone/>
              <a:defRPr sz="2177"/>
            </a:lvl3pPr>
            <a:lvl4pPr marL="1244178" indent="0">
              <a:buNone/>
              <a:defRPr sz="1814"/>
            </a:lvl4pPr>
            <a:lvl5pPr marL="1658904" indent="0">
              <a:buNone/>
              <a:defRPr sz="1814"/>
            </a:lvl5pPr>
            <a:lvl6pPr marL="2073631" indent="0">
              <a:buNone/>
              <a:defRPr sz="1814"/>
            </a:lvl6pPr>
            <a:lvl7pPr marL="2488357" indent="0">
              <a:buNone/>
              <a:defRPr sz="1814"/>
            </a:lvl7pPr>
            <a:lvl8pPr marL="2903083" indent="0">
              <a:buNone/>
              <a:defRPr sz="1814"/>
            </a:lvl8pPr>
            <a:lvl9pPr marL="3317809" indent="0">
              <a:buNone/>
              <a:defRPr sz="1814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801" y="5367444"/>
            <a:ext cx="5486400" cy="805044"/>
          </a:xfrm>
        </p:spPr>
        <p:txBody>
          <a:bodyPr/>
          <a:lstStyle>
            <a:lvl1pPr marL="0" indent="0">
              <a:buNone/>
              <a:defRPr sz="1270"/>
            </a:lvl1pPr>
            <a:lvl2pPr marL="414726" indent="0">
              <a:buNone/>
              <a:defRPr sz="1089"/>
            </a:lvl2pPr>
            <a:lvl3pPr marL="829452" indent="0">
              <a:buNone/>
              <a:defRPr sz="907"/>
            </a:lvl3pPr>
            <a:lvl4pPr marL="1244178" indent="0">
              <a:buNone/>
              <a:defRPr sz="816"/>
            </a:lvl4pPr>
            <a:lvl5pPr marL="1658904" indent="0">
              <a:buNone/>
              <a:defRPr sz="816"/>
            </a:lvl5pPr>
            <a:lvl6pPr marL="2073631" indent="0">
              <a:buNone/>
              <a:defRPr sz="816"/>
            </a:lvl6pPr>
            <a:lvl7pPr marL="2488357" indent="0">
              <a:buNone/>
              <a:defRPr sz="816"/>
            </a:lvl7pPr>
            <a:lvl8pPr marL="2903083" indent="0">
              <a:buNone/>
              <a:defRPr sz="816"/>
            </a:lvl8pPr>
            <a:lvl9pPr marL="3317809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C3FC9AF-D528-4D3B-97A5-F007ADBCBD01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BC4FD2F-69F4-4DAB-87BB-7014EC3228F2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14CC05E-24A0-478A-BADA-FD4A39BADE0C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0F97E4-B62A-44E9-A4F1-0C935C54781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54889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76F213-8D05-4DD5-8CC8-6CBD8C3B0D7F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016554-B61D-4E7F-BC74-D3B360EF7C3C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A66055-C393-47ED-BBEF-DF5B5A0384F3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0F4DF1-369C-49CF-9163-3C721A0B6D4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7624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1121" y="273629"/>
            <a:ext cx="2054880" cy="584845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6481" y="273629"/>
            <a:ext cx="6026400" cy="584845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5BBA77-B3C9-4040-B19A-452C4C89A9E3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E45736-9714-4F8B-BB6A-BD34ABB87F74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9BFBFA-4AD5-4F16-AAF3-81CE5407C5D9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758BDC-8DB8-46DD-8F3C-C4A9756DD2E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42394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9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9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4D98290-7F5A-4D37-B68F-79017FB2BE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8CF21D7-E086-4AD5-9661-DCE3BF3DC2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23EB084-B686-40C2-8E10-AAD8DBA1D9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D914FC-6589-4BD4-A5EB-AB3665E326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372761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C67B8E3-97D5-42CB-9E66-0C32C6EC3114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4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0FC2EC85-BEF2-4960-97BD-024B213980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6480" y="273629"/>
            <a:ext cx="8219520" cy="1136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タイトルテキストの書式を編集するにはクリックします。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2CB811AC-E8F2-43DD-94D8-0AA4E87F7D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6480" y="1604328"/>
            <a:ext cx="8219520" cy="4517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808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アウトラインテキストの書式を編集するにはクリックします。</a:t>
            </a:r>
          </a:p>
          <a:p>
            <a:pPr lvl="1"/>
            <a:r>
              <a:rPr lang="en-GB" altLang="en-US"/>
              <a:t>2レベル目のアウトライン</a:t>
            </a:r>
          </a:p>
          <a:p>
            <a:pPr lvl="2"/>
            <a:r>
              <a:rPr lang="en-GB" altLang="en-US"/>
              <a:t>3レベル目のアウトライン</a:t>
            </a:r>
          </a:p>
          <a:p>
            <a:pPr lvl="3"/>
            <a:r>
              <a:rPr lang="en-GB" altLang="en-US"/>
              <a:t>4レベル目のアウトライン</a:t>
            </a:r>
          </a:p>
          <a:p>
            <a:pPr lvl="4"/>
            <a:r>
              <a:rPr lang="en-GB" altLang="en-US"/>
              <a:t>5レベル目のアウトライン</a:t>
            </a:r>
          </a:p>
          <a:p>
            <a:pPr lvl="4"/>
            <a:r>
              <a:rPr lang="en-GB" altLang="en-US"/>
              <a:t>6レベル目のアウトライン</a:t>
            </a:r>
          </a:p>
          <a:p>
            <a:pPr lvl="4"/>
            <a:r>
              <a:rPr lang="en-GB" altLang="en-US"/>
              <a:t>7レベル目のアウトライン</a:t>
            </a:r>
          </a:p>
          <a:p>
            <a:pPr lvl="4"/>
            <a:r>
              <a:rPr lang="en-GB" altLang="en-US"/>
              <a:t>8レベル目のアウトライン</a:t>
            </a:r>
          </a:p>
          <a:p>
            <a:pPr lvl="4"/>
            <a:r>
              <a:rPr lang="en-GB" altLang="en-US"/>
              <a:t>9レベル目のアウトライン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945C85C5-E1ED-402F-8146-15BBEC15FFD6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56481" y="6247376"/>
            <a:ext cx="2121120" cy="46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hangingPunct="0">
              <a:lnSpc>
                <a:spcPct val="93000"/>
              </a:lnSpc>
              <a:buClrTx/>
              <a:buSzPct val="100000"/>
              <a:buFontTx/>
              <a:buNone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1633">
                <a:solidFill>
                  <a:srgbClr val="000000"/>
                </a:solidFill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0252FD0-7357-4902-BC4F-7C331351AAED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3127681" y="6247376"/>
            <a:ext cx="2890080" cy="46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hangingPunct="0">
              <a:lnSpc>
                <a:spcPct val="93000"/>
              </a:lnSpc>
              <a:buClrTx/>
              <a:buSzPct val="100000"/>
              <a:buFontTx/>
              <a:buNone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1633">
                <a:solidFill>
                  <a:srgbClr val="000000"/>
                </a:solidFill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043FDA1-1527-403D-BE83-B3119C850F5A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556321" y="6247376"/>
            <a:ext cx="2121120" cy="46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hangingPunct="0">
              <a:lnSpc>
                <a:spcPct val="93000"/>
              </a:lnSpc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1633">
                <a:solidFill>
                  <a:srgbClr val="000000"/>
                </a:solidFill>
              </a:defRPr>
            </a:lvl1pPr>
          </a:lstStyle>
          <a:p>
            <a:fld id="{98F1FD74-F980-4F61-8437-D52C4CEECDE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8732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ctr" defTabSz="407526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991">
          <a:solidFill>
            <a:srgbClr val="000000"/>
          </a:solidFill>
          <a:latin typeface="+mj-lt"/>
          <a:ea typeface="ＭＳ Ｐゴシック" pitchFamily="34" charset="-128"/>
          <a:cs typeface="+mj-cs"/>
        </a:defRPr>
      </a:lvl1pPr>
      <a:lvl2pPr algn="ctr" defTabSz="407526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991">
          <a:solidFill>
            <a:srgbClr val="000000"/>
          </a:solidFill>
          <a:latin typeface="Arial" pitchFamily="34" charset="0"/>
          <a:ea typeface="ＭＳ Ｐゴシック" pitchFamily="34" charset="-128"/>
        </a:defRPr>
      </a:lvl2pPr>
      <a:lvl3pPr algn="ctr" defTabSz="407526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991">
          <a:solidFill>
            <a:srgbClr val="000000"/>
          </a:solidFill>
          <a:latin typeface="Arial" pitchFamily="34" charset="0"/>
          <a:ea typeface="ＭＳ Ｐゴシック" pitchFamily="34" charset="-128"/>
        </a:defRPr>
      </a:lvl3pPr>
      <a:lvl4pPr algn="ctr" defTabSz="407526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991">
          <a:solidFill>
            <a:srgbClr val="000000"/>
          </a:solidFill>
          <a:latin typeface="Arial" pitchFamily="34" charset="0"/>
          <a:ea typeface="ＭＳ Ｐゴシック" pitchFamily="34" charset="-128"/>
        </a:defRPr>
      </a:lvl4pPr>
      <a:lvl5pPr algn="ctr" defTabSz="407526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991">
          <a:solidFill>
            <a:srgbClr val="000000"/>
          </a:solidFill>
          <a:latin typeface="Arial" pitchFamily="34" charset="0"/>
          <a:ea typeface="ＭＳ Ｐゴシック" pitchFamily="34" charset="-128"/>
        </a:defRPr>
      </a:lvl5pPr>
      <a:lvl6pPr marL="2280994" indent="-207363" algn="ctr" defTabSz="407526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3991">
          <a:solidFill>
            <a:srgbClr val="000000"/>
          </a:solidFill>
          <a:latin typeface="Arial" pitchFamily="34" charset="0"/>
          <a:ea typeface="ＭＳ Ｐゴシック" pitchFamily="34" charset="-128"/>
        </a:defRPr>
      </a:lvl6pPr>
      <a:lvl7pPr marL="2695720" indent="-207363" algn="ctr" defTabSz="407526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3991">
          <a:solidFill>
            <a:srgbClr val="000000"/>
          </a:solidFill>
          <a:latin typeface="Arial" pitchFamily="34" charset="0"/>
          <a:ea typeface="ＭＳ Ｐゴシック" pitchFamily="34" charset="-128"/>
        </a:defRPr>
      </a:lvl7pPr>
      <a:lvl8pPr marL="3110446" indent="-207363" algn="ctr" defTabSz="407526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3991">
          <a:solidFill>
            <a:srgbClr val="000000"/>
          </a:solidFill>
          <a:latin typeface="Arial" pitchFamily="34" charset="0"/>
          <a:ea typeface="ＭＳ Ｐゴシック" pitchFamily="34" charset="-128"/>
        </a:defRPr>
      </a:lvl8pPr>
      <a:lvl9pPr marL="3525172" indent="-207363" algn="ctr" defTabSz="407526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3991">
          <a:solidFill>
            <a:srgbClr val="000000"/>
          </a:solidFill>
          <a:latin typeface="Arial" pitchFamily="34" charset="0"/>
          <a:ea typeface="ＭＳ Ｐゴシック" pitchFamily="34" charset="-128"/>
        </a:defRPr>
      </a:lvl9pPr>
    </p:titleStyle>
    <p:bodyStyle>
      <a:lvl1pPr marL="311045" indent="-311045" algn="l" defTabSz="407526" rtl="0" eaLnBrk="0" fontAlgn="base" hangingPunct="0">
        <a:lnSpc>
          <a:spcPct val="93000"/>
        </a:lnSpc>
        <a:spcBef>
          <a:spcPct val="0"/>
        </a:spcBef>
        <a:spcAft>
          <a:spcPts val="1293"/>
        </a:spcAft>
        <a:buClr>
          <a:srgbClr val="000000"/>
        </a:buClr>
        <a:buSzPct val="100000"/>
        <a:buFont typeface="Times New Roman" panose="02020603050405020304" pitchFamily="18" charset="0"/>
        <a:defRPr sz="2903">
          <a:solidFill>
            <a:srgbClr val="000000"/>
          </a:solidFill>
          <a:latin typeface="+mn-lt"/>
          <a:ea typeface="ＭＳ Ｐゴシック" pitchFamily="34" charset="-128"/>
          <a:cs typeface="+mn-cs"/>
        </a:defRPr>
      </a:lvl1pPr>
      <a:lvl2pPr marL="673930" indent="-259204" algn="l" defTabSz="407526" rtl="0" eaLnBrk="0" fontAlgn="base" hangingPunct="0">
        <a:lnSpc>
          <a:spcPct val="93000"/>
        </a:lnSpc>
        <a:spcBef>
          <a:spcPct val="0"/>
        </a:spcBef>
        <a:spcAft>
          <a:spcPts val="1032"/>
        </a:spcAft>
        <a:buClr>
          <a:srgbClr val="000000"/>
        </a:buClr>
        <a:buSzPct val="100000"/>
        <a:buFont typeface="Times New Roman" panose="02020603050405020304" pitchFamily="18" charset="0"/>
        <a:defRPr sz="2540">
          <a:solidFill>
            <a:srgbClr val="000000"/>
          </a:solidFill>
          <a:latin typeface="+mn-lt"/>
          <a:ea typeface="ＭＳ Ｐゴシック" pitchFamily="34" charset="-128"/>
        </a:defRPr>
      </a:lvl2pPr>
      <a:lvl3pPr marL="1036815" indent="-207363" algn="l" defTabSz="407526" rtl="0" eaLnBrk="0" fontAlgn="base" hangingPunct="0">
        <a:lnSpc>
          <a:spcPct val="93000"/>
        </a:lnSpc>
        <a:spcBef>
          <a:spcPct val="0"/>
        </a:spcBef>
        <a:spcAft>
          <a:spcPts val="771"/>
        </a:spcAft>
        <a:buClr>
          <a:srgbClr val="000000"/>
        </a:buClr>
        <a:buSzPct val="100000"/>
        <a:buFont typeface="Times New Roman" panose="02020603050405020304" pitchFamily="18" charset="0"/>
        <a:defRPr sz="2177">
          <a:solidFill>
            <a:srgbClr val="000000"/>
          </a:solidFill>
          <a:latin typeface="+mn-lt"/>
          <a:ea typeface="ＭＳ Ｐゴシック" pitchFamily="34" charset="-128"/>
        </a:defRPr>
      </a:lvl3pPr>
      <a:lvl4pPr marL="1451541" indent="-207363" algn="l" defTabSz="407526" rtl="0" eaLnBrk="0" fontAlgn="base" hangingPunct="0">
        <a:lnSpc>
          <a:spcPct val="93000"/>
        </a:lnSpc>
        <a:spcBef>
          <a:spcPct val="0"/>
        </a:spcBef>
        <a:spcAft>
          <a:spcPts val="522"/>
        </a:spcAft>
        <a:buClr>
          <a:srgbClr val="000000"/>
        </a:buClr>
        <a:buSzPct val="100000"/>
        <a:buFont typeface="Times New Roman" panose="02020603050405020304" pitchFamily="18" charset="0"/>
        <a:defRPr sz="1814">
          <a:solidFill>
            <a:srgbClr val="000000"/>
          </a:solidFill>
          <a:latin typeface="+mn-lt"/>
          <a:ea typeface="ＭＳ Ｐゴシック" pitchFamily="34" charset="-128"/>
        </a:defRPr>
      </a:lvl4pPr>
      <a:lvl5pPr marL="1866268" indent="-207363" algn="l" defTabSz="407526" rtl="0" eaLnBrk="0" fontAlgn="base" hangingPunct="0">
        <a:lnSpc>
          <a:spcPct val="93000"/>
        </a:lnSpc>
        <a:spcBef>
          <a:spcPct val="0"/>
        </a:spcBef>
        <a:spcAft>
          <a:spcPts val="261"/>
        </a:spcAft>
        <a:buClr>
          <a:srgbClr val="000000"/>
        </a:buClr>
        <a:buSzPct val="100000"/>
        <a:buFont typeface="Times New Roman" panose="02020603050405020304" pitchFamily="18" charset="0"/>
        <a:defRPr sz="1814">
          <a:solidFill>
            <a:srgbClr val="000000"/>
          </a:solidFill>
          <a:latin typeface="+mn-lt"/>
          <a:ea typeface="ＭＳ Ｐゴシック" pitchFamily="34" charset="-128"/>
        </a:defRPr>
      </a:lvl5pPr>
      <a:lvl6pPr marL="2280994" indent="-207363" algn="l" defTabSz="407526" rtl="0" fontAlgn="base" hangingPunct="0">
        <a:lnSpc>
          <a:spcPct val="93000"/>
        </a:lnSpc>
        <a:spcBef>
          <a:spcPct val="0"/>
        </a:spcBef>
        <a:spcAft>
          <a:spcPts val="261"/>
        </a:spcAft>
        <a:buClr>
          <a:srgbClr val="000000"/>
        </a:buClr>
        <a:buSzPct val="100000"/>
        <a:buFont typeface="Times New Roman" pitchFamily="18" charset="0"/>
        <a:defRPr sz="1814">
          <a:solidFill>
            <a:srgbClr val="000000"/>
          </a:solidFill>
          <a:latin typeface="+mn-lt"/>
          <a:ea typeface="+mn-ea"/>
        </a:defRPr>
      </a:lvl6pPr>
      <a:lvl7pPr marL="2695720" indent="-207363" algn="l" defTabSz="407526" rtl="0" fontAlgn="base" hangingPunct="0">
        <a:lnSpc>
          <a:spcPct val="93000"/>
        </a:lnSpc>
        <a:spcBef>
          <a:spcPct val="0"/>
        </a:spcBef>
        <a:spcAft>
          <a:spcPts val="261"/>
        </a:spcAft>
        <a:buClr>
          <a:srgbClr val="000000"/>
        </a:buClr>
        <a:buSzPct val="100000"/>
        <a:buFont typeface="Times New Roman" pitchFamily="18" charset="0"/>
        <a:defRPr sz="1814">
          <a:solidFill>
            <a:srgbClr val="000000"/>
          </a:solidFill>
          <a:latin typeface="+mn-lt"/>
          <a:ea typeface="+mn-ea"/>
        </a:defRPr>
      </a:lvl7pPr>
      <a:lvl8pPr marL="3110446" indent="-207363" algn="l" defTabSz="407526" rtl="0" fontAlgn="base" hangingPunct="0">
        <a:lnSpc>
          <a:spcPct val="93000"/>
        </a:lnSpc>
        <a:spcBef>
          <a:spcPct val="0"/>
        </a:spcBef>
        <a:spcAft>
          <a:spcPts val="261"/>
        </a:spcAft>
        <a:buClr>
          <a:srgbClr val="000000"/>
        </a:buClr>
        <a:buSzPct val="100000"/>
        <a:buFont typeface="Times New Roman" pitchFamily="18" charset="0"/>
        <a:defRPr sz="1814">
          <a:solidFill>
            <a:srgbClr val="000000"/>
          </a:solidFill>
          <a:latin typeface="+mn-lt"/>
          <a:ea typeface="+mn-ea"/>
        </a:defRPr>
      </a:lvl8pPr>
      <a:lvl9pPr marL="3525172" indent="-207363" algn="l" defTabSz="407526" rtl="0" fontAlgn="base" hangingPunct="0">
        <a:lnSpc>
          <a:spcPct val="93000"/>
        </a:lnSpc>
        <a:spcBef>
          <a:spcPct val="0"/>
        </a:spcBef>
        <a:spcAft>
          <a:spcPts val="261"/>
        </a:spcAft>
        <a:buClr>
          <a:srgbClr val="000000"/>
        </a:buClr>
        <a:buSzPct val="100000"/>
        <a:buFont typeface="Times New Roman" pitchFamily="18" charset="0"/>
        <a:defRPr sz="1814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829452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1pPr>
      <a:lvl2pPr marL="414726" algn="l" defTabSz="829452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2pPr>
      <a:lvl3pPr marL="829452" algn="l" defTabSz="829452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3pPr>
      <a:lvl4pPr marL="1244178" algn="l" defTabSz="829452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4pPr>
      <a:lvl5pPr marL="1658904" algn="l" defTabSz="829452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5pPr>
      <a:lvl6pPr marL="2073631" algn="l" defTabSz="829452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6pPr>
      <a:lvl7pPr marL="2488357" algn="l" defTabSz="829452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7pPr>
      <a:lvl8pPr marL="2903083" algn="l" defTabSz="829452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8pPr>
      <a:lvl9pPr marL="3317809" algn="l" defTabSz="829452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10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2.wmf"/><Relationship Id="rId10" Type="http://schemas.openxmlformats.org/officeDocument/2006/relationships/image" Target="../media/image14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notesSlide" Target="../notesSlides/notesSlide11.xml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12.xml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4">
            <a:extLst>
              <a:ext uri="{FF2B5EF4-FFF2-40B4-BE49-F238E27FC236}">
                <a16:creationId xmlns:a16="http://schemas.microsoft.com/office/drawing/2014/main" id="{FEA2F073-28E1-4A88-BA19-A736B7377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80994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95720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10446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525172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407526" eaLnBrk="1" fontAlgn="base">
              <a:spcBef>
                <a:spcPct val="0"/>
              </a:spcBef>
              <a:spcAft>
                <a:spcPct val="0"/>
              </a:spcAft>
            </a:pPr>
            <a:fld id="{569ADD4E-5FE6-41FF-B005-073825023999}" type="slidenum">
              <a:rPr lang="en-US" altLang="en-US" sz="1633">
                <a:solidFill>
                  <a:srgbClr val="000000"/>
                </a:solidFill>
                <a:cs typeface="Arial" panose="020B0604020202020204" pitchFamily="34" charset="0"/>
              </a:rPr>
              <a:pPr defTabSz="407526" eaLnBrk="1"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en-US" sz="1633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3075" name="Rectangle 1">
            <a:extLst>
              <a:ext uri="{FF2B5EF4-FFF2-40B4-BE49-F238E27FC236}">
                <a16:creationId xmlns:a16="http://schemas.microsoft.com/office/drawing/2014/main" id="{D5657A9C-1FA6-46F7-AD48-AA63456F07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" y="1796041"/>
            <a:ext cx="9144000" cy="2612160"/>
          </a:xfrm>
          <a:solidFill>
            <a:srgbClr val="B05800"/>
          </a:solidFill>
        </p:spPr>
        <p:txBody>
          <a:bodyPr vert="horz" wrap="square" lIns="0" tIns="35268" rIns="0" bIns="0" numCol="1" anchor="ctr" anchorCtr="0" compatLnSpc="1">
            <a:prstTxWarp prst="textNoShape">
              <a:avLst/>
            </a:prstTxWarp>
          </a:bodyPr>
          <a:lstStyle/>
          <a:p>
            <a:pPr eaLnBrk="1">
              <a:buClrTx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4354" b="1">
                <a:solidFill>
                  <a:srgbClr val="B7FFEC"/>
                </a:solidFill>
              </a:rPr>
              <a:t>L eadership And Total Quality Management. </a:t>
            </a:r>
            <a:br>
              <a:rPr lang="en-US" altLang="en-US" sz="4354" b="1">
                <a:solidFill>
                  <a:srgbClr val="B7FFEC"/>
                </a:solidFill>
              </a:rPr>
            </a:br>
            <a:r>
              <a:rPr lang="en-US" altLang="en-US" sz="4354" b="1">
                <a:solidFill>
                  <a:srgbClr val="B7FFEC"/>
                </a:solidFill>
              </a:rPr>
              <a:t>(5S/Kaizen/TQM)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730056F-6CE8-4353-A39E-2BC81A586752}"/>
              </a:ext>
            </a:extLst>
          </p:cNvPr>
          <p:cNvSpPr txBox="1">
            <a:spLocks/>
          </p:cNvSpPr>
          <p:nvPr/>
        </p:nvSpPr>
        <p:spPr>
          <a:xfrm>
            <a:off x="644652" y="4077072"/>
            <a:ext cx="7854696" cy="1752600"/>
          </a:xfrm>
          <a:prstGeom prst="rect">
            <a:avLst/>
          </a:prstGeom>
        </p:spPr>
        <p:txBody>
          <a:bodyPr/>
          <a:lstStyle>
            <a:lvl1pPr marL="311045" indent="-311045" algn="l" defTabSz="407526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29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903">
                <a:solidFill>
                  <a:srgbClr val="000000"/>
                </a:solidFill>
                <a:latin typeface="+mn-lt"/>
                <a:ea typeface="ＭＳ Ｐゴシック" pitchFamily="34" charset="-128"/>
                <a:cs typeface="+mn-cs"/>
              </a:defRPr>
            </a:lvl1pPr>
            <a:lvl2pPr marL="673930" indent="-259204" algn="l" defTabSz="407526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032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540">
                <a:solidFill>
                  <a:srgbClr val="000000"/>
                </a:solidFill>
                <a:latin typeface="+mn-lt"/>
                <a:ea typeface="ＭＳ Ｐゴシック" pitchFamily="34" charset="-128"/>
              </a:defRPr>
            </a:lvl2pPr>
            <a:lvl3pPr marL="1036815" indent="-207363" algn="l" defTabSz="407526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771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77">
                <a:solidFill>
                  <a:srgbClr val="000000"/>
                </a:solidFill>
                <a:latin typeface="+mn-lt"/>
                <a:ea typeface="ＭＳ Ｐゴシック" pitchFamily="34" charset="-128"/>
              </a:defRPr>
            </a:lvl3pPr>
            <a:lvl4pPr marL="1451541" indent="-207363" algn="l" defTabSz="407526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22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814">
                <a:solidFill>
                  <a:srgbClr val="000000"/>
                </a:solidFill>
                <a:latin typeface="+mn-lt"/>
                <a:ea typeface="ＭＳ Ｐゴシック" pitchFamily="34" charset="-128"/>
              </a:defRPr>
            </a:lvl4pPr>
            <a:lvl5pPr marL="1866268" indent="-207363" algn="l" defTabSz="407526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61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814">
                <a:solidFill>
                  <a:srgbClr val="000000"/>
                </a:solidFill>
                <a:latin typeface="+mn-lt"/>
                <a:ea typeface="ＭＳ Ｐゴシック" pitchFamily="34" charset="-128"/>
              </a:defRPr>
            </a:lvl5pPr>
            <a:lvl6pPr marL="2280994" indent="-207363" algn="l" defTabSz="407526" rtl="0" fontAlgn="base" hangingPunct="0">
              <a:lnSpc>
                <a:spcPct val="93000"/>
              </a:lnSpc>
              <a:spcBef>
                <a:spcPct val="0"/>
              </a:spcBef>
              <a:spcAft>
                <a:spcPts val="261"/>
              </a:spcAft>
              <a:buClr>
                <a:srgbClr val="000000"/>
              </a:buClr>
              <a:buSzPct val="100000"/>
              <a:buFont typeface="Times New Roman" pitchFamily="18" charset="0"/>
              <a:defRPr sz="1814">
                <a:solidFill>
                  <a:srgbClr val="000000"/>
                </a:solidFill>
                <a:latin typeface="+mn-lt"/>
                <a:ea typeface="+mn-ea"/>
              </a:defRPr>
            </a:lvl6pPr>
            <a:lvl7pPr marL="2695720" indent="-207363" algn="l" defTabSz="407526" rtl="0" fontAlgn="base" hangingPunct="0">
              <a:lnSpc>
                <a:spcPct val="93000"/>
              </a:lnSpc>
              <a:spcBef>
                <a:spcPct val="0"/>
              </a:spcBef>
              <a:spcAft>
                <a:spcPts val="261"/>
              </a:spcAft>
              <a:buClr>
                <a:srgbClr val="000000"/>
              </a:buClr>
              <a:buSzPct val="100000"/>
              <a:buFont typeface="Times New Roman" pitchFamily="18" charset="0"/>
              <a:defRPr sz="1814">
                <a:solidFill>
                  <a:srgbClr val="000000"/>
                </a:solidFill>
                <a:latin typeface="+mn-lt"/>
                <a:ea typeface="+mn-ea"/>
              </a:defRPr>
            </a:lvl7pPr>
            <a:lvl8pPr marL="3110446" indent="-207363" algn="l" defTabSz="407526" rtl="0" fontAlgn="base" hangingPunct="0">
              <a:lnSpc>
                <a:spcPct val="93000"/>
              </a:lnSpc>
              <a:spcBef>
                <a:spcPct val="0"/>
              </a:spcBef>
              <a:spcAft>
                <a:spcPts val="261"/>
              </a:spcAft>
              <a:buClr>
                <a:srgbClr val="000000"/>
              </a:buClr>
              <a:buSzPct val="100000"/>
              <a:buFont typeface="Times New Roman" pitchFamily="18" charset="0"/>
              <a:defRPr sz="1814">
                <a:solidFill>
                  <a:srgbClr val="000000"/>
                </a:solidFill>
                <a:latin typeface="+mn-lt"/>
                <a:ea typeface="+mn-ea"/>
              </a:defRPr>
            </a:lvl8pPr>
            <a:lvl9pPr marL="3525172" indent="-207363" algn="l" defTabSz="407526" rtl="0" fontAlgn="base" hangingPunct="0">
              <a:lnSpc>
                <a:spcPct val="93000"/>
              </a:lnSpc>
              <a:spcBef>
                <a:spcPct val="0"/>
              </a:spcBef>
              <a:spcAft>
                <a:spcPts val="261"/>
              </a:spcAft>
              <a:buClr>
                <a:srgbClr val="000000"/>
              </a:buClr>
              <a:buSzPct val="100000"/>
              <a:buFont typeface="Times New Roman" pitchFamily="18" charset="0"/>
              <a:defRPr sz="1814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pPr algn="ctr"/>
            <a:endParaRPr lang="en-US" kern="0" dirty="0"/>
          </a:p>
          <a:p>
            <a:pPr algn="ctr"/>
            <a:r>
              <a:rPr lang="en-US" kern="0" dirty="0"/>
              <a:t>Dr. Md. Emdadul Haque</a:t>
            </a:r>
          </a:p>
          <a:p>
            <a:pPr algn="ctr"/>
            <a:r>
              <a:rPr lang="en-US" kern="0" dirty="0"/>
              <a:t>National Consultant (HEU),</a:t>
            </a:r>
          </a:p>
          <a:p>
            <a:pPr algn="ctr"/>
            <a:r>
              <a:rPr lang="en-US" kern="0" dirty="0"/>
              <a:t>MOH&amp;FW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/>
            <a:r>
              <a:rPr lang="en-US" dirty="0"/>
              <a:t>Why does Quality matter?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Increases the health status of individuals  and the  population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Poor quality can do harm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Social and economic benefits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Increases the efficiency of the health system</a:t>
            </a:r>
          </a:p>
        </p:txBody>
      </p:sp>
    </p:spTree>
    <p:extLst>
      <p:ext uri="{BB962C8B-B14F-4D97-AF65-F5344CB8AC3E}">
        <p14:creationId xmlns:p14="http://schemas.microsoft.com/office/powerpoint/2010/main" val="2754473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05" y="1484784"/>
            <a:ext cx="8568952" cy="4555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587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755" y="99508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Oh dear!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317" y="1242508"/>
            <a:ext cx="7766477" cy="5066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4571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Who should care!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96751"/>
            <a:ext cx="8496944" cy="5340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7459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スライド番号プレースホルダ 3">
            <a:extLst>
              <a:ext uri="{FF2B5EF4-FFF2-40B4-BE49-F238E27FC236}">
                <a16:creationId xmlns:a16="http://schemas.microsoft.com/office/drawing/2014/main" id="{D9011148-14AE-4DEE-A4B5-8DCD0D4BCB25}"/>
              </a:ext>
            </a:extLst>
          </p:cNvPr>
          <p:cNvSpPr txBox="1">
            <a:spLocks noGrp="1"/>
          </p:cNvSpPr>
          <p:nvPr/>
        </p:nvSpPr>
        <p:spPr bwMode="auto">
          <a:xfrm>
            <a:off x="6553441" y="6248521"/>
            <a:ext cx="1905120" cy="4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4" rIns="91429" bIns="45714"/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defTabSz="914414" eaLnBrk="1" fontAlgn="base" hangingPunct="1">
              <a:spcBef>
                <a:spcPct val="0"/>
              </a:spcBef>
              <a:spcAft>
                <a:spcPct val="0"/>
              </a:spcAft>
            </a:pPr>
            <a:fld id="{8DE3AF8B-4E3F-4A7B-BFE3-68D1DBF3F0A0}" type="slidenum">
              <a:rPr lang="ja-JP" altLang="en-US" sz="136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 algn="r" defTabSz="914414" eaLnBrk="1" fontAlgn="base" hangingPunct="1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ja-JP" sz="1361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099" name="Rectangle 4">
            <a:extLst>
              <a:ext uri="{FF2B5EF4-FFF2-40B4-BE49-F238E27FC236}">
                <a16:creationId xmlns:a16="http://schemas.microsoft.com/office/drawing/2014/main" id="{812192F8-173E-4B02-898F-80E2ADF5F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881" y="358921"/>
            <a:ext cx="8164800" cy="60091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lIns="91429" tIns="45714" rIns="91429" bIns="45714"/>
          <a:lstStyle>
            <a:lvl1pPr marL="377825" indent="-377825"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725" indent="-342725" defTabSz="914414" eaLnBrk="1" fontAlgn="base" hangingPunct="1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GB" altLang="ja-JP" sz="2812" b="1">
                <a:solidFill>
                  <a:srgbClr val="3333FF"/>
                </a:solidFill>
                <a:cs typeface="Arial" panose="020B0604020202020204" pitchFamily="34" charset="0"/>
              </a:rPr>
              <a:t>Inaccurate test results</a:t>
            </a:r>
          </a:p>
          <a:p>
            <a:pPr marL="342725" indent="-342725" defTabSz="914414" eaLnBrk="1" fontAlgn="base" hangingPunct="1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GB" altLang="ja-JP" sz="2812" b="1">
                <a:solidFill>
                  <a:srgbClr val="3333FF"/>
                </a:solidFill>
                <a:cs typeface="Arial" panose="020B0604020202020204" pitchFamily="34" charset="0"/>
              </a:rPr>
              <a:t>Test result is lost</a:t>
            </a:r>
          </a:p>
          <a:p>
            <a:pPr marL="342725" indent="-342725" defTabSz="914414" eaLnBrk="1" fontAlgn="base" hangingPunct="1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GB" altLang="ja-JP" sz="2812" b="1">
                <a:solidFill>
                  <a:srgbClr val="3333FF"/>
                </a:solidFill>
                <a:cs typeface="Arial" panose="020B0604020202020204" pitchFamily="34" charset="0"/>
              </a:rPr>
              <a:t>Long waiting for consultation</a:t>
            </a:r>
          </a:p>
          <a:p>
            <a:pPr marL="342725" indent="-342725" defTabSz="914414" eaLnBrk="1" fontAlgn="base" hangingPunct="1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GB" altLang="ja-JP" sz="2812" b="1">
                <a:solidFill>
                  <a:srgbClr val="3333FF"/>
                </a:solidFill>
                <a:cs typeface="Arial" panose="020B0604020202020204" pitchFamily="34" charset="0"/>
              </a:rPr>
              <a:t>Doctor cannot be contacted for emergencies</a:t>
            </a:r>
          </a:p>
          <a:p>
            <a:pPr marL="342725" indent="-342725" defTabSz="914414" eaLnBrk="1" fontAlgn="base" hangingPunct="1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ja-JP" sz="2812" b="1">
                <a:solidFill>
                  <a:srgbClr val="3333FF"/>
                </a:solidFill>
                <a:cs typeface="Arial" panose="020B0604020202020204" pitchFamily="34" charset="0"/>
              </a:rPr>
              <a:t>Hospital acquired infection </a:t>
            </a:r>
            <a:endParaRPr lang="en-GB" altLang="ja-JP" sz="2812" b="1">
              <a:solidFill>
                <a:srgbClr val="3333FF"/>
              </a:solidFill>
              <a:cs typeface="Arial" panose="020B0604020202020204" pitchFamily="34" charset="0"/>
            </a:endParaRPr>
          </a:p>
          <a:p>
            <a:pPr marL="342725" indent="-342725" defTabSz="914414" eaLnBrk="1" fontAlgn="base" hangingPunct="1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GB" altLang="ja-JP" sz="2812" b="1">
                <a:solidFill>
                  <a:srgbClr val="3333FF"/>
                </a:solidFill>
                <a:cs typeface="Arial" panose="020B0604020202020204" pitchFamily="34" charset="0"/>
              </a:rPr>
              <a:t>Wrong administration of drug/infusion</a:t>
            </a:r>
          </a:p>
          <a:p>
            <a:pPr marL="342725" indent="-342725" defTabSz="914414" eaLnBrk="1" fontAlgn="base" hangingPunct="1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GB" altLang="ja-JP" sz="2812" b="1">
                <a:solidFill>
                  <a:srgbClr val="3333FF"/>
                </a:solidFill>
                <a:cs typeface="Arial" panose="020B0604020202020204" pitchFamily="34" charset="0"/>
              </a:rPr>
              <a:t>Failing supply system </a:t>
            </a:r>
          </a:p>
          <a:p>
            <a:pPr marL="342725" indent="-342725" defTabSz="914414" eaLnBrk="1" fontAlgn="base" hangingPunct="1">
              <a:spcBef>
                <a:spcPct val="20000"/>
              </a:spcBef>
              <a:spcAft>
                <a:spcPct val="0"/>
              </a:spcAft>
            </a:pPr>
            <a:r>
              <a:rPr lang="en-GB" altLang="ja-JP" sz="5443" b="1">
                <a:solidFill>
                  <a:srgbClr val="3333FF"/>
                </a:solidFill>
                <a:cs typeface="Arial" panose="020B0604020202020204" pitchFamily="34" charset="0"/>
              </a:rPr>
              <a:t>		</a:t>
            </a:r>
            <a:r>
              <a:rPr lang="en-GB" altLang="ja-JP" sz="5443" b="1">
                <a:solidFill>
                  <a:srgbClr val="CC00FF"/>
                </a:solidFill>
                <a:cs typeface="Arial" panose="020B0604020202020204" pitchFamily="34" charset="0"/>
              </a:rPr>
              <a:t>disorganized hospital</a:t>
            </a:r>
            <a:r>
              <a:rPr lang="en-GB" altLang="ja-JP" sz="2812" b="1">
                <a:solidFill>
                  <a:srgbClr val="CC00FF"/>
                </a:solidFill>
                <a:cs typeface="Arial" panose="020B0604020202020204" pitchFamily="34" charset="0"/>
              </a:rPr>
              <a:t>…. </a:t>
            </a:r>
            <a:endParaRPr lang="en-US" altLang="ja-JP" sz="2812" b="1">
              <a:solidFill>
                <a:srgbClr val="CC00FF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DCE0A70A-FCD9-43F3-92C9-39E7EE8EA835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317391" y="173896"/>
            <a:ext cx="8637381" cy="1310811"/>
          </a:xfrm>
        </p:spPr>
        <p:txBody>
          <a:bodyPr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pPr defTabSz="829452" eaLnBrk="1" fontAlgn="auto" hangingPunct="1">
              <a:lnSpc>
                <a:spcPct val="100000"/>
              </a:lnSpc>
              <a:spcAft>
                <a:spcPts val="0"/>
              </a:spcAft>
              <a:buClrTx/>
              <a:buSzTx/>
              <a:defRPr/>
            </a:pPr>
            <a:br>
              <a:rPr lang="en-US" sz="3628" b="1" kern="1200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ea typeface="+mj-ea"/>
              </a:rPr>
            </a:br>
            <a:endParaRPr lang="en-US" sz="3628" b="1" kern="1200" dirty="0">
              <a:ln w="6350">
                <a:noFill/>
              </a:ln>
              <a:gradFill>
                <a:gsLst>
                  <a:gs pos="0">
                    <a:schemeClr val="accent1">
                      <a:tint val="73000"/>
                      <a:satMod val="145000"/>
                    </a:schemeClr>
                  </a:gs>
                  <a:gs pos="73000">
                    <a:schemeClr val="accent1">
                      <a:tint val="73000"/>
                      <a:satMod val="145000"/>
                    </a:schemeClr>
                  </a:gs>
                  <a:gs pos="100000">
                    <a:schemeClr val="accent1">
                      <a:tint val="83000"/>
                      <a:satMod val="143000"/>
                    </a:schemeClr>
                  </a:gs>
                </a:gsLst>
                <a:lin ang="4800000" scaled="1"/>
              </a:gradFill>
              <a:effectLst>
                <a:outerShdw blurRad="114300" dist="101600" dir="2700000" algn="tl" rotWithShape="0">
                  <a:srgbClr val="000000">
                    <a:alpha val="40000"/>
                  </a:srgbClr>
                </a:outerShdw>
              </a:effectLst>
              <a:ea typeface="+mj-ea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4261E69-81CE-47A9-A086-C043A29DD9A7}"/>
              </a:ext>
            </a:extLst>
          </p:cNvPr>
          <p:cNvSpPr>
            <a:spLocks noGrp="1" noRot="1" noChangeArrowheads="1"/>
          </p:cNvSpPr>
          <p:nvPr>
            <p:ph idx="4294967295"/>
          </p:nvPr>
        </p:nvSpPr>
        <p:spPr>
          <a:xfrm>
            <a:off x="718561" y="1469161"/>
            <a:ext cx="7623360" cy="3330720"/>
          </a:xfrm>
          <a:solidFill>
            <a:srgbClr val="FFFF00"/>
          </a:solidFill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/>
          <a:p>
            <a:pPr marL="496808" indent="-372966" defTabSz="829452" eaLnBrk="1" hangingPunct="1">
              <a:buFont typeface="Times New Roman" panose="02020603050405020304" pitchFamily="18" charset="0"/>
              <a:buChar char="•"/>
            </a:pPr>
            <a:r>
              <a:rPr lang="en-US" altLang="en-US" sz="2540"/>
              <a:t>Dignity</a:t>
            </a:r>
          </a:p>
          <a:p>
            <a:pPr marL="496808" indent="-372966" defTabSz="829452" eaLnBrk="1" hangingPunct="1">
              <a:buFont typeface="Times New Roman" panose="02020603050405020304" pitchFamily="18" charset="0"/>
              <a:buChar char="•"/>
            </a:pPr>
            <a:r>
              <a:rPr lang="en-US" altLang="en-US" sz="2540"/>
              <a:t>Basic human needs</a:t>
            </a:r>
          </a:p>
          <a:p>
            <a:pPr marL="496808" indent="-372966" defTabSz="829452" eaLnBrk="1" hangingPunct="1">
              <a:buFont typeface="Times New Roman" panose="02020603050405020304" pitchFamily="18" charset="0"/>
              <a:buChar char="•"/>
            </a:pPr>
            <a:r>
              <a:rPr lang="en-US" altLang="en-US" sz="2540"/>
              <a:t>Prompt attention in care and treatment</a:t>
            </a:r>
          </a:p>
          <a:p>
            <a:pPr marL="496808" indent="-372966" defTabSz="829452" eaLnBrk="1" hangingPunct="1">
              <a:buFont typeface="Times New Roman" panose="02020603050405020304" pitchFamily="18" charset="0"/>
              <a:buChar char="•"/>
            </a:pPr>
            <a:r>
              <a:rPr lang="en-US" altLang="en-US" sz="2540"/>
              <a:t>Confidentiality</a:t>
            </a:r>
          </a:p>
          <a:p>
            <a:pPr marL="496808" indent="-372966" defTabSz="829452" eaLnBrk="1" hangingPunct="1">
              <a:buFont typeface="Times New Roman" panose="02020603050405020304" pitchFamily="18" charset="0"/>
              <a:buChar char="•"/>
            </a:pPr>
            <a:r>
              <a:rPr lang="en-US" altLang="en-US" sz="2540"/>
              <a:t>Communication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9D75929B-6823-4C65-B50E-0CFA2D8D9920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26881" y="98281"/>
            <a:ext cx="7623360" cy="1349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4" rIns="91429" bIns="45714"/>
          <a:lstStyle>
            <a:lvl1pPr marL="547688" indent="-4111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496808" indent="-372966" defTabSz="829452" eaLnBrk="1" fontAlgn="base" hangingPunct="1">
              <a:lnSpc>
                <a:spcPct val="93000"/>
              </a:lnSpc>
              <a:spcBef>
                <a:spcPct val="0"/>
              </a:spcBef>
              <a:spcAft>
                <a:spcPts val="1293"/>
              </a:spcAft>
              <a:buClr>
                <a:srgbClr val="000000"/>
              </a:buClr>
              <a:buSzPct val="100000"/>
            </a:pPr>
            <a:r>
              <a:rPr lang="en-US" altLang="en-US" sz="3628" b="1">
                <a:solidFill>
                  <a:srgbClr val="000000"/>
                </a:solidFill>
                <a:cs typeface="Arial" panose="020B0604020202020204" pitchFamily="34" charset="0"/>
              </a:rPr>
              <a:t>	</a:t>
            </a:r>
            <a:r>
              <a:rPr lang="en-US" altLang="en-US" sz="3628" b="1" i="1">
                <a:solidFill>
                  <a:srgbClr val="000000"/>
                </a:solidFill>
                <a:cs typeface="Arial" panose="020B0604020202020204" pitchFamily="34" charset="0"/>
              </a:rPr>
              <a:t>Many Hospitals </a:t>
            </a:r>
            <a:r>
              <a:rPr lang="en-US" altLang="en-US" sz="3628" b="1" i="1">
                <a:solidFill>
                  <a:srgbClr val="CC00CC"/>
                </a:solidFill>
                <a:cs typeface="Arial" panose="020B0604020202020204" pitchFamily="34" charset="0"/>
              </a:rPr>
              <a:t>do not </a:t>
            </a:r>
            <a:r>
              <a:rPr lang="en-US" altLang="en-US" sz="3628" b="1" i="1">
                <a:solidFill>
                  <a:srgbClr val="000000"/>
                </a:solidFill>
                <a:cs typeface="Arial" panose="020B0604020202020204" pitchFamily="34" charset="0"/>
              </a:rPr>
              <a:t>look at patients as </a:t>
            </a:r>
            <a:r>
              <a:rPr lang="en-US" altLang="en-US" sz="3628" b="1" i="1">
                <a:solidFill>
                  <a:srgbClr val="CC00FF"/>
                </a:solidFill>
                <a:cs typeface="Arial" panose="020B0604020202020204" pitchFamily="34" charset="0"/>
              </a:rPr>
              <a:t>human being</a:t>
            </a:r>
            <a:endParaRPr lang="en-US" altLang="en-US" sz="1814" i="1">
              <a:solidFill>
                <a:srgbClr val="CC00FF"/>
              </a:solidFill>
              <a:cs typeface="Arial" panose="020B0604020202020204" pitchFamily="34" charset="0"/>
            </a:endParaRPr>
          </a:p>
        </p:txBody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B2B10981-0C49-4EBD-BD85-0DD48EFDC018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718561" y="4278601"/>
            <a:ext cx="7623360" cy="2285280"/>
          </a:xfrm>
          <a:prstGeom prst="rect">
            <a:avLst/>
          </a:prstGeom>
          <a:solidFill>
            <a:srgbClr val="00F6B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4" rIns="91429" bIns="45714"/>
          <a:lstStyle>
            <a:lvl1pPr marL="522288" indent="-3857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473767" indent="-349926" defTabSz="829452" eaLnBrk="1" fontAlgn="base" hangingPunct="1">
              <a:lnSpc>
                <a:spcPct val="93000"/>
              </a:lnSpc>
              <a:spcBef>
                <a:spcPct val="0"/>
              </a:spcBef>
              <a:spcAft>
                <a:spcPts val="129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</a:pPr>
            <a:r>
              <a:rPr lang="en-US" altLang="en-US" sz="2540">
                <a:solidFill>
                  <a:srgbClr val="3333FF"/>
                </a:solidFill>
                <a:cs typeface="Arial" panose="020B0604020202020204" pitchFamily="34" charset="0"/>
              </a:rPr>
              <a:t>Health service is not focused  on customers’ expectations, and </a:t>
            </a:r>
          </a:p>
          <a:p>
            <a:pPr marL="473767" indent="-349926" defTabSz="829452" eaLnBrk="1" fontAlgn="base" hangingPunct="1">
              <a:lnSpc>
                <a:spcPct val="93000"/>
              </a:lnSpc>
              <a:spcBef>
                <a:spcPct val="0"/>
              </a:spcBef>
              <a:spcAft>
                <a:spcPts val="129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</a:pPr>
            <a:r>
              <a:rPr lang="en-US" altLang="en-US" sz="2540">
                <a:solidFill>
                  <a:srgbClr val="3333FF"/>
                </a:solidFill>
                <a:cs typeface="Arial" panose="020B0604020202020204" pitchFamily="34" charset="0"/>
              </a:rPr>
              <a:t>Service is not attractively presented to people</a:t>
            </a:r>
          </a:p>
          <a:p>
            <a:pPr marL="473767" indent="-349926" defTabSz="829452" eaLnBrk="1" fontAlgn="base" hangingPunct="1">
              <a:lnSpc>
                <a:spcPct val="93000"/>
              </a:lnSpc>
              <a:spcBef>
                <a:spcPct val="0"/>
              </a:spcBef>
              <a:spcAft>
                <a:spcPts val="129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</a:pPr>
            <a:r>
              <a:rPr lang="en-US" altLang="en-US" sz="2540">
                <a:solidFill>
                  <a:srgbClr val="3333FF"/>
                </a:solidFill>
                <a:cs typeface="Arial" panose="020B0604020202020204" pitchFamily="34" charset="0"/>
              </a:rPr>
              <a:t>Medical technology saves lives, Management is also helpful in saving lives</a:t>
            </a:r>
          </a:p>
          <a:p>
            <a:pPr marL="473767" indent="-349926" defTabSz="829452" eaLnBrk="1" fontAlgn="base" hangingPunct="1">
              <a:lnSpc>
                <a:spcPct val="93000"/>
              </a:lnSpc>
              <a:spcBef>
                <a:spcPct val="0"/>
              </a:spcBef>
              <a:spcAft>
                <a:spcPts val="129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</a:pPr>
            <a:endParaRPr lang="en-US" altLang="en-US" sz="2540">
              <a:solidFill>
                <a:srgbClr val="3333FF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スライド番号プレースホルダ 3">
            <a:extLst>
              <a:ext uri="{FF2B5EF4-FFF2-40B4-BE49-F238E27FC236}">
                <a16:creationId xmlns:a16="http://schemas.microsoft.com/office/drawing/2014/main" id="{42CF6C41-32FC-4D0F-95F4-F60E9B200DB9}"/>
              </a:ext>
            </a:extLst>
          </p:cNvPr>
          <p:cNvSpPr txBox="1">
            <a:spLocks noGrp="1"/>
          </p:cNvSpPr>
          <p:nvPr/>
        </p:nvSpPr>
        <p:spPr bwMode="auto">
          <a:xfrm>
            <a:off x="6553441" y="6248521"/>
            <a:ext cx="1905120" cy="4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4" rIns="91429" bIns="45714"/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defTabSz="914414" eaLnBrk="1" fontAlgn="base" hangingPunct="1">
              <a:spcBef>
                <a:spcPct val="0"/>
              </a:spcBef>
              <a:spcAft>
                <a:spcPct val="0"/>
              </a:spcAft>
            </a:pPr>
            <a:fld id="{0EAD0759-6DA3-4A27-83B5-600398812ED8}" type="slidenum">
              <a:rPr lang="ja-JP" altLang="en-US" sz="136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 algn="r" defTabSz="914414" eaLnBrk="1" fontAlgn="base" hangingPunct="1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ja-JP" sz="1361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147" name="テキスト ボックス 4">
            <a:extLst>
              <a:ext uri="{FF2B5EF4-FFF2-40B4-BE49-F238E27FC236}">
                <a16:creationId xmlns:a16="http://schemas.microsoft.com/office/drawing/2014/main" id="{026036B8-AB34-433A-812C-3C30B72A6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642601"/>
            <a:ext cx="9144000" cy="1195187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29" tIns="45714" rIns="91429" bIns="45714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914414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ja-JP" sz="3175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Back yard service function</a:t>
            </a:r>
          </a:p>
          <a:p>
            <a:pPr algn="ctr" defTabSz="914414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ja-JP" sz="1996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Kitchen, Linen, Warehouse, Water supply, Electricity, Pharmaceutical storage, Clinical record storage, etc……</a:t>
            </a:r>
            <a:endParaRPr kumimoji="1" lang="ja-JP" altLang="en-US" sz="1996">
              <a:solidFill>
                <a:srgbClr val="00000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6148" name="テキスト ボックス 5">
            <a:extLst>
              <a:ext uri="{FF2B5EF4-FFF2-40B4-BE49-F238E27FC236}">
                <a16:creationId xmlns:a16="http://schemas.microsoft.com/office/drawing/2014/main" id="{8BD3D877-6BAC-4DEB-B538-CE708B6D0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2357641"/>
            <a:ext cx="9144000" cy="1195187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29" tIns="45714" rIns="91429" bIns="45714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914414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ja-JP" sz="3175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Central services and logistics</a:t>
            </a:r>
          </a:p>
          <a:p>
            <a:pPr algn="ctr" defTabSz="914414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ja-JP" sz="1996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Laboratories, Imaging Diag. services, Blood bank, Health INFO,  ICU, Op Theatre system,  Pharmacy, Hosp. Adm. Section etc….</a:t>
            </a:r>
          </a:p>
        </p:txBody>
      </p:sp>
      <p:sp>
        <p:nvSpPr>
          <p:cNvPr id="6149" name="テキスト ボックス 6">
            <a:extLst>
              <a:ext uri="{FF2B5EF4-FFF2-40B4-BE49-F238E27FC236}">
                <a16:creationId xmlns:a16="http://schemas.microsoft.com/office/drawing/2014/main" id="{AA5F38D4-626C-4D03-9349-46C155D53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4071241"/>
            <a:ext cx="9144000" cy="2172377"/>
          </a:xfrm>
          <a:prstGeom prst="rect">
            <a:avLst/>
          </a:prstGeom>
          <a:solidFill>
            <a:srgbClr val="0000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29" tIns="45714" rIns="91429" bIns="45714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914414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ja-JP" sz="3175">
                <a:solidFill>
                  <a:srgbClr val="FFFF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Front-line Services: Diagnosis, Treatments, Follow-up, Individual health promotion</a:t>
            </a:r>
          </a:p>
          <a:p>
            <a:pPr algn="ctr" defTabSz="914414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ja-JP" sz="1996">
                <a:solidFill>
                  <a:srgbClr val="FFFF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OPD, Wards, Emergency, Rehabilitation, Social Work, Health education service etc…………………………………..</a:t>
            </a:r>
            <a:endParaRPr kumimoji="1" lang="ja-JP" altLang="en-US" sz="1996">
              <a:solidFill>
                <a:srgbClr val="FFFFFF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150" name="直線矢印コネクタ 9">
            <a:extLst>
              <a:ext uri="{FF2B5EF4-FFF2-40B4-BE49-F238E27FC236}">
                <a16:creationId xmlns:a16="http://schemas.microsoft.com/office/drawing/2014/main" id="{2D1DD9FA-FD00-4A06-A5D9-75E0878E824A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-647279" y="2721240"/>
            <a:ext cx="2073600" cy="1440"/>
          </a:xfrm>
          <a:prstGeom prst="straightConnector1">
            <a:avLst/>
          </a:prstGeom>
          <a:noFill/>
          <a:ln w="762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51" name="直線矢印コネクタ 11">
            <a:extLst>
              <a:ext uri="{FF2B5EF4-FFF2-40B4-BE49-F238E27FC236}">
                <a16:creationId xmlns:a16="http://schemas.microsoft.com/office/drawing/2014/main" id="{3150185C-D9A2-443E-87AD-4B78FFB7AB77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7031521" y="2624041"/>
            <a:ext cx="2008800" cy="1440"/>
          </a:xfrm>
          <a:prstGeom prst="straightConnector1">
            <a:avLst/>
          </a:prstGeom>
          <a:noFill/>
          <a:ln w="762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52" name="直線矢印コネクタ 12">
            <a:extLst>
              <a:ext uri="{FF2B5EF4-FFF2-40B4-BE49-F238E27FC236}">
                <a16:creationId xmlns:a16="http://schemas.microsoft.com/office/drawing/2014/main" id="{BA6C8C04-012E-447B-B106-4E4A65C58EB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804721" y="2721240"/>
            <a:ext cx="2073600" cy="1440"/>
          </a:xfrm>
          <a:prstGeom prst="straightConnector1">
            <a:avLst/>
          </a:prstGeom>
          <a:noFill/>
          <a:ln w="762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53" name="直線矢印コネクタ 14">
            <a:extLst>
              <a:ext uri="{FF2B5EF4-FFF2-40B4-BE49-F238E27FC236}">
                <a16:creationId xmlns:a16="http://schemas.microsoft.com/office/drawing/2014/main" id="{684E3B06-065A-4348-91C3-CBD00C68ED6A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3273121" y="2624041"/>
            <a:ext cx="2008800" cy="1440"/>
          </a:xfrm>
          <a:prstGeom prst="straightConnector1">
            <a:avLst/>
          </a:prstGeom>
          <a:noFill/>
          <a:ln w="762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54" name="直線矢印コネクタ 15">
            <a:extLst>
              <a:ext uri="{FF2B5EF4-FFF2-40B4-BE49-F238E27FC236}">
                <a16:creationId xmlns:a16="http://schemas.microsoft.com/office/drawing/2014/main" id="{1BFD9037-3F55-41D2-9B60-33386245D21A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046321" y="2721240"/>
            <a:ext cx="2073600" cy="1440"/>
          </a:xfrm>
          <a:prstGeom prst="straightConnector1">
            <a:avLst/>
          </a:prstGeom>
          <a:noFill/>
          <a:ln w="762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55" name="直線矢印コネクタ 16">
            <a:extLst>
              <a:ext uri="{FF2B5EF4-FFF2-40B4-BE49-F238E27FC236}">
                <a16:creationId xmlns:a16="http://schemas.microsoft.com/office/drawing/2014/main" id="{B843EE87-BA3A-4482-A852-34C5F1662884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-420479" y="2688841"/>
            <a:ext cx="2008800" cy="1440"/>
          </a:xfrm>
          <a:prstGeom prst="straightConnector1">
            <a:avLst/>
          </a:prstGeom>
          <a:noFill/>
          <a:ln w="762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>
            <a:extLst>
              <a:ext uri="{FF2B5EF4-FFF2-40B4-BE49-F238E27FC236}">
                <a16:creationId xmlns:a16="http://schemas.microsoft.com/office/drawing/2014/main" id="{A14E946B-45DB-48D1-AA65-D906F57F0B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6481" y="1273321"/>
            <a:ext cx="8219520" cy="3723840"/>
          </a:xfrm>
        </p:spPr>
        <p:txBody>
          <a:bodyPr/>
          <a:lstStyle/>
          <a:p>
            <a:pPr eaLnBrk="1">
              <a:spcAft>
                <a:spcPct val="90000"/>
              </a:spcAft>
              <a:buFont typeface="Times New Roman" panose="02020603050405020304" pitchFamily="18" charset="0"/>
              <a:buChar char="•"/>
            </a:pPr>
            <a:r>
              <a:rPr lang="en-US" altLang="en-US" sz="2540"/>
              <a:t>Weakness in the backyard and central services causes weakness in the frontline services</a:t>
            </a:r>
          </a:p>
          <a:p>
            <a:pPr eaLnBrk="1">
              <a:spcAft>
                <a:spcPct val="90000"/>
              </a:spcAft>
              <a:buFont typeface="Times New Roman" panose="02020603050405020304" pitchFamily="18" charset="0"/>
              <a:buChar char="•"/>
            </a:pPr>
            <a:r>
              <a:rPr lang="en-US" altLang="en-US" sz="2540"/>
              <a:t>This results in </a:t>
            </a:r>
            <a:r>
              <a:rPr lang="en-US" altLang="en-US" sz="2540">
                <a:solidFill>
                  <a:srgbClr val="CC00FF"/>
                </a:solidFill>
              </a:rPr>
              <a:t>low staff satisfaction</a:t>
            </a:r>
            <a:r>
              <a:rPr lang="en-US" altLang="en-US" sz="2540"/>
              <a:t> as well as low client satisfaction</a:t>
            </a:r>
          </a:p>
          <a:p>
            <a:pPr eaLnBrk="1">
              <a:spcAft>
                <a:spcPct val="90000"/>
              </a:spcAft>
              <a:buFont typeface="Times New Roman" panose="02020603050405020304" pitchFamily="18" charset="0"/>
              <a:buChar char="•"/>
            </a:pPr>
            <a:r>
              <a:rPr lang="en-US" altLang="en-US" sz="2540"/>
              <a:t>One of the ways to improve staff satisfaction is to </a:t>
            </a:r>
            <a:r>
              <a:rPr lang="en-US" altLang="en-US" sz="2540">
                <a:solidFill>
                  <a:srgbClr val="CC00FF"/>
                </a:solidFill>
              </a:rPr>
              <a:t>improve the work environment,</a:t>
            </a:r>
            <a:r>
              <a:rPr lang="en-US" altLang="en-US" sz="2540"/>
              <a:t> through application of </a:t>
            </a:r>
            <a:r>
              <a:rPr lang="en-US" altLang="en-US" sz="2540" b="1">
                <a:solidFill>
                  <a:srgbClr val="CC00FF"/>
                </a:solidFill>
              </a:rPr>
              <a:t>5S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>
            <a:extLst>
              <a:ext uri="{FF2B5EF4-FFF2-40B4-BE49-F238E27FC236}">
                <a16:creationId xmlns:a16="http://schemas.microsoft.com/office/drawing/2014/main" id="{F08D487D-AEA8-42DE-A21A-88EBB0DE1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80994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95720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10446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525172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407526" eaLnBrk="1" fontAlgn="base">
              <a:spcBef>
                <a:spcPct val="0"/>
              </a:spcBef>
              <a:spcAft>
                <a:spcPct val="0"/>
              </a:spcAft>
            </a:pPr>
            <a:fld id="{35EBB378-CDD9-46E7-97C4-408689DD48E6}" type="slidenum">
              <a:rPr lang="en-US" altLang="en-US" sz="1633">
                <a:solidFill>
                  <a:srgbClr val="000000"/>
                </a:solidFill>
                <a:cs typeface="Arial" panose="020B0604020202020204" pitchFamily="34" charset="0"/>
              </a:rPr>
              <a:pPr defTabSz="407526" eaLnBrk="1"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en-US" sz="1633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6654610F-A8D6-4029-92F9-D2A1C5C363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" y="13321"/>
            <a:ext cx="9144000" cy="803520"/>
          </a:xfrm>
          <a:solidFill>
            <a:srgbClr val="B05800"/>
          </a:solidFill>
        </p:spPr>
        <p:txBody>
          <a:bodyPr vert="horz" wrap="square" lIns="0" tIns="35268" rIns="0" bIns="0" numCol="1" anchor="ctr" anchorCtr="0" compatLnSpc="1">
            <a:prstTxWarp prst="textNoShape">
              <a:avLst/>
            </a:prstTxWarp>
          </a:bodyPr>
          <a:lstStyle/>
          <a:p>
            <a:pPr eaLnBrk="1">
              <a:buClrTx/>
              <a:buSzPct val="45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3266" b="1">
                <a:solidFill>
                  <a:srgbClr val="97FFE4"/>
                </a:solidFill>
              </a:rPr>
              <a:t>5S: Definitions</a:t>
            </a:r>
          </a:p>
        </p:txBody>
      </p:sp>
      <p:sp>
        <p:nvSpPr>
          <p:cNvPr id="8196" name="Text Box 3">
            <a:extLst>
              <a:ext uri="{FF2B5EF4-FFF2-40B4-BE49-F238E27FC236}">
                <a16:creationId xmlns:a16="http://schemas.microsoft.com/office/drawing/2014/main" id="{0B8C9DE0-1BD3-4195-B5B2-8DECDDB25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881" y="881640"/>
            <a:ext cx="8652960" cy="5748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38" tIns="40819" rIns="81638" bIns="40819"/>
          <a:lstStyle>
            <a:lvl1pPr marL="342900" indent="-342900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11045" indent="-311045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Tx/>
              <a:buAutoNum type="arabicPeriod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n-US" altLang="en-US" sz="2540" b="1" u="sng">
                <a:solidFill>
                  <a:srgbClr val="CC00CC"/>
                </a:solidFill>
                <a:cs typeface="Arial" panose="020B0604020202020204" pitchFamily="34" charset="0"/>
              </a:rPr>
              <a:t>Sort</a:t>
            </a:r>
            <a:r>
              <a:rPr lang="en-US" altLang="en-US" sz="2540">
                <a:solidFill>
                  <a:srgbClr val="CC00CC"/>
                </a:solidFill>
                <a:cs typeface="Arial" panose="020B0604020202020204" pitchFamily="34" charset="0"/>
              </a:rPr>
              <a:t>:</a:t>
            </a:r>
            <a:r>
              <a:rPr lang="en-US" altLang="en-US" sz="254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</a:p>
          <a:p>
            <a:pPr marL="311045" indent="-311045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n-US" altLang="en-US" sz="2177">
                <a:solidFill>
                  <a:srgbClr val="000000"/>
                </a:solidFill>
                <a:cs typeface="Arial" panose="020B0604020202020204" pitchFamily="34" charset="0"/>
              </a:rPr>
              <a:t>	Identify and remove unnecessary and unused items from the workplace &amp; reduce clutter</a:t>
            </a:r>
          </a:p>
          <a:p>
            <a:pPr marL="311045" indent="-311045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n-US" altLang="en-US" sz="2177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311045" indent="-311045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7E3F00"/>
              </a:buClr>
              <a:buSzPct val="100000"/>
              <a:buFontTx/>
              <a:buAutoNum type="arabicPeriod" startAt="2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n-US" altLang="en-US" sz="2540" b="1" u="sng">
                <a:solidFill>
                  <a:srgbClr val="CC00CC"/>
                </a:solidFill>
                <a:cs typeface="Arial" panose="020B0604020202020204" pitchFamily="34" charset="0"/>
              </a:rPr>
              <a:t>Set</a:t>
            </a:r>
            <a:r>
              <a:rPr lang="en-US" altLang="en-US" sz="2540">
                <a:solidFill>
                  <a:srgbClr val="CC00CC"/>
                </a:solidFill>
                <a:cs typeface="Arial" panose="020B0604020202020204" pitchFamily="34" charset="0"/>
              </a:rPr>
              <a:t>: </a:t>
            </a:r>
          </a:p>
          <a:p>
            <a:pPr marL="311045" indent="-311045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n-US" altLang="en-US" sz="2177">
                <a:solidFill>
                  <a:srgbClr val="000000"/>
                </a:solidFill>
                <a:cs typeface="Arial" panose="020B0604020202020204" pitchFamily="34" charset="0"/>
              </a:rPr>
              <a:t>	Arrange necessary items in order to reduce time for searching and retrieving and for easy operation</a:t>
            </a:r>
          </a:p>
          <a:p>
            <a:pPr marL="311045" indent="-311045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Tx/>
              <a:buChar char="•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n-US" altLang="en-US" sz="2177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311045" indent="-311045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Tx/>
              <a:buAutoNum type="arabicPeriod" startAt="3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n-US" altLang="en-US" sz="2540" b="1" u="sng">
                <a:solidFill>
                  <a:srgbClr val="CC00CC"/>
                </a:solidFill>
                <a:cs typeface="Arial" panose="020B0604020202020204" pitchFamily="34" charset="0"/>
              </a:rPr>
              <a:t>Shine</a:t>
            </a:r>
            <a:r>
              <a:rPr lang="en-US" altLang="en-US" sz="2540">
                <a:solidFill>
                  <a:srgbClr val="CC00CC"/>
                </a:solidFill>
                <a:cs typeface="Arial" panose="020B0604020202020204" pitchFamily="34" charset="0"/>
              </a:rPr>
              <a:t>: </a:t>
            </a:r>
          </a:p>
          <a:p>
            <a:pPr marL="311045" indent="-311045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n-US" altLang="en-US" sz="2177">
                <a:solidFill>
                  <a:srgbClr val="000000"/>
                </a:solidFill>
                <a:cs typeface="Arial" panose="020B0604020202020204" pitchFamily="34" charset="0"/>
              </a:rPr>
              <a:t>	Keep the workplace clean </a:t>
            </a:r>
            <a:r>
              <a:rPr lang="en-US" altLang="ja-JP" sz="2177">
                <a:solidFill>
                  <a:srgbClr val="000000"/>
                </a:solidFill>
                <a:cs typeface="Arial" panose="020B0604020202020204" pitchFamily="34" charset="0"/>
              </a:rPr>
              <a:t>so that there is no dust on floor, machines or equipment (maintain daily cleaning schedule)</a:t>
            </a:r>
          </a:p>
          <a:p>
            <a:pPr marL="311045" indent="-311045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n-US" altLang="en-US" sz="2177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311045" indent="-311045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Tx/>
              <a:buAutoNum type="arabicPeriod" startAt="4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n-US" altLang="en-US" sz="2540" b="1" u="sng">
                <a:solidFill>
                  <a:srgbClr val="CC00CC"/>
                </a:solidFill>
                <a:cs typeface="Arial" panose="020B0604020202020204" pitchFamily="34" charset="0"/>
              </a:rPr>
              <a:t>Standardize</a:t>
            </a:r>
            <a:r>
              <a:rPr lang="en-US" altLang="en-US" sz="2540">
                <a:solidFill>
                  <a:srgbClr val="CC00CC"/>
                </a:solidFill>
                <a:cs typeface="Arial" panose="020B0604020202020204" pitchFamily="34" charset="0"/>
              </a:rPr>
              <a:t>: </a:t>
            </a:r>
          </a:p>
          <a:p>
            <a:pPr marL="311045" indent="-311045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n-US" altLang="en-US" sz="2177">
                <a:solidFill>
                  <a:srgbClr val="000000"/>
                </a:solidFill>
                <a:cs typeface="Arial" panose="020B0604020202020204" pitchFamily="34" charset="0"/>
              </a:rPr>
              <a:t>	Set up the above 3Ss as norms in all the places</a:t>
            </a:r>
          </a:p>
          <a:p>
            <a:pPr marL="311045" indent="-311045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Tx/>
              <a:buChar char="•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endParaRPr lang="en-US" altLang="en-US" sz="2177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311045" indent="-311045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Tx/>
              <a:buAutoNum type="arabicPeriod" startAt="5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n-US" altLang="en-US" sz="2540" b="1" u="sng">
                <a:solidFill>
                  <a:srgbClr val="CC00CC"/>
                </a:solidFill>
                <a:cs typeface="Arial" panose="020B0604020202020204" pitchFamily="34" charset="0"/>
              </a:rPr>
              <a:t>Sustain</a:t>
            </a:r>
            <a:r>
              <a:rPr lang="en-US" altLang="en-US" sz="2540">
                <a:solidFill>
                  <a:srgbClr val="CC00CC"/>
                </a:solidFill>
                <a:cs typeface="Arial" panose="020B0604020202020204" pitchFamily="34" charset="0"/>
              </a:rPr>
              <a:t>: </a:t>
            </a:r>
          </a:p>
          <a:p>
            <a:pPr marL="311045" indent="-311045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n-US" altLang="en-US" sz="2177">
                <a:solidFill>
                  <a:srgbClr val="000000"/>
                </a:solidFill>
                <a:cs typeface="Arial" panose="020B0604020202020204" pitchFamily="34" charset="0"/>
              </a:rPr>
              <a:t>	</a:t>
            </a:r>
            <a:r>
              <a:rPr lang="en-US" altLang="ja-JP" sz="2177">
                <a:solidFill>
                  <a:srgbClr val="000000"/>
                </a:solidFill>
                <a:cs typeface="Arial" panose="020B0604020202020204" pitchFamily="34" charset="0"/>
              </a:rPr>
              <a:t>Training people to follow good work habits and strict observation of workplace rules</a:t>
            </a:r>
            <a:endParaRPr lang="en-US" altLang="en-US" sz="2177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>
            <a:extLst>
              <a:ext uri="{FF2B5EF4-FFF2-40B4-BE49-F238E27FC236}">
                <a16:creationId xmlns:a16="http://schemas.microsoft.com/office/drawing/2014/main" id="{F1AA9679-E95C-4AFC-BFF0-814887D5DA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6481" y="1012681"/>
            <a:ext cx="8219520" cy="5109120"/>
          </a:xfrm>
        </p:spPr>
        <p:txBody>
          <a:bodyPr/>
          <a:lstStyle/>
          <a:p>
            <a:pPr eaLnBrk="1">
              <a:spcAft>
                <a:spcPct val="70000"/>
              </a:spcAft>
              <a:buFont typeface="Times New Roman" panose="02020603050405020304" pitchFamily="18" charset="0"/>
              <a:buChar char="•"/>
            </a:pPr>
            <a:r>
              <a:rPr lang="en-US" altLang="en-US"/>
              <a:t>Unwanted item store</a:t>
            </a:r>
          </a:p>
          <a:p>
            <a:pPr eaLnBrk="1">
              <a:spcAft>
                <a:spcPct val="70000"/>
              </a:spcAft>
              <a:buFont typeface="Times New Roman" panose="02020603050405020304" pitchFamily="18" charset="0"/>
              <a:buChar char="•"/>
            </a:pPr>
            <a:r>
              <a:rPr lang="en-US" altLang="en-US"/>
              <a:t>Use of </a:t>
            </a:r>
            <a:r>
              <a:rPr lang="en-US" altLang="en-US">
                <a:solidFill>
                  <a:srgbClr val="CC00FF"/>
                </a:solidFill>
              </a:rPr>
              <a:t>red tag</a:t>
            </a:r>
            <a:r>
              <a:rPr lang="en-US" altLang="en-US"/>
              <a:t> to identify the unwanted items, all the items should be labeled with </a:t>
            </a:r>
            <a:r>
              <a:rPr lang="en-US" altLang="en-US">
                <a:solidFill>
                  <a:srgbClr val="CC00FF"/>
                </a:solidFill>
              </a:rPr>
              <a:t>explanation of problems</a:t>
            </a:r>
          </a:p>
          <a:p>
            <a:pPr eaLnBrk="1">
              <a:spcAft>
                <a:spcPct val="70000"/>
              </a:spcAft>
              <a:buFont typeface="Times New Roman" panose="02020603050405020304" pitchFamily="18" charset="0"/>
              <a:buChar char="•"/>
            </a:pPr>
            <a:r>
              <a:rPr lang="en-US" altLang="en-US"/>
              <a:t>From </a:t>
            </a:r>
            <a:r>
              <a:rPr lang="en-US" altLang="en-US">
                <a:solidFill>
                  <a:srgbClr val="CC00FF"/>
                </a:solidFill>
              </a:rPr>
              <a:t>indoor to outdoor</a:t>
            </a:r>
            <a:r>
              <a:rPr lang="en-US" altLang="en-US"/>
              <a:t>, no area should be spared</a:t>
            </a:r>
          </a:p>
          <a:p>
            <a:pPr eaLnBrk="1">
              <a:spcAft>
                <a:spcPct val="70000"/>
              </a:spcAft>
              <a:buFont typeface="Times New Roman" panose="02020603050405020304" pitchFamily="18" charset="0"/>
              <a:buChar char="•"/>
            </a:pPr>
            <a:r>
              <a:rPr lang="en-US" altLang="en-US"/>
              <a:t>Segregation of solid waste and introduction of the concept of </a:t>
            </a:r>
            <a:r>
              <a:rPr lang="en-US" altLang="en-US">
                <a:solidFill>
                  <a:srgbClr val="CC00FF"/>
                </a:solidFill>
              </a:rPr>
              <a:t>reducing and reusing</a:t>
            </a:r>
            <a:r>
              <a:rPr lang="en-US" altLang="en-US"/>
              <a:t> of waste</a:t>
            </a:r>
          </a:p>
          <a:p>
            <a:pPr eaLnBrk="1">
              <a:spcAft>
                <a:spcPct val="70000"/>
              </a:spcAft>
              <a:buFont typeface="Times New Roman" panose="02020603050405020304" pitchFamily="18" charset="0"/>
              <a:buChar char="•"/>
            </a:pPr>
            <a:r>
              <a:rPr lang="en-US" altLang="en-US"/>
              <a:t>Organize big </a:t>
            </a:r>
            <a:r>
              <a:rPr lang="en-US" altLang="en-US">
                <a:solidFill>
                  <a:srgbClr val="CC00FF"/>
                </a:solidFill>
              </a:rPr>
              <a:t>sorting day</a:t>
            </a:r>
            <a:r>
              <a:rPr lang="en-US" altLang="en-US"/>
              <a:t> once in a month</a:t>
            </a:r>
          </a:p>
        </p:txBody>
      </p:sp>
      <p:sp>
        <p:nvSpPr>
          <p:cNvPr id="9219" name="Rectangle 4">
            <a:extLst>
              <a:ext uri="{FF2B5EF4-FFF2-40B4-BE49-F238E27FC236}">
                <a16:creationId xmlns:a16="http://schemas.microsoft.com/office/drawing/2014/main" id="{6A433FE8-C6C8-4BB4-B266-5A732CB663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" y="13321"/>
            <a:ext cx="9144000" cy="803520"/>
          </a:xfrm>
          <a:solidFill>
            <a:srgbClr val="B05800"/>
          </a:solidFill>
        </p:spPr>
        <p:txBody>
          <a:bodyPr vert="horz" wrap="square" lIns="0" tIns="35268" rIns="0" bIns="0" numCol="1" anchor="ctr" anchorCtr="0" compatLnSpc="1">
            <a:prstTxWarp prst="textNoShape">
              <a:avLst/>
            </a:prstTxWarp>
          </a:bodyPr>
          <a:lstStyle/>
          <a:p>
            <a:pPr eaLnBrk="1">
              <a:buClrTx/>
              <a:buSzPct val="45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3628" b="1">
                <a:solidFill>
                  <a:srgbClr val="FFFF99"/>
                </a:solidFill>
              </a:rPr>
              <a:t>Sort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4">
            <a:extLst>
              <a:ext uri="{FF2B5EF4-FFF2-40B4-BE49-F238E27FC236}">
                <a16:creationId xmlns:a16="http://schemas.microsoft.com/office/drawing/2014/main" id="{17990FD6-A102-433D-956C-821F2F327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80994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95720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10446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525172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407526" eaLnBrk="1" fontAlgn="base">
              <a:spcBef>
                <a:spcPct val="0"/>
              </a:spcBef>
              <a:spcAft>
                <a:spcPct val="0"/>
              </a:spcAft>
            </a:pPr>
            <a:fld id="{FDA68481-522F-46EB-A361-1E41E7C65564}" type="slidenum">
              <a:rPr lang="en-US" altLang="en-US" sz="1633">
                <a:solidFill>
                  <a:srgbClr val="000000"/>
                </a:solidFill>
                <a:cs typeface="Arial" panose="020B0604020202020204" pitchFamily="34" charset="0"/>
              </a:rPr>
              <a:pPr defTabSz="407526" eaLnBrk="1"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en-US" sz="1633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0243" name="Rectangle 1">
            <a:extLst>
              <a:ext uri="{FF2B5EF4-FFF2-40B4-BE49-F238E27FC236}">
                <a16:creationId xmlns:a16="http://schemas.microsoft.com/office/drawing/2014/main" id="{0090AD30-0448-4242-A7ED-BA4B786B14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" y="-14039"/>
            <a:ext cx="9144000" cy="764640"/>
          </a:xfrm>
          <a:solidFill>
            <a:srgbClr val="B05800"/>
          </a:solidFill>
        </p:spPr>
        <p:txBody>
          <a:bodyPr vert="horz" wrap="square" lIns="0" tIns="35268" rIns="0" bIns="0" numCol="1" anchor="ctr" anchorCtr="0" compatLnSpc="1">
            <a:prstTxWarp prst="textNoShape">
              <a:avLst/>
            </a:prstTxWarp>
          </a:bodyPr>
          <a:lstStyle/>
          <a:p>
            <a:pPr eaLnBrk="1">
              <a:buClrTx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>
                <a:solidFill>
                  <a:srgbClr val="B7FFEC"/>
                </a:solidFill>
              </a:rPr>
              <a:t>Sort</a:t>
            </a:r>
          </a:p>
        </p:txBody>
      </p:sp>
      <p:sp>
        <p:nvSpPr>
          <p:cNvPr id="10244" name="AutoShape 2">
            <a:extLst>
              <a:ext uri="{FF2B5EF4-FFF2-40B4-BE49-F238E27FC236}">
                <a16:creationId xmlns:a16="http://schemas.microsoft.com/office/drawing/2014/main" id="{8F833733-1998-4D15-BB34-ECFF86D60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641" y="3233161"/>
            <a:ext cx="1666080" cy="195984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8600 w 21600"/>
              <a:gd name="T13" fmla="*/ 8600 h 21600"/>
              <a:gd name="T14" fmla="*/ 17300 w 21600"/>
              <a:gd name="T15" fmla="*/ 130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8600" y="4300"/>
                </a:moveTo>
                <a:lnTo>
                  <a:pt x="6500" y="4300"/>
                </a:lnTo>
                <a:lnTo>
                  <a:pt x="10800" y="0"/>
                </a:lnTo>
                <a:lnTo>
                  <a:pt x="15100" y="4300"/>
                </a:lnTo>
                <a:lnTo>
                  <a:pt x="13000" y="4300"/>
                </a:lnTo>
                <a:lnTo>
                  <a:pt x="13000" y="8600"/>
                </a:lnTo>
                <a:lnTo>
                  <a:pt x="17300" y="8600"/>
                </a:lnTo>
                <a:lnTo>
                  <a:pt x="17300" y="6500"/>
                </a:lnTo>
                <a:lnTo>
                  <a:pt x="21600" y="10800"/>
                </a:lnTo>
                <a:lnTo>
                  <a:pt x="17300" y="15100"/>
                </a:lnTo>
                <a:lnTo>
                  <a:pt x="17300" y="13000"/>
                </a:lnTo>
                <a:lnTo>
                  <a:pt x="13000" y="13000"/>
                </a:lnTo>
                <a:lnTo>
                  <a:pt x="13000" y="17300"/>
                </a:lnTo>
                <a:lnTo>
                  <a:pt x="15100" y="17300"/>
                </a:lnTo>
                <a:lnTo>
                  <a:pt x="10800" y="21600"/>
                </a:lnTo>
                <a:lnTo>
                  <a:pt x="6500" y="17300"/>
                </a:lnTo>
                <a:lnTo>
                  <a:pt x="8600" y="17300"/>
                </a:lnTo>
                <a:lnTo>
                  <a:pt x="8600" y="4300"/>
                </a:lnTo>
                <a:close/>
              </a:path>
            </a:pathLst>
          </a:custGeom>
          <a:solidFill>
            <a:srgbClr val="99CC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07526" fontAlgn="base">
              <a:spcBef>
                <a:spcPct val="0"/>
              </a:spcBef>
              <a:spcAft>
                <a:spcPct val="0"/>
              </a:spcAft>
            </a:pPr>
            <a:endParaRPr lang="en-US" sz="726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0245" name="Oval 3">
            <a:extLst>
              <a:ext uri="{FF2B5EF4-FFF2-40B4-BE49-F238E27FC236}">
                <a16:creationId xmlns:a16="http://schemas.microsoft.com/office/drawing/2014/main" id="{13D1A770-79BF-45FF-8114-BF534BF0B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321" y="3722761"/>
            <a:ext cx="3003840" cy="979200"/>
          </a:xfrm>
          <a:prstGeom prst="ellipse">
            <a:avLst/>
          </a:prstGeom>
          <a:solidFill>
            <a:srgbClr val="FFFF66"/>
          </a:solidFill>
          <a:ln w="9360">
            <a:solidFill>
              <a:srgbClr val="000000"/>
            </a:solidFill>
            <a:round/>
            <a:headEnd/>
            <a:tailEnd/>
          </a:ln>
          <a:effectLst>
            <a:outerShdw dist="152735" dir="2700000" algn="ctr" rotWithShape="0">
              <a:srgbClr val="808080"/>
            </a:outerShdw>
          </a:effectLst>
        </p:spPr>
        <p:txBody>
          <a:bodyPr wrap="none" lIns="81638" tIns="40819" rIns="81638" bIns="40819" anchor="ctr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2177">
                <a:solidFill>
                  <a:srgbClr val="000000"/>
                </a:solidFill>
                <a:cs typeface="Arial" panose="020B0604020202020204" pitchFamily="34" charset="0"/>
              </a:rPr>
              <a:t>Occasionally Used</a:t>
            </a:r>
          </a:p>
        </p:txBody>
      </p:sp>
      <p:sp>
        <p:nvSpPr>
          <p:cNvPr id="10246" name="Oval 4">
            <a:extLst>
              <a:ext uri="{FF2B5EF4-FFF2-40B4-BE49-F238E27FC236}">
                <a16:creationId xmlns:a16="http://schemas.microsoft.com/office/drawing/2014/main" id="{BB316DAD-7F17-4A5F-809B-D00333558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041" y="5290920"/>
            <a:ext cx="2776320" cy="979200"/>
          </a:xfrm>
          <a:prstGeom prst="ellipse">
            <a:avLst/>
          </a:prstGeom>
          <a:solidFill>
            <a:srgbClr val="FF8585"/>
          </a:solidFill>
          <a:ln w="9360">
            <a:solidFill>
              <a:srgbClr val="000000"/>
            </a:solidFill>
            <a:round/>
            <a:headEnd/>
            <a:tailEnd/>
          </a:ln>
          <a:effectLst>
            <a:outerShdw dist="152735" dir="2700000" algn="ctr" rotWithShape="0">
              <a:srgbClr val="808080"/>
            </a:outerShdw>
          </a:effectLst>
        </p:spPr>
        <p:txBody>
          <a:bodyPr wrap="none" lIns="81638" tIns="40819" rIns="81638" bIns="40819" anchor="ctr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2177">
                <a:solidFill>
                  <a:srgbClr val="000000"/>
                </a:solidFill>
                <a:cs typeface="Arial" panose="020B0604020202020204" pitchFamily="34" charset="0"/>
              </a:rPr>
              <a:t>Unnecessary</a:t>
            </a:r>
          </a:p>
        </p:txBody>
      </p:sp>
      <p:sp>
        <p:nvSpPr>
          <p:cNvPr id="10247" name="Oval 5">
            <a:extLst>
              <a:ext uri="{FF2B5EF4-FFF2-40B4-BE49-F238E27FC236}">
                <a16:creationId xmlns:a16="http://schemas.microsoft.com/office/drawing/2014/main" id="{DB38E39F-7175-4996-B513-0C145C70B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041" y="2089801"/>
            <a:ext cx="2776320" cy="979200"/>
          </a:xfrm>
          <a:prstGeom prst="ellipse">
            <a:avLst/>
          </a:prstGeom>
          <a:solidFill>
            <a:srgbClr val="00B8FF"/>
          </a:solidFill>
          <a:ln w="9360">
            <a:solidFill>
              <a:srgbClr val="000000"/>
            </a:solidFill>
            <a:round/>
            <a:headEnd/>
            <a:tailEnd/>
          </a:ln>
          <a:effectLst>
            <a:outerShdw dist="152735" dir="2700000" algn="ctr" rotWithShape="0">
              <a:srgbClr val="808080"/>
            </a:outerShdw>
          </a:effectLst>
        </p:spPr>
        <p:txBody>
          <a:bodyPr wrap="none" lIns="81638" tIns="40819" rIns="81638" bIns="40819" anchor="ctr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2177">
                <a:solidFill>
                  <a:srgbClr val="000000"/>
                </a:solidFill>
                <a:cs typeface="Arial" panose="020B0604020202020204" pitchFamily="34" charset="0"/>
              </a:rPr>
              <a:t>Always Necessary</a:t>
            </a:r>
          </a:p>
        </p:txBody>
      </p:sp>
      <p:sp>
        <p:nvSpPr>
          <p:cNvPr id="10248" name="Text Box 6">
            <a:extLst>
              <a:ext uri="{FF2B5EF4-FFF2-40B4-BE49-F238E27FC236}">
                <a16:creationId xmlns:a16="http://schemas.microsoft.com/office/drawing/2014/main" id="{DB05233B-7F48-491A-9BC9-659B21C4B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761" y="946441"/>
            <a:ext cx="8555040" cy="442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38" tIns="40819" rIns="81638" bIns="40819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n-US" altLang="en-US" sz="2903">
                <a:solidFill>
                  <a:srgbClr val="0000FF"/>
                </a:solidFill>
                <a:cs typeface="Arial" panose="020B0604020202020204" pitchFamily="34" charset="0"/>
              </a:rPr>
              <a:t>&lt;Classification of items and actions against them&gt;</a:t>
            </a:r>
          </a:p>
        </p:txBody>
      </p:sp>
      <p:sp>
        <p:nvSpPr>
          <p:cNvPr id="10249" name="AutoShape 7">
            <a:extLst>
              <a:ext uri="{FF2B5EF4-FFF2-40B4-BE49-F238E27FC236}">
                <a16:creationId xmlns:a16="http://schemas.microsoft.com/office/drawing/2014/main" id="{62D94246-EA1A-45DA-95E6-4674060DB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801" y="2318760"/>
            <a:ext cx="1468800" cy="4896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99CC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07526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726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0250" name="AutoShape 8">
            <a:extLst>
              <a:ext uri="{FF2B5EF4-FFF2-40B4-BE49-F238E27FC236}">
                <a16:creationId xmlns:a16="http://schemas.microsoft.com/office/drawing/2014/main" id="{FBB7F59C-A6FA-4E17-9A2C-5C562716F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9680" y="5518440"/>
            <a:ext cx="1468800" cy="4896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99CC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07526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726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0251" name="AutoShape 9">
            <a:extLst>
              <a:ext uri="{FF2B5EF4-FFF2-40B4-BE49-F238E27FC236}">
                <a16:creationId xmlns:a16="http://schemas.microsoft.com/office/drawing/2014/main" id="{C5DC73EC-B2CA-4293-AE72-0E062E6ED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6000" y="3984841"/>
            <a:ext cx="685440" cy="489600"/>
          </a:xfrm>
          <a:prstGeom prst="rightArrow">
            <a:avLst>
              <a:gd name="adj1" fmla="val 50000"/>
              <a:gd name="adj2" fmla="val 35000"/>
            </a:avLst>
          </a:prstGeom>
          <a:solidFill>
            <a:srgbClr val="99CC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07526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726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0252" name="Text Box 10">
            <a:extLst>
              <a:ext uri="{FF2B5EF4-FFF2-40B4-BE49-F238E27FC236}">
                <a16:creationId xmlns:a16="http://schemas.microsoft.com/office/drawing/2014/main" id="{DFC445B8-661B-428D-AB45-BDB1A6D56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3681" y="2187721"/>
            <a:ext cx="3428640" cy="698400"/>
          </a:xfrm>
          <a:prstGeom prst="rect">
            <a:avLst/>
          </a:prstGeom>
          <a:solidFill>
            <a:srgbClr val="00B8FF"/>
          </a:solidFill>
          <a:ln w="9360">
            <a:solidFill>
              <a:srgbClr val="000000"/>
            </a:solidFill>
            <a:round/>
            <a:headEnd/>
            <a:tailEnd/>
          </a:ln>
          <a:effectLst>
            <a:outerShdw dist="152735" dir="2700000" algn="ctr" rotWithShape="0">
              <a:srgbClr val="808080"/>
            </a:outerShdw>
          </a:effectLst>
        </p:spPr>
        <p:txBody>
          <a:bodyPr lIns="81638" tIns="40819" rIns="81638" bIns="40819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2177">
                <a:solidFill>
                  <a:srgbClr val="000000"/>
                </a:solidFill>
                <a:cs typeface="Arial" panose="020B0604020202020204" pitchFamily="34" charset="0"/>
              </a:rPr>
              <a:t>Keep in the venue and make as an object of “Set”</a:t>
            </a:r>
          </a:p>
        </p:txBody>
      </p:sp>
      <p:sp>
        <p:nvSpPr>
          <p:cNvPr id="10253" name="Text Box 11">
            <a:extLst>
              <a:ext uri="{FF2B5EF4-FFF2-40B4-BE49-F238E27FC236}">
                <a16:creationId xmlns:a16="http://schemas.microsoft.com/office/drawing/2014/main" id="{164DC17E-8C26-42F9-83B5-7B83B4551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7681" y="3583081"/>
            <a:ext cx="2612160" cy="131472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round/>
            <a:headEnd/>
            <a:tailEnd/>
          </a:ln>
          <a:effectLst>
            <a:outerShdw dist="152735" dir="2700000" algn="ctr" rotWithShape="0">
              <a:srgbClr val="808080"/>
            </a:outerShdw>
          </a:effectLst>
        </p:spPr>
        <p:txBody>
          <a:bodyPr lIns="81638" tIns="40819" rIns="81638" bIns="40819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996">
                <a:solidFill>
                  <a:srgbClr val="000000"/>
                </a:solidFill>
                <a:cs typeface="Arial" panose="020B0604020202020204" pitchFamily="34" charset="0"/>
              </a:rPr>
              <a:t>Keep in the storage and make it available to use when necessary</a:t>
            </a:r>
          </a:p>
        </p:txBody>
      </p:sp>
      <p:sp>
        <p:nvSpPr>
          <p:cNvPr id="10254" name="Text Box 12">
            <a:extLst>
              <a:ext uri="{FF2B5EF4-FFF2-40B4-BE49-F238E27FC236}">
                <a16:creationId xmlns:a16="http://schemas.microsoft.com/office/drawing/2014/main" id="{41C17525-0844-46BB-B657-E49043E0D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8881" y="5388841"/>
            <a:ext cx="3428640" cy="1006560"/>
          </a:xfrm>
          <a:prstGeom prst="rect">
            <a:avLst/>
          </a:prstGeom>
          <a:solidFill>
            <a:srgbClr val="FF8585"/>
          </a:solidFill>
          <a:ln w="9360">
            <a:solidFill>
              <a:srgbClr val="000000"/>
            </a:solidFill>
            <a:round/>
            <a:headEnd/>
            <a:tailEnd/>
          </a:ln>
          <a:effectLst>
            <a:outerShdw dist="152735" dir="2700000" algn="ctr" rotWithShape="0">
              <a:srgbClr val="808080"/>
            </a:outerShdw>
          </a:effectLst>
        </p:spPr>
        <p:txBody>
          <a:bodyPr lIns="81638" tIns="40819" rIns="81638" bIns="40819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2177">
                <a:solidFill>
                  <a:srgbClr val="000000"/>
                </a:solidFill>
                <a:cs typeface="Arial" panose="020B0604020202020204" pitchFamily="34" charset="0"/>
              </a:rPr>
              <a:t>Keep in the store and discard after permission has been granted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4">
            <a:extLst>
              <a:ext uri="{FF2B5EF4-FFF2-40B4-BE49-F238E27FC236}">
                <a16:creationId xmlns:a16="http://schemas.microsoft.com/office/drawing/2014/main" id="{DD616E43-22BA-4AA8-93B4-F634C077A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80994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95720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10446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525172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407526" eaLnBrk="1" fontAlgn="base">
              <a:spcBef>
                <a:spcPct val="0"/>
              </a:spcBef>
              <a:spcAft>
                <a:spcPct val="0"/>
              </a:spcAft>
            </a:pPr>
            <a:fld id="{C1C25CD5-7B60-47C2-A892-73ED44F04BCF}" type="slidenum">
              <a:rPr lang="en-US" altLang="en-US" sz="1633">
                <a:solidFill>
                  <a:srgbClr val="000000"/>
                </a:solidFill>
                <a:cs typeface="Arial" panose="020B0604020202020204" pitchFamily="34" charset="0"/>
              </a:rPr>
              <a:pPr defTabSz="407526" eaLnBrk="1"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en-US" sz="1633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874478E9-0D9F-4151-85F6-4384B2CCF2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" y="-12600"/>
            <a:ext cx="9144000" cy="698400"/>
          </a:xfrm>
          <a:solidFill>
            <a:srgbClr val="B05800"/>
          </a:solidFill>
        </p:spPr>
        <p:txBody>
          <a:bodyPr vert="horz" wrap="square" lIns="0" tIns="35268" rIns="0" bIns="0" numCol="1" anchor="ctr" anchorCtr="0" compatLnSpc="1">
            <a:prstTxWarp prst="textNoShape">
              <a:avLst/>
            </a:prstTxWarp>
          </a:bodyPr>
          <a:lstStyle/>
          <a:p>
            <a:pPr eaLnBrk="1">
              <a:buClrTx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b="1">
                <a:solidFill>
                  <a:srgbClr val="B7FFEC"/>
                </a:solidFill>
              </a:rPr>
              <a:t>Sort</a:t>
            </a:r>
          </a:p>
        </p:txBody>
      </p:sp>
      <p:sp>
        <p:nvSpPr>
          <p:cNvPr id="11268" name="Freeform 3">
            <a:extLst>
              <a:ext uri="{FF2B5EF4-FFF2-40B4-BE49-F238E27FC236}">
                <a16:creationId xmlns:a16="http://schemas.microsoft.com/office/drawing/2014/main" id="{F28A761B-513E-4E8C-A25A-68C8D1C72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3841" y="4488841"/>
            <a:ext cx="1306080" cy="1143360"/>
          </a:xfrm>
          <a:custGeom>
            <a:avLst/>
            <a:gdLst>
              <a:gd name="T0" fmla="*/ 2147483647 w 841"/>
              <a:gd name="T1" fmla="*/ 2147483647 h 854"/>
              <a:gd name="T2" fmla="*/ 2147483647 w 841"/>
              <a:gd name="T3" fmla="*/ 2147483647 h 854"/>
              <a:gd name="T4" fmla="*/ 2147483647 w 841"/>
              <a:gd name="T5" fmla="*/ 2147483647 h 854"/>
              <a:gd name="T6" fmla="*/ 2147483647 w 841"/>
              <a:gd name="T7" fmla="*/ 0 h 854"/>
              <a:gd name="T8" fmla="*/ 0 w 841"/>
              <a:gd name="T9" fmla="*/ 0 h 854"/>
              <a:gd name="T10" fmla="*/ 0 w 841"/>
              <a:gd name="T11" fmla="*/ 2147483647 h 854"/>
              <a:gd name="T12" fmla="*/ 2147483647 w 841"/>
              <a:gd name="T13" fmla="*/ 2147483647 h 854"/>
              <a:gd name="T14" fmla="*/ 2147483647 w 841"/>
              <a:gd name="T15" fmla="*/ 2147483647 h 854"/>
              <a:gd name="T16" fmla="*/ 2147483647 w 841"/>
              <a:gd name="T17" fmla="*/ 2147483647 h 854"/>
              <a:gd name="T18" fmla="*/ 2147483647 w 841"/>
              <a:gd name="T19" fmla="*/ 2147483647 h 85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841" h="854">
                <a:moveTo>
                  <a:pt x="517" y="247"/>
                </a:moveTo>
                <a:lnTo>
                  <a:pt x="517" y="415"/>
                </a:lnTo>
                <a:lnTo>
                  <a:pt x="264" y="415"/>
                </a:lnTo>
                <a:lnTo>
                  <a:pt x="264" y="0"/>
                </a:lnTo>
                <a:lnTo>
                  <a:pt x="0" y="0"/>
                </a:lnTo>
                <a:lnTo>
                  <a:pt x="0" y="680"/>
                </a:lnTo>
                <a:lnTo>
                  <a:pt x="517" y="680"/>
                </a:lnTo>
                <a:lnTo>
                  <a:pt x="517" y="854"/>
                </a:lnTo>
                <a:lnTo>
                  <a:pt x="841" y="547"/>
                </a:lnTo>
                <a:lnTo>
                  <a:pt x="517" y="247"/>
                </a:lnTo>
                <a:close/>
              </a:path>
            </a:pathLst>
          </a:custGeom>
          <a:solidFill>
            <a:srgbClr val="FF3333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07526" fontAlgn="base">
              <a:spcBef>
                <a:spcPct val="0"/>
              </a:spcBef>
              <a:spcAft>
                <a:spcPct val="0"/>
              </a:spcAft>
            </a:pPr>
            <a:endParaRPr lang="en-US" sz="726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269" name="Text Box 4">
            <a:extLst>
              <a:ext uri="{FF2B5EF4-FFF2-40B4-BE49-F238E27FC236}">
                <a16:creationId xmlns:a16="http://schemas.microsoft.com/office/drawing/2014/main" id="{F7849EE7-E0DB-4132-B3CF-6B07AE1862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081" y="1372681"/>
            <a:ext cx="2535840" cy="1470240"/>
          </a:xfrm>
          <a:prstGeom prst="rect">
            <a:avLst/>
          </a:prstGeom>
          <a:solidFill>
            <a:srgbClr val="FF3333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38" tIns="40819" rIns="81638" bIns="40819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2903">
                <a:solidFill>
                  <a:srgbClr val="000000"/>
                </a:solidFill>
                <a:cs typeface="Arial" panose="020B0604020202020204" pitchFamily="34" charset="0"/>
              </a:rPr>
              <a:t>Discarding unnecessary items</a:t>
            </a:r>
          </a:p>
        </p:txBody>
      </p:sp>
      <p:pic>
        <p:nvPicPr>
          <p:cNvPr id="11270" name="Picture 5">
            <a:extLst>
              <a:ext uri="{FF2B5EF4-FFF2-40B4-BE49-F238E27FC236}">
                <a16:creationId xmlns:a16="http://schemas.microsoft.com/office/drawing/2014/main" id="{B5ECBC9E-73C7-4379-B572-4BEF3B672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01" y="1175401"/>
            <a:ext cx="4572000" cy="3111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1271" name="Picture 6">
            <a:extLst>
              <a:ext uri="{FF2B5EF4-FFF2-40B4-BE49-F238E27FC236}">
                <a16:creationId xmlns:a16="http://schemas.microsoft.com/office/drawing/2014/main" id="{08CACA4C-7DA2-4A55-A159-DFFDDE9FD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241" y="3462121"/>
            <a:ext cx="4577760" cy="3216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8876E38-50C3-4A1F-9754-6D2CB6894B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6481" y="1012681"/>
            <a:ext cx="8219520" cy="5109120"/>
          </a:xfrm>
        </p:spPr>
        <p:txBody>
          <a:bodyPr/>
          <a:lstStyle/>
          <a:p>
            <a:pPr eaLnBrk="1">
              <a:spcAft>
                <a:spcPct val="70000"/>
              </a:spcAft>
              <a:buFont typeface="Times New Roman" panose="02020603050405020304" pitchFamily="18" charset="0"/>
              <a:buChar char="•"/>
            </a:pPr>
            <a:r>
              <a:rPr lang="en-US" altLang="en-US"/>
              <a:t>Target and prioritize places for easy application </a:t>
            </a:r>
          </a:p>
          <a:p>
            <a:pPr eaLnBrk="1">
              <a:spcAft>
                <a:spcPct val="70000"/>
              </a:spcAft>
              <a:buFont typeface="Times New Roman" panose="02020603050405020304" pitchFamily="18" charset="0"/>
              <a:buChar char="•"/>
            </a:pPr>
            <a:r>
              <a:rPr lang="en-US" altLang="en-US"/>
              <a:t>Use </a:t>
            </a:r>
            <a:r>
              <a:rPr lang="en-US" altLang="en-US">
                <a:solidFill>
                  <a:srgbClr val="CC00FF"/>
                </a:solidFill>
              </a:rPr>
              <a:t>5S tools </a:t>
            </a:r>
            <a:r>
              <a:rPr lang="en-US" altLang="en-US"/>
              <a:t>to set the work stations</a:t>
            </a:r>
            <a:r>
              <a:rPr lang="en-US" altLang="en-US">
                <a:solidFill>
                  <a:srgbClr val="CC00FF"/>
                </a:solidFill>
              </a:rPr>
              <a:t>,</a:t>
            </a:r>
            <a:r>
              <a:rPr lang="en-US" altLang="en-US"/>
              <a:t> such as color coding, X-axis Y-axis principles, etc. </a:t>
            </a:r>
          </a:p>
          <a:p>
            <a:pPr eaLnBrk="1">
              <a:spcAft>
                <a:spcPct val="70000"/>
              </a:spcAft>
              <a:buFont typeface="Times New Roman" panose="02020603050405020304" pitchFamily="18" charset="0"/>
              <a:buChar char="•"/>
            </a:pPr>
            <a:r>
              <a:rPr lang="en-US" altLang="en-US"/>
              <a:t>Label the rooms based on their functions</a:t>
            </a:r>
          </a:p>
          <a:p>
            <a:pPr eaLnBrk="1">
              <a:spcAft>
                <a:spcPct val="70000"/>
              </a:spcAft>
              <a:buFont typeface="Times New Roman" panose="02020603050405020304" pitchFamily="18" charset="0"/>
              <a:buChar char="•"/>
            </a:pPr>
            <a:r>
              <a:rPr lang="en-US" altLang="en-US"/>
              <a:t>Place name tag and board (e.g., direction board) </a:t>
            </a:r>
          </a:p>
          <a:p>
            <a:pPr eaLnBrk="1">
              <a:spcAft>
                <a:spcPct val="70000"/>
              </a:spcAft>
              <a:buFont typeface="Times New Roman" panose="02020603050405020304" pitchFamily="18" charset="0"/>
              <a:buChar char="•"/>
            </a:pPr>
            <a:r>
              <a:rPr lang="en-US" altLang="en-US"/>
              <a:t>Set the inventory system with </a:t>
            </a:r>
            <a:r>
              <a:rPr lang="en-US" altLang="en-US">
                <a:solidFill>
                  <a:srgbClr val="CC00FF"/>
                </a:solidFill>
              </a:rPr>
              <a:t>tagging and labeling</a:t>
            </a:r>
            <a:r>
              <a:rPr lang="en-US" altLang="en-US"/>
              <a:t> the equipment and other items, including fixation of their location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BBCAB203-0C02-4779-9AB7-8B88897BD9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" y="13321"/>
            <a:ext cx="9144000" cy="803520"/>
          </a:xfrm>
          <a:solidFill>
            <a:srgbClr val="B05800"/>
          </a:solidFill>
        </p:spPr>
        <p:txBody>
          <a:bodyPr vert="horz" wrap="square" lIns="0" tIns="35268" rIns="0" bIns="0" numCol="1" anchor="ctr" anchorCtr="0" compatLnSpc="1">
            <a:prstTxWarp prst="textNoShape">
              <a:avLst/>
            </a:prstTxWarp>
          </a:bodyPr>
          <a:lstStyle/>
          <a:p>
            <a:pPr eaLnBrk="1">
              <a:buClrTx/>
              <a:buSzPct val="45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b="1">
                <a:solidFill>
                  <a:srgbClr val="FFFF99"/>
                </a:solidFill>
              </a:rPr>
              <a:t>Set</a:t>
            </a:r>
            <a:r>
              <a:rPr lang="en-US" altLang="en-US">
                <a:solidFill>
                  <a:srgbClr val="FFFF99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4">
            <a:extLst>
              <a:ext uri="{FF2B5EF4-FFF2-40B4-BE49-F238E27FC236}">
                <a16:creationId xmlns:a16="http://schemas.microsoft.com/office/drawing/2014/main" id="{AE31CFCB-7E73-400C-B148-E76848D73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80994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95720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10446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525172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407526" eaLnBrk="1" fontAlgn="base">
              <a:spcBef>
                <a:spcPct val="0"/>
              </a:spcBef>
              <a:spcAft>
                <a:spcPct val="0"/>
              </a:spcAft>
            </a:pPr>
            <a:fld id="{733E509B-871C-4E06-9C17-0D91FA8611C9}" type="slidenum">
              <a:rPr lang="en-US" altLang="en-US" sz="1633">
                <a:solidFill>
                  <a:srgbClr val="000000"/>
                </a:solidFill>
                <a:cs typeface="Arial" panose="020B0604020202020204" pitchFamily="34" charset="0"/>
              </a:rPr>
              <a:pPr defTabSz="407526" eaLnBrk="1"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en-US" sz="1633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B5767FE7-C8C1-4A15-B642-B132DD4FA6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" y="-12600"/>
            <a:ext cx="9144000" cy="698400"/>
          </a:xfrm>
          <a:solidFill>
            <a:srgbClr val="B05800"/>
          </a:solidFill>
        </p:spPr>
        <p:txBody>
          <a:bodyPr vert="horz" wrap="square" lIns="0" tIns="35268" rIns="0" bIns="0" numCol="1" anchor="ctr" anchorCtr="0" compatLnSpc="1">
            <a:prstTxWarp prst="textNoShape">
              <a:avLst/>
            </a:prstTxWarp>
          </a:bodyPr>
          <a:lstStyle/>
          <a:p>
            <a:pPr eaLnBrk="1">
              <a:buClrTx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b="1">
                <a:solidFill>
                  <a:srgbClr val="B7FFEC"/>
                </a:solidFill>
              </a:rPr>
              <a:t>Set</a:t>
            </a:r>
          </a:p>
        </p:txBody>
      </p:sp>
      <p:sp>
        <p:nvSpPr>
          <p:cNvPr id="13316" name="Freeform 3">
            <a:extLst>
              <a:ext uri="{FF2B5EF4-FFF2-40B4-BE49-F238E27FC236}">
                <a16:creationId xmlns:a16="http://schemas.microsoft.com/office/drawing/2014/main" id="{06D609A2-D862-483F-BE5E-AD0A78817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9041" y="4408201"/>
            <a:ext cx="1143360" cy="1143360"/>
          </a:xfrm>
          <a:custGeom>
            <a:avLst/>
            <a:gdLst>
              <a:gd name="T0" fmla="*/ 2147483647 w 841"/>
              <a:gd name="T1" fmla="*/ 2147483647 h 854"/>
              <a:gd name="T2" fmla="*/ 2147483647 w 841"/>
              <a:gd name="T3" fmla="*/ 2147483647 h 854"/>
              <a:gd name="T4" fmla="*/ 2147483647 w 841"/>
              <a:gd name="T5" fmla="*/ 2147483647 h 854"/>
              <a:gd name="T6" fmla="*/ 2147483647 w 841"/>
              <a:gd name="T7" fmla="*/ 0 h 854"/>
              <a:gd name="T8" fmla="*/ 0 w 841"/>
              <a:gd name="T9" fmla="*/ 0 h 854"/>
              <a:gd name="T10" fmla="*/ 0 w 841"/>
              <a:gd name="T11" fmla="*/ 2147483647 h 854"/>
              <a:gd name="T12" fmla="*/ 2147483647 w 841"/>
              <a:gd name="T13" fmla="*/ 2147483647 h 854"/>
              <a:gd name="T14" fmla="*/ 2147483647 w 841"/>
              <a:gd name="T15" fmla="*/ 2147483647 h 854"/>
              <a:gd name="T16" fmla="*/ 2147483647 w 841"/>
              <a:gd name="T17" fmla="*/ 2147483647 h 854"/>
              <a:gd name="T18" fmla="*/ 2147483647 w 841"/>
              <a:gd name="T19" fmla="*/ 2147483647 h 85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841" h="854">
                <a:moveTo>
                  <a:pt x="517" y="247"/>
                </a:moveTo>
                <a:lnTo>
                  <a:pt x="517" y="415"/>
                </a:lnTo>
                <a:lnTo>
                  <a:pt x="264" y="415"/>
                </a:lnTo>
                <a:lnTo>
                  <a:pt x="264" y="0"/>
                </a:lnTo>
                <a:lnTo>
                  <a:pt x="0" y="0"/>
                </a:lnTo>
                <a:lnTo>
                  <a:pt x="0" y="680"/>
                </a:lnTo>
                <a:lnTo>
                  <a:pt x="517" y="680"/>
                </a:lnTo>
                <a:lnTo>
                  <a:pt x="517" y="854"/>
                </a:lnTo>
                <a:lnTo>
                  <a:pt x="841" y="547"/>
                </a:lnTo>
                <a:lnTo>
                  <a:pt x="517" y="247"/>
                </a:lnTo>
                <a:close/>
              </a:path>
            </a:pathLst>
          </a:custGeom>
          <a:solidFill>
            <a:srgbClr val="00FF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07526" fontAlgn="base">
              <a:spcBef>
                <a:spcPct val="0"/>
              </a:spcBef>
              <a:spcAft>
                <a:spcPct val="0"/>
              </a:spcAft>
            </a:pPr>
            <a:endParaRPr lang="en-US" sz="726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317" name="Text Box 4">
            <a:extLst>
              <a:ext uri="{FF2B5EF4-FFF2-40B4-BE49-F238E27FC236}">
                <a16:creationId xmlns:a16="http://schemas.microsoft.com/office/drawing/2014/main" id="{6DFE9547-24DC-496A-8EA8-EADD60D39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4720" y="1358281"/>
            <a:ext cx="3559680" cy="145008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38" tIns="40819" rIns="81638" bIns="40819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2540">
                <a:solidFill>
                  <a:srgbClr val="000000"/>
                </a:solidFill>
                <a:cs typeface="Arial" panose="020B0604020202020204" pitchFamily="34" charset="0"/>
              </a:rPr>
              <a:t>Documents orderly kept for work </a:t>
            </a:r>
          </a:p>
          <a:p>
            <a:pPr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2540">
                <a:solidFill>
                  <a:srgbClr val="000000"/>
                </a:solidFill>
                <a:cs typeface="Arial" panose="020B0604020202020204" pitchFamily="34" charset="0"/>
              </a:rPr>
              <a:t>efficiency</a:t>
            </a:r>
          </a:p>
        </p:txBody>
      </p:sp>
      <p:pic>
        <p:nvPicPr>
          <p:cNvPr id="13318" name="Picture 5">
            <a:extLst>
              <a:ext uri="{FF2B5EF4-FFF2-40B4-BE49-F238E27FC236}">
                <a16:creationId xmlns:a16="http://schemas.microsoft.com/office/drawing/2014/main" id="{168A76D9-E39C-480C-968E-D711CFB8C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81" y="979560"/>
            <a:ext cx="4354560" cy="3265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3319" name="Text Box 6">
            <a:extLst>
              <a:ext uri="{FF2B5EF4-FFF2-40B4-BE49-F238E27FC236}">
                <a16:creationId xmlns:a16="http://schemas.microsoft.com/office/drawing/2014/main" id="{D23FC798-B2BC-46F5-BCF2-49E3FA01C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881" y="979561"/>
            <a:ext cx="979200" cy="39024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38" tIns="40819" rIns="81638" bIns="40819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2177">
                <a:solidFill>
                  <a:srgbClr val="000000"/>
                </a:solidFill>
                <a:cs typeface="Arial" panose="020B0604020202020204" pitchFamily="34" charset="0"/>
              </a:rPr>
              <a:t>Before</a:t>
            </a:r>
          </a:p>
        </p:txBody>
      </p:sp>
      <p:pic>
        <p:nvPicPr>
          <p:cNvPr id="13320" name="Picture 7">
            <a:extLst>
              <a:ext uri="{FF2B5EF4-FFF2-40B4-BE49-F238E27FC236}">
                <a16:creationId xmlns:a16="http://schemas.microsoft.com/office/drawing/2014/main" id="{901DFB47-A4C8-4532-8CB2-99E0F4A52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5120" y="3266280"/>
            <a:ext cx="4354560" cy="3265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3321" name="Text Box 8">
            <a:extLst>
              <a:ext uri="{FF2B5EF4-FFF2-40B4-BE49-F238E27FC236}">
                <a16:creationId xmlns:a16="http://schemas.microsoft.com/office/drawing/2014/main" id="{D0FCEB94-40DD-4497-9553-2B1295CCF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5121" y="3266281"/>
            <a:ext cx="816480" cy="39024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38" tIns="40819" rIns="81638" bIns="40819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2177">
                <a:solidFill>
                  <a:srgbClr val="000000"/>
                </a:solidFill>
                <a:cs typeface="Arial" panose="020B0604020202020204" pitchFamily="34" charset="0"/>
              </a:rPr>
              <a:t>After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158">
            <a:extLst>
              <a:ext uri="{FF2B5EF4-FFF2-40B4-BE49-F238E27FC236}">
                <a16:creationId xmlns:a16="http://schemas.microsoft.com/office/drawing/2014/main" id="{102DFE84-A8ED-44A0-AC46-74305BCD8AEF}"/>
              </a:ext>
            </a:extLst>
          </p:cNvPr>
          <p:cNvGrpSpPr>
            <a:grpSpLocks/>
          </p:cNvGrpSpPr>
          <p:nvPr/>
        </p:nvGrpSpPr>
        <p:grpSpPr bwMode="auto">
          <a:xfrm>
            <a:off x="282241" y="361"/>
            <a:ext cx="8848800" cy="6844320"/>
            <a:chOff x="178" y="0"/>
            <a:chExt cx="5574" cy="4312"/>
          </a:xfrm>
        </p:grpSpPr>
        <p:sp>
          <p:nvSpPr>
            <p:cNvPr id="14339" name="AutoShape 2">
              <a:extLst>
                <a:ext uri="{FF2B5EF4-FFF2-40B4-BE49-F238E27FC236}">
                  <a16:creationId xmlns:a16="http://schemas.microsoft.com/office/drawing/2014/main" id="{2C518093-BCD2-41ED-86A1-A624CFEDCC6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1068" y="-372"/>
              <a:ext cx="4312" cy="5056"/>
            </a:xfrm>
            <a:prstGeom prst="rtTriangle">
              <a:avLst/>
            </a:prstGeom>
            <a:solidFill>
              <a:srgbClr val="A2C1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29" tIns="45714" rIns="91429" bIns="45714" anchor="ctr"/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14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 sz="1814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4340" name="AutoShape 3">
              <a:extLst>
                <a:ext uri="{FF2B5EF4-FFF2-40B4-BE49-F238E27FC236}">
                  <a16:creationId xmlns:a16="http://schemas.microsoft.com/office/drawing/2014/main" id="{8AB92F3A-0C9B-4E2C-B4B2-1B31B0C0E0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0" y="1804"/>
              <a:ext cx="2104" cy="688"/>
            </a:xfrm>
            <a:prstGeom prst="roundRect">
              <a:avLst>
                <a:gd name="adj" fmla="val 21148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2064" tIns="46033" rIns="92064" bIns="46033" anchor="ctr"/>
            <a:lstStyle>
              <a:lvl1pPr defTabSz="839788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839788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839788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839788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839788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839788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839788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839788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839788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761772" eaLnBrk="1" fontAlgn="base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CC99"/>
                </a:buClr>
                <a:buSzPct val="150000"/>
                <a:buFont typeface="Arial" panose="020B0604020202020204" pitchFamily="34" charset="0"/>
                <a:buChar char="•"/>
              </a:pPr>
              <a:r>
                <a:rPr kumimoji="1" lang="en-US" altLang="ja-JP" sz="1633" b="1">
                  <a:solidFill>
                    <a:srgbClr val="000000"/>
                  </a:solidFill>
                  <a:ea typeface="MS Gothic" panose="020B0609070205080204" pitchFamily="49" charset="-128"/>
                  <a:cs typeface="Arial" panose="020B0604020202020204" pitchFamily="34" charset="0"/>
                </a:rPr>
                <a:t>Retrieval within 30 seconds</a:t>
              </a:r>
            </a:p>
            <a:p>
              <a:pPr defTabSz="761772" eaLnBrk="1" fontAlgn="base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CC99"/>
                </a:buClr>
                <a:buSzPct val="150000"/>
                <a:buFont typeface="Arial" panose="020B0604020202020204" pitchFamily="34" charset="0"/>
                <a:buChar char="•"/>
              </a:pPr>
              <a:r>
                <a:rPr kumimoji="1" lang="en-US" altLang="ja-JP" sz="1633" b="1">
                  <a:solidFill>
                    <a:srgbClr val="000000"/>
                  </a:solidFill>
                  <a:ea typeface="MS Gothic" panose="020B0609070205080204" pitchFamily="49" charset="-128"/>
                  <a:cs typeface="Arial" panose="020B0604020202020204" pitchFamily="34" charset="0"/>
                </a:rPr>
                <a:t>Labeling reserved seats</a:t>
              </a:r>
            </a:p>
            <a:p>
              <a:pPr defTabSz="761772" eaLnBrk="1" fontAlgn="base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CC99"/>
                </a:buClr>
                <a:buSzPct val="150000"/>
                <a:buFont typeface="Arial" panose="020B0604020202020204" pitchFamily="34" charset="0"/>
                <a:buChar char="•"/>
              </a:pPr>
              <a:r>
                <a:rPr kumimoji="1" lang="en-US" altLang="ja-JP" sz="1633" b="1">
                  <a:solidFill>
                    <a:srgbClr val="000000"/>
                  </a:solidFill>
                  <a:ea typeface="MS Gothic" panose="020B0609070205080204" pitchFamily="49" charset="-128"/>
                  <a:cs typeface="Arial" panose="020B0604020202020204" pitchFamily="34" charset="0"/>
                </a:rPr>
                <a:t>Color identification</a:t>
              </a:r>
            </a:p>
          </p:txBody>
        </p:sp>
        <p:grpSp>
          <p:nvGrpSpPr>
            <p:cNvPr id="14341" name="Group 73">
              <a:extLst>
                <a:ext uri="{FF2B5EF4-FFF2-40B4-BE49-F238E27FC236}">
                  <a16:creationId xmlns:a16="http://schemas.microsoft.com/office/drawing/2014/main" id="{8DB22FE8-34CD-4487-9E2E-9A37E0A650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6" y="2350"/>
              <a:ext cx="4853" cy="1683"/>
              <a:chOff x="706" y="2350"/>
              <a:chExt cx="4853" cy="1683"/>
            </a:xfrm>
          </p:grpSpPr>
          <p:grpSp>
            <p:nvGrpSpPr>
              <p:cNvPr id="14426" name="Group 71">
                <a:extLst>
                  <a:ext uri="{FF2B5EF4-FFF2-40B4-BE49-F238E27FC236}">
                    <a16:creationId xmlns:a16="http://schemas.microsoft.com/office/drawing/2014/main" id="{93031860-3ED8-4984-A981-6293111B08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06" y="2692"/>
                <a:ext cx="4853" cy="1341"/>
                <a:chOff x="706" y="2692"/>
                <a:chExt cx="4853" cy="1341"/>
              </a:xfrm>
            </p:grpSpPr>
            <p:grpSp>
              <p:nvGrpSpPr>
                <p:cNvPr id="14428" name="Group 34">
                  <a:extLst>
                    <a:ext uri="{FF2B5EF4-FFF2-40B4-BE49-F238E27FC236}">
                      <a16:creationId xmlns:a16="http://schemas.microsoft.com/office/drawing/2014/main" id="{BE35B13A-96A6-48CE-8EFB-8A28925EE0D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06" y="2692"/>
                  <a:ext cx="2601" cy="1341"/>
                  <a:chOff x="706" y="2692"/>
                  <a:chExt cx="2601" cy="1341"/>
                </a:xfrm>
              </p:grpSpPr>
              <p:grpSp>
                <p:nvGrpSpPr>
                  <p:cNvPr id="14465" name="Group 32">
                    <a:extLst>
                      <a:ext uri="{FF2B5EF4-FFF2-40B4-BE49-F238E27FC236}">
                        <a16:creationId xmlns:a16="http://schemas.microsoft.com/office/drawing/2014/main" id="{7643F118-95AB-4C6A-A4D1-CB8E132C918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147" y="2692"/>
                    <a:ext cx="2160" cy="1336"/>
                    <a:chOff x="1147" y="2692"/>
                    <a:chExt cx="2160" cy="1336"/>
                  </a:xfrm>
                </p:grpSpPr>
                <p:grpSp>
                  <p:nvGrpSpPr>
                    <p:cNvPr id="14467" name="Group 18">
                      <a:extLst>
                        <a:ext uri="{FF2B5EF4-FFF2-40B4-BE49-F238E27FC236}">
                          <a16:creationId xmlns:a16="http://schemas.microsoft.com/office/drawing/2014/main" id="{5E3E4C53-AE77-41FB-AAB2-72E36B1122A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47" y="2692"/>
                      <a:ext cx="2160" cy="1336"/>
                      <a:chOff x="1147" y="2692"/>
                      <a:chExt cx="2160" cy="1336"/>
                    </a:xfrm>
                  </p:grpSpPr>
                  <p:sp>
                    <p:nvSpPr>
                      <p:cNvPr id="14481" name="AutoShape 4">
                        <a:extLst>
                          <a:ext uri="{FF2B5EF4-FFF2-40B4-BE49-F238E27FC236}">
                            <a16:creationId xmlns:a16="http://schemas.microsoft.com/office/drawing/2014/main" id="{38D7D5C1-C2D3-4625-81E4-AB92882E42A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47" y="2692"/>
                        <a:ext cx="165" cy="1336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rgbClr val="FAFD0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14482" name="AutoShape 5">
                        <a:extLst>
                          <a:ext uri="{FF2B5EF4-FFF2-40B4-BE49-F238E27FC236}">
                            <a16:creationId xmlns:a16="http://schemas.microsoft.com/office/drawing/2014/main" id="{EA37B05B-CB21-474E-9839-B5711262FA5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298" y="2692"/>
                        <a:ext cx="165" cy="1336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rgbClr val="FAFD0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2</a:t>
                        </a:r>
                      </a:p>
                    </p:txBody>
                  </p:sp>
                  <p:sp>
                    <p:nvSpPr>
                      <p:cNvPr id="14483" name="AutoShape 6">
                        <a:extLst>
                          <a:ext uri="{FF2B5EF4-FFF2-40B4-BE49-F238E27FC236}">
                            <a16:creationId xmlns:a16="http://schemas.microsoft.com/office/drawing/2014/main" id="{B956F341-5755-4DF0-9ACA-EAE465C4021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464" y="2692"/>
                        <a:ext cx="165" cy="1336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rgbClr val="FAFD0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14484" name="AutoShape 7">
                        <a:extLst>
                          <a:ext uri="{FF2B5EF4-FFF2-40B4-BE49-F238E27FC236}">
                            <a16:creationId xmlns:a16="http://schemas.microsoft.com/office/drawing/2014/main" id="{C6D71327-616F-48B7-A40F-A65B709C92B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615" y="2692"/>
                        <a:ext cx="165" cy="1336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rgbClr val="FAFD0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14485" name="AutoShape 8">
                        <a:extLst>
                          <a:ext uri="{FF2B5EF4-FFF2-40B4-BE49-F238E27FC236}">
                            <a16:creationId xmlns:a16="http://schemas.microsoft.com/office/drawing/2014/main" id="{C0ECEB83-EF68-4D36-B43C-6FD28631630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81" y="2692"/>
                        <a:ext cx="165" cy="1336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rgbClr val="FAFD0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14486" name="AutoShape 9">
                        <a:extLst>
                          <a:ext uri="{FF2B5EF4-FFF2-40B4-BE49-F238E27FC236}">
                            <a16:creationId xmlns:a16="http://schemas.microsoft.com/office/drawing/2014/main" id="{3B209B62-3902-4EAF-9A49-D48D6472813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954" y="2692"/>
                        <a:ext cx="164" cy="1336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rgbClr val="FAFD0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14487" name="AutoShape 10">
                        <a:extLst>
                          <a:ext uri="{FF2B5EF4-FFF2-40B4-BE49-F238E27FC236}">
                            <a16:creationId xmlns:a16="http://schemas.microsoft.com/office/drawing/2014/main" id="{4259B9F7-ADE8-41AF-A2AF-7980503B802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105" y="2692"/>
                        <a:ext cx="164" cy="1336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rgbClr val="FAFD0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14488" name="AutoShape 11">
                        <a:extLst>
                          <a:ext uri="{FF2B5EF4-FFF2-40B4-BE49-F238E27FC236}">
                            <a16:creationId xmlns:a16="http://schemas.microsoft.com/office/drawing/2014/main" id="{35BB6D98-6FF5-4C4E-A44B-3F606242D9B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256" y="2692"/>
                        <a:ext cx="165" cy="1336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rgbClr val="FAFD0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14489" name="AutoShape 12">
                        <a:extLst>
                          <a:ext uri="{FF2B5EF4-FFF2-40B4-BE49-F238E27FC236}">
                            <a16:creationId xmlns:a16="http://schemas.microsoft.com/office/drawing/2014/main" id="{5AC6F333-ADAB-414F-98D1-82FE5C8449F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414" y="2692"/>
                        <a:ext cx="165" cy="1336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rgbClr val="FAFD0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14490" name="AutoShape 13">
                        <a:extLst>
                          <a:ext uri="{FF2B5EF4-FFF2-40B4-BE49-F238E27FC236}">
                            <a16:creationId xmlns:a16="http://schemas.microsoft.com/office/drawing/2014/main" id="{F204FC57-2EE2-4E2D-B462-E023849A688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82" y="2692"/>
                        <a:ext cx="165" cy="1336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rgbClr val="FAFD0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10</a:t>
                        </a:r>
                      </a:p>
                    </p:txBody>
                  </p:sp>
                  <p:sp>
                    <p:nvSpPr>
                      <p:cNvPr id="14491" name="AutoShape 14">
                        <a:extLst>
                          <a:ext uri="{FF2B5EF4-FFF2-40B4-BE49-F238E27FC236}">
                            <a16:creationId xmlns:a16="http://schemas.microsoft.com/office/drawing/2014/main" id="{EABDF197-E97D-4DD2-A924-B0517ECB51C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31" y="2692"/>
                        <a:ext cx="165" cy="1336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rgbClr val="FAFD0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11</a:t>
                        </a:r>
                      </a:p>
                    </p:txBody>
                  </p:sp>
                  <p:grpSp>
                    <p:nvGrpSpPr>
                      <p:cNvPr id="14492" name="Group 17">
                        <a:extLst>
                          <a:ext uri="{FF2B5EF4-FFF2-40B4-BE49-F238E27FC236}">
                            <a16:creationId xmlns:a16="http://schemas.microsoft.com/office/drawing/2014/main" id="{33C4B4AF-CD19-4724-8852-0294637C7E3C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897" y="2692"/>
                        <a:ext cx="410" cy="1336"/>
                        <a:chOff x="2897" y="2692"/>
                        <a:chExt cx="410" cy="1336"/>
                      </a:xfrm>
                    </p:grpSpPr>
                    <p:sp>
                      <p:nvSpPr>
                        <p:cNvPr id="14493" name="AutoShape 15">
                          <a:extLst>
                            <a:ext uri="{FF2B5EF4-FFF2-40B4-BE49-F238E27FC236}">
                              <a16:creationId xmlns:a16="http://schemas.microsoft.com/office/drawing/2014/main" id="{F66E10AE-0F61-414A-8BB0-599A4AB85023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5400000" flipV="1">
                          <a:off x="2527" y="3248"/>
                          <a:ext cx="1332" cy="228"/>
                        </a:xfrm>
                        <a:custGeom>
                          <a:avLst/>
                          <a:gdLst>
                            <a:gd name="T0" fmla="*/ 0 w 21600"/>
                            <a:gd name="T1" fmla="*/ 0 h 21600"/>
                            <a:gd name="T2" fmla="*/ 0 w 21600"/>
                            <a:gd name="T3" fmla="*/ 0 h 21600"/>
                            <a:gd name="T4" fmla="*/ 0 w 21600"/>
                            <a:gd name="T5" fmla="*/ 0 h 21600"/>
                            <a:gd name="T6" fmla="*/ 0 w 21600"/>
                            <a:gd name="T7" fmla="*/ 0 h 21600"/>
                            <a:gd name="T8" fmla="*/ 0 60000 65536"/>
                            <a:gd name="T9" fmla="*/ 0 60000 65536"/>
                            <a:gd name="T10" fmla="*/ 0 60000 65536"/>
                            <a:gd name="T11" fmla="*/ 0 60000 65536"/>
                            <a:gd name="T12" fmla="*/ 4151 w 21600"/>
                            <a:gd name="T13" fmla="*/ 4168 h 21600"/>
                            <a:gd name="T14" fmla="*/ 17449 w 21600"/>
                            <a:gd name="T15" fmla="*/ 17432 h 21600"/>
                          </a:gdLst>
                          <a:ahLst/>
                          <a:cxnLst>
                            <a:cxn ang="T8">
                              <a:pos x="T0" y="T1"/>
                            </a:cxn>
                            <a:cxn ang="T9">
                              <a:pos x="T2" y="T3"/>
                            </a:cxn>
                            <a:cxn ang="T10">
                              <a:pos x="T4" y="T5"/>
                            </a:cxn>
                            <a:cxn ang="T11">
                              <a:pos x="T6" y="T7"/>
                            </a:cxn>
                          </a:cxnLst>
                          <a:rect l="T12" t="T13" r="T14" b="T15"/>
                          <a:pathLst>
                            <a:path w="21600" h="21600">
                              <a:moveTo>
                                <a:pt x="0" y="0"/>
                              </a:moveTo>
                              <a:lnTo>
                                <a:pt x="4695" y="21600"/>
                              </a:lnTo>
                              <a:lnTo>
                                <a:pt x="16905" y="21600"/>
                              </a:lnTo>
                              <a:lnTo>
                                <a:pt x="21600" y="0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67900"/>
                        </a:solidFill>
                        <a:ln w="127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wrap="none" lIns="91429" tIns="45714" rIns="91429" bIns="45714" anchor="ctr"/>
                        <a:lstStyle/>
                        <a:p>
                          <a:pPr defTabSz="407526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sz="726">
                            <a:solidFill>
                              <a:srgbClr val="FFFFFF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14494" name="AutoShape 16">
                          <a:extLst>
                            <a:ext uri="{FF2B5EF4-FFF2-40B4-BE49-F238E27FC236}">
                              <a16:creationId xmlns:a16="http://schemas.microsoft.com/office/drawing/2014/main" id="{68FC4539-D3A6-4B1B-88F8-5A9A7390C5E8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897" y="2692"/>
                          <a:ext cx="174" cy="1336"/>
                        </a:xfrm>
                        <a:prstGeom prst="roundRect">
                          <a:avLst>
                            <a:gd name="adj" fmla="val 12495"/>
                          </a:avLst>
                        </a:prstGeom>
                        <a:solidFill>
                          <a:schemeClr val="bg2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 wrap="none" lIns="111112" tIns="55555" rIns="111112" bIns="55555" anchor="ctr"/>
                        <a:lstStyle>
                          <a:lvl1pPr defTabSz="1450975" eaLnBrk="0" hangingPunct="0">
                            <a:defRPr sz="800">
                              <a:solidFill>
                                <a:schemeClr val="bg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1pPr>
                          <a:lvl2pPr defTabSz="1450975" eaLnBrk="0" hangingPunct="0">
                            <a:defRPr sz="800">
                              <a:solidFill>
                                <a:schemeClr val="bg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2pPr>
                          <a:lvl3pPr defTabSz="1450975" eaLnBrk="0" hangingPunct="0">
                            <a:defRPr sz="800">
                              <a:solidFill>
                                <a:schemeClr val="bg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3pPr>
                          <a:lvl4pPr defTabSz="1450975" eaLnBrk="0" hangingPunct="0">
                            <a:defRPr sz="800">
                              <a:solidFill>
                                <a:schemeClr val="bg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4pPr>
                          <a:lvl5pPr defTabSz="1450975" eaLnBrk="0" hangingPunct="0">
                            <a:defRPr sz="800">
                              <a:solidFill>
                                <a:schemeClr val="bg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5pPr>
                          <a:lvl6pPr marL="2514600" indent="-228600" defTabSz="1450975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800">
                              <a:solidFill>
                                <a:schemeClr val="bg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6pPr>
                          <a:lvl7pPr marL="2971800" indent="-228600" defTabSz="1450975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800">
                              <a:solidFill>
                                <a:schemeClr val="bg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7pPr>
                          <a:lvl8pPr marL="3429000" indent="-228600" defTabSz="1450975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800">
                              <a:solidFill>
                                <a:schemeClr val="bg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8pPr>
                          <a:lvl9pPr marL="3886200" indent="-228600" defTabSz="1450975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800">
                              <a:solidFill>
                                <a:schemeClr val="bg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9pPr>
                        </a:lstStyle>
                        <a:p>
                          <a:pPr algn="ctr" defTabSz="1316179" fontAlgn="base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kumimoji="1" lang="en-US" altLang="ja-JP" sz="998" b="1">
                              <a:solidFill>
                                <a:srgbClr val="000000"/>
                              </a:solidFill>
                              <a:cs typeface="Arial" panose="020B0604020202020204" pitchFamily="34" charset="0"/>
                            </a:rPr>
                            <a:t>12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14468" name="Group 31">
                      <a:extLst>
                        <a:ext uri="{FF2B5EF4-FFF2-40B4-BE49-F238E27FC236}">
                          <a16:creationId xmlns:a16="http://schemas.microsoft.com/office/drawing/2014/main" id="{5110BEEA-A896-4FAE-B8B4-1A559219569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95" y="3673"/>
                      <a:ext cx="1839" cy="259"/>
                      <a:chOff x="1195" y="3673"/>
                      <a:chExt cx="1839" cy="259"/>
                    </a:xfrm>
                  </p:grpSpPr>
                  <p:sp>
                    <p:nvSpPr>
                      <p:cNvPr id="14469" name="AutoShape 19">
                        <a:extLst>
                          <a:ext uri="{FF2B5EF4-FFF2-40B4-BE49-F238E27FC236}">
                            <a16:creationId xmlns:a16="http://schemas.microsoft.com/office/drawing/2014/main" id="{0C8CFFBB-26B9-4537-98FD-67FC7F01B29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95" y="3844"/>
                        <a:ext cx="82" cy="88"/>
                      </a:xfrm>
                      <a:prstGeom prst="star16">
                        <a:avLst>
                          <a:gd name="adj" fmla="val 37500"/>
                        </a:avLst>
                      </a:prstGeom>
                      <a:solidFill>
                        <a:srgbClr val="51DC00"/>
                      </a:solidFill>
                      <a:ln w="12700">
                        <a:solidFill>
                          <a:srgbClr val="51DC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91429" tIns="45714" rIns="91429" bIns="45714" anchor="ctr"/>
                      <a:lstStyle>
                        <a:lvl1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defTabSz="914414" eaLnBrk="1" fontAlgn="base" hangingPunct="1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US" altLang="en-US" sz="1814">
                          <a:solidFill>
                            <a:srgbClr val="FFFFFF"/>
                          </a:solidFill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4470" name="AutoShape 20">
                        <a:extLst>
                          <a:ext uri="{FF2B5EF4-FFF2-40B4-BE49-F238E27FC236}">
                            <a16:creationId xmlns:a16="http://schemas.microsoft.com/office/drawing/2014/main" id="{34CCD394-247F-48B1-8148-6D9B287C7BE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54" y="3786"/>
                        <a:ext cx="82" cy="87"/>
                      </a:xfrm>
                      <a:prstGeom prst="star16">
                        <a:avLst>
                          <a:gd name="adj" fmla="val 37500"/>
                        </a:avLst>
                      </a:prstGeom>
                      <a:solidFill>
                        <a:srgbClr val="51DC00"/>
                      </a:solidFill>
                      <a:ln w="12700">
                        <a:solidFill>
                          <a:srgbClr val="51DC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91429" tIns="45714" rIns="91429" bIns="45714" anchor="ctr"/>
                      <a:lstStyle>
                        <a:lvl1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defTabSz="914414" eaLnBrk="1" fontAlgn="base" hangingPunct="1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US" altLang="en-US" sz="1814">
                          <a:solidFill>
                            <a:srgbClr val="FFFFFF"/>
                          </a:solidFill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4471" name="AutoShape 21">
                        <a:extLst>
                          <a:ext uri="{FF2B5EF4-FFF2-40B4-BE49-F238E27FC236}">
                            <a16:creationId xmlns:a16="http://schemas.microsoft.com/office/drawing/2014/main" id="{4FE60A8C-6149-42FE-B081-AE50AF134B0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08" y="3728"/>
                        <a:ext cx="82" cy="87"/>
                      </a:xfrm>
                      <a:prstGeom prst="star16">
                        <a:avLst>
                          <a:gd name="adj" fmla="val 37500"/>
                        </a:avLst>
                      </a:prstGeom>
                      <a:solidFill>
                        <a:srgbClr val="51DC00"/>
                      </a:solidFill>
                      <a:ln w="12700">
                        <a:solidFill>
                          <a:srgbClr val="51DC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91429" tIns="45714" rIns="91429" bIns="45714" anchor="ctr"/>
                      <a:lstStyle>
                        <a:lvl1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defTabSz="914414" eaLnBrk="1" fontAlgn="base" hangingPunct="1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US" altLang="en-US" sz="1814">
                          <a:solidFill>
                            <a:srgbClr val="FFFFFF"/>
                          </a:solidFill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4472" name="AutoShape 22">
                        <a:extLst>
                          <a:ext uri="{FF2B5EF4-FFF2-40B4-BE49-F238E27FC236}">
                            <a16:creationId xmlns:a16="http://schemas.microsoft.com/office/drawing/2014/main" id="{2C644C66-D413-422E-A0BC-DDFF696288F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670" y="3673"/>
                        <a:ext cx="82" cy="87"/>
                      </a:xfrm>
                      <a:prstGeom prst="star16">
                        <a:avLst>
                          <a:gd name="adj" fmla="val 37500"/>
                        </a:avLst>
                      </a:prstGeom>
                      <a:solidFill>
                        <a:srgbClr val="51DC00"/>
                      </a:solidFill>
                      <a:ln w="12700">
                        <a:solidFill>
                          <a:srgbClr val="51DC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91429" tIns="45714" rIns="91429" bIns="45714" anchor="ctr"/>
                      <a:lstStyle>
                        <a:lvl1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defTabSz="914414" eaLnBrk="1" fontAlgn="base" hangingPunct="1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US" altLang="en-US" sz="1814">
                          <a:solidFill>
                            <a:srgbClr val="FFFFFF"/>
                          </a:solidFill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4473" name="AutoShape 23">
                        <a:extLst>
                          <a:ext uri="{FF2B5EF4-FFF2-40B4-BE49-F238E27FC236}">
                            <a16:creationId xmlns:a16="http://schemas.microsoft.com/office/drawing/2014/main" id="{1BEDB851-38CE-4719-9D3C-4AEC86508EE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40" y="3844"/>
                        <a:ext cx="82" cy="88"/>
                      </a:xfrm>
                      <a:prstGeom prst="star16">
                        <a:avLst>
                          <a:gd name="adj" fmla="val 37500"/>
                        </a:avLst>
                      </a:prstGeom>
                      <a:solidFill>
                        <a:schemeClr val="hlink"/>
                      </a:solidFill>
                      <a:ln w="127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91429" tIns="45714" rIns="91429" bIns="45714" anchor="ctr"/>
                      <a:lstStyle>
                        <a:lvl1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defTabSz="914414" eaLnBrk="1" fontAlgn="base" hangingPunct="1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US" altLang="en-US" sz="1814">
                          <a:solidFill>
                            <a:srgbClr val="FFFFFF"/>
                          </a:solidFill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4474" name="AutoShape 24">
                        <a:extLst>
                          <a:ext uri="{FF2B5EF4-FFF2-40B4-BE49-F238E27FC236}">
                            <a16:creationId xmlns:a16="http://schemas.microsoft.com/office/drawing/2014/main" id="{494FE012-6BC7-47F5-801B-8CB08081321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998" y="3786"/>
                        <a:ext cx="82" cy="87"/>
                      </a:xfrm>
                      <a:prstGeom prst="star16">
                        <a:avLst>
                          <a:gd name="adj" fmla="val 37500"/>
                        </a:avLst>
                      </a:prstGeom>
                      <a:solidFill>
                        <a:schemeClr val="hlink"/>
                      </a:solidFill>
                      <a:ln w="127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91429" tIns="45714" rIns="91429" bIns="45714" anchor="ctr"/>
                      <a:lstStyle>
                        <a:lvl1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defTabSz="914414" eaLnBrk="1" fontAlgn="base" hangingPunct="1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US" altLang="en-US" sz="1814">
                          <a:solidFill>
                            <a:srgbClr val="FFFFFF"/>
                          </a:solidFill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4475" name="AutoShape 25">
                        <a:extLst>
                          <a:ext uri="{FF2B5EF4-FFF2-40B4-BE49-F238E27FC236}">
                            <a16:creationId xmlns:a16="http://schemas.microsoft.com/office/drawing/2014/main" id="{68A827D1-F0AA-4886-A5B5-3F818B38819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153" y="3728"/>
                        <a:ext cx="82" cy="87"/>
                      </a:xfrm>
                      <a:prstGeom prst="star16">
                        <a:avLst>
                          <a:gd name="adj" fmla="val 37500"/>
                        </a:avLst>
                      </a:prstGeom>
                      <a:solidFill>
                        <a:schemeClr val="hlink"/>
                      </a:solidFill>
                      <a:ln w="127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91429" tIns="45714" rIns="91429" bIns="45714" anchor="ctr"/>
                      <a:lstStyle>
                        <a:lvl1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defTabSz="914414" eaLnBrk="1" fontAlgn="base" hangingPunct="1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US" altLang="en-US" sz="1814">
                          <a:solidFill>
                            <a:srgbClr val="FFFFFF"/>
                          </a:solidFill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4476" name="AutoShape 26">
                        <a:extLst>
                          <a:ext uri="{FF2B5EF4-FFF2-40B4-BE49-F238E27FC236}">
                            <a16:creationId xmlns:a16="http://schemas.microsoft.com/office/drawing/2014/main" id="{48BCD913-9583-44F4-A2A9-3947F03618C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15" y="3673"/>
                        <a:ext cx="82" cy="87"/>
                      </a:xfrm>
                      <a:prstGeom prst="star16">
                        <a:avLst>
                          <a:gd name="adj" fmla="val 37500"/>
                        </a:avLst>
                      </a:prstGeom>
                      <a:solidFill>
                        <a:schemeClr val="hlink"/>
                      </a:solidFill>
                      <a:ln w="127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91429" tIns="45714" rIns="91429" bIns="45714" anchor="ctr"/>
                      <a:lstStyle>
                        <a:lvl1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defTabSz="914414" eaLnBrk="1" fontAlgn="base" hangingPunct="1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US" altLang="en-US" sz="1814">
                          <a:solidFill>
                            <a:srgbClr val="FFFFFF"/>
                          </a:solidFill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4477" name="AutoShape 27">
                        <a:extLst>
                          <a:ext uri="{FF2B5EF4-FFF2-40B4-BE49-F238E27FC236}">
                            <a16:creationId xmlns:a16="http://schemas.microsoft.com/office/drawing/2014/main" id="{7AC70FD2-5319-470C-B5A2-ED118515D36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477" y="3844"/>
                        <a:ext cx="82" cy="88"/>
                      </a:xfrm>
                      <a:prstGeom prst="star16">
                        <a:avLst>
                          <a:gd name="adj" fmla="val 37500"/>
                        </a:avLst>
                      </a:prstGeom>
                      <a:solidFill>
                        <a:srgbClr val="114FFB"/>
                      </a:solidFill>
                      <a:ln w="12700">
                        <a:solidFill>
                          <a:srgbClr val="114FFB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91429" tIns="45714" rIns="91429" bIns="45714" anchor="ctr"/>
                      <a:lstStyle>
                        <a:lvl1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defTabSz="914414" eaLnBrk="1" fontAlgn="base" hangingPunct="1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US" altLang="en-US" sz="1814">
                          <a:solidFill>
                            <a:srgbClr val="FFFFFF"/>
                          </a:solidFill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4478" name="AutoShape 28">
                        <a:extLst>
                          <a:ext uri="{FF2B5EF4-FFF2-40B4-BE49-F238E27FC236}">
                            <a16:creationId xmlns:a16="http://schemas.microsoft.com/office/drawing/2014/main" id="{CF04FC1E-4479-4D9C-8066-4D4C6DD6E00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635" y="3786"/>
                        <a:ext cx="82" cy="87"/>
                      </a:xfrm>
                      <a:prstGeom prst="star16">
                        <a:avLst>
                          <a:gd name="adj" fmla="val 37500"/>
                        </a:avLst>
                      </a:prstGeom>
                      <a:solidFill>
                        <a:srgbClr val="114FFB"/>
                      </a:solidFill>
                      <a:ln w="12700">
                        <a:solidFill>
                          <a:srgbClr val="114FFB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91429" tIns="45714" rIns="91429" bIns="45714" anchor="ctr"/>
                      <a:lstStyle>
                        <a:lvl1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defTabSz="914414" eaLnBrk="1" fontAlgn="base" hangingPunct="1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US" altLang="en-US" sz="1814">
                          <a:solidFill>
                            <a:srgbClr val="FFFFFF"/>
                          </a:solidFill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4479" name="AutoShape 29">
                        <a:extLst>
                          <a:ext uri="{FF2B5EF4-FFF2-40B4-BE49-F238E27FC236}">
                            <a16:creationId xmlns:a16="http://schemas.microsoft.com/office/drawing/2014/main" id="{3DED7C53-7BEC-48A2-A6EB-7ADADDCDC32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90" y="3728"/>
                        <a:ext cx="82" cy="87"/>
                      </a:xfrm>
                      <a:prstGeom prst="star16">
                        <a:avLst>
                          <a:gd name="adj" fmla="val 37500"/>
                        </a:avLst>
                      </a:prstGeom>
                      <a:solidFill>
                        <a:srgbClr val="114FFB"/>
                      </a:solidFill>
                      <a:ln w="12700">
                        <a:solidFill>
                          <a:srgbClr val="114FFB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91429" tIns="45714" rIns="91429" bIns="45714" anchor="ctr"/>
                      <a:lstStyle>
                        <a:lvl1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defTabSz="914414" eaLnBrk="1" fontAlgn="base" hangingPunct="1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US" altLang="en-US" sz="1814">
                          <a:solidFill>
                            <a:srgbClr val="FFFFFF"/>
                          </a:solidFill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4480" name="AutoShape 30">
                        <a:extLst>
                          <a:ext uri="{FF2B5EF4-FFF2-40B4-BE49-F238E27FC236}">
                            <a16:creationId xmlns:a16="http://schemas.microsoft.com/office/drawing/2014/main" id="{5CC8991A-8436-448B-976F-83822581A77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52" y="3673"/>
                        <a:ext cx="82" cy="87"/>
                      </a:xfrm>
                      <a:prstGeom prst="star16">
                        <a:avLst>
                          <a:gd name="adj" fmla="val 37500"/>
                        </a:avLst>
                      </a:prstGeom>
                      <a:solidFill>
                        <a:srgbClr val="114FFB"/>
                      </a:solidFill>
                      <a:ln w="12700">
                        <a:solidFill>
                          <a:srgbClr val="114FFB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91429" tIns="45714" rIns="91429" bIns="45714" anchor="ctr"/>
                      <a:lstStyle>
                        <a:lvl1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defTabSz="914414" eaLnBrk="1" fontAlgn="base" hangingPunct="1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US" altLang="en-US" sz="1814">
                          <a:solidFill>
                            <a:srgbClr val="FFFFFF"/>
                          </a:solidFill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</p:grpSp>
              <p:sp>
                <p:nvSpPr>
                  <p:cNvPr id="14466" name="Freeform 33">
                    <a:extLst>
                      <a:ext uri="{FF2B5EF4-FFF2-40B4-BE49-F238E27FC236}">
                        <a16:creationId xmlns:a16="http://schemas.microsoft.com/office/drawing/2014/main" id="{6BEDF00A-71DB-4387-A7C6-6B5F2EF993A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06" y="3348"/>
                    <a:ext cx="438" cy="685"/>
                  </a:xfrm>
                  <a:custGeom>
                    <a:avLst/>
                    <a:gdLst>
                      <a:gd name="T0" fmla="*/ 437 w 438"/>
                      <a:gd name="T1" fmla="*/ 0 h 685"/>
                      <a:gd name="T2" fmla="*/ 350 w 438"/>
                      <a:gd name="T3" fmla="*/ 0 h 685"/>
                      <a:gd name="T4" fmla="*/ 350 w 438"/>
                      <a:gd name="T5" fmla="*/ 589 h 685"/>
                      <a:gd name="T6" fmla="*/ 0 w 438"/>
                      <a:gd name="T7" fmla="*/ 589 h 685"/>
                      <a:gd name="T8" fmla="*/ 0 w 438"/>
                      <a:gd name="T9" fmla="*/ 684 h 685"/>
                      <a:gd name="T10" fmla="*/ 437 w 438"/>
                      <a:gd name="T11" fmla="*/ 684 h 685"/>
                      <a:gd name="T12" fmla="*/ 437 w 438"/>
                      <a:gd name="T13" fmla="*/ 0 h 68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438"/>
                      <a:gd name="T22" fmla="*/ 0 h 685"/>
                      <a:gd name="T23" fmla="*/ 438 w 438"/>
                      <a:gd name="T24" fmla="*/ 685 h 68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438" h="685">
                        <a:moveTo>
                          <a:pt x="437" y="0"/>
                        </a:moveTo>
                        <a:lnTo>
                          <a:pt x="350" y="0"/>
                        </a:lnTo>
                        <a:lnTo>
                          <a:pt x="350" y="589"/>
                        </a:lnTo>
                        <a:lnTo>
                          <a:pt x="0" y="589"/>
                        </a:lnTo>
                        <a:lnTo>
                          <a:pt x="0" y="684"/>
                        </a:lnTo>
                        <a:lnTo>
                          <a:pt x="437" y="684"/>
                        </a:lnTo>
                        <a:lnTo>
                          <a:pt x="437" y="0"/>
                        </a:lnTo>
                      </a:path>
                    </a:pathLst>
                  </a:custGeom>
                  <a:solidFill>
                    <a:srgbClr val="C0C0C0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pPr defTabSz="407526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26">
                      <a:solidFill>
                        <a:srgbClr val="FFFFFF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14429" name="Group 70">
                  <a:extLst>
                    <a:ext uri="{FF2B5EF4-FFF2-40B4-BE49-F238E27FC236}">
                      <a16:creationId xmlns:a16="http://schemas.microsoft.com/office/drawing/2014/main" id="{74B5A3D3-5FD9-4A1F-95DB-855509E2F86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6" y="2692"/>
                  <a:ext cx="2483" cy="1341"/>
                  <a:chOff x="3076" y="2692"/>
                  <a:chExt cx="2483" cy="1341"/>
                </a:xfrm>
              </p:grpSpPr>
              <p:grpSp>
                <p:nvGrpSpPr>
                  <p:cNvPr id="14430" name="Group 63">
                    <a:extLst>
                      <a:ext uri="{FF2B5EF4-FFF2-40B4-BE49-F238E27FC236}">
                        <a16:creationId xmlns:a16="http://schemas.microsoft.com/office/drawing/2014/main" id="{001634A8-FADF-4CF7-8946-AA649524E06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163" y="2692"/>
                    <a:ext cx="1900" cy="1336"/>
                    <a:chOff x="3163" y="2692"/>
                    <a:chExt cx="1900" cy="1336"/>
                  </a:xfrm>
                </p:grpSpPr>
                <p:grpSp>
                  <p:nvGrpSpPr>
                    <p:cNvPr id="14437" name="Group 47">
                      <a:extLst>
                        <a:ext uri="{FF2B5EF4-FFF2-40B4-BE49-F238E27FC236}">
                          <a16:creationId xmlns:a16="http://schemas.microsoft.com/office/drawing/2014/main" id="{0D6BE56D-C54C-4418-ACE2-5783C11C214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163" y="2692"/>
                      <a:ext cx="1900" cy="1336"/>
                      <a:chOff x="3163" y="2692"/>
                      <a:chExt cx="1900" cy="1336"/>
                    </a:xfrm>
                  </p:grpSpPr>
                  <p:sp>
                    <p:nvSpPr>
                      <p:cNvPr id="14453" name="AutoShape 35">
                        <a:extLst>
                          <a:ext uri="{FF2B5EF4-FFF2-40B4-BE49-F238E27FC236}">
                            <a16:creationId xmlns:a16="http://schemas.microsoft.com/office/drawing/2014/main" id="{00B1E7BC-441B-425F-B5C1-932F2B334AC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3" y="2692"/>
                        <a:ext cx="165" cy="1336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rgbClr val="DADADA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14454" name="AutoShape 36">
                        <a:extLst>
                          <a:ext uri="{FF2B5EF4-FFF2-40B4-BE49-F238E27FC236}">
                            <a16:creationId xmlns:a16="http://schemas.microsoft.com/office/drawing/2014/main" id="{B30BE6F1-D765-4760-B703-D6387B7506E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14" y="2692"/>
                        <a:ext cx="165" cy="1336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rgbClr val="DADADA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2</a:t>
                        </a:r>
                      </a:p>
                    </p:txBody>
                  </p:sp>
                  <p:sp>
                    <p:nvSpPr>
                      <p:cNvPr id="14455" name="AutoShape 37">
                        <a:extLst>
                          <a:ext uri="{FF2B5EF4-FFF2-40B4-BE49-F238E27FC236}">
                            <a16:creationId xmlns:a16="http://schemas.microsoft.com/office/drawing/2014/main" id="{E2F01FE5-05B9-403B-AA4F-A595D57036A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0" y="2692"/>
                        <a:ext cx="165" cy="1336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rgbClr val="DADADA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14456" name="AutoShape 38">
                        <a:extLst>
                          <a:ext uri="{FF2B5EF4-FFF2-40B4-BE49-F238E27FC236}">
                            <a16:creationId xmlns:a16="http://schemas.microsoft.com/office/drawing/2014/main" id="{DB72E9BD-738A-4ED6-B0FF-B4E7B6909AB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631" y="2692"/>
                        <a:ext cx="165" cy="1336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rgbClr val="DADADA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14457" name="AutoShape 39">
                        <a:extLst>
                          <a:ext uri="{FF2B5EF4-FFF2-40B4-BE49-F238E27FC236}">
                            <a16:creationId xmlns:a16="http://schemas.microsoft.com/office/drawing/2014/main" id="{6ACFFEEB-04A7-4C50-8A24-F53D3EAA51A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797" y="2692"/>
                        <a:ext cx="165" cy="1336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rgbClr val="DADADA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14458" name="AutoShape 40">
                        <a:extLst>
                          <a:ext uri="{FF2B5EF4-FFF2-40B4-BE49-F238E27FC236}">
                            <a16:creationId xmlns:a16="http://schemas.microsoft.com/office/drawing/2014/main" id="{8F6B1E56-BB54-4EB8-9BC8-E7D3F66A5EE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970" y="2692"/>
                        <a:ext cx="164" cy="1336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rgbClr val="DADADA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14459" name="AutoShape 41">
                        <a:extLst>
                          <a:ext uri="{FF2B5EF4-FFF2-40B4-BE49-F238E27FC236}">
                            <a16:creationId xmlns:a16="http://schemas.microsoft.com/office/drawing/2014/main" id="{1594D1AE-0AB5-45BA-8A08-BBA14478E60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21" y="2692"/>
                        <a:ext cx="164" cy="1336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rgbClr val="DADADA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14460" name="AutoShape 42">
                        <a:extLst>
                          <a:ext uri="{FF2B5EF4-FFF2-40B4-BE49-F238E27FC236}">
                            <a16:creationId xmlns:a16="http://schemas.microsoft.com/office/drawing/2014/main" id="{91D3587C-A71E-4B0A-9E5F-083D3137CA1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272" y="2692"/>
                        <a:ext cx="165" cy="1336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rgbClr val="DADADA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14461" name="AutoShape 43">
                        <a:extLst>
                          <a:ext uri="{FF2B5EF4-FFF2-40B4-BE49-F238E27FC236}">
                            <a16:creationId xmlns:a16="http://schemas.microsoft.com/office/drawing/2014/main" id="{55190C08-9FD4-472D-811F-590D1F129DA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430" y="2692"/>
                        <a:ext cx="165" cy="1336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rgbClr val="DADADA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14462" name="AutoShape 44">
                        <a:extLst>
                          <a:ext uri="{FF2B5EF4-FFF2-40B4-BE49-F238E27FC236}">
                            <a16:creationId xmlns:a16="http://schemas.microsoft.com/office/drawing/2014/main" id="{AC3C5495-F747-43A5-8D81-B8FC2A7D5D2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598" y="2692"/>
                        <a:ext cx="165" cy="1336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rgbClr val="DADADA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10</a:t>
                        </a:r>
                      </a:p>
                    </p:txBody>
                  </p:sp>
                  <p:sp>
                    <p:nvSpPr>
                      <p:cNvPr id="14463" name="AutoShape 45">
                        <a:extLst>
                          <a:ext uri="{FF2B5EF4-FFF2-40B4-BE49-F238E27FC236}">
                            <a16:creationId xmlns:a16="http://schemas.microsoft.com/office/drawing/2014/main" id="{33E10909-C51D-45B6-B8ED-0AF72374AA0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747" y="2692"/>
                        <a:ext cx="165" cy="1336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rgbClr val="DADADA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11</a:t>
                        </a:r>
                      </a:p>
                    </p:txBody>
                  </p:sp>
                  <p:sp>
                    <p:nvSpPr>
                      <p:cNvPr id="14464" name="AutoShape 46">
                        <a:extLst>
                          <a:ext uri="{FF2B5EF4-FFF2-40B4-BE49-F238E27FC236}">
                            <a16:creationId xmlns:a16="http://schemas.microsoft.com/office/drawing/2014/main" id="{9F4646FA-1944-4C29-A5E6-B7C475AF820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898" y="2692"/>
                        <a:ext cx="165" cy="1336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rgbClr val="DADADA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12</a:t>
                        </a:r>
                      </a:p>
                    </p:txBody>
                  </p:sp>
                </p:grpSp>
                <p:grpSp>
                  <p:nvGrpSpPr>
                    <p:cNvPr id="14438" name="Group 52">
                      <a:extLst>
                        <a:ext uri="{FF2B5EF4-FFF2-40B4-BE49-F238E27FC236}">
                          <a16:creationId xmlns:a16="http://schemas.microsoft.com/office/drawing/2014/main" id="{C4F71928-5A3A-4A28-88DE-051A873FE34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187" y="3674"/>
                      <a:ext cx="557" cy="259"/>
                      <a:chOff x="3187" y="3674"/>
                      <a:chExt cx="557" cy="259"/>
                    </a:xfrm>
                  </p:grpSpPr>
                  <p:sp>
                    <p:nvSpPr>
                      <p:cNvPr id="14449" name="AutoShape 48">
                        <a:extLst>
                          <a:ext uri="{FF2B5EF4-FFF2-40B4-BE49-F238E27FC236}">
                            <a16:creationId xmlns:a16="http://schemas.microsoft.com/office/drawing/2014/main" id="{EC7488D8-1ED6-4CF4-8BD6-FA59458C5B6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87" y="3845"/>
                        <a:ext cx="82" cy="88"/>
                      </a:xfrm>
                      <a:prstGeom prst="star16">
                        <a:avLst>
                          <a:gd name="adj" fmla="val 37500"/>
                        </a:avLst>
                      </a:prstGeom>
                      <a:solidFill>
                        <a:srgbClr val="51DC00"/>
                      </a:solidFill>
                      <a:ln w="12700">
                        <a:solidFill>
                          <a:srgbClr val="51DC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91429" tIns="45714" rIns="91429" bIns="45714" anchor="ctr"/>
                      <a:lstStyle>
                        <a:lvl1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defTabSz="914414" eaLnBrk="1" fontAlgn="base" hangingPunct="1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US" altLang="en-US" sz="1814">
                          <a:solidFill>
                            <a:srgbClr val="FFFFFF"/>
                          </a:solidFill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4450" name="AutoShape 49">
                        <a:extLst>
                          <a:ext uri="{FF2B5EF4-FFF2-40B4-BE49-F238E27FC236}">
                            <a16:creationId xmlns:a16="http://schemas.microsoft.com/office/drawing/2014/main" id="{EF1424FB-933C-40E9-B86B-8472EC11E26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46" y="3787"/>
                        <a:ext cx="82" cy="87"/>
                      </a:xfrm>
                      <a:prstGeom prst="star16">
                        <a:avLst>
                          <a:gd name="adj" fmla="val 37500"/>
                        </a:avLst>
                      </a:prstGeom>
                      <a:solidFill>
                        <a:srgbClr val="51DC00"/>
                      </a:solidFill>
                      <a:ln w="12700">
                        <a:solidFill>
                          <a:srgbClr val="51DC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91429" tIns="45714" rIns="91429" bIns="45714" anchor="ctr"/>
                      <a:lstStyle>
                        <a:lvl1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defTabSz="914414" eaLnBrk="1" fontAlgn="base" hangingPunct="1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US" altLang="en-US" sz="1814">
                          <a:solidFill>
                            <a:srgbClr val="FFFFFF"/>
                          </a:solidFill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4451" name="AutoShape 50">
                        <a:extLst>
                          <a:ext uri="{FF2B5EF4-FFF2-40B4-BE49-F238E27FC236}">
                            <a16:creationId xmlns:a16="http://schemas.microsoft.com/office/drawing/2014/main" id="{6C9572A8-2413-4A90-B50A-40040507233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00" y="3729"/>
                        <a:ext cx="82" cy="87"/>
                      </a:xfrm>
                      <a:prstGeom prst="star16">
                        <a:avLst>
                          <a:gd name="adj" fmla="val 37500"/>
                        </a:avLst>
                      </a:prstGeom>
                      <a:solidFill>
                        <a:srgbClr val="51DC00"/>
                      </a:solidFill>
                      <a:ln w="12700">
                        <a:solidFill>
                          <a:srgbClr val="51DC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91429" tIns="45714" rIns="91429" bIns="45714" anchor="ctr"/>
                      <a:lstStyle>
                        <a:lvl1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defTabSz="914414" eaLnBrk="1" fontAlgn="base" hangingPunct="1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US" altLang="en-US" sz="1814">
                          <a:solidFill>
                            <a:srgbClr val="FFFFFF"/>
                          </a:solidFill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4452" name="AutoShape 51">
                        <a:extLst>
                          <a:ext uri="{FF2B5EF4-FFF2-40B4-BE49-F238E27FC236}">
                            <a16:creationId xmlns:a16="http://schemas.microsoft.com/office/drawing/2014/main" id="{6DE52DE0-29A3-44FC-BD19-F421EA41BCE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662" y="3674"/>
                        <a:ext cx="82" cy="87"/>
                      </a:xfrm>
                      <a:prstGeom prst="star16">
                        <a:avLst>
                          <a:gd name="adj" fmla="val 37500"/>
                        </a:avLst>
                      </a:prstGeom>
                      <a:solidFill>
                        <a:srgbClr val="51DC00"/>
                      </a:solidFill>
                      <a:ln w="12700">
                        <a:solidFill>
                          <a:srgbClr val="51DC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91429" tIns="45714" rIns="91429" bIns="45714" anchor="ctr"/>
                      <a:lstStyle>
                        <a:lvl1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defTabSz="914414" eaLnBrk="1" fontAlgn="base" hangingPunct="1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US" altLang="en-US" sz="1814">
                          <a:solidFill>
                            <a:srgbClr val="FFFFFF"/>
                          </a:solidFill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14439" name="Group 57">
                      <a:extLst>
                        <a:ext uri="{FF2B5EF4-FFF2-40B4-BE49-F238E27FC236}">
                          <a16:creationId xmlns:a16="http://schemas.microsoft.com/office/drawing/2014/main" id="{FA4AA390-AB2C-4847-9DF7-915DC707995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832" y="3674"/>
                      <a:ext cx="557" cy="259"/>
                      <a:chOff x="3832" y="3674"/>
                      <a:chExt cx="557" cy="259"/>
                    </a:xfrm>
                  </p:grpSpPr>
                  <p:sp>
                    <p:nvSpPr>
                      <p:cNvPr id="14445" name="AutoShape 53">
                        <a:extLst>
                          <a:ext uri="{FF2B5EF4-FFF2-40B4-BE49-F238E27FC236}">
                            <a16:creationId xmlns:a16="http://schemas.microsoft.com/office/drawing/2014/main" id="{C034468D-F1FF-4862-9649-1F830D0FFB0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832" y="3845"/>
                        <a:ext cx="82" cy="88"/>
                      </a:xfrm>
                      <a:prstGeom prst="star16">
                        <a:avLst>
                          <a:gd name="adj" fmla="val 37500"/>
                        </a:avLst>
                      </a:prstGeom>
                      <a:solidFill>
                        <a:schemeClr val="hlink"/>
                      </a:solidFill>
                      <a:ln w="127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91429" tIns="45714" rIns="91429" bIns="45714" anchor="ctr"/>
                      <a:lstStyle>
                        <a:lvl1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defTabSz="914414" eaLnBrk="1" fontAlgn="base" hangingPunct="1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US" altLang="en-US" sz="1814">
                          <a:solidFill>
                            <a:srgbClr val="FFFFFF"/>
                          </a:solidFill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4446" name="AutoShape 54">
                        <a:extLst>
                          <a:ext uri="{FF2B5EF4-FFF2-40B4-BE49-F238E27FC236}">
                            <a16:creationId xmlns:a16="http://schemas.microsoft.com/office/drawing/2014/main" id="{5F2BE3DB-56D3-4425-9D6F-F88F2F16999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990" y="3787"/>
                        <a:ext cx="82" cy="87"/>
                      </a:xfrm>
                      <a:prstGeom prst="star16">
                        <a:avLst>
                          <a:gd name="adj" fmla="val 37500"/>
                        </a:avLst>
                      </a:prstGeom>
                      <a:solidFill>
                        <a:schemeClr val="hlink"/>
                      </a:solidFill>
                      <a:ln w="127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91429" tIns="45714" rIns="91429" bIns="45714" anchor="ctr"/>
                      <a:lstStyle>
                        <a:lvl1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defTabSz="914414" eaLnBrk="1" fontAlgn="base" hangingPunct="1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US" altLang="en-US" sz="1814">
                          <a:solidFill>
                            <a:srgbClr val="FFFFFF"/>
                          </a:solidFill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4447" name="AutoShape 55">
                        <a:extLst>
                          <a:ext uri="{FF2B5EF4-FFF2-40B4-BE49-F238E27FC236}">
                            <a16:creationId xmlns:a16="http://schemas.microsoft.com/office/drawing/2014/main" id="{92F8D9FF-A5A3-458B-A0DE-DFC7AD79F91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45" y="3729"/>
                        <a:ext cx="82" cy="87"/>
                      </a:xfrm>
                      <a:prstGeom prst="star16">
                        <a:avLst>
                          <a:gd name="adj" fmla="val 37500"/>
                        </a:avLst>
                      </a:prstGeom>
                      <a:solidFill>
                        <a:schemeClr val="hlink"/>
                      </a:solidFill>
                      <a:ln w="127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91429" tIns="45714" rIns="91429" bIns="45714" anchor="ctr"/>
                      <a:lstStyle>
                        <a:lvl1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defTabSz="914414" eaLnBrk="1" fontAlgn="base" hangingPunct="1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US" altLang="en-US" sz="1814">
                          <a:solidFill>
                            <a:srgbClr val="FFFFFF"/>
                          </a:solidFill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4448" name="AutoShape 56">
                        <a:extLst>
                          <a:ext uri="{FF2B5EF4-FFF2-40B4-BE49-F238E27FC236}">
                            <a16:creationId xmlns:a16="http://schemas.microsoft.com/office/drawing/2014/main" id="{533FD9EE-2791-4C9B-8223-B11447EC43B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07" y="3674"/>
                        <a:ext cx="82" cy="87"/>
                      </a:xfrm>
                      <a:prstGeom prst="star16">
                        <a:avLst>
                          <a:gd name="adj" fmla="val 37500"/>
                        </a:avLst>
                      </a:prstGeom>
                      <a:solidFill>
                        <a:schemeClr val="hlink"/>
                      </a:solidFill>
                      <a:ln w="127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91429" tIns="45714" rIns="91429" bIns="45714" anchor="ctr"/>
                      <a:lstStyle>
                        <a:lvl1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defTabSz="914414" eaLnBrk="1" fontAlgn="base" hangingPunct="1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US" altLang="en-US" sz="1814">
                          <a:solidFill>
                            <a:srgbClr val="FFFFFF"/>
                          </a:solidFill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14440" name="Group 62">
                      <a:extLst>
                        <a:ext uri="{FF2B5EF4-FFF2-40B4-BE49-F238E27FC236}">
                          <a16:creationId xmlns:a16="http://schemas.microsoft.com/office/drawing/2014/main" id="{657F5E1C-B09C-4FDA-8763-A96B21FC4C9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469" y="3674"/>
                      <a:ext cx="557" cy="259"/>
                      <a:chOff x="4469" y="3674"/>
                      <a:chExt cx="557" cy="259"/>
                    </a:xfrm>
                  </p:grpSpPr>
                  <p:sp>
                    <p:nvSpPr>
                      <p:cNvPr id="14441" name="AutoShape 58">
                        <a:extLst>
                          <a:ext uri="{FF2B5EF4-FFF2-40B4-BE49-F238E27FC236}">
                            <a16:creationId xmlns:a16="http://schemas.microsoft.com/office/drawing/2014/main" id="{4EA47A94-7A13-4FD8-B974-1D42E7FD679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469" y="3845"/>
                        <a:ext cx="82" cy="88"/>
                      </a:xfrm>
                      <a:prstGeom prst="star16">
                        <a:avLst>
                          <a:gd name="adj" fmla="val 37500"/>
                        </a:avLst>
                      </a:prstGeom>
                      <a:solidFill>
                        <a:srgbClr val="114FFB"/>
                      </a:solidFill>
                      <a:ln w="12700">
                        <a:solidFill>
                          <a:srgbClr val="114FFB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91429" tIns="45714" rIns="91429" bIns="45714" anchor="ctr"/>
                      <a:lstStyle>
                        <a:lvl1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defTabSz="914414" eaLnBrk="1" fontAlgn="base" hangingPunct="1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US" altLang="en-US" sz="1814">
                          <a:solidFill>
                            <a:srgbClr val="FFFFFF"/>
                          </a:solidFill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4442" name="AutoShape 59">
                        <a:extLst>
                          <a:ext uri="{FF2B5EF4-FFF2-40B4-BE49-F238E27FC236}">
                            <a16:creationId xmlns:a16="http://schemas.microsoft.com/office/drawing/2014/main" id="{78524577-7EC1-4A83-907A-2F58AF1BD74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627" y="3787"/>
                        <a:ext cx="82" cy="87"/>
                      </a:xfrm>
                      <a:prstGeom prst="star16">
                        <a:avLst>
                          <a:gd name="adj" fmla="val 37500"/>
                        </a:avLst>
                      </a:prstGeom>
                      <a:solidFill>
                        <a:srgbClr val="114FFB"/>
                      </a:solidFill>
                      <a:ln w="12700">
                        <a:solidFill>
                          <a:srgbClr val="114FFB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91429" tIns="45714" rIns="91429" bIns="45714" anchor="ctr"/>
                      <a:lstStyle>
                        <a:lvl1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defTabSz="914414" eaLnBrk="1" fontAlgn="base" hangingPunct="1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US" altLang="en-US" sz="1814">
                          <a:solidFill>
                            <a:srgbClr val="FFFFFF"/>
                          </a:solidFill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4443" name="AutoShape 60">
                        <a:extLst>
                          <a:ext uri="{FF2B5EF4-FFF2-40B4-BE49-F238E27FC236}">
                            <a16:creationId xmlns:a16="http://schemas.microsoft.com/office/drawing/2014/main" id="{D183BEB6-4B21-44DE-9D09-F426D392978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782" y="3729"/>
                        <a:ext cx="82" cy="87"/>
                      </a:xfrm>
                      <a:prstGeom prst="star16">
                        <a:avLst>
                          <a:gd name="adj" fmla="val 37500"/>
                        </a:avLst>
                      </a:prstGeom>
                      <a:solidFill>
                        <a:srgbClr val="114FFB"/>
                      </a:solidFill>
                      <a:ln w="12700">
                        <a:solidFill>
                          <a:srgbClr val="114FFB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91429" tIns="45714" rIns="91429" bIns="45714" anchor="ctr"/>
                      <a:lstStyle>
                        <a:lvl1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defTabSz="914414" eaLnBrk="1" fontAlgn="base" hangingPunct="1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US" altLang="en-US" sz="1814">
                          <a:solidFill>
                            <a:srgbClr val="FFFFFF"/>
                          </a:solidFill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4444" name="AutoShape 61">
                        <a:extLst>
                          <a:ext uri="{FF2B5EF4-FFF2-40B4-BE49-F238E27FC236}">
                            <a16:creationId xmlns:a16="http://schemas.microsoft.com/office/drawing/2014/main" id="{ED93C1B2-8CA4-4A7D-8D9C-F13F3F8568D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944" y="3674"/>
                        <a:ext cx="82" cy="87"/>
                      </a:xfrm>
                      <a:prstGeom prst="star16">
                        <a:avLst>
                          <a:gd name="adj" fmla="val 37500"/>
                        </a:avLst>
                      </a:prstGeom>
                      <a:solidFill>
                        <a:srgbClr val="114FFB"/>
                      </a:solidFill>
                      <a:ln w="12700">
                        <a:solidFill>
                          <a:srgbClr val="114FFB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91429" tIns="45714" rIns="91429" bIns="45714" anchor="ctr"/>
                      <a:lstStyle>
                        <a:lvl1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008063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008063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defTabSz="914414" eaLnBrk="1" fontAlgn="base" hangingPunct="1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US" altLang="en-US" sz="1814">
                          <a:solidFill>
                            <a:srgbClr val="FFFFFF"/>
                          </a:solidFill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</p:grpSp>
              <p:grpSp>
                <p:nvGrpSpPr>
                  <p:cNvPr id="14431" name="Group 68">
                    <a:extLst>
                      <a:ext uri="{FF2B5EF4-FFF2-40B4-BE49-F238E27FC236}">
                        <a16:creationId xmlns:a16="http://schemas.microsoft.com/office/drawing/2014/main" id="{09B86983-50B3-4F3B-9E3E-98148C07B68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068" y="2715"/>
                    <a:ext cx="491" cy="1318"/>
                    <a:chOff x="5068" y="2715"/>
                    <a:chExt cx="491" cy="1318"/>
                  </a:xfrm>
                </p:grpSpPr>
                <p:sp>
                  <p:nvSpPr>
                    <p:cNvPr id="14433" name="AutoShape 64">
                      <a:extLst>
                        <a:ext uri="{FF2B5EF4-FFF2-40B4-BE49-F238E27FC236}">
                          <a16:creationId xmlns:a16="http://schemas.microsoft.com/office/drawing/2014/main" id="{FDE55392-A724-4DF6-AD4B-C3747185C38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5400000" flipV="1">
                      <a:off x="4524" y="3263"/>
                      <a:ext cx="1312" cy="216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149 w 21600"/>
                        <a:gd name="T13" fmla="*/ 4100 h 21600"/>
                        <a:gd name="T14" fmla="*/ 17451 w 21600"/>
                        <a:gd name="T15" fmla="*/ 17500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4695" y="21600"/>
                          </a:lnTo>
                          <a:lnTo>
                            <a:pt x="16905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767900"/>
                    </a:solidFill>
                    <a:ln w="1270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lIns="91429" tIns="45714" rIns="91429" bIns="45714" anchor="ctr"/>
                    <a:lstStyle/>
                    <a:p>
                      <a:pPr defTabSz="407526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26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4434" name="Group 67">
                      <a:extLst>
                        <a:ext uri="{FF2B5EF4-FFF2-40B4-BE49-F238E27FC236}">
                          <a16:creationId xmlns:a16="http://schemas.microsoft.com/office/drawing/2014/main" id="{D9BAF198-CC75-46E3-A840-6B4F3E41A9A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068" y="3360"/>
                      <a:ext cx="491" cy="673"/>
                      <a:chOff x="5068" y="3360"/>
                      <a:chExt cx="491" cy="673"/>
                    </a:xfrm>
                  </p:grpSpPr>
                  <p:sp>
                    <p:nvSpPr>
                      <p:cNvPr id="14435" name="Freeform 65">
                        <a:extLst>
                          <a:ext uri="{FF2B5EF4-FFF2-40B4-BE49-F238E27FC236}">
                            <a16:creationId xmlns:a16="http://schemas.microsoft.com/office/drawing/2014/main" id="{2361C621-D6F9-4DB7-8328-474DE0C2DA2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5154" y="3367"/>
                        <a:ext cx="405" cy="662"/>
                      </a:xfrm>
                      <a:custGeom>
                        <a:avLst/>
                        <a:gdLst>
                          <a:gd name="T0" fmla="*/ 0 w 405"/>
                          <a:gd name="T1" fmla="*/ 0 h 662"/>
                          <a:gd name="T2" fmla="*/ 138 w 405"/>
                          <a:gd name="T3" fmla="*/ 199 h 662"/>
                          <a:gd name="T4" fmla="*/ 138 w 405"/>
                          <a:gd name="T5" fmla="*/ 582 h 662"/>
                          <a:gd name="T6" fmla="*/ 404 w 405"/>
                          <a:gd name="T7" fmla="*/ 582 h 662"/>
                          <a:gd name="T8" fmla="*/ 404 w 405"/>
                          <a:gd name="T9" fmla="*/ 661 h 662"/>
                          <a:gd name="T10" fmla="*/ 0 w 405"/>
                          <a:gd name="T11" fmla="*/ 659 h 662"/>
                          <a:gd name="T12" fmla="*/ 0 w 405"/>
                          <a:gd name="T13" fmla="*/ 0 h 662"/>
                          <a:gd name="T14" fmla="*/ 0 60000 65536"/>
                          <a:gd name="T15" fmla="*/ 0 60000 65536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w 405"/>
                          <a:gd name="T22" fmla="*/ 0 h 662"/>
                          <a:gd name="T23" fmla="*/ 405 w 405"/>
                          <a:gd name="T24" fmla="*/ 662 h 662"/>
                        </a:gdLst>
                        <a:ahLst/>
                        <a:cxnLst>
                          <a:cxn ang="T14">
                            <a:pos x="T0" y="T1"/>
                          </a:cxn>
                          <a:cxn ang="T15">
                            <a:pos x="T2" y="T3"/>
                          </a:cxn>
                          <a:cxn ang="T16">
                            <a:pos x="T4" y="T5"/>
                          </a:cxn>
                          <a:cxn ang="T17">
                            <a:pos x="T6" y="T7"/>
                          </a:cxn>
                          <a:cxn ang="T18">
                            <a:pos x="T8" y="T9"/>
                          </a:cxn>
                          <a:cxn ang="T19">
                            <a:pos x="T10" y="T11"/>
                          </a:cxn>
                          <a:cxn ang="T20">
                            <a:pos x="T12" y="T13"/>
                          </a:cxn>
                        </a:cxnLst>
                        <a:rect l="T21" t="T22" r="T23" b="T24"/>
                        <a:pathLst>
                          <a:path w="405" h="662">
                            <a:moveTo>
                              <a:pt x="0" y="0"/>
                            </a:moveTo>
                            <a:lnTo>
                              <a:pt x="138" y="199"/>
                            </a:lnTo>
                            <a:lnTo>
                              <a:pt x="138" y="582"/>
                            </a:lnTo>
                            <a:lnTo>
                              <a:pt x="404" y="582"/>
                            </a:lnTo>
                            <a:lnTo>
                              <a:pt x="404" y="661"/>
                            </a:lnTo>
                            <a:lnTo>
                              <a:pt x="0" y="659"/>
                            </a:lnTo>
                            <a:lnTo>
                              <a:pt x="0" y="0"/>
                            </a:lnTo>
                          </a:path>
                        </a:pathLst>
                      </a:custGeom>
                      <a:solidFill>
                        <a:srgbClr val="808080"/>
                      </a:solidFill>
                      <a:ln w="12700" cap="rnd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lIns="91429" tIns="45714" rIns="91429" bIns="45714"/>
                      <a:lstStyle/>
                      <a:p>
                        <a:pPr defTabSz="407526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US" sz="726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4436" name="Freeform 66">
                        <a:extLst>
                          <a:ext uri="{FF2B5EF4-FFF2-40B4-BE49-F238E27FC236}">
                            <a16:creationId xmlns:a16="http://schemas.microsoft.com/office/drawing/2014/main" id="{350881A2-014D-4320-96D4-2B515C39AC6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5068" y="3360"/>
                        <a:ext cx="489" cy="673"/>
                      </a:xfrm>
                      <a:custGeom>
                        <a:avLst/>
                        <a:gdLst>
                          <a:gd name="T0" fmla="*/ 0 w 489"/>
                          <a:gd name="T1" fmla="*/ 0 h 673"/>
                          <a:gd name="T2" fmla="*/ 97 w 489"/>
                          <a:gd name="T3" fmla="*/ 0 h 673"/>
                          <a:gd name="T4" fmla="*/ 97 w 489"/>
                          <a:gd name="T5" fmla="*/ 578 h 673"/>
                          <a:gd name="T6" fmla="*/ 488 w 489"/>
                          <a:gd name="T7" fmla="*/ 578 h 673"/>
                          <a:gd name="T8" fmla="*/ 488 w 489"/>
                          <a:gd name="T9" fmla="*/ 672 h 673"/>
                          <a:gd name="T10" fmla="*/ 0 w 489"/>
                          <a:gd name="T11" fmla="*/ 672 h 673"/>
                          <a:gd name="T12" fmla="*/ 0 w 489"/>
                          <a:gd name="T13" fmla="*/ 0 h 673"/>
                          <a:gd name="T14" fmla="*/ 0 60000 65536"/>
                          <a:gd name="T15" fmla="*/ 0 60000 65536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w 489"/>
                          <a:gd name="T22" fmla="*/ 0 h 673"/>
                          <a:gd name="T23" fmla="*/ 489 w 489"/>
                          <a:gd name="T24" fmla="*/ 673 h 673"/>
                        </a:gdLst>
                        <a:ahLst/>
                        <a:cxnLst>
                          <a:cxn ang="T14">
                            <a:pos x="T0" y="T1"/>
                          </a:cxn>
                          <a:cxn ang="T15">
                            <a:pos x="T2" y="T3"/>
                          </a:cxn>
                          <a:cxn ang="T16">
                            <a:pos x="T4" y="T5"/>
                          </a:cxn>
                          <a:cxn ang="T17">
                            <a:pos x="T6" y="T7"/>
                          </a:cxn>
                          <a:cxn ang="T18">
                            <a:pos x="T8" y="T9"/>
                          </a:cxn>
                          <a:cxn ang="T19">
                            <a:pos x="T10" y="T11"/>
                          </a:cxn>
                          <a:cxn ang="T20">
                            <a:pos x="T12" y="T13"/>
                          </a:cxn>
                        </a:cxnLst>
                        <a:rect l="T21" t="T22" r="T23" b="T24"/>
                        <a:pathLst>
                          <a:path w="489" h="673">
                            <a:moveTo>
                              <a:pt x="0" y="0"/>
                            </a:moveTo>
                            <a:lnTo>
                              <a:pt x="97" y="0"/>
                            </a:lnTo>
                            <a:lnTo>
                              <a:pt x="97" y="578"/>
                            </a:lnTo>
                            <a:lnTo>
                              <a:pt x="488" y="578"/>
                            </a:lnTo>
                            <a:lnTo>
                              <a:pt x="488" y="672"/>
                            </a:lnTo>
                            <a:lnTo>
                              <a:pt x="0" y="672"/>
                            </a:lnTo>
                            <a:lnTo>
                              <a:pt x="0" y="0"/>
                            </a:lnTo>
                          </a:path>
                        </a:pathLst>
                      </a:custGeom>
                      <a:solidFill>
                        <a:srgbClr val="C0C0C0"/>
                      </a:solidFill>
                      <a:ln w="12700" cap="rnd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lIns="91429" tIns="45714" rIns="91429" bIns="45714"/>
                      <a:lstStyle/>
                      <a:p>
                        <a:pPr defTabSz="407526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US" sz="726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</p:grpSp>
              <p:sp>
                <p:nvSpPr>
                  <p:cNvPr id="14432" name="Rectangle 69">
                    <a:extLst>
                      <a:ext uri="{FF2B5EF4-FFF2-40B4-BE49-F238E27FC236}">
                        <a16:creationId xmlns:a16="http://schemas.microsoft.com/office/drawing/2014/main" id="{22AC4ACA-4BAF-48BB-A166-77DA8A7A096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076" y="3364"/>
                    <a:ext cx="79" cy="664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lIns="91429" tIns="45714" rIns="91429" bIns="45714" anchor="ctr"/>
                  <a:lstStyle>
                    <a:lvl1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914414" eaLnBrk="1" fontAlgn="base" hangingPunct="1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altLang="en-US" sz="1814">
                      <a:solidFill>
                        <a:srgbClr val="FFFFFF"/>
                      </a:solidFill>
                      <a:cs typeface="Arial" panose="020B0604020202020204" pitchFamily="34" charset="0"/>
                    </a:endParaRPr>
                  </a:p>
                </p:txBody>
              </p:sp>
            </p:grpSp>
          </p:grpSp>
          <p:sp>
            <p:nvSpPr>
              <p:cNvPr id="14427" name="Freeform 72">
                <a:extLst>
                  <a:ext uri="{FF2B5EF4-FFF2-40B4-BE49-F238E27FC236}">
                    <a16:creationId xmlns:a16="http://schemas.microsoft.com/office/drawing/2014/main" id="{2F1A302B-A5BB-44FE-A4CE-C2052DB928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4" y="2350"/>
                <a:ext cx="339" cy="414"/>
              </a:xfrm>
              <a:custGeom>
                <a:avLst/>
                <a:gdLst>
                  <a:gd name="T0" fmla="*/ 38 w 339"/>
                  <a:gd name="T1" fmla="*/ 193 h 414"/>
                  <a:gd name="T2" fmla="*/ 0 w 339"/>
                  <a:gd name="T3" fmla="*/ 304 h 414"/>
                  <a:gd name="T4" fmla="*/ 130 w 339"/>
                  <a:gd name="T5" fmla="*/ 413 h 414"/>
                  <a:gd name="T6" fmla="*/ 338 w 339"/>
                  <a:gd name="T7" fmla="*/ 48 h 414"/>
                  <a:gd name="T8" fmla="*/ 338 w 339"/>
                  <a:gd name="T9" fmla="*/ 0 h 414"/>
                  <a:gd name="T10" fmla="*/ 107 w 339"/>
                  <a:gd name="T11" fmla="*/ 308 h 414"/>
                  <a:gd name="T12" fmla="*/ 38 w 339"/>
                  <a:gd name="T13" fmla="*/ 193 h 4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9"/>
                  <a:gd name="T22" fmla="*/ 0 h 414"/>
                  <a:gd name="T23" fmla="*/ 339 w 339"/>
                  <a:gd name="T24" fmla="*/ 414 h 4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9" h="414">
                    <a:moveTo>
                      <a:pt x="38" y="193"/>
                    </a:moveTo>
                    <a:lnTo>
                      <a:pt x="0" y="304"/>
                    </a:lnTo>
                    <a:lnTo>
                      <a:pt x="130" y="413"/>
                    </a:lnTo>
                    <a:lnTo>
                      <a:pt x="338" y="48"/>
                    </a:lnTo>
                    <a:lnTo>
                      <a:pt x="338" y="0"/>
                    </a:lnTo>
                    <a:lnTo>
                      <a:pt x="107" y="308"/>
                    </a:lnTo>
                    <a:lnTo>
                      <a:pt x="38" y="193"/>
                    </a:lnTo>
                  </a:path>
                </a:pathLst>
              </a:custGeom>
              <a:solidFill>
                <a:srgbClr val="D93192"/>
              </a:solidFill>
              <a:ln w="12700" cap="rnd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lIns="91429" tIns="45714" rIns="91429" bIns="45714"/>
              <a:lstStyle/>
              <a:p>
                <a:pPr defTabSz="407526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26">
                  <a:solidFill>
                    <a:srgbClr val="FFFFFF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4342" name="Group 99">
              <a:extLst>
                <a:ext uri="{FF2B5EF4-FFF2-40B4-BE49-F238E27FC236}">
                  <a16:creationId xmlns:a16="http://schemas.microsoft.com/office/drawing/2014/main" id="{EC48D145-A180-4E09-B218-D511E1D0EC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" y="303"/>
              <a:ext cx="2991" cy="1618"/>
              <a:chOff x="178" y="303"/>
              <a:chExt cx="2991" cy="1618"/>
            </a:xfrm>
          </p:grpSpPr>
          <p:grpSp>
            <p:nvGrpSpPr>
              <p:cNvPr id="14401" name="Group 95">
                <a:extLst>
                  <a:ext uri="{FF2B5EF4-FFF2-40B4-BE49-F238E27FC236}">
                    <a16:creationId xmlns:a16="http://schemas.microsoft.com/office/drawing/2014/main" id="{149220D3-1848-4C02-B22D-5C4C3E1508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" y="599"/>
                <a:ext cx="2991" cy="1322"/>
                <a:chOff x="178" y="599"/>
                <a:chExt cx="2991" cy="1322"/>
              </a:xfrm>
            </p:grpSpPr>
            <p:sp>
              <p:nvSpPr>
                <p:cNvPr id="14405" name="Freeform 74">
                  <a:extLst>
                    <a:ext uri="{FF2B5EF4-FFF2-40B4-BE49-F238E27FC236}">
                      <a16:creationId xmlns:a16="http://schemas.microsoft.com/office/drawing/2014/main" id="{4C3DBDF2-A298-4324-B959-792D933B00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8" y="1236"/>
                  <a:ext cx="438" cy="685"/>
                </a:xfrm>
                <a:custGeom>
                  <a:avLst/>
                  <a:gdLst>
                    <a:gd name="T0" fmla="*/ 437 w 438"/>
                    <a:gd name="T1" fmla="*/ 0 h 685"/>
                    <a:gd name="T2" fmla="*/ 350 w 438"/>
                    <a:gd name="T3" fmla="*/ 0 h 685"/>
                    <a:gd name="T4" fmla="*/ 350 w 438"/>
                    <a:gd name="T5" fmla="*/ 589 h 685"/>
                    <a:gd name="T6" fmla="*/ 0 w 438"/>
                    <a:gd name="T7" fmla="*/ 589 h 685"/>
                    <a:gd name="T8" fmla="*/ 0 w 438"/>
                    <a:gd name="T9" fmla="*/ 684 h 685"/>
                    <a:gd name="T10" fmla="*/ 437 w 438"/>
                    <a:gd name="T11" fmla="*/ 684 h 685"/>
                    <a:gd name="T12" fmla="*/ 437 w 438"/>
                    <a:gd name="T13" fmla="*/ 0 h 68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38"/>
                    <a:gd name="T22" fmla="*/ 0 h 685"/>
                    <a:gd name="T23" fmla="*/ 438 w 438"/>
                    <a:gd name="T24" fmla="*/ 685 h 68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38" h="685">
                      <a:moveTo>
                        <a:pt x="437" y="0"/>
                      </a:moveTo>
                      <a:lnTo>
                        <a:pt x="350" y="0"/>
                      </a:lnTo>
                      <a:lnTo>
                        <a:pt x="350" y="589"/>
                      </a:lnTo>
                      <a:lnTo>
                        <a:pt x="0" y="589"/>
                      </a:lnTo>
                      <a:lnTo>
                        <a:pt x="0" y="684"/>
                      </a:lnTo>
                      <a:lnTo>
                        <a:pt x="437" y="684"/>
                      </a:lnTo>
                      <a:lnTo>
                        <a:pt x="437" y="0"/>
                      </a:lnTo>
                    </a:path>
                  </a:pathLst>
                </a:custGeom>
                <a:solidFill>
                  <a:srgbClr val="C0C0C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91429" tIns="45714" rIns="91429" bIns="45714"/>
                <a:lstStyle/>
                <a:p>
                  <a:pPr defTabSz="407526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26">
                    <a:solidFill>
                      <a:srgbClr val="FFFFFF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4406" name="Group 94">
                  <a:extLst>
                    <a:ext uri="{FF2B5EF4-FFF2-40B4-BE49-F238E27FC236}">
                      <a16:creationId xmlns:a16="http://schemas.microsoft.com/office/drawing/2014/main" id="{CE9DFC82-4F43-42CB-BE4B-A505114017C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19" y="599"/>
                  <a:ext cx="2550" cy="1322"/>
                  <a:chOff x="619" y="599"/>
                  <a:chExt cx="2550" cy="1322"/>
                </a:xfrm>
              </p:grpSpPr>
              <p:grpSp>
                <p:nvGrpSpPr>
                  <p:cNvPr id="14407" name="Group 88">
                    <a:extLst>
                      <a:ext uri="{FF2B5EF4-FFF2-40B4-BE49-F238E27FC236}">
                        <a16:creationId xmlns:a16="http://schemas.microsoft.com/office/drawing/2014/main" id="{CE3A387D-FE85-4C76-9D95-8EADB23D1B1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19" y="599"/>
                    <a:ext cx="2067" cy="1317"/>
                    <a:chOff x="619" y="599"/>
                    <a:chExt cx="2067" cy="1317"/>
                  </a:xfrm>
                </p:grpSpPr>
                <p:sp>
                  <p:nvSpPr>
                    <p:cNvPr id="14413" name="AutoShape 75">
                      <a:extLst>
                        <a:ext uri="{FF2B5EF4-FFF2-40B4-BE49-F238E27FC236}">
                          <a16:creationId xmlns:a16="http://schemas.microsoft.com/office/drawing/2014/main" id="{480E738A-94E3-4D13-BA28-2A68A70C021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28" y="599"/>
                      <a:ext cx="165" cy="1317"/>
                    </a:xfrm>
                    <a:prstGeom prst="roundRect">
                      <a:avLst>
                        <a:gd name="adj" fmla="val 12495"/>
                      </a:avLst>
                    </a:prstGeom>
                    <a:solidFill>
                      <a:schemeClr val="bg2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lIns="111112" tIns="55555" rIns="111112" bIns="55555" anchor="ctr"/>
                    <a:lstStyle>
                      <a:lvl1pPr defTabSz="1450975" eaLnBrk="0" hangingPunct="0">
                        <a:defRPr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defTabSz="1450975" eaLnBrk="0" hangingPunct="0">
                        <a:defRPr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defTabSz="1450975" eaLnBrk="0" hangingPunct="0">
                        <a:defRPr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defTabSz="1450975" eaLnBrk="0" hangingPunct="0">
                        <a:defRPr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defTabSz="1450975" eaLnBrk="0" hangingPunct="0">
                        <a:defRPr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1450975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1450975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1450975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1450975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algn="ctr" defTabSz="131617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ja-JP" sz="998" b="1">
                          <a:solidFill>
                            <a:srgbClr val="000000"/>
                          </a:solidFill>
                          <a:cs typeface="Arial" panose="020B0604020202020204" pitchFamily="34" charset="0"/>
                        </a:rPr>
                        <a:t>8</a:t>
                      </a:r>
                    </a:p>
                  </p:txBody>
                </p:sp>
                <p:sp>
                  <p:nvSpPr>
                    <p:cNvPr id="14414" name="AutoShape 76">
                      <a:extLst>
                        <a:ext uri="{FF2B5EF4-FFF2-40B4-BE49-F238E27FC236}">
                          <a16:creationId xmlns:a16="http://schemas.microsoft.com/office/drawing/2014/main" id="{7E631F0E-51E9-43F2-AC5C-E6B2C1FFB12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75" y="599"/>
                      <a:ext cx="165" cy="1317"/>
                    </a:xfrm>
                    <a:prstGeom prst="roundRect">
                      <a:avLst>
                        <a:gd name="adj" fmla="val 12495"/>
                      </a:avLst>
                    </a:prstGeom>
                    <a:solidFill>
                      <a:schemeClr val="bg2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lIns="111112" tIns="55555" rIns="111112" bIns="55555" anchor="ctr"/>
                    <a:lstStyle>
                      <a:lvl1pPr defTabSz="1450975" eaLnBrk="0" hangingPunct="0">
                        <a:defRPr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defTabSz="1450975" eaLnBrk="0" hangingPunct="0">
                        <a:defRPr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defTabSz="1450975" eaLnBrk="0" hangingPunct="0">
                        <a:defRPr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defTabSz="1450975" eaLnBrk="0" hangingPunct="0">
                        <a:defRPr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defTabSz="1450975" eaLnBrk="0" hangingPunct="0">
                        <a:defRPr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1450975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1450975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1450975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1450975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algn="ctr" defTabSz="1316179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ja-JP" sz="998" b="1">
                          <a:solidFill>
                            <a:srgbClr val="000000"/>
                          </a:solidFill>
                          <a:cs typeface="Arial" panose="020B0604020202020204" pitchFamily="34" charset="0"/>
                        </a:rPr>
                        <a:t>10</a:t>
                      </a:r>
                    </a:p>
                  </p:txBody>
                </p:sp>
                <p:grpSp>
                  <p:nvGrpSpPr>
                    <p:cNvPr id="14415" name="Group 87">
                      <a:extLst>
                        <a:ext uri="{FF2B5EF4-FFF2-40B4-BE49-F238E27FC236}">
                          <a16:creationId xmlns:a16="http://schemas.microsoft.com/office/drawing/2014/main" id="{64CBC671-2B97-42C8-842B-20E9530B197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19" y="599"/>
                      <a:ext cx="2067" cy="1317"/>
                      <a:chOff x="619" y="599"/>
                      <a:chExt cx="2067" cy="1317"/>
                    </a:xfrm>
                  </p:grpSpPr>
                  <p:sp>
                    <p:nvSpPr>
                      <p:cNvPr id="14416" name="AutoShape 77">
                        <a:extLst>
                          <a:ext uri="{FF2B5EF4-FFF2-40B4-BE49-F238E27FC236}">
                            <a16:creationId xmlns:a16="http://schemas.microsoft.com/office/drawing/2014/main" id="{DC5A13FB-F761-459C-B8F7-86FF2AEADA1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92" y="599"/>
                        <a:ext cx="165" cy="1317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rgbClr val="DADADA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2</a:t>
                        </a:r>
                      </a:p>
                    </p:txBody>
                  </p:sp>
                  <p:sp>
                    <p:nvSpPr>
                      <p:cNvPr id="14417" name="AutoShape 78">
                        <a:extLst>
                          <a:ext uri="{FF2B5EF4-FFF2-40B4-BE49-F238E27FC236}">
                            <a16:creationId xmlns:a16="http://schemas.microsoft.com/office/drawing/2014/main" id="{E8219968-74AC-4FA2-BADA-A2C3FDED179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02" y="599"/>
                        <a:ext cx="165" cy="1317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rgbClr val="DADADA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14418" name="AutoShape 79">
                        <a:extLst>
                          <a:ext uri="{FF2B5EF4-FFF2-40B4-BE49-F238E27FC236}">
                            <a16:creationId xmlns:a16="http://schemas.microsoft.com/office/drawing/2014/main" id="{E6BFC16E-9C93-462A-B60E-1986168AE9A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48" y="599"/>
                        <a:ext cx="165" cy="1317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chemeClr val="bg2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11</a:t>
                        </a:r>
                      </a:p>
                    </p:txBody>
                  </p:sp>
                  <p:sp>
                    <p:nvSpPr>
                      <p:cNvPr id="14419" name="AutoShape 80">
                        <a:extLst>
                          <a:ext uri="{FF2B5EF4-FFF2-40B4-BE49-F238E27FC236}">
                            <a16:creationId xmlns:a16="http://schemas.microsoft.com/office/drawing/2014/main" id="{B5FCE630-38C0-42CC-83BF-CC592D0B951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19" y="599"/>
                        <a:ext cx="165" cy="1317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chemeClr val="bg2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14420" name="AutoShape 81">
                        <a:extLst>
                          <a:ext uri="{FF2B5EF4-FFF2-40B4-BE49-F238E27FC236}">
                            <a16:creationId xmlns:a16="http://schemas.microsoft.com/office/drawing/2014/main" id="{AB91A287-2D30-4320-AFBD-93715BCE2CE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65" y="599"/>
                        <a:ext cx="165" cy="1317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chemeClr val="bg2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14421" name="AutoShape 82">
                        <a:extLst>
                          <a:ext uri="{FF2B5EF4-FFF2-40B4-BE49-F238E27FC236}">
                            <a16:creationId xmlns:a16="http://schemas.microsoft.com/office/drawing/2014/main" id="{4187A2FC-713C-4B8A-A46A-F7E7B16AB7F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38" y="599"/>
                        <a:ext cx="165" cy="1317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chemeClr val="bg2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14422" name="AutoShape 83">
                        <a:extLst>
                          <a:ext uri="{FF2B5EF4-FFF2-40B4-BE49-F238E27FC236}">
                            <a16:creationId xmlns:a16="http://schemas.microsoft.com/office/drawing/2014/main" id="{4C63A164-970E-4BC7-93E3-E1F2011E672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11" y="599"/>
                        <a:ext cx="165" cy="1317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rgbClr val="DADADA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14423" name="AutoShape 84">
                        <a:extLst>
                          <a:ext uri="{FF2B5EF4-FFF2-40B4-BE49-F238E27FC236}">
                            <a16:creationId xmlns:a16="http://schemas.microsoft.com/office/drawing/2014/main" id="{EBBA904B-A658-4F0A-892A-C9A115119FE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484" y="599"/>
                        <a:ext cx="164" cy="1317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chemeClr val="bg2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14424" name="AutoShape 85">
                        <a:extLst>
                          <a:ext uri="{FF2B5EF4-FFF2-40B4-BE49-F238E27FC236}">
                            <a16:creationId xmlns:a16="http://schemas.microsoft.com/office/drawing/2014/main" id="{FBD209F1-CACC-490D-8C7D-A8530C551BB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656" y="599"/>
                        <a:ext cx="164" cy="1317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rgbClr val="DADADA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14425" name="AutoShape 86">
                        <a:extLst>
                          <a:ext uri="{FF2B5EF4-FFF2-40B4-BE49-F238E27FC236}">
                            <a16:creationId xmlns:a16="http://schemas.microsoft.com/office/drawing/2014/main" id="{320A119A-5C73-48D0-8AA4-8C012C7D3AD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21" y="599"/>
                        <a:ext cx="165" cy="1317"/>
                      </a:xfrm>
                      <a:prstGeom prst="roundRect">
                        <a:avLst>
                          <a:gd name="adj" fmla="val 12495"/>
                        </a:avLst>
                      </a:prstGeom>
                      <a:solidFill>
                        <a:schemeClr val="bg2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lIns="111112" tIns="55555" rIns="111112" bIns="55555" anchor="ctr"/>
                      <a:lstStyle>
                        <a:lvl1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defTabSz="1450975" eaLnBrk="0" hangingPunct="0"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1450975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80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 defTabSz="1316179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kumimoji="1" lang="en-US" altLang="ja-JP" sz="998" b="1">
                            <a:solidFill>
                              <a:srgbClr val="000000"/>
                            </a:solidFill>
                            <a:cs typeface="Arial" panose="020B0604020202020204" pitchFamily="34" charset="0"/>
                          </a:rPr>
                          <a:t>12</a:t>
                        </a:r>
                      </a:p>
                    </p:txBody>
                  </p:sp>
                </p:grpSp>
              </p:grpSp>
              <p:grpSp>
                <p:nvGrpSpPr>
                  <p:cNvPr id="14408" name="Group 93">
                    <a:extLst>
                      <a:ext uri="{FF2B5EF4-FFF2-40B4-BE49-F238E27FC236}">
                        <a16:creationId xmlns:a16="http://schemas.microsoft.com/office/drawing/2014/main" id="{0FE8AF8A-0431-45D5-8DFD-BD4C0249665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78" y="603"/>
                    <a:ext cx="491" cy="1318"/>
                    <a:chOff x="2678" y="603"/>
                    <a:chExt cx="491" cy="1318"/>
                  </a:xfrm>
                </p:grpSpPr>
                <p:sp>
                  <p:nvSpPr>
                    <p:cNvPr id="14409" name="AutoShape 89">
                      <a:extLst>
                        <a:ext uri="{FF2B5EF4-FFF2-40B4-BE49-F238E27FC236}">
                          <a16:creationId xmlns:a16="http://schemas.microsoft.com/office/drawing/2014/main" id="{C18D8C2C-45EA-4C88-8377-96A92F55091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5400000" flipV="1">
                      <a:off x="2134" y="1151"/>
                      <a:ext cx="1312" cy="216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149 w 21600"/>
                        <a:gd name="T13" fmla="*/ 4100 h 21600"/>
                        <a:gd name="T14" fmla="*/ 17451 w 21600"/>
                        <a:gd name="T15" fmla="*/ 17500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4695" y="21600"/>
                          </a:lnTo>
                          <a:lnTo>
                            <a:pt x="16905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767900"/>
                    </a:solidFill>
                    <a:ln w="1270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lIns="91429" tIns="45714" rIns="91429" bIns="45714" anchor="ctr"/>
                    <a:lstStyle/>
                    <a:p>
                      <a:pPr defTabSz="407526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26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4410" name="Group 92">
                      <a:extLst>
                        <a:ext uri="{FF2B5EF4-FFF2-40B4-BE49-F238E27FC236}">
                          <a16:creationId xmlns:a16="http://schemas.microsoft.com/office/drawing/2014/main" id="{61231D39-8EE5-47EB-B0C8-8FB568BE0E7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678" y="1248"/>
                      <a:ext cx="491" cy="673"/>
                      <a:chOff x="2678" y="1248"/>
                      <a:chExt cx="491" cy="673"/>
                    </a:xfrm>
                  </p:grpSpPr>
                  <p:sp>
                    <p:nvSpPr>
                      <p:cNvPr id="14411" name="Freeform 90">
                        <a:extLst>
                          <a:ext uri="{FF2B5EF4-FFF2-40B4-BE49-F238E27FC236}">
                            <a16:creationId xmlns:a16="http://schemas.microsoft.com/office/drawing/2014/main" id="{00503F92-C3AE-40FB-BFC3-6BA2D805896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764" y="1255"/>
                        <a:ext cx="405" cy="662"/>
                      </a:xfrm>
                      <a:custGeom>
                        <a:avLst/>
                        <a:gdLst>
                          <a:gd name="T0" fmla="*/ 0 w 405"/>
                          <a:gd name="T1" fmla="*/ 0 h 662"/>
                          <a:gd name="T2" fmla="*/ 138 w 405"/>
                          <a:gd name="T3" fmla="*/ 199 h 662"/>
                          <a:gd name="T4" fmla="*/ 138 w 405"/>
                          <a:gd name="T5" fmla="*/ 582 h 662"/>
                          <a:gd name="T6" fmla="*/ 404 w 405"/>
                          <a:gd name="T7" fmla="*/ 582 h 662"/>
                          <a:gd name="T8" fmla="*/ 404 w 405"/>
                          <a:gd name="T9" fmla="*/ 661 h 662"/>
                          <a:gd name="T10" fmla="*/ 0 w 405"/>
                          <a:gd name="T11" fmla="*/ 659 h 662"/>
                          <a:gd name="T12" fmla="*/ 0 w 405"/>
                          <a:gd name="T13" fmla="*/ 0 h 662"/>
                          <a:gd name="T14" fmla="*/ 0 60000 65536"/>
                          <a:gd name="T15" fmla="*/ 0 60000 65536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w 405"/>
                          <a:gd name="T22" fmla="*/ 0 h 662"/>
                          <a:gd name="T23" fmla="*/ 405 w 405"/>
                          <a:gd name="T24" fmla="*/ 662 h 662"/>
                        </a:gdLst>
                        <a:ahLst/>
                        <a:cxnLst>
                          <a:cxn ang="T14">
                            <a:pos x="T0" y="T1"/>
                          </a:cxn>
                          <a:cxn ang="T15">
                            <a:pos x="T2" y="T3"/>
                          </a:cxn>
                          <a:cxn ang="T16">
                            <a:pos x="T4" y="T5"/>
                          </a:cxn>
                          <a:cxn ang="T17">
                            <a:pos x="T6" y="T7"/>
                          </a:cxn>
                          <a:cxn ang="T18">
                            <a:pos x="T8" y="T9"/>
                          </a:cxn>
                          <a:cxn ang="T19">
                            <a:pos x="T10" y="T11"/>
                          </a:cxn>
                          <a:cxn ang="T20">
                            <a:pos x="T12" y="T13"/>
                          </a:cxn>
                        </a:cxnLst>
                        <a:rect l="T21" t="T22" r="T23" b="T24"/>
                        <a:pathLst>
                          <a:path w="405" h="662">
                            <a:moveTo>
                              <a:pt x="0" y="0"/>
                            </a:moveTo>
                            <a:lnTo>
                              <a:pt x="138" y="199"/>
                            </a:lnTo>
                            <a:lnTo>
                              <a:pt x="138" y="582"/>
                            </a:lnTo>
                            <a:lnTo>
                              <a:pt x="404" y="582"/>
                            </a:lnTo>
                            <a:lnTo>
                              <a:pt x="404" y="661"/>
                            </a:lnTo>
                            <a:lnTo>
                              <a:pt x="0" y="659"/>
                            </a:lnTo>
                            <a:lnTo>
                              <a:pt x="0" y="0"/>
                            </a:lnTo>
                          </a:path>
                        </a:pathLst>
                      </a:custGeom>
                      <a:solidFill>
                        <a:srgbClr val="808080"/>
                      </a:solidFill>
                      <a:ln w="12700" cap="rnd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lIns="91429" tIns="45714" rIns="91429" bIns="45714"/>
                      <a:lstStyle/>
                      <a:p>
                        <a:pPr defTabSz="407526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US" sz="726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4412" name="Freeform 91">
                        <a:extLst>
                          <a:ext uri="{FF2B5EF4-FFF2-40B4-BE49-F238E27FC236}">
                            <a16:creationId xmlns:a16="http://schemas.microsoft.com/office/drawing/2014/main" id="{6E29CC86-5A64-4FEF-9A1A-6E3226FBFFF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678" y="1248"/>
                        <a:ext cx="489" cy="673"/>
                      </a:xfrm>
                      <a:custGeom>
                        <a:avLst/>
                        <a:gdLst>
                          <a:gd name="T0" fmla="*/ 0 w 489"/>
                          <a:gd name="T1" fmla="*/ 0 h 673"/>
                          <a:gd name="T2" fmla="*/ 97 w 489"/>
                          <a:gd name="T3" fmla="*/ 0 h 673"/>
                          <a:gd name="T4" fmla="*/ 97 w 489"/>
                          <a:gd name="T5" fmla="*/ 578 h 673"/>
                          <a:gd name="T6" fmla="*/ 488 w 489"/>
                          <a:gd name="T7" fmla="*/ 578 h 673"/>
                          <a:gd name="T8" fmla="*/ 488 w 489"/>
                          <a:gd name="T9" fmla="*/ 672 h 673"/>
                          <a:gd name="T10" fmla="*/ 0 w 489"/>
                          <a:gd name="T11" fmla="*/ 672 h 673"/>
                          <a:gd name="T12" fmla="*/ 0 w 489"/>
                          <a:gd name="T13" fmla="*/ 0 h 673"/>
                          <a:gd name="T14" fmla="*/ 0 60000 65536"/>
                          <a:gd name="T15" fmla="*/ 0 60000 65536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w 489"/>
                          <a:gd name="T22" fmla="*/ 0 h 673"/>
                          <a:gd name="T23" fmla="*/ 489 w 489"/>
                          <a:gd name="T24" fmla="*/ 673 h 673"/>
                        </a:gdLst>
                        <a:ahLst/>
                        <a:cxnLst>
                          <a:cxn ang="T14">
                            <a:pos x="T0" y="T1"/>
                          </a:cxn>
                          <a:cxn ang="T15">
                            <a:pos x="T2" y="T3"/>
                          </a:cxn>
                          <a:cxn ang="T16">
                            <a:pos x="T4" y="T5"/>
                          </a:cxn>
                          <a:cxn ang="T17">
                            <a:pos x="T6" y="T7"/>
                          </a:cxn>
                          <a:cxn ang="T18">
                            <a:pos x="T8" y="T9"/>
                          </a:cxn>
                          <a:cxn ang="T19">
                            <a:pos x="T10" y="T11"/>
                          </a:cxn>
                          <a:cxn ang="T20">
                            <a:pos x="T12" y="T13"/>
                          </a:cxn>
                        </a:cxnLst>
                        <a:rect l="T21" t="T22" r="T23" b="T24"/>
                        <a:pathLst>
                          <a:path w="489" h="673">
                            <a:moveTo>
                              <a:pt x="0" y="0"/>
                            </a:moveTo>
                            <a:lnTo>
                              <a:pt x="97" y="0"/>
                            </a:lnTo>
                            <a:lnTo>
                              <a:pt x="97" y="578"/>
                            </a:lnTo>
                            <a:lnTo>
                              <a:pt x="488" y="578"/>
                            </a:lnTo>
                            <a:lnTo>
                              <a:pt x="488" y="672"/>
                            </a:lnTo>
                            <a:lnTo>
                              <a:pt x="0" y="672"/>
                            </a:lnTo>
                            <a:lnTo>
                              <a:pt x="0" y="0"/>
                            </a:lnTo>
                          </a:path>
                        </a:pathLst>
                      </a:custGeom>
                      <a:solidFill>
                        <a:srgbClr val="C0C0C0"/>
                      </a:solidFill>
                      <a:ln w="12700" cap="rnd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lIns="91429" tIns="45714" rIns="91429" bIns="45714"/>
                      <a:lstStyle/>
                      <a:p>
                        <a:pPr defTabSz="407526"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endParaRPr lang="en-US" sz="726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14402" name="Group 98">
                <a:extLst>
                  <a:ext uri="{FF2B5EF4-FFF2-40B4-BE49-F238E27FC236}">
                    <a16:creationId xmlns:a16="http://schemas.microsoft.com/office/drawing/2014/main" id="{FA73AAC6-15C1-43FE-B6ED-771D20D57B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01" y="303"/>
                <a:ext cx="264" cy="375"/>
                <a:chOff x="901" y="303"/>
                <a:chExt cx="264" cy="375"/>
              </a:xfrm>
            </p:grpSpPr>
            <p:sp>
              <p:nvSpPr>
                <p:cNvPr id="14403" name="Rectangle 96">
                  <a:extLst>
                    <a:ext uri="{FF2B5EF4-FFF2-40B4-BE49-F238E27FC236}">
                      <a16:creationId xmlns:a16="http://schemas.microsoft.com/office/drawing/2014/main" id="{C8E5FE54-1357-401D-ABD2-4ED5386CE0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0" y="598"/>
                  <a:ext cx="105" cy="80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404" name="Freeform 97">
                  <a:extLst>
                    <a:ext uri="{FF2B5EF4-FFF2-40B4-BE49-F238E27FC236}">
                      <a16:creationId xmlns:a16="http://schemas.microsoft.com/office/drawing/2014/main" id="{4B18F58D-C489-41D5-A24C-4886F64986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01" y="303"/>
                  <a:ext cx="264" cy="274"/>
                </a:xfrm>
                <a:custGeom>
                  <a:avLst/>
                  <a:gdLst>
                    <a:gd name="T0" fmla="*/ 78 w 264"/>
                    <a:gd name="T1" fmla="*/ 0 h 274"/>
                    <a:gd name="T2" fmla="*/ 192 w 264"/>
                    <a:gd name="T3" fmla="*/ 0 h 274"/>
                    <a:gd name="T4" fmla="*/ 263 w 264"/>
                    <a:gd name="T5" fmla="*/ 63 h 274"/>
                    <a:gd name="T6" fmla="*/ 263 w 264"/>
                    <a:gd name="T7" fmla="*/ 189 h 274"/>
                    <a:gd name="T8" fmla="*/ 186 w 264"/>
                    <a:gd name="T9" fmla="*/ 250 h 274"/>
                    <a:gd name="T10" fmla="*/ 186 w 264"/>
                    <a:gd name="T11" fmla="*/ 273 h 274"/>
                    <a:gd name="T12" fmla="*/ 74 w 264"/>
                    <a:gd name="T13" fmla="*/ 273 h 274"/>
                    <a:gd name="T14" fmla="*/ 74 w 264"/>
                    <a:gd name="T15" fmla="*/ 234 h 274"/>
                    <a:gd name="T16" fmla="*/ 162 w 264"/>
                    <a:gd name="T17" fmla="*/ 170 h 274"/>
                    <a:gd name="T18" fmla="*/ 162 w 264"/>
                    <a:gd name="T19" fmla="*/ 88 h 274"/>
                    <a:gd name="T20" fmla="*/ 97 w 264"/>
                    <a:gd name="T21" fmla="*/ 88 h 274"/>
                    <a:gd name="T22" fmla="*/ 97 w 264"/>
                    <a:gd name="T23" fmla="*/ 138 h 274"/>
                    <a:gd name="T24" fmla="*/ 0 w 264"/>
                    <a:gd name="T25" fmla="*/ 138 h 274"/>
                    <a:gd name="T26" fmla="*/ 0 w 264"/>
                    <a:gd name="T27" fmla="*/ 65 h 274"/>
                    <a:gd name="T28" fmla="*/ 78 w 264"/>
                    <a:gd name="T29" fmla="*/ 0 h 27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264"/>
                    <a:gd name="T46" fmla="*/ 0 h 274"/>
                    <a:gd name="T47" fmla="*/ 264 w 264"/>
                    <a:gd name="T48" fmla="*/ 274 h 27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264" h="274">
                      <a:moveTo>
                        <a:pt x="78" y="0"/>
                      </a:moveTo>
                      <a:lnTo>
                        <a:pt x="192" y="0"/>
                      </a:lnTo>
                      <a:lnTo>
                        <a:pt x="263" y="63"/>
                      </a:lnTo>
                      <a:lnTo>
                        <a:pt x="263" y="189"/>
                      </a:lnTo>
                      <a:lnTo>
                        <a:pt x="186" y="250"/>
                      </a:lnTo>
                      <a:lnTo>
                        <a:pt x="186" y="273"/>
                      </a:lnTo>
                      <a:lnTo>
                        <a:pt x="74" y="273"/>
                      </a:lnTo>
                      <a:lnTo>
                        <a:pt x="74" y="234"/>
                      </a:lnTo>
                      <a:lnTo>
                        <a:pt x="162" y="170"/>
                      </a:lnTo>
                      <a:lnTo>
                        <a:pt x="162" y="88"/>
                      </a:lnTo>
                      <a:lnTo>
                        <a:pt x="97" y="88"/>
                      </a:lnTo>
                      <a:lnTo>
                        <a:pt x="97" y="138"/>
                      </a:lnTo>
                      <a:lnTo>
                        <a:pt x="0" y="138"/>
                      </a:lnTo>
                      <a:lnTo>
                        <a:pt x="0" y="65"/>
                      </a:lnTo>
                      <a:lnTo>
                        <a:pt x="78" y="0"/>
                      </a:lnTo>
                    </a:path>
                  </a:pathLst>
                </a:custGeom>
                <a:solidFill>
                  <a:schemeClr val="accent1"/>
                </a:solidFill>
                <a:ln w="12700" cap="rnd">
                  <a:solidFill>
                    <a:srgbClr val="FFFFFF"/>
                  </a:solidFill>
                  <a:round/>
                  <a:headEnd/>
                  <a:tailEnd/>
                </a:ln>
              </p:spPr>
              <p:txBody>
                <a:bodyPr lIns="91429" tIns="45714" rIns="91429" bIns="45714"/>
                <a:lstStyle/>
                <a:p>
                  <a:pPr defTabSz="407526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26">
                    <a:solidFill>
                      <a:srgbClr val="FFFFFF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4343" name="Group 118">
              <a:extLst>
                <a:ext uri="{FF2B5EF4-FFF2-40B4-BE49-F238E27FC236}">
                  <a16:creationId xmlns:a16="http://schemas.microsoft.com/office/drawing/2014/main" id="{A155CAC7-39EB-4366-ABD1-3C303CD569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2" y="2788"/>
              <a:ext cx="1828" cy="364"/>
              <a:chOff x="1192" y="2788"/>
              <a:chExt cx="1828" cy="364"/>
            </a:xfrm>
          </p:grpSpPr>
          <p:grpSp>
            <p:nvGrpSpPr>
              <p:cNvPr id="14383" name="Group 102">
                <a:extLst>
                  <a:ext uri="{FF2B5EF4-FFF2-40B4-BE49-F238E27FC236}">
                    <a16:creationId xmlns:a16="http://schemas.microsoft.com/office/drawing/2014/main" id="{F64CA889-93EC-46CA-97D2-E6E5B11847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4" y="2788"/>
                <a:ext cx="232" cy="364"/>
                <a:chOff x="1504" y="2788"/>
                <a:chExt cx="232" cy="364"/>
              </a:xfrm>
            </p:grpSpPr>
            <p:sp>
              <p:nvSpPr>
                <p:cNvPr id="14399" name="Rectangle 100">
                  <a:extLst>
                    <a:ext uri="{FF2B5EF4-FFF2-40B4-BE49-F238E27FC236}">
                      <a16:creationId xmlns:a16="http://schemas.microsoft.com/office/drawing/2014/main" id="{792CCCA4-2A12-4FCE-98FB-C5D79B1690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4" y="2788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400" name="Rectangle 101">
                  <a:extLst>
                    <a:ext uri="{FF2B5EF4-FFF2-40B4-BE49-F238E27FC236}">
                      <a16:creationId xmlns:a16="http://schemas.microsoft.com/office/drawing/2014/main" id="{D523560C-3165-4B92-B3EF-023E3F8975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72" y="2788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384" name="Group 105">
                <a:extLst>
                  <a:ext uri="{FF2B5EF4-FFF2-40B4-BE49-F238E27FC236}">
                    <a16:creationId xmlns:a16="http://schemas.microsoft.com/office/drawing/2014/main" id="{647D6918-DBAF-4642-B495-DF0F9113E1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16" y="2788"/>
                <a:ext cx="232" cy="364"/>
                <a:chOff x="1816" y="2788"/>
                <a:chExt cx="232" cy="364"/>
              </a:xfrm>
            </p:grpSpPr>
            <p:sp>
              <p:nvSpPr>
                <p:cNvPr id="14397" name="Rectangle 103">
                  <a:extLst>
                    <a:ext uri="{FF2B5EF4-FFF2-40B4-BE49-F238E27FC236}">
                      <a16:creationId xmlns:a16="http://schemas.microsoft.com/office/drawing/2014/main" id="{C67CFED5-F9CA-4FFF-A2C3-C9EDE92691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6" y="2788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98" name="Rectangle 104">
                  <a:extLst>
                    <a:ext uri="{FF2B5EF4-FFF2-40B4-BE49-F238E27FC236}">
                      <a16:creationId xmlns:a16="http://schemas.microsoft.com/office/drawing/2014/main" id="{731C79EB-4FEA-4707-865F-10B51C2474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4" y="2788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385" name="Group 108">
                <a:extLst>
                  <a:ext uri="{FF2B5EF4-FFF2-40B4-BE49-F238E27FC236}">
                    <a16:creationId xmlns:a16="http://schemas.microsoft.com/office/drawing/2014/main" id="{A7F0B170-39B7-4B7A-A562-881E51EF7F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40" y="2788"/>
                <a:ext cx="232" cy="364"/>
                <a:chOff x="2140" y="2788"/>
                <a:chExt cx="232" cy="364"/>
              </a:xfrm>
            </p:grpSpPr>
            <p:sp>
              <p:nvSpPr>
                <p:cNvPr id="14395" name="Rectangle 106">
                  <a:extLst>
                    <a:ext uri="{FF2B5EF4-FFF2-40B4-BE49-F238E27FC236}">
                      <a16:creationId xmlns:a16="http://schemas.microsoft.com/office/drawing/2014/main" id="{D0377E2C-EB5C-443F-BBC5-1AA4A1187D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40" y="2788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96" name="Rectangle 107">
                  <a:extLst>
                    <a:ext uri="{FF2B5EF4-FFF2-40B4-BE49-F238E27FC236}">
                      <a16:creationId xmlns:a16="http://schemas.microsoft.com/office/drawing/2014/main" id="{8A8D3F30-46A7-482C-90D2-B8983CFDCE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8" y="2788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386" name="Group 111">
                <a:extLst>
                  <a:ext uri="{FF2B5EF4-FFF2-40B4-BE49-F238E27FC236}">
                    <a16:creationId xmlns:a16="http://schemas.microsoft.com/office/drawing/2014/main" id="{92F1DC80-B3C5-449B-BDEF-F4B21401F3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52" y="2788"/>
                <a:ext cx="232" cy="364"/>
                <a:chOff x="2452" y="2788"/>
                <a:chExt cx="232" cy="364"/>
              </a:xfrm>
            </p:grpSpPr>
            <p:sp>
              <p:nvSpPr>
                <p:cNvPr id="14393" name="Rectangle 109">
                  <a:extLst>
                    <a:ext uri="{FF2B5EF4-FFF2-40B4-BE49-F238E27FC236}">
                      <a16:creationId xmlns:a16="http://schemas.microsoft.com/office/drawing/2014/main" id="{B1AE8CA0-8830-4B80-B246-C29135C840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52" y="2788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94" name="Rectangle 110">
                  <a:extLst>
                    <a:ext uri="{FF2B5EF4-FFF2-40B4-BE49-F238E27FC236}">
                      <a16:creationId xmlns:a16="http://schemas.microsoft.com/office/drawing/2014/main" id="{1E00D224-1BD8-42EC-9CFE-ADE38E3898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20" y="2788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387" name="Group 114">
                <a:extLst>
                  <a:ext uri="{FF2B5EF4-FFF2-40B4-BE49-F238E27FC236}">
                    <a16:creationId xmlns:a16="http://schemas.microsoft.com/office/drawing/2014/main" id="{4A351BAF-ADDB-45AB-892A-745A47162D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8" y="2788"/>
                <a:ext cx="232" cy="364"/>
                <a:chOff x="2788" y="2788"/>
                <a:chExt cx="232" cy="364"/>
              </a:xfrm>
            </p:grpSpPr>
            <p:sp>
              <p:nvSpPr>
                <p:cNvPr id="14391" name="Rectangle 112">
                  <a:extLst>
                    <a:ext uri="{FF2B5EF4-FFF2-40B4-BE49-F238E27FC236}">
                      <a16:creationId xmlns:a16="http://schemas.microsoft.com/office/drawing/2014/main" id="{9D738EB0-4805-4A79-9E99-5B5D705386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88" y="2788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92" name="Rectangle 113">
                  <a:extLst>
                    <a:ext uri="{FF2B5EF4-FFF2-40B4-BE49-F238E27FC236}">
                      <a16:creationId xmlns:a16="http://schemas.microsoft.com/office/drawing/2014/main" id="{C412D3D0-19BE-41D9-8B89-6C348E8CC6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56" y="2788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388" name="Group 117">
                <a:extLst>
                  <a:ext uri="{FF2B5EF4-FFF2-40B4-BE49-F238E27FC236}">
                    <a16:creationId xmlns:a16="http://schemas.microsoft.com/office/drawing/2014/main" id="{08350A5D-CDEA-4A9D-A21D-D37314190E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92" y="2788"/>
                <a:ext cx="232" cy="364"/>
                <a:chOff x="1192" y="2788"/>
                <a:chExt cx="232" cy="364"/>
              </a:xfrm>
            </p:grpSpPr>
            <p:sp>
              <p:nvSpPr>
                <p:cNvPr id="14389" name="Rectangle 115">
                  <a:extLst>
                    <a:ext uri="{FF2B5EF4-FFF2-40B4-BE49-F238E27FC236}">
                      <a16:creationId xmlns:a16="http://schemas.microsoft.com/office/drawing/2014/main" id="{6CEBB304-BD68-43AE-9E0E-CD36B7E60F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92" y="2788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90" name="Rectangle 116">
                  <a:extLst>
                    <a:ext uri="{FF2B5EF4-FFF2-40B4-BE49-F238E27FC236}">
                      <a16:creationId xmlns:a16="http://schemas.microsoft.com/office/drawing/2014/main" id="{3A8BF4B6-8901-4197-BCC2-6A5243E747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0" y="2788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4344" name="Group 137">
              <a:extLst>
                <a:ext uri="{FF2B5EF4-FFF2-40B4-BE49-F238E27FC236}">
                  <a16:creationId xmlns:a16="http://schemas.microsoft.com/office/drawing/2014/main" id="{2DC67E6C-45CC-40D8-833A-B98C097D82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6" y="2788"/>
              <a:ext cx="1828" cy="364"/>
              <a:chOff x="3196" y="2788"/>
              <a:chExt cx="1828" cy="364"/>
            </a:xfrm>
          </p:grpSpPr>
          <p:grpSp>
            <p:nvGrpSpPr>
              <p:cNvPr id="14365" name="Group 121">
                <a:extLst>
                  <a:ext uri="{FF2B5EF4-FFF2-40B4-BE49-F238E27FC236}">
                    <a16:creationId xmlns:a16="http://schemas.microsoft.com/office/drawing/2014/main" id="{F258E8B1-8442-408B-B0D9-38AD35045F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96" y="2788"/>
                <a:ext cx="232" cy="364"/>
                <a:chOff x="3196" y="2788"/>
                <a:chExt cx="232" cy="364"/>
              </a:xfrm>
            </p:grpSpPr>
            <p:sp>
              <p:nvSpPr>
                <p:cNvPr id="14381" name="Rectangle 119">
                  <a:extLst>
                    <a:ext uri="{FF2B5EF4-FFF2-40B4-BE49-F238E27FC236}">
                      <a16:creationId xmlns:a16="http://schemas.microsoft.com/office/drawing/2014/main" id="{FCBB7F3E-5096-48C8-BB33-7B7DA8B1C5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96" y="2788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82" name="Rectangle 120">
                  <a:extLst>
                    <a:ext uri="{FF2B5EF4-FFF2-40B4-BE49-F238E27FC236}">
                      <a16:creationId xmlns:a16="http://schemas.microsoft.com/office/drawing/2014/main" id="{CFADFE0F-807E-4F11-A707-A9566DC937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4" y="2788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366" name="Group 124">
                <a:extLst>
                  <a:ext uri="{FF2B5EF4-FFF2-40B4-BE49-F238E27FC236}">
                    <a16:creationId xmlns:a16="http://schemas.microsoft.com/office/drawing/2014/main" id="{642CEFBF-EB2C-4ABC-82F7-C01848FCDC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4" y="2788"/>
                <a:ext cx="232" cy="364"/>
                <a:chOff x="3844" y="2788"/>
                <a:chExt cx="232" cy="364"/>
              </a:xfrm>
            </p:grpSpPr>
            <p:sp>
              <p:nvSpPr>
                <p:cNvPr id="14379" name="Rectangle 122">
                  <a:extLst>
                    <a:ext uri="{FF2B5EF4-FFF2-40B4-BE49-F238E27FC236}">
                      <a16:creationId xmlns:a16="http://schemas.microsoft.com/office/drawing/2014/main" id="{59F4CB32-9638-44D1-8923-F3E4048588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4" y="2788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80" name="Rectangle 123">
                  <a:extLst>
                    <a:ext uri="{FF2B5EF4-FFF2-40B4-BE49-F238E27FC236}">
                      <a16:creationId xmlns:a16="http://schemas.microsoft.com/office/drawing/2014/main" id="{4F9A0207-D848-4FAA-9582-E5144C5F4C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12" y="2788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367" name="Group 127">
                <a:extLst>
                  <a:ext uri="{FF2B5EF4-FFF2-40B4-BE49-F238E27FC236}">
                    <a16:creationId xmlns:a16="http://schemas.microsoft.com/office/drawing/2014/main" id="{9495BCED-63C7-4ED3-B85C-B1CA045BE9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20" y="2788"/>
                <a:ext cx="232" cy="364"/>
                <a:chOff x="3520" y="2788"/>
                <a:chExt cx="232" cy="364"/>
              </a:xfrm>
            </p:grpSpPr>
            <p:sp>
              <p:nvSpPr>
                <p:cNvPr id="14377" name="Rectangle 125">
                  <a:extLst>
                    <a:ext uri="{FF2B5EF4-FFF2-40B4-BE49-F238E27FC236}">
                      <a16:creationId xmlns:a16="http://schemas.microsoft.com/office/drawing/2014/main" id="{C25E56FF-1C0D-4DD4-A2F0-DADFF51B8A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20" y="2788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78" name="Rectangle 126">
                  <a:extLst>
                    <a:ext uri="{FF2B5EF4-FFF2-40B4-BE49-F238E27FC236}">
                      <a16:creationId xmlns:a16="http://schemas.microsoft.com/office/drawing/2014/main" id="{2C6EF51C-E7B6-4BEB-80D8-C85254554D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88" y="2788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368" name="Group 130">
                <a:extLst>
                  <a:ext uri="{FF2B5EF4-FFF2-40B4-BE49-F238E27FC236}">
                    <a16:creationId xmlns:a16="http://schemas.microsoft.com/office/drawing/2014/main" id="{6B45EF2C-3B35-42BD-AE3D-D7EBC5ED73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56" y="2788"/>
                <a:ext cx="232" cy="364"/>
                <a:chOff x="4156" y="2788"/>
                <a:chExt cx="232" cy="364"/>
              </a:xfrm>
            </p:grpSpPr>
            <p:sp>
              <p:nvSpPr>
                <p:cNvPr id="14375" name="Rectangle 128">
                  <a:extLst>
                    <a:ext uri="{FF2B5EF4-FFF2-40B4-BE49-F238E27FC236}">
                      <a16:creationId xmlns:a16="http://schemas.microsoft.com/office/drawing/2014/main" id="{E4F403A8-1464-46ED-B718-D317B5D8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56" y="2788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76" name="Rectangle 129">
                  <a:extLst>
                    <a:ext uri="{FF2B5EF4-FFF2-40B4-BE49-F238E27FC236}">
                      <a16:creationId xmlns:a16="http://schemas.microsoft.com/office/drawing/2014/main" id="{09379E3E-BFE3-4B3E-A770-E99F781383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4" y="2788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369" name="Group 133">
                <a:extLst>
                  <a:ext uri="{FF2B5EF4-FFF2-40B4-BE49-F238E27FC236}">
                    <a16:creationId xmlns:a16="http://schemas.microsoft.com/office/drawing/2014/main" id="{2D7055D7-EE9B-4A22-823C-980056A643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68" y="2788"/>
                <a:ext cx="232" cy="364"/>
                <a:chOff x="4468" y="2788"/>
                <a:chExt cx="232" cy="364"/>
              </a:xfrm>
            </p:grpSpPr>
            <p:sp>
              <p:nvSpPr>
                <p:cNvPr id="14373" name="Rectangle 131">
                  <a:extLst>
                    <a:ext uri="{FF2B5EF4-FFF2-40B4-BE49-F238E27FC236}">
                      <a16:creationId xmlns:a16="http://schemas.microsoft.com/office/drawing/2014/main" id="{E1635158-CC57-40A8-AC0D-A0727BEFD5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68" y="2788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74" name="Rectangle 132">
                  <a:extLst>
                    <a:ext uri="{FF2B5EF4-FFF2-40B4-BE49-F238E27FC236}">
                      <a16:creationId xmlns:a16="http://schemas.microsoft.com/office/drawing/2014/main" id="{8DFA284E-88DE-44D4-9600-0B597934CE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36" y="2788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370" name="Group 136">
                <a:extLst>
                  <a:ext uri="{FF2B5EF4-FFF2-40B4-BE49-F238E27FC236}">
                    <a16:creationId xmlns:a16="http://schemas.microsoft.com/office/drawing/2014/main" id="{BDDB12FF-40C0-465F-AEC1-A2CBF0B0EF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92" y="2788"/>
                <a:ext cx="232" cy="364"/>
                <a:chOff x="4792" y="2788"/>
                <a:chExt cx="232" cy="364"/>
              </a:xfrm>
            </p:grpSpPr>
            <p:sp>
              <p:nvSpPr>
                <p:cNvPr id="14371" name="Rectangle 134">
                  <a:extLst>
                    <a:ext uri="{FF2B5EF4-FFF2-40B4-BE49-F238E27FC236}">
                      <a16:creationId xmlns:a16="http://schemas.microsoft.com/office/drawing/2014/main" id="{C4F60344-2E8A-476D-829E-1558EC7B6A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92" y="2788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72" name="Rectangle 135">
                  <a:extLst>
                    <a:ext uri="{FF2B5EF4-FFF2-40B4-BE49-F238E27FC236}">
                      <a16:creationId xmlns:a16="http://schemas.microsoft.com/office/drawing/2014/main" id="{0CDB90EC-5882-43DB-AE0F-D0A76A852D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0" y="2788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4345" name="Group 156">
              <a:extLst>
                <a:ext uri="{FF2B5EF4-FFF2-40B4-BE49-F238E27FC236}">
                  <a16:creationId xmlns:a16="http://schemas.microsoft.com/office/drawing/2014/main" id="{18C7409F-CC39-41CB-AF9B-E56F400052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6" y="700"/>
              <a:ext cx="1948" cy="364"/>
              <a:chOff x="676" y="700"/>
              <a:chExt cx="1948" cy="364"/>
            </a:xfrm>
          </p:grpSpPr>
          <p:grpSp>
            <p:nvGrpSpPr>
              <p:cNvPr id="14347" name="Group 140">
                <a:extLst>
                  <a:ext uri="{FF2B5EF4-FFF2-40B4-BE49-F238E27FC236}">
                    <a16:creationId xmlns:a16="http://schemas.microsoft.com/office/drawing/2014/main" id="{6A202E2F-D0CB-49A5-8C41-F11DB0AEC3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6" y="700"/>
                <a:ext cx="232" cy="364"/>
                <a:chOff x="676" y="700"/>
                <a:chExt cx="232" cy="364"/>
              </a:xfrm>
            </p:grpSpPr>
            <p:sp>
              <p:nvSpPr>
                <p:cNvPr id="14363" name="Rectangle 138">
                  <a:extLst>
                    <a:ext uri="{FF2B5EF4-FFF2-40B4-BE49-F238E27FC236}">
                      <a16:creationId xmlns:a16="http://schemas.microsoft.com/office/drawing/2014/main" id="{A6C08B75-9D21-40F3-A5D9-635C15E25B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6" y="700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64" name="Rectangle 139">
                  <a:extLst>
                    <a:ext uri="{FF2B5EF4-FFF2-40B4-BE49-F238E27FC236}">
                      <a16:creationId xmlns:a16="http://schemas.microsoft.com/office/drawing/2014/main" id="{73EB5BDB-2498-49B3-96E9-B6DADC362B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4" y="700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348" name="Group 143">
                <a:extLst>
                  <a:ext uri="{FF2B5EF4-FFF2-40B4-BE49-F238E27FC236}">
                    <a16:creationId xmlns:a16="http://schemas.microsoft.com/office/drawing/2014/main" id="{A82C1BEE-1FE8-4549-BCAA-713B4C0C1B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4" y="700"/>
                <a:ext cx="232" cy="364"/>
                <a:chOff x="1024" y="700"/>
                <a:chExt cx="232" cy="364"/>
              </a:xfrm>
            </p:grpSpPr>
            <p:sp>
              <p:nvSpPr>
                <p:cNvPr id="14361" name="Rectangle 141">
                  <a:extLst>
                    <a:ext uri="{FF2B5EF4-FFF2-40B4-BE49-F238E27FC236}">
                      <a16:creationId xmlns:a16="http://schemas.microsoft.com/office/drawing/2014/main" id="{E872D082-BE39-4E17-9E1E-8872240B5D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4" y="700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62" name="Rectangle 142">
                  <a:extLst>
                    <a:ext uri="{FF2B5EF4-FFF2-40B4-BE49-F238E27FC236}">
                      <a16:creationId xmlns:a16="http://schemas.microsoft.com/office/drawing/2014/main" id="{795A0E2F-6DBD-4514-BC2D-046A3A9D59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92" y="700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349" name="Group 146">
                <a:extLst>
                  <a:ext uri="{FF2B5EF4-FFF2-40B4-BE49-F238E27FC236}">
                    <a16:creationId xmlns:a16="http://schemas.microsoft.com/office/drawing/2014/main" id="{53CC1B9E-A9B5-4740-B320-ACD85E8525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72" y="700"/>
                <a:ext cx="232" cy="364"/>
                <a:chOff x="1372" y="700"/>
                <a:chExt cx="232" cy="364"/>
              </a:xfrm>
            </p:grpSpPr>
            <p:sp>
              <p:nvSpPr>
                <p:cNvPr id="14359" name="Rectangle 144">
                  <a:extLst>
                    <a:ext uri="{FF2B5EF4-FFF2-40B4-BE49-F238E27FC236}">
                      <a16:creationId xmlns:a16="http://schemas.microsoft.com/office/drawing/2014/main" id="{C27CA29C-6F7F-4F8C-8612-54FC41674D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72" y="700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60" name="Rectangle 145">
                  <a:extLst>
                    <a:ext uri="{FF2B5EF4-FFF2-40B4-BE49-F238E27FC236}">
                      <a16:creationId xmlns:a16="http://schemas.microsoft.com/office/drawing/2014/main" id="{4603A671-3AE0-492E-8D09-634F961838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40" y="700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350" name="Group 149">
                <a:extLst>
                  <a:ext uri="{FF2B5EF4-FFF2-40B4-BE49-F238E27FC236}">
                    <a16:creationId xmlns:a16="http://schemas.microsoft.com/office/drawing/2014/main" id="{10099AE5-E3DC-471C-ABA3-1BD2EB7C2B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96" y="700"/>
                <a:ext cx="232" cy="364"/>
                <a:chOff x="1696" y="700"/>
                <a:chExt cx="232" cy="364"/>
              </a:xfrm>
            </p:grpSpPr>
            <p:sp>
              <p:nvSpPr>
                <p:cNvPr id="14357" name="Rectangle 147">
                  <a:extLst>
                    <a:ext uri="{FF2B5EF4-FFF2-40B4-BE49-F238E27FC236}">
                      <a16:creationId xmlns:a16="http://schemas.microsoft.com/office/drawing/2014/main" id="{75F15AFC-C223-42FF-B950-221F325098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96" y="700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58" name="Rectangle 148">
                  <a:extLst>
                    <a:ext uri="{FF2B5EF4-FFF2-40B4-BE49-F238E27FC236}">
                      <a16:creationId xmlns:a16="http://schemas.microsoft.com/office/drawing/2014/main" id="{D8572766-2345-4860-ABB4-6CA8075E16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64" y="700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351" name="Group 152">
                <a:extLst>
                  <a:ext uri="{FF2B5EF4-FFF2-40B4-BE49-F238E27FC236}">
                    <a16:creationId xmlns:a16="http://schemas.microsoft.com/office/drawing/2014/main" id="{95929104-0885-4E45-BEC4-E1D3EC1EA4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56" y="700"/>
                <a:ext cx="232" cy="364"/>
                <a:chOff x="2056" y="700"/>
                <a:chExt cx="232" cy="364"/>
              </a:xfrm>
            </p:grpSpPr>
            <p:sp>
              <p:nvSpPr>
                <p:cNvPr id="14355" name="Rectangle 150">
                  <a:extLst>
                    <a:ext uri="{FF2B5EF4-FFF2-40B4-BE49-F238E27FC236}">
                      <a16:creationId xmlns:a16="http://schemas.microsoft.com/office/drawing/2014/main" id="{9623466D-BB84-4A15-B275-D2EB8F51D4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56" y="700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56" name="Rectangle 151">
                  <a:extLst>
                    <a:ext uri="{FF2B5EF4-FFF2-40B4-BE49-F238E27FC236}">
                      <a16:creationId xmlns:a16="http://schemas.microsoft.com/office/drawing/2014/main" id="{F734B1DE-DE11-49AB-BDB1-A365B5AA40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24" y="700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352" name="Group 155">
                <a:extLst>
                  <a:ext uri="{FF2B5EF4-FFF2-40B4-BE49-F238E27FC236}">
                    <a16:creationId xmlns:a16="http://schemas.microsoft.com/office/drawing/2014/main" id="{3B556A03-7259-4337-97CE-34126B2E6A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92" y="700"/>
                <a:ext cx="232" cy="364"/>
                <a:chOff x="2392" y="700"/>
                <a:chExt cx="232" cy="364"/>
              </a:xfrm>
            </p:grpSpPr>
            <p:sp>
              <p:nvSpPr>
                <p:cNvPr id="14353" name="Rectangle 153">
                  <a:extLst>
                    <a:ext uri="{FF2B5EF4-FFF2-40B4-BE49-F238E27FC236}">
                      <a16:creationId xmlns:a16="http://schemas.microsoft.com/office/drawing/2014/main" id="{A14610D5-ABB5-49A1-BC5B-CCC7795863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92" y="700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54" name="Rectangle 154">
                  <a:extLst>
                    <a:ext uri="{FF2B5EF4-FFF2-40B4-BE49-F238E27FC236}">
                      <a16:creationId xmlns:a16="http://schemas.microsoft.com/office/drawing/2014/main" id="{A70BE451-07A9-4D77-9943-29F1BCB10D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60" y="700"/>
                  <a:ext cx="64" cy="36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FFFFFF"/>
                    </a:solidFill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13821" name="AutoShape 157">
              <a:extLst>
                <a:ext uri="{FF2B5EF4-FFF2-40B4-BE49-F238E27FC236}">
                  <a16:creationId xmlns:a16="http://schemas.microsoft.com/office/drawing/2014/main" id="{171D9790-DE08-4233-AE1B-5EFE8189F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6" y="352"/>
              <a:ext cx="1768" cy="316"/>
            </a:xfrm>
            <a:prstGeom prst="roundRect">
              <a:avLst>
                <a:gd name="adj" fmla="val 20681"/>
              </a:avLst>
            </a:prstGeom>
            <a:solidFill>
              <a:schemeClr val="accent1"/>
            </a:solidFill>
            <a:ln w="12700">
              <a:solidFill>
                <a:srgbClr val="FFFFFF"/>
              </a:solidFill>
              <a:round/>
              <a:headEnd/>
              <a:tailEnd/>
            </a:ln>
            <a:effectLst>
              <a:outerShdw dist="107763" dir="2700000" algn="ctr" rotWithShape="0">
                <a:srgbClr val="FAFD00"/>
              </a:outerShdw>
            </a:effectLst>
          </p:spPr>
          <p:txBody>
            <a:bodyPr wrap="none" lIns="92064" tIns="46033" rIns="92064" bIns="46033" anchor="ctr"/>
            <a:lstStyle/>
            <a:p>
              <a:pPr algn="ctr" defTabSz="91441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ja-JP" sz="1814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SUPER</a:t>
              </a:r>
              <a:r>
                <a:rPr kumimoji="1" lang="en-US" altLang="ja-JP" sz="3628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5S</a:t>
              </a:r>
            </a:p>
          </p:txBody>
        </p:sp>
      </p:grp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5EF5EF5-7D68-4334-82B7-837DA7988F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6481" y="1012681"/>
            <a:ext cx="8219520" cy="5109120"/>
          </a:xfrm>
        </p:spPr>
        <p:txBody>
          <a:bodyPr/>
          <a:lstStyle/>
          <a:p>
            <a:pPr eaLnBrk="1">
              <a:spcAft>
                <a:spcPct val="70000"/>
              </a:spcAft>
              <a:buFont typeface="Times New Roman" panose="02020603050405020304" pitchFamily="18" charset="0"/>
              <a:buChar char="•"/>
            </a:pPr>
            <a:r>
              <a:rPr lang="en-US" altLang="en-US"/>
              <a:t>All staff should participate</a:t>
            </a:r>
          </a:p>
          <a:p>
            <a:pPr eaLnBrk="1">
              <a:spcAft>
                <a:spcPct val="70000"/>
              </a:spcAft>
              <a:buFont typeface="Times New Roman" panose="02020603050405020304" pitchFamily="18" charset="0"/>
              <a:buChar char="•"/>
            </a:pPr>
            <a:r>
              <a:rPr lang="en-US" altLang="en-US"/>
              <a:t>Periodical implementation of shining activity – e.g., 10 minutes daily, 20 minutes weekly and 30 minutes monthly etc.</a:t>
            </a:r>
          </a:p>
          <a:p>
            <a:pPr eaLnBrk="1">
              <a:spcAft>
                <a:spcPct val="70000"/>
              </a:spcAft>
              <a:buFont typeface="Times New Roman" panose="02020603050405020304" pitchFamily="18" charset="0"/>
              <a:buChar char="•"/>
            </a:pPr>
            <a:r>
              <a:rPr lang="en-US" altLang="en-US"/>
              <a:t>Improve cleaning staff’s work environment</a:t>
            </a:r>
          </a:p>
          <a:p>
            <a:pPr eaLnBrk="1">
              <a:spcAft>
                <a:spcPct val="70000"/>
              </a:spcAft>
              <a:buFont typeface="Times New Roman" panose="02020603050405020304" pitchFamily="18" charset="0"/>
              <a:buChar char="•"/>
            </a:pPr>
            <a:r>
              <a:rPr lang="en-US" altLang="en-US"/>
              <a:t>Equipment maintenance (regular cleaning and covering them when not used)</a:t>
            </a:r>
          </a:p>
          <a:p>
            <a:pPr eaLnBrk="1">
              <a:spcAft>
                <a:spcPct val="70000"/>
              </a:spcAft>
              <a:buFont typeface="Times New Roman" panose="02020603050405020304" pitchFamily="18" charset="0"/>
              <a:buChar char="•"/>
            </a:pPr>
            <a:endParaRPr lang="en-US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C93662FC-89E7-4152-9CA6-B83C29CAFB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" y="13321"/>
            <a:ext cx="9144000" cy="803520"/>
          </a:xfrm>
          <a:solidFill>
            <a:srgbClr val="B05800"/>
          </a:solidFill>
        </p:spPr>
        <p:txBody>
          <a:bodyPr vert="horz" wrap="square" lIns="0" tIns="35268" rIns="0" bIns="0" numCol="1" anchor="ctr" anchorCtr="0" compatLnSpc="1">
            <a:prstTxWarp prst="textNoShape">
              <a:avLst/>
            </a:prstTxWarp>
          </a:bodyPr>
          <a:lstStyle/>
          <a:p>
            <a:pPr eaLnBrk="1">
              <a:buClrTx/>
              <a:buSzPct val="45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b="1">
                <a:solidFill>
                  <a:srgbClr val="FFFF99"/>
                </a:solidFill>
              </a:rPr>
              <a:t>Shine</a:t>
            </a:r>
            <a:r>
              <a:rPr lang="en-US" altLang="en-US">
                <a:solidFill>
                  <a:srgbClr val="FFFF99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4">
            <a:extLst>
              <a:ext uri="{FF2B5EF4-FFF2-40B4-BE49-F238E27FC236}">
                <a16:creationId xmlns:a16="http://schemas.microsoft.com/office/drawing/2014/main" id="{0E5BCD72-00C7-49F5-ABCF-3E4E6276C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80994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95720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10446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525172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407526" eaLnBrk="1" fontAlgn="base">
              <a:spcBef>
                <a:spcPct val="0"/>
              </a:spcBef>
              <a:spcAft>
                <a:spcPct val="0"/>
              </a:spcAft>
            </a:pPr>
            <a:fld id="{756914AE-CA14-4588-9780-EA41C572E30A}" type="slidenum">
              <a:rPr lang="en-US" altLang="en-US" sz="1633">
                <a:solidFill>
                  <a:srgbClr val="000000"/>
                </a:solidFill>
                <a:cs typeface="Arial" panose="020B0604020202020204" pitchFamily="34" charset="0"/>
              </a:rPr>
              <a:pPr defTabSz="407526" eaLnBrk="1"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en-US" sz="1633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16387" name="Picture 2">
            <a:extLst>
              <a:ext uri="{FF2B5EF4-FFF2-40B4-BE49-F238E27FC236}">
                <a16:creationId xmlns:a16="http://schemas.microsoft.com/office/drawing/2014/main" id="{87445805-05CC-4721-AB20-4344DE7F6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721" y="587881"/>
            <a:ext cx="8000640" cy="555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6388" name="Rectangle 3">
            <a:extLst>
              <a:ext uri="{FF2B5EF4-FFF2-40B4-BE49-F238E27FC236}">
                <a16:creationId xmlns:a16="http://schemas.microsoft.com/office/drawing/2014/main" id="{71E0700A-64D7-4D57-AF99-DAECE4B33B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" y="-14039"/>
            <a:ext cx="9144000" cy="568800"/>
          </a:xfrm>
          <a:solidFill>
            <a:srgbClr val="B05800"/>
          </a:solidFill>
        </p:spPr>
        <p:txBody>
          <a:bodyPr vert="horz" wrap="square" lIns="0" tIns="35268" rIns="0" bIns="0" numCol="1" anchor="ctr" anchorCtr="0" compatLnSpc="1">
            <a:prstTxWarp prst="textNoShape">
              <a:avLst/>
            </a:prstTxWarp>
          </a:bodyPr>
          <a:lstStyle/>
          <a:p>
            <a:pPr eaLnBrk="1">
              <a:buClrTx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3628" b="1">
                <a:solidFill>
                  <a:srgbClr val="B7FFEC"/>
                </a:solidFill>
              </a:rPr>
              <a:t>Shine</a:t>
            </a:r>
          </a:p>
        </p:txBody>
      </p:sp>
      <p:sp>
        <p:nvSpPr>
          <p:cNvPr id="16389" name="Text Box 4">
            <a:extLst>
              <a:ext uri="{FF2B5EF4-FFF2-40B4-BE49-F238E27FC236}">
                <a16:creationId xmlns:a16="http://schemas.microsoft.com/office/drawing/2014/main" id="{0C7187CC-BBFE-43C0-B5D8-6BF7760D8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801" y="5878440"/>
            <a:ext cx="8163360" cy="90432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38" tIns="40819" rIns="81638" bIns="40819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2177" b="1" u="sng">
                <a:solidFill>
                  <a:srgbClr val="FF0000"/>
                </a:solidFill>
                <a:cs typeface="Arial" panose="020B0604020202020204" pitchFamily="34" charset="0"/>
              </a:rPr>
              <a:t>All personnel in the hospital</a:t>
            </a:r>
            <a:r>
              <a:rPr lang="en-US" altLang="en-US" sz="2177">
                <a:solidFill>
                  <a:srgbClr val="000000"/>
                </a:solidFill>
                <a:cs typeface="Arial" panose="020B0604020202020204" pitchFamily="34" charset="0"/>
              </a:rPr>
              <a:t> participate in the activities regardless of category, rank or gender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03E9A4D-3029-4723-B413-98B414083E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6481" y="1012681"/>
            <a:ext cx="8219520" cy="5109120"/>
          </a:xfrm>
        </p:spPr>
        <p:txBody>
          <a:bodyPr/>
          <a:lstStyle/>
          <a:p>
            <a:pPr eaLnBrk="1">
              <a:spcAft>
                <a:spcPct val="70000"/>
              </a:spcAft>
              <a:buFont typeface="Times New Roman" panose="02020603050405020304" pitchFamily="18" charset="0"/>
              <a:buChar char="•"/>
            </a:pPr>
            <a:r>
              <a:rPr lang="en-US" altLang="en-US"/>
              <a:t>Make 3S activities as a part of routine work for the staff </a:t>
            </a:r>
          </a:p>
          <a:p>
            <a:pPr eaLnBrk="1">
              <a:spcAft>
                <a:spcPct val="70000"/>
              </a:spcAft>
              <a:buFont typeface="Times New Roman" panose="02020603050405020304" pitchFamily="18" charset="0"/>
              <a:buChar char="•"/>
            </a:pPr>
            <a:r>
              <a:rPr lang="en-US" altLang="en-US"/>
              <a:t>Visualize the slogans</a:t>
            </a:r>
          </a:p>
          <a:p>
            <a:pPr eaLnBrk="1">
              <a:spcAft>
                <a:spcPct val="70000"/>
              </a:spcAft>
              <a:buFont typeface="Times New Roman" panose="02020603050405020304" pitchFamily="18" charset="0"/>
              <a:buChar char="•"/>
            </a:pPr>
            <a:r>
              <a:rPr lang="en-US" altLang="en-US"/>
              <a:t>Standardize the color coding system </a:t>
            </a:r>
          </a:p>
          <a:p>
            <a:pPr eaLnBrk="1">
              <a:spcAft>
                <a:spcPct val="70000"/>
              </a:spcAft>
              <a:buFont typeface="Times New Roman" panose="02020603050405020304" pitchFamily="18" charset="0"/>
              <a:buChar char="•"/>
            </a:pPr>
            <a:r>
              <a:rPr lang="en-US" altLang="en-US"/>
              <a:t>Monitoring and evaluation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5375D29-E2F2-4AA9-8EA3-8C3F1CBA5E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" y="13321"/>
            <a:ext cx="9144000" cy="803520"/>
          </a:xfrm>
          <a:solidFill>
            <a:srgbClr val="B05800"/>
          </a:solidFill>
        </p:spPr>
        <p:txBody>
          <a:bodyPr vert="horz" wrap="square" lIns="0" tIns="35268" rIns="0" bIns="0" numCol="1" anchor="ctr" anchorCtr="0" compatLnSpc="1">
            <a:prstTxWarp prst="textNoShape">
              <a:avLst/>
            </a:prstTxWarp>
          </a:bodyPr>
          <a:lstStyle/>
          <a:p>
            <a:pPr eaLnBrk="1">
              <a:buClrTx/>
              <a:buSzPct val="45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b="1">
                <a:solidFill>
                  <a:srgbClr val="FFFF99"/>
                </a:solidFill>
              </a:rPr>
              <a:t>Standardize</a:t>
            </a:r>
            <a:r>
              <a:rPr lang="en-US" altLang="en-US">
                <a:solidFill>
                  <a:srgbClr val="FFFF99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4">
            <a:extLst>
              <a:ext uri="{FF2B5EF4-FFF2-40B4-BE49-F238E27FC236}">
                <a16:creationId xmlns:a16="http://schemas.microsoft.com/office/drawing/2014/main" id="{45BDAC87-EC28-470E-81E3-D2BC343D1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80994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95720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10446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525172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407526" eaLnBrk="1" fontAlgn="base">
              <a:spcBef>
                <a:spcPct val="0"/>
              </a:spcBef>
              <a:spcAft>
                <a:spcPct val="0"/>
              </a:spcAft>
            </a:pPr>
            <a:fld id="{AC0E33F7-9645-4AB9-B272-9159AA41C98D}" type="slidenum">
              <a:rPr lang="en-US" altLang="en-US" sz="1633">
                <a:solidFill>
                  <a:srgbClr val="000000"/>
                </a:solidFill>
                <a:cs typeface="Arial" panose="020B0604020202020204" pitchFamily="34" charset="0"/>
              </a:rPr>
              <a:pPr defTabSz="407526" eaLnBrk="1"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en-US" sz="1633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091E61ED-7D48-4756-AE23-6BC3F95EA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21" y="993960"/>
            <a:ext cx="7810560" cy="5806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8436" name="Rectangle 3">
            <a:extLst>
              <a:ext uri="{FF2B5EF4-FFF2-40B4-BE49-F238E27FC236}">
                <a16:creationId xmlns:a16="http://schemas.microsoft.com/office/drawing/2014/main" id="{395A0AC2-04B2-40B1-9403-2CBB9290FB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" y="-12600"/>
            <a:ext cx="9144000" cy="633601"/>
          </a:xfrm>
          <a:solidFill>
            <a:srgbClr val="B05800"/>
          </a:solidFill>
        </p:spPr>
        <p:txBody>
          <a:bodyPr vert="horz" wrap="square" lIns="0" tIns="35268" rIns="0" bIns="0" numCol="1" anchor="ctr" anchorCtr="0" compatLnSpc="1">
            <a:prstTxWarp prst="textNoShape">
              <a:avLst/>
            </a:prstTxWarp>
          </a:bodyPr>
          <a:lstStyle/>
          <a:p>
            <a:pPr eaLnBrk="1">
              <a:buClrTx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3266" b="1">
                <a:solidFill>
                  <a:srgbClr val="B7FFEC"/>
                </a:solidFill>
              </a:rPr>
              <a:t>Standardize</a:t>
            </a:r>
            <a:endParaRPr lang="en-US" altLang="en-US" sz="3266">
              <a:solidFill>
                <a:srgbClr val="B7FFEC"/>
              </a:solidFill>
            </a:endParaRPr>
          </a:p>
        </p:txBody>
      </p:sp>
      <p:sp>
        <p:nvSpPr>
          <p:cNvPr id="18437" name="Oval 4">
            <a:extLst>
              <a:ext uri="{FF2B5EF4-FFF2-40B4-BE49-F238E27FC236}">
                <a16:creationId xmlns:a16="http://schemas.microsoft.com/office/drawing/2014/main" id="{2E5EB514-D436-428C-A626-B7822D762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521" y="1633321"/>
            <a:ext cx="2285280" cy="4407840"/>
          </a:xfrm>
          <a:prstGeom prst="ellipse">
            <a:avLst/>
          </a:prstGeom>
          <a:noFill/>
          <a:ln w="360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07526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726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438" name="Line 5">
            <a:extLst>
              <a:ext uri="{FF2B5EF4-FFF2-40B4-BE49-F238E27FC236}">
                <a16:creationId xmlns:a16="http://schemas.microsoft.com/office/drawing/2014/main" id="{3011B580-1B51-4933-8530-FA6EE7A4612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42561" y="4894921"/>
            <a:ext cx="662400" cy="1156320"/>
          </a:xfrm>
          <a:prstGeom prst="line">
            <a:avLst/>
          </a:prstGeom>
          <a:noFill/>
          <a:ln w="360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407526" fontAlgn="base">
              <a:spcBef>
                <a:spcPct val="0"/>
              </a:spcBef>
              <a:spcAft>
                <a:spcPct val="0"/>
              </a:spcAft>
            </a:pPr>
            <a:endParaRPr lang="en-US" sz="726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439" name="Text Box 6">
            <a:extLst>
              <a:ext uri="{FF2B5EF4-FFF2-40B4-BE49-F238E27FC236}">
                <a16:creationId xmlns:a16="http://schemas.microsoft.com/office/drawing/2014/main" id="{446DCC0A-9C9C-4105-A190-50F0480F2E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7281" y="6150601"/>
            <a:ext cx="2122560" cy="54432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38" tIns="40819" rIns="81638" bIns="40819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2903">
                <a:solidFill>
                  <a:srgbClr val="000000"/>
                </a:solidFill>
                <a:cs typeface="Arial" panose="020B0604020202020204" pitchFamily="34" charset="0"/>
              </a:rPr>
              <a:t>Monitoring</a:t>
            </a:r>
          </a:p>
        </p:txBody>
      </p:sp>
      <p:sp>
        <p:nvSpPr>
          <p:cNvPr id="18440" name="Line 7">
            <a:extLst>
              <a:ext uri="{FF2B5EF4-FFF2-40B4-BE49-F238E27FC236}">
                <a16:creationId xmlns:a16="http://schemas.microsoft.com/office/drawing/2014/main" id="{495F66AA-9560-4A45-9331-6359B665A3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59841" y="2282761"/>
            <a:ext cx="1468800" cy="2100960"/>
          </a:xfrm>
          <a:prstGeom prst="line">
            <a:avLst/>
          </a:prstGeom>
          <a:noFill/>
          <a:ln w="360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407526" fontAlgn="base">
              <a:spcBef>
                <a:spcPct val="0"/>
              </a:spcBef>
              <a:spcAft>
                <a:spcPct val="0"/>
              </a:spcAft>
            </a:pPr>
            <a:endParaRPr lang="en-US" sz="726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441" name="Text Box 8">
            <a:extLst>
              <a:ext uri="{FF2B5EF4-FFF2-40B4-BE49-F238E27FC236}">
                <a16:creationId xmlns:a16="http://schemas.microsoft.com/office/drawing/2014/main" id="{4FAD06D8-4593-489A-8AB2-9479052ED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601" y="4321801"/>
            <a:ext cx="2285280" cy="10080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38" tIns="40819" rIns="81638" bIns="40819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2903">
                <a:solidFill>
                  <a:srgbClr val="000000"/>
                </a:solidFill>
                <a:cs typeface="Arial" panose="020B0604020202020204" pitchFamily="34" charset="0"/>
              </a:rPr>
              <a:t>Visualizing Slogans</a:t>
            </a:r>
          </a:p>
        </p:txBody>
      </p:sp>
      <p:sp>
        <p:nvSpPr>
          <p:cNvPr id="18442" name="Oval 9">
            <a:extLst>
              <a:ext uri="{FF2B5EF4-FFF2-40B4-BE49-F238E27FC236}">
                <a16:creationId xmlns:a16="http://schemas.microsoft.com/office/drawing/2014/main" id="{F668D646-17ED-4B88-B84E-4DAAD9285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001" y="881641"/>
            <a:ext cx="2285280" cy="1730880"/>
          </a:xfrm>
          <a:prstGeom prst="ellipse">
            <a:avLst/>
          </a:prstGeom>
          <a:noFill/>
          <a:ln w="360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07526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726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90583D5-042F-459B-9E61-05886067F6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6481" y="1012681"/>
            <a:ext cx="8219520" cy="5109120"/>
          </a:xfrm>
        </p:spPr>
        <p:txBody>
          <a:bodyPr/>
          <a:lstStyle/>
          <a:p>
            <a:pPr eaLnBrk="1">
              <a:spcAft>
                <a:spcPct val="70000"/>
              </a:spcAft>
              <a:buFont typeface="Times New Roman" panose="02020603050405020304" pitchFamily="18" charset="0"/>
              <a:buChar char="•"/>
            </a:pPr>
            <a:r>
              <a:rPr lang="en-US" altLang="en-US"/>
              <a:t>Improvement of self discipline through training to all staff starting from nurses, doctors and other staff </a:t>
            </a:r>
          </a:p>
          <a:p>
            <a:pPr eaLnBrk="1">
              <a:spcAft>
                <a:spcPct val="70000"/>
              </a:spcAft>
              <a:buFont typeface="Times New Roman" panose="02020603050405020304" pitchFamily="18" charset="0"/>
              <a:buChar char="•"/>
            </a:pPr>
            <a:r>
              <a:rPr lang="en-US" altLang="en-US"/>
              <a:t>Orientation during the WIT meetings</a:t>
            </a:r>
          </a:p>
          <a:p>
            <a:pPr eaLnBrk="1">
              <a:spcAft>
                <a:spcPct val="70000"/>
              </a:spcAft>
              <a:buFont typeface="Times New Roman" panose="02020603050405020304" pitchFamily="18" charset="0"/>
              <a:buChar char="•"/>
            </a:pPr>
            <a:r>
              <a:rPr lang="en-US" altLang="en-US"/>
              <a:t>Stimulation to WITs through positive competition </a:t>
            </a:r>
          </a:p>
          <a:p>
            <a:pPr eaLnBrk="1">
              <a:spcAft>
                <a:spcPct val="70000"/>
              </a:spcAft>
              <a:buFont typeface="Times New Roman" panose="02020603050405020304" pitchFamily="18" charset="0"/>
              <a:buChar char="•"/>
            </a:pPr>
            <a:endParaRPr lang="en-US" alt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DB6A7ECD-F861-4944-B75A-CA487D8C4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" y="13321"/>
            <a:ext cx="9144000" cy="803520"/>
          </a:xfrm>
          <a:solidFill>
            <a:srgbClr val="B05800"/>
          </a:solidFill>
        </p:spPr>
        <p:txBody>
          <a:bodyPr vert="horz" wrap="square" lIns="0" tIns="35268" rIns="0" bIns="0" numCol="1" anchor="ctr" anchorCtr="0" compatLnSpc="1">
            <a:prstTxWarp prst="textNoShape">
              <a:avLst/>
            </a:prstTxWarp>
          </a:bodyPr>
          <a:lstStyle/>
          <a:p>
            <a:pPr eaLnBrk="1">
              <a:buClrTx/>
              <a:buSzPct val="45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>
                <a:solidFill>
                  <a:srgbClr val="FFFF99"/>
                </a:solidFill>
              </a:rPr>
              <a:t>Sustain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4">
            <a:extLst>
              <a:ext uri="{FF2B5EF4-FFF2-40B4-BE49-F238E27FC236}">
                <a16:creationId xmlns:a16="http://schemas.microsoft.com/office/drawing/2014/main" id="{41F1E7CB-8AD7-449F-88B2-557454681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80994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95720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10446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525172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407526" eaLnBrk="1" fontAlgn="base">
              <a:spcBef>
                <a:spcPct val="0"/>
              </a:spcBef>
              <a:spcAft>
                <a:spcPct val="0"/>
              </a:spcAft>
            </a:pPr>
            <a:fld id="{AAA754F9-B1CB-40BC-8CEB-5BE7E38AE6A5}" type="slidenum">
              <a:rPr lang="en-US" altLang="en-US" sz="1633">
                <a:solidFill>
                  <a:srgbClr val="000000"/>
                </a:solidFill>
                <a:cs typeface="Arial" panose="020B0604020202020204" pitchFamily="34" charset="0"/>
              </a:rPr>
              <a:pPr defTabSz="407526" eaLnBrk="1"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en-US" sz="1633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20483" name="Picture 2">
            <a:extLst>
              <a:ext uri="{FF2B5EF4-FFF2-40B4-BE49-F238E27FC236}">
                <a16:creationId xmlns:a16="http://schemas.microsoft.com/office/drawing/2014/main" id="{DABA61DF-3EA2-4416-A924-01BDB109D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721" y="361"/>
            <a:ext cx="8163360" cy="599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484" name="Rectangle 3">
            <a:extLst>
              <a:ext uri="{FF2B5EF4-FFF2-40B4-BE49-F238E27FC236}">
                <a16:creationId xmlns:a16="http://schemas.microsoft.com/office/drawing/2014/main" id="{B367AC44-7C4A-45E6-A9A2-061EAECDA0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" y="32040"/>
            <a:ext cx="9144000" cy="633600"/>
          </a:xfrm>
          <a:solidFill>
            <a:srgbClr val="B05800"/>
          </a:solidFill>
        </p:spPr>
        <p:txBody>
          <a:bodyPr vert="horz" wrap="square" lIns="0" tIns="35268" rIns="0" bIns="0" numCol="1" anchor="ctr" anchorCtr="0" compatLnSpc="1">
            <a:prstTxWarp prst="textNoShape">
              <a:avLst/>
            </a:prstTxWarp>
          </a:bodyPr>
          <a:lstStyle/>
          <a:p>
            <a:pPr eaLnBrk="1">
              <a:buClrTx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>
                <a:solidFill>
                  <a:srgbClr val="B7FFEC"/>
                </a:solidFill>
              </a:rPr>
              <a:t>Sustain (</a:t>
            </a:r>
            <a:r>
              <a:rPr lang="en-US" altLang="en-US" i="1">
                <a:solidFill>
                  <a:srgbClr val="B7FFEC"/>
                </a:solidFill>
              </a:rPr>
              <a:t>Shitsuke</a:t>
            </a:r>
            <a:r>
              <a:rPr lang="en-US" altLang="en-US">
                <a:solidFill>
                  <a:srgbClr val="B7FFEC"/>
                </a:solidFill>
              </a:rPr>
              <a:t>)</a:t>
            </a:r>
          </a:p>
        </p:txBody>
      </p:sp>
      <p:sp>
        <p:nvSpPr>
          <p:cNvPr id="20485" name="Text Box 4">
            <a:extLst>
              <a:ext uri="{FF2B5EF4-FFF2-40B4-BE49-F238E27FC236}">
                <a16:creationId xmlns:a16="http://schemas.microsoft.com/office/drawing/2014/main" id="{3A20413D-4FB1-44BF-944C-E9A1E4D9D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521" y="5845321"/>
            <a:ext cx="8327520" cy="84960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38" tIns="40819" rIns="81638" bIns="40819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2540" b="1" u="sng">
                <a:solidFill>
                  <a:srgbClr val="FF0000"/>
                </a:solidFill>
                <a:cs typeface="Arial" panose="020B0604020202020204" pitchFamily="34" charset="0"/>
              </a:rPr>
              <a:t>Introductory training</a:t>
            </a:r>
            <a:r>
              <a:rPr lang="en-US" altLang="en-US" sz="2540">
                <a:solidFill>
                  <a:srgbClr val="000000"/>
                </a:solidFill>
                <a:cs typeface="Arial" panose="020B0604020202020204" pitchFamily="34" charset="0"/>
              </a:rPr>
              <a:t> to nursing officers and  midwives, then to doctors by top management or QIT team leader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>
            <a:extLst>
              <a:ext uri="{FF2B5EF4-FFF2-40B4-BE49-F238E27FC236}">
                <a16:creationId xmlns:a16="http://schemas.microsoft.com/office/drawing/2014/main" id="{AD4F2E6A-60AB-4E6A-940E-857A1E30F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80994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95720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10446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525172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407526" eaLnBrk="1" fontAlgn="base">
              <a:spcBef>
                <a:spcPct val="0"/>
              </a:spcBef>
              <a:spcAft>
                <a:spcPct val="0"/>
              </a:spcAft>
            </a:pPr>
            <a:fld id="{9AFFD214-B1FA-452D-9EFE-3D8132D931A3}" type="slidenum">
              <a:rPr lang="en-US" altLang="en-US" sz="1633">
                <a:solidFill>
                  <a:srgbClr val="000000"/>
                </a:solidFill>
                <a:cs typeface="Arial" panose="020B0604020202020204" pitchFamily="34" charset="0"/>
              </a:rPr>
              <a:pPr defTabSz="407526" eaLnBrk="1"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en-US" sz="1633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21507" name="Rectangle 1">
            <a:extLst>
              <a:ext uri="{FF2B5EF4-FFF2-40B4-BE49-F238E27FC236}">
                <a16:creationId xmlns:a16="http://schemas.microsoft.com/office/drawing/2014/main" id="{3D48367D-3B6E-499C-9A35-2CFA6DAC8C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" y="-1080"/>
            <a:ext cx="9144000" cy="751681"/>
          </a:xfrm>
          <a:solidFill>
            <a:srgbClr val="B05800"/>
          </a:solidFill>
        </p:spPr>
        <p:txBody>
          <a:bodyPr vert="horz" wrap="square" lIns="0" tIns="35268" rIns="0" bIns="0" numCol="1" anchor="ctr" anchorCtr="0" compatLnSpc="1">
            <a:prstTxWarp prst="textNoShape">
              <a:avLst/>
            </a:prstTxWarp>
          </a:bodyPr>
          <a:lstStyle/>
          <a:p>
            <a:pPr eaLnBrk="1">
              <a:buClrTx/>
              <a:buSzPct val="45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2903" b="1">
                <a:solidFill>
                  <a:srgbClr val="B7FFEC"/>
                </a:solidFill>
              </a:rPr>
              <a:t>5S Activities: Implementation</a:t>
            </a:r>
          </a:p>
        </p:txBody>
      </p:sp>
      <p:sp>
        <p:nvSpPr>
          <p:cNvPr id="21508" name="AutoShape 2">
            <a:extLst>
              <a:ext uri="{FF2B5EF4-FFF2-40B4-BE49-F238E27FC236}">
                <a16:creationId xmlns:a16="http://schemas.microsoft.com/office/drawing/2014/main" id="{58F01EC2-7423-4563-B766-2224323C3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761" y="4899240"/>
            <a:ext cx="2122560" cy="979200"/>
          </a:xfrm>
          <a:prstGeom prst="roundRect">
            <a:avLst>
              <a:gd name="adj" fmla="val 144"/>
            </a:avLst>
          </a:prstGeom>
          <a:solidFill>
            <a:srgbClr val="E6E64C"/>
          </a:solidFill>
          <a:ln w="9360">
            <a:solidFill>
              <a:srgbClr val="000000"/>
            </a:solidFill>
            <a:round/>
            <a:headEnd/>
            <a:tailEnd/>
          </a:ln>
          <a:effectLst>
            <a:outerShdw dist="152735" dir="2700000" algn="ctr" rotWithShape="0">
              <a:srgbClr val="808080"/>
            </a:outerShdw>
          </a:effectLst>
        </p:spPr>
        <p:txBody>
          <a:bodyPr lIns="81638" tIns="40819" rIns="81638" bIns="40819" anchor="ctr" anchorCtr="1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633" b="1">
                <a:solidFill>
                  <a:srgbClr val="000000"/>
                </a:solidFill>
                <a:cs typeface="Arial" panose="020B0604020202020204" pitchFamily="34" charset="0"/>
              </a:rPr>
              <a:t>Work Improvement </a:t>
            </a:r>
          </a:p>
          <a:p>
            <a:pPr algn="ctr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633" b="1">
                <a:solidFill>
                  <a:srgbClr val="000000"/>
                </a:solidFill>
                <a:cs typeface="Arial" panose="020B0604020202020204" pitchFamily="34" charset="0"/>
              </a:rPr>
              <a:t>Team</a:t>
            </a:r>
          </a:p>
          <a:p>
            <a:pPr algn="ctr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633" b="1">
                <a:solidFill>
                  <a:srgbClr val="000000"/>
                </a:solidFill>
                <a:cs typeface="Arial" panose="020B0604020202020204" pitchFamily="34" charset="0"/>
              </a:rPr>
              <a:t>[3 - 5 persons]</a:t>
            </a:r>
          </a:p>
        </p:txBody>
      </p:sp>
      <p:sp>
        <p:nvSpPr>
          <p:cNvPr id="21509" name="AutoShape 3">
            <a:extLst>
              <a:ext uri="{FF2B5EF4-FFF2-40B4-BE49-F238E27FC236}">
                <a16:creationId xmlns:a16="http://schemas.microsoft.com/office/drawing/2014/main" id="{4196F074-244E-4314-81F9-9F145A3B5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1761" y="3266281"/>
            <a:ext cx="2122560" cy="1143360"/>
          </a:xfrm>
          <a:prstGeom prst="roundRect">
            <a:avLst>
              <a:gd name="adj" fmla="val 144"/>
            </a:avLst>
          </a:prstGeom>
          <a:solidFill>
            <a:srgbClr val="23FF23"/>
          </a:solidFill>
          <a:ln w="9360">
            <a:solidFill>
              <a:srgbClr val="000000"/>
            </a:solidFill>
            <a:round/>
            <a:headEnd/>
            <a:tailEnd/>
          </a:ln>
          <a:effectLst>
            <a:outerShdw dist="152735" dir="2700000" algn="ctr" rotWithShape="0">
              <a:srgbClr val="808080"/>
            </a:outerShdw>
          </a:effectLst>
        </p:spPr>
        <p:txBody>
          <a:bodyPr lIns="81638" tIns="40819" rIns="81638" bIns="40819" anchor="ctr" anchorCtr="1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633" b="1">
                <a:solidFill>
                  <a:srgbClr val="000000"/>
                </a:solidFill>
                <a:cs typeface="Arial" panose="020B0604020202020204" pitchFamily="34" charset="0"/>
              </a:rPr>
              <a:t>Quality Improvement </a:t>
            </a:r>
          </a:p>
          <a:p>
            <a:pPr algn="ctr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633" b="1">
                <a:solidFill>
                  <a:srgbClr val="000000"/>
                </a:solidFill>
                <a:cs typeface="Arial" panose="020B0604020202020204" pitchFamily="34" charset="0"/>
              </a:rPr>
              <a:t>Team</a:t>
            </a:r>
          </a:p>
          <a:p>
            <a:pPr algn="ctr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633" b="1">
                <a:solidFill>
                  <a:srgbClr val="000000"/>
                </a:solidFill>
                <a:cs typeface="Arial" panose="020B0604020202020204" pitchFamily="34" charset="0"/>
              </a:rPr>
              <a:t>[5 - 15 persons]</a:t>
            </a:r>
          </a:p>
        </p:txBody>
      </p:sp>
      <p:sp>
        <p:nvSpPr>
          <p:cNvPr id="21510" name="AutoShape 4">
            <a:extLst>
              <a:ext uri="{FF2B5EF4-FFF2-40B4-BE49-F238E27FC236}">
                <a16:creationId xmlns:a16="http://schemas.microsoft.com/office/drawing/2014/main" id="{EACC4537-658F-4180-9B7A-77D2A7685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1761" y="2025000"/>
            <a:ext cx="2122560" cy="979200"/>
          </a:xfrm>
          <a:prstGeom prst="roundRect">
            <a:avLst>
              <a:gd name="adj" fmla="val 144"/>
            </a:avLst>
          </a:prstGeom>
          <a:solidFill>
            <a:srgbClr val="CCECFF"/>
          </a:solidFill>
          <a:ln w="9360">
            <a:solidFill>
              <a:srgbClr val="000000"/>
            </a:solidFill>
            <a:round/>
            <a:headEnd/>
            <a:tailEnd/>
          </a:ln>
          <a:effectLst>
            <a:outerShdw dist="152735" dir="2700000" algn="ctr" rotWithShape="0">
              <a:srgbClr val="808080"/>
            </a:outerShdw>
          </a:effectLst>
        </p:spPr>
        <p:txBody>
          <a:bodyPr lIns="81638" tIns="40819" rIns="81638" bIns="40819" anchor="ctr" anchorCtr="1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996" b="1">
                <a:solidFill>
                  <a:srgbClr val="000000"/>
                </a:solidFill>
                <a:cs typeface="Arial" panose="020B0604020202020204" pitchFamily="34" charset="0"/>
              </a:rPr>
              <a:t>Top management</a:t>
            </a:r>
          </a:p>
        </p:txBody>
      </p:sp>
      <p:sp>
        <p:nvSpPr>
          <p:cNvPr id="21511" name="AutoShape 5">
            <a:extLst>
              <a:ext uri="{FF2B5EF4-FFF2-40B4-BE49-F238E27FC236}">
                <a16:creationId xmlns:a16="http://schemas.microsoft.com/office/drawing/2014/main" id="{548AC33F-8690-454E-8DD7-12619FABA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4561" y="4899240"/>
            <a:ext cx="2122560" cy="979200"/>
          </a:xfrm>
          <a:prstGeom prst="roundRect">
            <a:avLst>
              <a:gd name="adj" fmla="val 144"/>
            </a:avLst>
          </a:prstGeom>
          <a:solidFill>
            <a:srgbClr val="E6E64C"/>
          </a:solidFill>
          <a:ln w="9360">
            <a:solidFill>
              <a:srgbClr val="000000"/>
            </a:solidFill>
            <a:round/>
            <a:headEnd/>
            <a:tailEnd/>
          </a:ln>
          <a:effectLst>
            <a:outerShdw dist="152735" dir="2700000" algn="ctr" rotWithShape="0">
              <a:srgbClr val="808080"/>
            </a:outerShdw>
          </a:effectLst>
        </p:spPr>
        <p:txBody>
          <a:bodyPr lIns="81638" tIns="40819" rIns="81638" bIns="40819" anchor="ctr" anchorCtr="1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633" b="1">
                <a:solidFill>
                  <a:srgbClr val="000000"/>
                </a:solidFill>
                <a:cs typeface="Arial" panose="020B0604020202020204" pitchFamily="34" charset="0"/>
              </a:rPr>
              <a:t>Work Improvement </a:t>
            </a:r>
          </a:p>
          <a:p>
            <a:pPr algn="ctr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633" b="1">
                <a:solidFill>
                  <a:srgbClr val="000000"/>
                </a:solidFill>
                <a:cs typeface="Arial" panose="020B0604020202020204" pitchFamily="34" charset="0"/>
              </a:rPr>
              <a:t>Team</a:t>
            </a:r>
          </a:p>
          <a:p>
            <a:pPr algn="ctr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633" b="1">
                <a:solidFill>
                  <a:srgbClr val="000000"/>
                </a:solidFill>
                <a:cs typeface="Arial" panose="020B0604020202020204" pitchFamily="34" charset="0"/>
              </a:rPr>
              <a:t>[3 - 5 persons]</a:t>
            </a:r>
          </a:p>
        </p:txBody>
      </p:sp>
      <p:sp>
        <p:nvSpPr>
          <p:cNvPr id="21512" name="AutoShape 6">
            <a:extLst>
              <a:ext uri="{FF2B5EF4-FFF2-40B4-BE49-F238E27FC236}">
                <a16:creationId xmlns:a16="http://schemas.microsoft.com/office/drawing/2014/main" id="{05D61E09-17BB-4100-BE37-FC0F7BD52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1761" y="4899240"/>
            <a:ext cx="2122560" cy="979200"/>
          </a:xfrm>
          <a:prstGeom prst="roundRect">
            <a:avLst>
              <a:gd name="adj" fmla="val 144"/>
            </a:avLst>
          </a:prstGeom>
          <a:solidFill>
            <a:srgbClr val="E6E64C"/>
          </a:solidFill>
          <a:ln w="9360">
            <a:solidFill>
              <a:srgbClr val="000000"/>
            </a:solidFill>
            <a:round/>
            <a:headEnd/>
            <a:tailEnd/>
          </a:ln>
          <a:effectLst>
            <a:outerShdw dist="152735" dir="2700000" algn="ctr" rotWithShape="0">
              <a:srgbClr val="808080"/>
            </a:outerShdw>
          </a:effectLst>
        </p:spPr>
        <p:txBody>
          <a:bodyPr lIns="81638" tIns="40819" rIns="81638" bIns="40819" anchor="ctr" anchorCtr="1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633" b="1">
                <a:solidFill>
                  <a:srgbClr val="000000"/>
                </a:solidFill>
                <a:cs typeface="Arial" panose="020B0604020202020204" pitchFamily="34" charset="0"/>
              </a:rPr>
              <a:t>Work Improvement </a:t>
            </a:r>
          </a:p>
          <a:p>
            <a:pPr algn="ctr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633" b="1">
                <a:solidFill>
                  <a:srgbClr val="000000"/>
                </a:solidFill>
                <a:cs typeface="Arial" panose="020B0604020202020204" pitchFamily="34" charset="0"/>
              </a:rPr>
              <a:t>Team</a:t>
            </a:r>
          </a:p>
          <a:p>
            <a:pPr algn="ctr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633" b="1">
                <a:solidFill>
                  <a:srgbClr val="000000"/>
                </a:solidFill>
                <a:cs typeface="Arial" panose="020B0604020202020204" pitchFamily="34" charset="0"/>
              </a:rPr>
              <a:t>[3 - 5 persons]</a:t>
            </a:r>
          </a:p>
        </p:txBody>
      </p:sp>
      <p:cxnSp>
        <p:nvCxnSpPr>
          <p:cNvPr id="21513" name="AutoShape 8">
            <a:extLst>
              <a:ext uri="{FF2B5EF4-FFF2-40B4-BE49-F238E27FC236}">
                <a16:creationId xmlns:a16="http://schemas.microsoft.com/office/drawing/2014/main" id="{8733C7FE-B779-42B2-B5B4-E7BB6525EA85}"/>
              </a:ext>
            </a:extLst>
          </p:cNvPr>
          <p:cNvCxnSpPr>
            <a:cxnSpLocks noChangeShapeType="1"/>
            <a:stCxn id="21510" idx="2"/>
            <a:endCxn id="21509" idx="0"/>
          </p:cNvCxnSpPr>
          <p:nvPr/>
        </p:nvCxnSpPr>
        <p:spPr bwMode="auto">
          <a:xfrm>
            <a:off x="4523041" y="3004201"/>
            <a:ext cx="1440" cy="26208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1514" name="AutoShape 9">
            <a:extLst>
              <a:ext uri="{FF2B5EF4-FFF2-40B4-BE49-F238E27FC236}">
                <a16:creationId xmlns:a16="http://schemas.microsoft.com/office/drawing/2014/main" id="{62FC9E5A-8813-4D69-8631-7868C7E2B2D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23041" y="4408201"/>
            <a:ext cx="1440" cy="4896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1515" name="AutoShape 10">
            <a:extLst>
              <a:ext uri="{FF2B5EF4-FFF2-40B4-BE49-F238E27FC236}">
                <a16:creationId xmlns:a16="http://schemas.microsoft.com/office/drawing/2014/main" id="{D3D6BFCA-DD89-4B34-A0DA-AA901A2BA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5601" y="947881"/>
            <a:ext cx="2449440" cy="1339200"/>
          </a:xfrm>
          <a:prstGeom prst="wedgeRoundRectCallout">
            <a:avLst>
              <a:gd name="adj1" fmla="val -80125"/>
              <a:gd name="adj2" fmla="val 68407"/>
              <a:gd name="adj3" fmla="val 16667"/>
            </a:avLst>
          </a:prstGeom>
          <a:solidFill>
            <a:srgbClr val="CCECFF">
              <a:alpha val="85097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38" tIns="40819" rIns="81638" bIns="40819" anchor="ctr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633">
                <a:solidFill>
                  <a:srgbClr val="000000"/>
                </a:solidFill>
                <a:cs typeface="Arial" panose="020B0604020202020204" pitchFamily="34" charset="0"/>
              </a:rPr>
              <a:t> Taking leadership &amp;</a:t>
            </a:r>
          </a:p>
          <a:p>
            <a:pPr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633">
                <a:solidFill>
                  <a:srgbClr val="000000"/>
                </a:solidFill>
                <a:cs typeface="Arial" panose="020B0604020202020204" pitchFamily="34" charset="0"/>
              </a:rPr>
              <a:t>support  5S activities.</a:t>
            </a:r>
          </a:p>
          <a:p>
            <a:pPr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633">
                <a:solidFill>
                  <a:srgbClr val="000000"/>
                </a:solidFill>
                <a:cs typeface="Arial" panose="020B0604020202020204" pitchFamily="34" charset="0"/>
              </a:rPr>
              <a:t> Learn and practice 5S </a:t>
            </a:r>
          </a:p>
          <a:p>
            <a:pPr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45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633">
                <a:solidFill>
                  <a:srgbClr val="000000"/>
                </a:solidFill>
                <a:cs typeface="Arial" panose="020B0604020202020204" pitchFamily="34" charset="0"/>
              </a:rPr>
              <a:t>principles by him/herself</a:t>
            </a:r>
          </a:p>
        </p:txBody>
      </p:sp>
      <p:sp>
        <p:nvSpPr>
          <p:cNvPr id="21516" name="AutoShape 11">
            <a:extLst>
              <a:ext uri="{FF2B5EF4-FFF2-40B4-BE49-F238E27FC236}">
                <a16:creationId xmlns:a16="http://schemas.microsoft.com/office/drawing/2014/main" id="{758D7C38-4290-437A-9B4F-FC38498C9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721" y="1077481"/>
            <a:ext cx="3101760" cy="2809440"/>
          </a:xfrm>
          <a:prstGeom prst="wedgeRoundRectCallout">
            <a:avLst>
              <a:gd name="adj1" fmla="val 55722"/>
              <a:gd name="adj2" fmla="val 39403"/>
              <a:gd name="adj3" fmla="val 16667"/>
            </a:avLst>
          </a:prstGeom>
          <a:solidFill>
            <a:srgbClr val="23FF23">
              <a:alpha val="79999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38" tIns="40819" rIns="81638" bIns="40819" anchor="ctr"/>
          <a:lstStyle>
            <a:lvl1pPr marL="231775" indent="-231775" eaLnBrk="0" hangingPunct="0">
              <a:tabLst>
                <a:tab pos="0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10243" indent="-210243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0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814">
                <a:solidFill>
                  <a:srgbClr val="000000"/>
                </a:solidFill>
                <a:cs typeface="Arial" panose="020B0604020202020204" pitchFamily="34" charset="0"/>
              </a:rPr>
              <a:t>Train the 	hospital staff</a:t>
            </a:r>
          </a:p>
          <a:p>
            <a:pPr marL="210243" indent="-210243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0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endParaRPr lang="en-US" altLang="en-US" sz="1814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10243" indent="-210243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0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814">
                <a:solidFill>
                  <a:srgbClr val="000000"/>
                </a:solidFill>
                <a:cs typeface="Arial" panose="020B0604020202020204" pitchFamily="34" charset="0"/>
              </a:rPr>
              <a:t>Support implementation </a:t>
            </a:r>
          </a:p>
          <a:p>
            <a:pPr marL="210243" indent="-210243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tabLst>
                <a:tab pos="0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814">
                <a:solidFill>
                  <a:srgbClr val="000000"/>
                </a:solidFill>
                <a:cs typeface="Arial" panose="020B0604020202020204" pitchFamily="34" charset="0"/>
              </a:rPr>
              <a:t>	of 5S activities</a:t>
            </a:r>
          </a:p>
          <a:p>
            <a:pPr marL="210243" indent="-210243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0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endParaRPr lang="en-US" altLang="en-US" sz="1814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10243" indent="-210243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0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814">
                <a:solidFill>
                  <a:srgbClr val="000000"/>
                </a:solidFill>
                <a:cs typeface="Arial" panose="020B0604020202020204" pitchFamily="34" charset="0"/>
              </a:rPr>
              <a:t>Monitor &amp; assess </a:t>
            </a:r>
          </a:p>
          <a:p>
            <a:pPr marL="210243" indent="-210243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tabLst>
                <a:tab pos="0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814">
                <a:solidFill>
                  <a:srgbClr val="000000"/>
                </a:solidFill>
                <a:cs typeface="Arial" panose="020B0604020202020204" pitchFamily="34" charset="0"/>
              </a:rPr>
              <a:t>	achievements of WITs </a:t>
            </a:r>
          </a:p>
          <a:p>
            <a:pPr marL="210243" indent="-210243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tabLst>
                <a:tab pos="0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814">
                <a:solidFill>
                  <a:srgbClr val="000000"/>
                </a:solidFill>
                <a:cs typeface="Arial" panose="020B0604020202020204" pitchFamily="34" charset="0"/>
              </a:rPr>
              <a:t>	</a:t>
            </a:r>
          </a:p>
          <a:p>
            <a:pPr marL="210243" indent="-210243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0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814">
                <a:solidFill>
                  <a:srgbClr val="000000"/>
                </a:solidFill>
                <a:cs typeface="Arial" panose="020B0604020202020204" pitchFamily="34" charset="0"/>
              </a:rPr>
              <a:t>Coaching the WITs</a:t>
            </a:r>
          </a:p>
        </p:txBody>
      </p:sp>
      <p:sp>
        <p:nvSpPr>
          <p:cNvPr id="21517" name="AutoShape 12">
            <a:extLst>
              <a:ext uri="{FF2B5EF4-FFF2-40B4-BE49-F238E27FC236}">
                <a16:creationId xmlns:a16="http://schemas.microsoft.com/office/drawing/2014/main" id="{590F5B57-83E1-4A82-B586-905097881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0801" y="2906280"/>
            <a:ext cx="2939040" cy="1468800"/>
          </a:xfrm>
          <a:prstGeom prst="wedgeRoundRectCallout">
            <a:avLst>
              <a:gd name="adj1" fmla="val 11870"/>
              <a:gd name="adj2" fmla="val 85681"/>
              <a:gd name="adj3" fmla="val 16667"/>
            </a:avLst>
          </a:prstGeom>
          <a:solidFill>
            <a:srgbClr val="E6E64C">
              <a:alpha val="79999"/>
            </a:srgbClr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38" tIns="40819" rIns="81638" bIns="40819" anchor="ctr"/>
          <a:lstStyle>
            <a:lvl1pPr marL="114300" indent="-114300" eaLnBrk="0" hangingPunct="0">
              <a:tabLst>
                <a:tab pos="179388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179388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179388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179388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179388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179388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179388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179388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179388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103682" indent="-103682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162723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633">
                <a:solidFill>
                  <a:srgbClr val="000000"/>
                </a:solidFill>
                <a:cs typeface="Arial" panose="020B0604020202020204" pitchFamily="34" charset="0"/>
              </a:rPr>
              <a:t> Implement 5S in respective</a:t>
            </a:r>
          </a:p>
          <a:p>
            <a:pPr marL="103682" indent="-103682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45000"/>
              <a:tabLst>
                <a:tab pos="162723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633">
                <a:solidFill>
                  <a:srgbClr val="000000"/>
                </a:solidFill>
                <a:cs typeface="Arial" panose="020B0604020202020204" pitchFamily="34" charset="0"/>
              </a:rPr>
              <a:t>		work units/division</a:t>
            </a:r>
          </a:p>
          <a:p>
            <a:pPr marL="103682" indent="-103682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162723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633">
                <a:solidFill>
                  <a:srgbClr val="000000"/>
                </a:solidFill>
                <a:cs typeface="Arial" panose="020B0604020202020204" pitchFamily="34" charset="0"/>
              </a:rPr>
              <a:t> Conduct periodical</a:t>
            </a:r>
          </a:p>
          <a:p>
            <a:pPr marL="103682" indent="-103682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45000"/>
              <a:tabLst>
                <a:tab pos="162723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633">
                <a:solidFill>
                  <a:srgbClr val="000000"/>
                </a:solidFill>
                <a:cs typeface="Arial" panose="020B0604020202020204" pitchFamily="34" charset="0"/>
              </a:rPr>
              <a:t>		monitoring </a:t>
            </a:r>
          </a:p>
          <a:p>
            <a:pPr marL="103682" indent="-103682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162723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 sz="1633">
                <a:solidFill>
                  <a:srgbClr val="000000"/>
                </a:solidFill>
                <a:cs typeface="Arial" panose="020B0604020202020204" pitchFamily="34" charset="0"/>
              </a:rPr>
              <a:t> Reporting to QIT</a:t>
            </a:r>
          </a:p>
        </p:txBody>
      </p:sp>
      <p:cxnSp>
        <p:nvCxnSpPr>
          <p:cNvPr id="21518" name="AutoShape 13">
            <a:extLst>
              <a:ext uri="{FF2B5EF4-FFF2-40B4-BE49-F238E27FC236}">
                <a16:creationId xmlns:a16="http://schemas.microsoft.com/office/drawing/2014/main" id="{0D2A1F77-0021-40B0-9F65-A31CFDDAB4FE}"/>
              </a:ext>
            </a:extLst>
          </p:cNvPr>
          <p:cNvCxnSpPr>
            <a:cxnSpLocks noChangeShapeType="1"/>
            <a:stCxn id="21508" idx="0"/>
          </p:cNvCxnSpPr>
          <p:nvPr/>
        </p:nvCxnSpPr>
        <p:spPr bwMode="auto">
          <a:xfrm flipV="1">
            <a:off x="1715041" y="4653001"/>
            <a:ext cx="2809440" cy="24624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1519" name="AutoShape 14">
            <a:extLst>
              <a:ext uri="{FF2B5EF4-FFF2-40B4-BE49-F238E27FC236}">
                <a16:creationId xmlns:a16="http://schemas.microsoft.com/office/drawing/2014/main" id="{84B6D832-6F08-4397-AC40-65E9FC98BF0D}"/>
              </a:ext>
            </a:extLst>
          </p:cNvPr>
          <p:cNvCxnSpPr>
            <a:cxnSpLocks noChangeShapeType="1"/>
            <a:stCxn id="21511" idx="0"/>
          </p:cNvCxnSpPr>
          <p:nvPr/>
        </p:nvCxnSpPr>
        <p:spPr bwMode="auto">
          <a:xfrm flipH="1" flipV="1">
            <a:off x="4523041" y="4653001"/>
            <a:ext cx="2871360" cy="24624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8">
            <a:extLst>
              <a:ext uri="{FF2B5EF4-FFF2-40B4-BE49-F238E27FC236}">
                <a16:creationId xmlns:a16="http://schemas.microsoft.com/office/drawing/2014/main" id="{AC2551AA-18D8-4778-AE8E-51B895A26A9F}"/>
              </a:ext>
            </a:extLst>
          </p:cNvPr>
          <p:cNvGrpSpPr>
            <a:grpSpLocks/>
          </p:cNvGrpSpPr>
          <p:nvPr/>
        </p:nvGrpSpPr>
        <p:grpSpPr bwMode="auto">
          <a:xfrm>
            <a:off x="-1439" y="1905481"/>
            <a:ext cx="9145440" cy="4952160"/>
            <a:chOff x="-1" y="1200"/>
            <a:chExt cx="5761" cy="3120"/>
          </a:xfrm>
        </p:grpSpPr>
        <p:sp>
          <p:nvSpPr>
            <p:cNvPr id="23590" name="Freeform 2">
              <a:extLst>
                <a:ext uri="{FF2B5EF4-FFF2-40B4-BE49-F238E27FC236}">
                  <a16:creationId xmlns:a16="http://schemas.microsoft.com/office/drawing/2014/main" id="{447562FC-884C-4DEA-A937-D5DBE541E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2427"/>
              <a:ext cx="4512" cy="1893"/>
            </a:xfrm>
            <a:custGeom>
              <a:avLst/>
              <a:gdLst>
                <a:gd name="T0" fmla="*/ 4511 w 4512"/>
                <a:gd name="T1" fmla="*/ 0 h 1893"/>
                <a:gd name="T2" fmla="*/ 4147 w 4512"/>
                <a:gd name="T3" fmla="*/ 194 h 1893"/>
                <a:gd name="T4" fmla="*/ 4120 w 4512"/>
                <a:gd name="T5" fmla="*/ 335 h 1893"/>
                <a:gd name="T6" fmla="*/ 3933 w 4512"/>
                <a:gd name="T7" fmla="*/ 557 h 1893"/>
                <a:gd name="T8" fmla="*/ 3713 w 4512"/>
                <a:gd name="T9" fmla="*/ 588 h 1893"/>
                <a:gd name="T10" fmla="*/ 3525 w 4512"/>
                <a:gd name="T11" fmla="*/ 599 h 1893"/>
                <a:gd name="T12" fmla="*/ 3482 w 4512"/>
                <a:gd name="T13" fmla="*/ 817 h 1893"/>
                <a:gd name="T14" fmla="*/ 3350 w 4512"/>
                <a:gd name="T15" fmla="*/ 726 h 1893"/>
                <a:gd name="T16" fmla="*/ 3118 w 4512"/>
                <a:gd name="T17" fmla="*/ 726 h 1893"/>
                <a:gd name="T18" fmla="*/ 2916 w 4512"/>
                <a:gd name="T19" fmla="*/ 678 h 1893"/>
                <a:gd name="T20" fmla="*/ 2799 w 4512"/>
                <a:gd name="T21" fmla="*/ 805 h 1893"/>
                <a:gd name="T22" fmla="*/ 2711 w 4512"/>
                <a:gd name="T23" fmla="*/ 1025 h 1893"/>
                <a:gd name="T24" fmla="*/ 2655 w 4512"/>
                <a:gd name="T25" fmla="*/ 931 h 1893"/>
                <a:gd name="T26" fmla="*/ 2538 w 4512"/>
                <a:gd name="T27" fmla="*/ 884 h 1893"/>
                <a:gd name="T28" fmla="*/ 2233 w 4512"/>
                <a:gd name="T29" fmla="*/ 1282 h 1893"/>
                <a:gd name="T30" fmla="*/ 2057 w 4512"/>
                <a:gd name="T31" fmla="*/ 1267 h 1893"/>
                <a:gd name="T32" fmla="*/ 1811 w 4512"/>
                <a:gd name="T33" fmla="*/ 1388 h 1893"/>
                <a:gd name="T34" fmla="*/ 1582 w 4512"/>
                <a:gd name="T35" fmla="*/ 1357 h 1893"/>
                <a:gd name="T36" fmla="*/ 1375 w 4512"/>
                <a:gd name="T37" fmla="*/ 1230 h 1893"/>
                <a:gd name="T38" fmla="*/ 1204 w 4512"/>
                <a:gd name="T39" fmla="*/ 1372 h 1893"/>
                <a:gd name="T40" fmla="*/ 970 w 4512"/>
                <a:gd name="T41" fmla="*/ 1357 h 1893"/>
                <a:gd name="T42" fmla="*/ 738 w 4512"/>
                <a:gd name="T43" fmla="*/ 1704 h 1893"/>
                <a:gd name="T44" fmla="*/ 507 w 4512"/>
                <a:gd name="T45" fmla="*/ 1700 h 1893"/>
                <a:gd name="T46" fmla="*/ 243 w 4512"/>
                <a:gd name="T47" fmla="*/ 1751 h 1893"/>
                <a:gd name="T48" fmla="*/ 73 w 4512"/>
                <a:gd name="T49" fmla="*/ 1851 h 1893"/>
                <a:gd name="T50" fmla="*/ 0 w 4512"/>
                <a:gd name="T51" fmla="*/ 1889 h 1893"/>
                <a:gd name="T52" fmla="*/ 4511 w 4512"/>
                <a:gd name="T53" fmla="*/ 1892 h 1893"/>
                <a:gd name="T54" fmla="*/ 4511 w 4512"/>
                <a:gd name="T55" fmla="*/ 0 h 189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512"/>
                <a:gd name="T85" fmla="*/ 0 h 1893"/>
                <a:gd name="T86" fmla="*/ 4512 w 4512"/>
                <a:gd name="T87" fmla="*/ 1893 h 189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512" h="1893">
                  <a:moveTo>
                    <a:pt x="4511" y="0"/>
                  </a:moveTo>
                  <a:lnTo>
                    <a:pt x="4147" y="194"/>
                  </a:lnTo>
                  <a:lnTo>
                    <a:pt x="4120" y="335"/>
                  </a:lnTo>
                  <a:lnTo>
                    <a:pt x="3933" y="557"/>
                  </a:lnTo>
                  <a:lnTo>
                    <a:pt x="3713" y="588"/>
                  </a:lnTo>
                  <a:lnTo>
                    <a:pt x="3525" y="599"/>
                  </a:lnTo>
                  <a:lnTo>
                    <a:pt x="3482" y="817"/>
                  </a:lnTo>
                  <a:lnTo>
                    <a:pt x="3350" y="726"/>
                  </a:lnTo>
                  <a:lnTo>
                    <a:pt x="3118" y="726"/>
                  </a:lnTo>
                  <a:lnTo>
                    <a:pt x="2916" y="678"/>
                  </a:lnTo>
                  <a:lnTo>
                    <a:pt x="2799" y="805"/>
                  </a:lnTo>
                  <a:lnTo>
                    <a:pt x="2711" y="1025"/>
                  </a:lnTo>
                  <a:lnTo>
                    <a:pt x="2655" y="931"/>
                  </a:lnTo>
                  <a:lnTo>
                    <a:pt x="2538" y="884"/>
                  </a:lnTo>
                  <a:lnTo>
                    <a:pt x="2233" y="1282"/>
                  </a:lnTo>
                  <a:lnTo>
                    <a:pt x="2057" y="1267"/>
                  </a:lnTo>
                  <a:lnTo>
                    <a:pt x="1811" y="1388"/>
                  </a:lnTo>
                  <a:lnTo>
                    <a:pt x="1582" y="1357"/>
                  </a:lnTo>
                  <a:lnTo>
                    <a:pt x="1375" y="1230"/>
                  </a:lnTo>
                  <a:lnTo>
                    <a:pt x="1204" y="1372"/>
                  </a:lnTo>
                  <a:lnTo>
                    <a:pt x="970" y="1357"/>
                  </a:lnTo>
                  <a:lnTo>
                    <a:pt x="738" y="1704"/>
                  </a:lnTo>
                  <a:lnTo>
                    <a:pt x="507" y="1700"/>
                  </a:lnTo>
                  <a:lnTo>
                    <a:pt x="243" y="1751"/>
                  </a:lnTo>
                  <a:lnTo>
                    <a:pt x="73" y="1851"/>
                  </a:lnTo>
                  <a:lnTo>
                    <a:pt x="0" y="1889"/>
                  </a:lnTo>
                  <a:lnTo>
                    <a:pt x="4511" y="1892"/>
                  </a:lnTo>
                  <a:lnTo>
                    <a:pt x="4511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9" tIns="45714" rIns="91429" bIns="45714"/>
            <a:lstStyle/>
            <a:p>
              <a:pPr defTabSz="407526" fontAlgn="base">
                <a:spcBef>
                  <a:spcPct val="0"/>
                </a:spcBef>
                <a:spcAft>
                  <a:spcPct val="0"/>
                </a:spcAft>
              </a:pPr>
              <a:endParaRPr lang="en-US" sz="726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graphicFrame>
          <p:nvGraphicFramePr>
            <p:cNvPr id="23591" name="Object 3">
              <a:extLst>
                <a:ext uri="{FF2B5EF4-FFF2-40B4-BE49-F238E27FC236}">
                  <a16:creationId xmlns:a16="http://schemas.microsoft.com/office/drawing/2014/main" id="{DC8DD37E-3EC6-464E-9360-A4ECE48EC26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587" y="3462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4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23591" name="Object 3">
                          <a:extLst>
                            <a:ext uri="{FF2B5EF4-FFF2-40B4-BE49-F238E27FC236}">
                              <a16:creationId xmlns:a16="http://schemas.microsoft.com/office/drawing/2014/main" id="{DC8DD37E-3EC6-464E-9360-A4ECE48EC26D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7" y="3462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2" name="Object 4">
              <a:extLst>
                <a:ext uri="{FF2B5EF4-FFF2-40B4-BE49-F238E27FC236}">
                  <a16:creationId xmlns:a16="http://schemas.microsoft.com/office/drawing/2014/main" id="{C52131F9-4582-4C78-BB23-87D8628EA25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075" y="3463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5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23592" name="Object 4">
                          <a:extLst>
                            <a:ext uri="{FF2B5EF4-FFF2-40B4-BE49-F238E27FC236}">
                              <a16:creationId xmlns:a16="http://schemas.microsoft.com/office/drawing/2014/main" id="{C52131F9-4582-4C78-BB23-87D8628EA25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5" y="3463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3" name="Object 5">
              <a:extLst>
                <a:ext uri="{FF2B5EF4-FFF2-40B4-BE49-F238E27FC236}">
                  <a16:creationId xmlns:a16="http://schemas.microsoft.com/office/drawing/2014/main" id="{B41FDEAE-CD11-4623-AD6B-A1F46435716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035" y="3079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23593" name="Object 5">
                          <a:extLst>
                            <a:ext uri="{FF2B5EF4-FFF2-40B4-BE49-F238E27FC236}">
                              <a16:creationId xmlns:a16="http://schemas.microsoft.com/office/drawing/2014/main" id="{B41FDEAE-CD11-4623-AD6B-A1F46435716E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5" y="3079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94" name="Freeform 6">
              <a:extLst>
                <a:ext uri="{FF2B5EF4-FFF2-40B4-BE49-F238E27FC236}">
                  <a16:creationId xmlns:a16="http://schemas.microsoft.com/office/drawing/2014/main" id="{493A1F3F-7916-4B7B-BFB9-DC1A8FEB6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1200"/>
              <a:ext cx="1920" cy="816"/>
            </a:xfrm>
            <a:custGeom>
              <a:avLst/>
              <a:gdLst>
                <a:gd name="T0" fmla="*/ 0 w 1920"/>
                <a:gd name="T1" fmla="*/ 0 h 816"/>
                <a:gd name="T2" fmla="*/ 155 w 1920"/>
                <a:gd name="T3" fmla="*/ 84 h 816"/>
                <a:gd name="T4" fmla="*/ 166 w 1920"/>
                <a:gd name="T5" fmla="*/ 145 h 816"/>
                <a:gd name="T6" fmla="*/ 246 w 1920"/>
                <a:gd name="T7" fmla="*/ 240 h 816"/>
                <a:gd name="T8" fmla="*/ 340 w 1920"/>
                <a:gd name="T9" fmla="*/ 253 h 816"/>
                <a:gd name="T10" fmla="*/ 420 w 1920"/>
                <a:gd name="T11" fmla="*/ 258 h 816"/>
                <a:gd name="T12" fmla="*/ 438 w 1920"/>
                <a:gd name="T13" fmla="*/ 352 h 816"/>
                <a:gd name="T14" fmla="*/ 494 w 1920"/>
                <a:gd name="T15" fmla="*/ 313 h 816"/>
                <a:gd name="T16" fmla="*/ 593 w 1920"/>
                <a:gd name="T17" fmla="*/ 313 h 816"/>
                <a:gd name="T18" fmla="*/ 679 w 1920"/>
                <a:gd name="T19" fmla="*/ 292 h 816"/>
                <a:gd name="T20" fmla="*/ 729 w 1920"/>
                <a:gd name="T21" fmla="*/ 347 h 816"/>
                <a:gd name="T22" fmla="*/ 766 w 1920"/>
                <a:gd name="T23" fmla="*/ 442 h 816"/>
                <a:gd name="T24" fmla="*/ 790 w 1920"/>
                <a:gd name="T25" fmla="*/ 401 h 816"/>
                <a:gd name="T26" fmla="*/ 840 w 1920"/>
                <a:gd name="T27" fmla="*/ 381 h 816"/>
                <a:gd name="T28" fmla="*/ 969 w 1920"/>
                <a:gd name="T29" fmla="*/ 552 h 816"/>
                <a:gd name="T30" fmla="*/ 1044 w 1920"/>
                <a:gd name="T31" fmla="*/ 546 h 816"/>
                <a:gd name="T32" fmla="*/ 1149 w 1920"/>
                <a:gd name="T33" fmla="*/ 598 h 816"/>
                <a:gd name="T34" fmla="*/ 1246 w 1920"/>
                <a:gd name="T35" fmla="*/ 585 h 816"/>
                <a:gd name="T36" fmla="*/ 1334 w 1920"/>
                <a:gd name="T37" fmla="*/ 530 h 816"/>
                <a:gd name="T38" fmla="*/ 1407 w 1920"/>
                <a:gd name="T39" fmla="*/ 591 h 816"/>
                <a:gd name="T40" fmla="*/ 1507 w 1920"/>
                <a:gd name="T41" fmla="*/ 585 h 816"/>
                <a:gd name="T42" fmla="*/ 1605 w 1920"/>
                <a:gd name="T43" fmla="*/ 734 h 816"/>
                <a:gd name="T44" fmla="*/ 1704 w 1920"/>
                <a:gd name="T45" fmla="*/ 732 h 816"/>
                <a:gd name="T46" fmla="*/ 1816 w 1920"/>
                <a:gd name="T47" fmla="*/ 754 h 816"/>
                <a:gd name="T48" fmla="*/ 1888 w 1920"/>
                <a:gd name="T49" fmla="*/ 797 h 816"/>
                <a:gd name="T50" fmla="*/ 1919 w 1920"/>
                <a:gd name="T51" fmla="*/ 814 h 816"/>
                <a:gd name="T52" fmla="*/ 0 w 1920"/>
                <a:gd name="T53" fmla="*/ 815 h 816"/>
                <a:gd name="T54" fmla="*/ 0 w 1920"/>
                <a:gd name="T55" fmla="*/ 0 h 81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920"/>
                <a:gd name="T85" fmla="*/ 0 h 816"/>
                <a:gd name="T86" fmla="*/ 1920 w 1920"/>
                <a:gd name="T87" fmla="*/ 816 h 81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920" h="816">
                  <a:moveTo>
                    <a:pt x="0" y="0"/>
                  </a:moveTo>
                  <a:lnTo>
                    <a:pt x="155" y="84"/>
                  </a:lnTo>
                  <a:lnTo>
                    <a:pt x="166" y="145"/>
                  </a:lnTo>
                  <a:lnTo>
                    <a:pt x="246" y="240"/>
                  </a:lnTo>
                  <a:lnTo>
                    <a:pt x="340" y="253"/>
                  </a:lnTo>
                  <a:lnTo>
                    <a:pt x="420" y="258"/>
                  </a:lnTo>
                  <a:lnTo>
                    <a:pt x="438" y="352"/>
                  </a:lnTo>
                  <a:lnTo>
                    <a:pt x="494" y="313"/>
                  </a:lnTo>
                  <a:lnTo>
                    <a:pt x="593" y="313"/>
                  </a:lnTo>
                  <a:lnTo>
                    <a:pt x="679" y="292"/>
                  </a:lnTo>
                  <a:lnTo>
                    <a:pt x="729" y="347"/>
                  </a:lnTo>
                  <a:lnTo>
                    <a:pt x="766" y="442"/>
                  </a:lnTo>
                  <a:lnTo>
                    <a:pt x="790" y="401"/>
                  </a:lnTo>
                  <a:lnTo>
                    <a:pt x="840" y="381"/>
                  </a:lnTo>
                  <a:lnTo>
                    <a:pt x="969" y="552"/>
                  </a:lnTo>
                  <a:lnTo>
                    <a:pt x="1044" y="546"/>
                  </a:lnTo>
                  <a:lnTo>
                    <a:pt x="1149" y="598"/>
                  </a:lnTo>
                  <a:lnTo>
                    <a:pt x="1246" y="585"/>
                  </a:lnTo>
                  <a:lnTo>
                    <a:pt x="1334" y="530"/>
                  </a:lnTo>
                  <a:lnTo>
                    <a:pt x="1407" y="591"/>
                  </a:lnTo>
                  <a:lnTo>
                    <a:pt x="1507" y="585"/>
                  </a:lnTo>
                  <a:lnTo>
                    <a:pt x="1605" y="734"/>
                  </a:lnTo>
                  <a:lnTo>
                    <a:pt x="1704" y="732"/>
                  </a:lnTo>
                  <a:lnTo>
                    <a:pt x="1816" y="754"/>
                  </a:lnTo>
                  <a:lnTo>
                    <a:pt x="1888" y="797"/>
                  </a:lnTo>
                  <a:lnTo>
                    <a:pt x="1919" y="814"/>
                  </a:lnTo>
                  <a:lnTo>
                    <a:pt x="0" y="815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9" tIns="45714" rIns="91429" bIns="45714"/>
            <a:lstStyle/>
            <a:p>
              <a:pPr defTabSz="407526" fontAlgn="base">
                <a:spcBef>
                  <a:spcPct val="0"/>
                </a:spcBef>
                <a:spcAft>
                  <a:spcPct val="0"/>
                </a:spcAft>
              </a:pPr>
              <a:endParaRPr lang="en-US" sz="726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graphicFrame>
          <p:nvGraphicFramePr>
            <p:cNvPr id="23595" name="Object 7">
              <a:extLst>
                <a:ext uri="{FF2B5EF4-FFF2-40B4-BE49-F238E27FC236}">
                  <a16:creationId xmlns:a16="http://schemas.microsoft.com/office/drawing/2014/main" id="{1104DF3A-A748-4FED-A992-B6BB47E847E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700" y="1206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7" name="ｸﾘｯﾌﾟ" r:id="rId8" imgW="2527911" imgH="3658757" progId="MS_ClipArt_Gallery.2">
                    <p:embed/>
                  </p:oleObj>
                </mc:Choice>
                <mc:Fallback>
                  <p:oleObj name="ｸﾘｯﾌﾟ" r:id="rId8" imgW="2527911" imgH="3658757" progId="MS_ClipArt_Gallery.2">
                    <p:embed/>
                    <p:pic>
                      <p:nvPicPr>
                        <p:cNvPr id="23595" name="Object 7">
                          <a:extLst>
                            <a:ext uri="{FF2B5EF4-FFF2-40B4-BE49-F238E27FC236}">
                              <a16:creationId xmlns:a16="http://schemas.microsoft.com/office/drawing/2014/main" id="{1104DF3A-A748-4FED-A992-B6BB47E847E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0" y="1206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7" name="Rectangle 9">
            <a:extLst>
              <a:ext uri="{FF2B5EF4-FFF2-40B4-BE49-F238E27FC236}">
                <a16:creationId xmlns:a16="http://schemas.microsoft.com/office/drawing/2014/main" id="{AFA30212-DE73-4E70-806B-C2920FB32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01" y="229321"/>
            <a:ext cx="5181120" cy="83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/>
          <a:p>
            <a:pPr defTabSz="914414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ja-JP" sz="4808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KAIZEN(CQI)</a:t>
            </a:r>
          </a:p>
        </p:txBody>
      </p:sp>
      <p:grpSp>
        <p:nvGrpSpPr>
          <p:cNvPr id="23556" name="Group 42">
            <a:extLst>
              <a:ext uri="{FF2B5EF4-FFF2-40B4-BE49-F238E27FC236}">
                <a16:creationId xmlns:a16="http://schemas.microsoft.com/office/drawing/2014/main" id="{AB48A9FB-D842-4AD5-8E08-C4AE34853E12}"/>
              </a:ext>
            </a:extLst>
          </p:cNvPr>
          <p:cNvGrpSpPr>
            <a:grpSpLocks/>
          </p:cNvGrpSpPr>
          <p:nvPr/>
        </p:nvGrpSpPr>
        <p:grpSpPr bwMode="auto">
          <a:xfrm>
            <a:off x="152641" y="1857961"/>
            <a:ext cx="8838720" cy="4818240"/>
            <a:chOff x="96" y="1170"/>
            <a:chExt cx="5568" cy="3036"/>
          </a:xfrm>
        </p:grpSpPr>
        <p:grpSp>
          <p:nvGrpSpPr>
            <p:cNvPr id="23558" name="Group 20">
              <a:extLst>
                <a:ext uri="{FF2B5EF4-FFF2-40B4-BE49-F238E27FC236}">
                  <a16:creationId xmlns:a16="http://schemas.microsoft.com/office/drawing/2014/main" id="{1161EDD5-4562-4E73-AB98-7A0AB2F99F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" y="2514"/>
              <a:ext cx="1753" cy="1692"/>
              <a:chOff x="227" y="2514"/>
              <a:chExt cx="1753" cy="1692"/>
            </a:xfrm>
          </p:grpSpPr>
          <p:sp>
            <p:nvSpPr>
              <p:cNvPr id="23580" name="Oval 10">
                <a:extLst>
                  <a:ext uri="{FF2B5EF4-FFF2-40B4-BE49-F238E27FC236}">
                    <a16:creationId xmlns:a16="http://schemas.microsoft.com/office/drawing/2014/main" id="{F7E9CABE-BF89-4CE9-904B-EC4B5C03E3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" y="2514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1429" tIns="45714" rIns="91429" bIns="45714" anchor="ctr"/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914414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1814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23581" name="Group 19">
                <a:extLst>
                  <a:ext uri="{FF2B5EF4-FFF2-40B4-BE49-F238E27FC236}">
                    <a16:creationId xmlns:a16="http://schemas.microsoft.com/office/drawing/2014/main" id="{93D682BD-6455-4751-A946-F0238A49A5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9" y="2772"/>
                <a:ext cx="1229" cy="1177"/>
                <a:chOff x="489" y="2772"/>
                <a:chExt cx="1229" cy="1177"/>
              </a:xfrm>
            </p:grpSpPr>
            <p:grpSp>
              <p:nvGrpSpPr>
                <p:cNvPr id="23582" name="Group 13">
                  <a:extLst>
                    <a:ext uri="{FF2B5EF4-FFF2-40B4-BE49-F238E27FC236}">
                      <a16:creationId xmlns:a16="http://schemas.microsoft.com/office/drawing/2014/main" id="{A88C7B36-10BA-400A-808F-A2D56DC81F3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9" y="2869"/>
                  <a:ext cx="1229" cy="1080"/>
                  <a:chOff x="489" y="2869"/>
                  <a:chExt cx="1229" cy="1080"/>
                </a:xfrm>
              </p:grpSpPr>
              <p:pic>
                <p:nvPicPr>
                  <p:cNvPr id="23588" name="Picture 11">
                    <a:extLst>
                      <a:ext uri="{FF2B5EF4-FFF2-40B4-BE49-F238E27FC236}">
                        <a16:creationId xmlns:a16="http://schemas.microsoft.com/office/drawing/2014/main" id="{D50F91B8-6232-4720-8BBC-7B6CEDC0C1BA}"/>
                      </a:ext>
                    </a:extLst>
                  </p:cNvPr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89" y="2869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3589" name="AutoShape 12">
                    <a:extLst>
                      <a:ext uri="{FF2B5EF4-FFF2-40B4-BE49-F238E27FC236}">
                        <a16:creationId xmlns:a16="http://schemas.microsoft.com/office/drawing/2014/main" id="{2E6F3820-46C8-4C7C-A862-A950C71B0C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796" y="3027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1429" tIns="45714" rIns="91429" bIns="45714" anchor="ctr"/>
                  <a:lstStyle>
                    <a:lvl1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914414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altLang="en-US" sz="1814">
                      <a:solidFill>
                        <a:srgbClr val="000000"/>
                      </a:solidFill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3583" name="Group 18">
                  <a:extLst>
                    <a:ext uri="{FF2B5EF4-FFF2-40B4-BE49-F238E27FC236}">
                      <a16:creationId xmlns:a16="http://schemas.microsoft.com/office/drawing/2014/main" id="{196A0D84-A771-4E28-87B7-7708AB389EE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39" y="2772"/>
                  <a:ext cx="467" cy="125"/>
                  <a:chOff x="1139" y="2772"/>
                  <a:chExt cx="467" cy="125"/>
                </a:xfrm>
              </p:grpSpPr>
              <p:sp>
                <p:nvSpPr>
                  <p:cNvPr id="23584" name="Freeform 14">
                    <a:extLst>
                      <a:ext uri="{FF2B5EF4-FFF2-40B4-BE49-F238E27FC236}">
                        <a16:creationId xmlns:a16="http://schemas.microsoft.com/office/drawing/2014/main" id="{BDCD08D4-A15C-4C39-A389-8D56A959C7E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56" y="2853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pPr defTabSz="407526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26">
                      <a:solidFill>
                        <a:srgbClr val="FFFFFF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3585" name="Freeform 15">
                    <a:extLst>
                      <a:ext uri="{FF2B5EF4-FFF2-40B4-BE49-F238E27FC236}">
                        <a16:creationId xmlns:a16="http://schemas.microsoft.com/office/drawing/2014/main" id="{13F6213E-2045-4442-BF7E-6745DB97B3A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39" y="2875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pPr defTabSz="407526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26">
                      <a:solidFill>
                        <a:srgbClr val="FFFFFF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3586" name="Freeform 16">
                    <a:extLst>
                      <a:ext uri="{FF2B5EF4-FFF2-40B4-BE49-F238E27FC236}">
                        <a16:creationId xmlns:a16="http://schemas.microsoft.com/office/drawing/2014/main" id="{36914598-47AD-4759-A861-4FC63051CD1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47" y="2772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pPr defTabSz="407526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26">
                      <a:solidFill>
                        <a:srgbClr val="FFFFFF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3587" name="Freeform 17">
                    <a:extLst>
                      <a:ext uri="{FF2B5EF4-FFF2-40B4-BE49-F238E27FC236}">
                        <a16:creationId xmlns:a16="http://schemas.microsoft.com/office/drawing/2014/main" id="{ACD0A3F7-2642-48F3-AEF9-C879517B5B7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203" y="2778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pPr defTabSz="407526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26">
                      <a:solidFill>
                        <a:srgbClr val="FFFFFF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23559" name="Group 29">
              <a:extLst>
                <a:ext uri="{FF2B5EF4-FFF2-40B4-BE49-F238E27FC236}">
                  <a16:creationId xmlns:a16="http://schemas.microsoft.com/office/drawing/2014/main" id="{69ED7A14-CF39-484B-A9F2-7B0CB37F36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5" y="1588"/>
              <a:ext cx="1782" cy="1720"/>
              <a:chOff x="1845" y="1588"/>
              <a:chExt cx="1782" cy="1720"/>
            </a:xfrm>
          </p:grpSpPr>
          <p:sp>
            <p:nvSpPr>
              <p:cNvPr id="23572" name="Oval 21">
                <a:extLst>
                  <a:ext uri="{FF2B5EF4-FFF2-40B4-BE49-F238E27FC236}">
                    <a16:creationId xmlns:a16="http://schemas.microsoft.com/office/drawing/2014/main" id="{B3DC8B82-042F-4804-9357-7244119E58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5" y="1588"/>
                <a:ext cx="1782" cy="1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1429" tIns="45714" rIns="91429" bIns="45714" anchor="ctr"/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914414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1814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23573" name="Group 28">
                <a:extLst>
                  <a:ext uri="{FF2B5EF4-FFF2-40B4-BE49-F238E27FC236}">
                    <a16:creationId xmlns:a16="http://schemas.microsoft.com/office/drawing/2014/main" id="{74B3AB3A-C524-4560-B6B9-38439316AC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1788"/>
                <a:ext cx="1056" cy="1320"/>
                <a:chOff x="2208" y="1788"/>
                <a:chExt cx="1056" cy="1320"/>
              </a:xfrm>
            </p:grpSpPr>
            <p:pic>
              <p:nvPicPr>
                <p:cNvPr id="23574" name="Picture 22">
                  <a:extLst>
                    <a:ext uri="{FF2B5EF4-FFF2-40B4-BE49-F238E27FC236}">
                      <a16:creationId xmlns:a16="http://schemas.microsoft.com/office/drawing/2014/main" id="{4C555B80-C1F8-4436-9D28-4DB1F259CBA7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208" y="1855"/>
                  <a:ext cx="1056" cy="1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23575" name="Group 27">
                  <a:extLst>
                    <a:ext uri="{FF2B5EF4-FFF2-40B4-BE49-F238E27FC236}">
                      <a16:creationId xmlns:a16="http://schemas.microsoft.com/office/drawing/2014/main" id="{007F1BE8-BFAA-4544-8E54-59D06EC2C5C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90" y="1788"/>
                  <a:ext cx="516" cy="136"/>
                  <a:chOff x="2690" y="1788"/>
                  <a:chExt cx="516" cy="136"/>
                </a:xfrm>
              </p:grpSpPr>
              <p:sp>
                <p:nvSpPr>
                  <p:cNvPr id="23576" name="Freeform 23">
                    <a:extLst>
                      <a:ext uri="{FF2B5EF4-FFF2-40B4-BE49-F238E27FC236}">
                        <a16:creationId xmlns:a16="http://schemas.microsoft.com/office/drawing/2014/main" id="{7263ABBC-17C2-4CE7-A95B-A108CC4EBDB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51" y="1876"/>
                    <a:ext cx="55" cy="25"/>
                  </a:xfrm>
                  <a:custGeom>
                    <a:avLst/>
                    <a:gdLst>
                      <a:gd name="T0" fmla="*/ 0 w 55"/>
                      <a:gd name="T1" fmla="*/ 24 h 25"/>
                      <a:gd name="T2" fmla="*/ 13 w 55"/>
                      <a:gd name="T3" fmla="*/ 10 h 25"/>
                      <a:gd name="T4" fmla="*/ 17 w 55"/>
                      <a:gd name="T5" fmla="*/ 7 h 25"/>
                      <a:gd name="T6" fmla="*/ 19 w 55"/>
                      <a:gd name="T7" fmla="*/ 6 h 25"/>
                      <a:gd name="T8" fmla="*/ 22 w 55"/>
                      <a:gd name="T9" fmla="*/ 4 h 25"/>
                      <a:gd name="T10" fmla="*/ 25 w 55"/>
                      <a:gd name="T11" fmla="*/ 2 h 25"/>
                      <a:gd name="T12" fmla="*/ 28 w 55"/>
                      <a:gd name="T13" fmla="*/ 1 h 25"/>
                      <a:gd name="T14" fmla="*/ 31 w 55"/>
                      <a:gd name="T15" fmla="*/ 0 h 25"/>
                      <a:gd name="T16" fmla="*/ 34 w 55"/>
                      <a:gd name="T17" fmla="*/ 0 h 25"/>
                      <a:gd name="T18" fmla="*/ 38 w 55"/>
                      <a:gd name="T19" fmla="*/ 0 h 25"/>
                      <a:gd name="T20" fmla="*/ 41 w 55"/>
                      <a:gd name="T21" fmla="*/ 0 h 25"/>
                      <a:gd name="T22" fmla="*/ 42 w 55"/>
                      <a:gd name="T23" fmla="*/ 0 h 25"/>
                      <a:gd name="T24" fmla="*/ 46 w 55"/>
                      <a:gd name="T25" fmla="*/ 0 h 25"/>
                      <a:gd name="T26" fmla="*/ 47 w 55"/>
                      <a:gd name="T27" fmla="*/ 1 h 25"/>
                      <a:gd name="T28" fmla="*/ 50 w 55"/>
                      <a:gd name="T29" fmla="*/ 4 h 25"/>
                      <a:gd name="T30" fmla="*/ 52 w 55"/>
                      <a:gd name="T31" fmla="*/ 6 h 25"/>
                      <a:gd name="T32" fmla="*/ 53 w 55"/>
                      <a:gd name="T33" fmla="*/ 8 h 25"/>
                      <a:gd name="T34" fmla="*/ 54 w 55"/>
                      <a:gd name="T35" fmla="*/ 12 h 25"/>
                      <a:gd name="T36" fmla="*/ 53 w 55"/>
                      <a:gd name="T37" fmla="*/ 17 h 25"/>
                      <a:gd name="T38" fmla="*/ 52 w 55"/>
                      <a:gd name="T39" fmla="*/ 19 h 25"/>
                      <a:gd name="T40" fmla="*/ 50 w 55"/>
                      <a:gd name="T41" fmla="*/ 20 h 25"/>
                      <a:gd name="T42" fmla="*/ 46 w 55"/>
                      <a:gd name="T43" fmla="*/ 22 h 25"/>
                      <a:gd name="T44" fmla="*/ 42 w 55"/>
                      <a:gd name="T45" fmla="*/ 23 h 25"/>
                      <a:gd name="T46" fmla="*/ 38 w 55"/>
                      <a:gd name="T47" fmla="*/ 23 h 25"/>
                      <a:gd name="T48" fmla="*/ 34 w 55"/>
                      <a:gd name="T49" fmla="*/ 21 h 25"/>
                      <a:gd name="T50" fmla="*/ 28 w 55"/>
                      <a:gd name="T51" fmla="*/ 19 h 25"/>
                      <a:gd name="T52" fmla="*/ 24 w 55"/>
                      <a:gd name="T53" fmla="*/ 19 h 25"/>
                      <a:gd name="T54" fmla="*/ 18 w 55"/>
                      <a:gd name="T55" fmla="*/ 19 h 25"/>
                      <a:gd name="T56" fmla="*/ 11 w 55"/>
                      <a:gd name="T57" fmla="*/ 20 h 25"/>
                      <a:gd name="T58" fmla="*/ 0 w 55"/>
                      <a:gd name="T59" fmla="*/ 24 h 25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5"/>
                      <a:gd name="T91" fmla="*/ 0 h 25"/>
                      <a:gd name="T92" fmla="*/ 55 w 55"/>
                      <a:gd name="T93" fmla="*/ 25 h 25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5" h="25">
                        <a:moveTo>
                          <a:pt x="0" y="24"/>
                        </a:moveTo>
                        <a:lnTo>
                          <a:pt x="13" y="10"/>
                        </a:lnTo>
                        <a:lnTo>
                          <a:pt x="17" y="7"/>
                        </a:lnTo>
                        <a:lnTo>
                          <a:pt x="19" y="6"/>
                        </a:lnTo>
                        <a:lnTo>
                          <a:pt x="22" y="4"/>
                        </a:lnTo>
                        <a:lnTo>
                          <a:pt x="25" y="2"/>
                        </a:lnTo>
                        <a:lnTo>
                          <a:pt x="28" y="1"/>
                        </a:lnTo>
                        <a:lnTo>
                          <a:pt x="31" y="0"/>
                        </a:lnTo>
                        <a:lnTo>
                          <a:pt x="34" y="0"/>
                        </a:lnTo>
                        <a:lnTo>
                          <a:pt x="38" y="0"/>
                        </a:lnTo>
                        <a:lnTo>
                          <a:pt x="41" y="0"/>
                        </a:lnTo>
                        <a:lnTo>
                          <a:pt x="42" y="0"/>
                        </a:lnTo>
                        <a:lnTo>
                          <a:pt x="46" y="0"/>
                        </a:lnTo>
                        <a:lnTo>
                          <a:pt x="47" y="1"/>
                        </a:lnTo>
                        <a:lnTo>
                          <a:pt x="50" y="4"/>
                        </a:lnTo>
                        <a:lnTo>
                          <a:pt x="52" y="6"/>
                        </a:lnTo>
                        <a:lnTo>
                          <a:pt x="53" y="8"/>
                        </a:lnTo>
                        <a:lnTo>
                          <a:pt x="54" y="12"/>
                        </a:lnTo>
                        <a:lnTo>
                          <a:pt x="53" y="17"/>
                        </a:lnTo>
                        <a:lnTo>
                          <a:pt x="52" y="19"/>
                        </a:lnTo>
                        <a:lnTo>
                          <a:pt x="50" y="20"/>
                        </a:lnTo>
                        <a:lnTo>
                          <a:pt x="46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4" y="21"/>
                        </a:lnTo>
                        <a:lnTo>
                          <a:pt x="28" y="19"/>
                        </a:lnTo>
                        <a:lnTo>
                          <a:pt x="24" y="19"/>
                        </a:lnTo>
                        <a:lnTo>
                          <a:pt x="18" y="19"/>
                        </a:lnTo>
                        <a:lnTo>
                          <a:pt x="11" y="20"/>
                        </a:lnTo>
                        <a:lnTo>
                          <a:pt x="0" y="2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pPr defTabSz="407526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26">
                      <a:solidFill>
                        <a:srgbClr val="FFFFFF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3577" name="Freeform 24">
                    <a:extLst>
                      <a:ext uri="{FF2B5EF4-FFF2-40B4-BE49-F238E27FC236}">
                        <a16:creationId xmlns:a16="http://schemas.microsoft.com/office/drawing/2014/main" id="{817D5718-E221-4640-BE5D-3FC95A55EF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90" y="1901"/>
                    <a:ext cx="36" cy="23"/>
                  </a:xfrm>
                  <a:custGeom>
                    <a:avLst/>
                    <a:gdLst>
                      <a:gd name="T0" fmla="*/ 35 w 36"/>
                      <a:gd name="T1" fmla="*/ 22 h 23"/>
                      <a:gd name="T2" fmla="*/ 25 w 36"/>
                      <a:gd name="T3" fmla="*/ 9 h 23"/>
                      <a:gd name="T4" fmla="*/ 24 w 36"/>
                      <a:gd name="T5" fmla="*/ 6 h 23"/>
                      <a:gd name="T6" fmla="*/ 22 w 36"/>
                      <a:gd name="T7" fmla="*/ 5 h 23"/>
                      <a:gd name="T8" fmla="*/ 21 w 36"/>
                      <a:gd name="T9" fmla="*/ 4 h 23"/>
                      <a:gd name="T10" fmla="*/ 18 w 36"/>
                      <a:gd name="T11" fmla="*/ 1 h 23"/>
                      <a:gd name="T12" fmla="*/ 15 w 36"/>
                      <a:gd name="T13" fmla="*/ 1 h 23"/>
                      <a:gd name="T14" fmla="*/ 14 w 36"/>
                      <a:gd name="T15" fmla="*/ 1 h 23"/>
                      <a:gd name="T16" fmla="*/ 13 w 36"/>
                      <a:gd name="T17" fmla="*/ 0 h 23"/>
                      <a:gd name="T18" fmla="*/ 10 w 36"/>
                      <a:gd name="T19" fmla="*/ 0 h 23"/>
                      <a:gd name="T20" fmla="*/ 9 w 36"/>
                      <a:gd name="T21" fmla="*/ 0 h 23"/>
                      <a:gd name="T22" fmla="*/ 7 w 36"/>
                      <a:gd name="T23" fmla="*/ 0 h 23"/>
                      <a:gd name="T24" fmla="*/ 5 w 36"/>
                      <a:gd name="T25" fmla="*/ 1 h 23"/>
                      <a:gd name="T26" fmla="*/ 3 w 36"/>
                      <a:gd name="T27" fmla="*/ 1 h 23"/>
                      <a:gd name="T28" fmla="*/ 1 w 36"/>
                      <a:gd name="T29" fmla="*/ 3 h 23"/>
                      <a:gd name="T30" fmla="*/ 1 w 36"/>
                      <a:gd name="T31" fmla="*/ 5 h 23"/>
                      <a:gd name="T32" fmla="*/ 0 w 36"/>
                      <a:gd name="T33" fmla="*/ 6 h 23"/>
                      <a:gd name="T34" fmla="*/ 0 w 36"/>
                      <a:gd name="T35" fmla="*/ 12 h 23"/>
                      <a:gd name="T36" fmla="*/ 0 w 36"/>
                      <a:gd name="T37" fmla="*/ 15 h 23"/>
                      <a:gd name="T38" fmla="*/ 1 w 36"/>
                      <a:gd name="T39" fmla="*/ 16 h 23"/>
                      <a:gd name="T40" fmla="*/ 1 w 36"/>
                      <a:gd name="T41" fmla="*/ 19 h 23"/>
                      <a:gd name="T42" fmla="*/ 5 w 36"/>
                      <a:gd name="T43" fmla="*/ 19 h 23"/>
                      <a:gd name="T44" fmla="*/ 7 w 36"/>
                      <a:gd name="T45" fmla="*/ 19 h 23"/>
                      <a:gd name="T46" fmla="*/ 10 w 36"/>
                      <a:gd name="T47" fmla="*/ 19 h 23"/>
                      <a:gd name="T48" fmla="*/ 13 w 36"/>
                      <a:gd name="T49" fmla="*/ 19 h 23"/>
                      <a:gd name="T50" fmla="*/ 15 w 36"/>
                      <a:gd name="T51" fmla="*/ 18 h 23"/>
                      <a:gd name="T52" fmla="*/ 19 w 36"/>
                      <a:gd name="T53" fmla="*/ 18 h 23"/>
                      <a:gd name="T54" fmla="*/ 23 w 36"/>
                      <a:gd name="T55" fmla="*/ 18 h 23"/>
                      <a:gd name="T56" fmla="*/ 28 w 36"/>
                      <a:gd name="T57" fmla="*/ 19 h 23"/>
                      <a:gd name="T58" fmla="*/ 35 w 36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6"/>
                      <a:gd name="T91" fmla="*/ 0 h 23"/>
                      <a:gd name="T92" fmla="*/ 36 w 36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6" h="23">
                        <a:moveTo>
                          <a:pt x="35" y="22"/>
                        </a:moveTo>
                        <a:lnTo>
                          <a:pt x="25" y="9"/>
                        </a:lnTo>
                        <a:lnTo>
                          <a:pt x="24" y="6"/>
                        </a:lnTo>
                        <a:lnTo>
                          <a:pt x="22" y="5"/>
                        </a:lnTo>
                        <a:lnTo>
                          <a:pt x="21" y="4"/>
                        </a:lnTo>
                        <a:lnTo>
                          <a:pt x="18" y="1"/>
                        </a:lnTo>
                        <a:lnTo>
                          <a:pt x="15" y="1"/>
                        </a:lnTo>
                        <a:lnTo>
                          <a:pt x="14" y="1"/>
                        </a:lnTo>
                        <a:lnTo>
                          <a:pt x="13" y="0"/>
                        </a:lnTo>
                        <a:lnTo>
                          <a:pt x="10" y="0"/>
                        </a:lnTo>
                        <a:lnTo>
                          <a:pt x="9" y="0"/>
                        </a:lnTo>
                        <a:lnTo>
                          <a:pt x="7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2"/>
                        </a:lnTo>
                        <a:lnTo>
                          <a:pt x="0" y="15"/>
                        </a:lnTo>
                        <a:lnTo>
                          <a:pt x="1" y="16"/>
                        </a:lnTo>
                        <a:lnTo>
                          <a:pt x="1" y="19"/>
                        </a:lnTo>
                        <a:lnTo>
                          <a:pt x="5" y="19"/>
                        </a:lnTo>
                        <a:lnTo>
                          <a:pt x="7" y="19"/>
                        </a:lnTo>
                        <a:lnTo>
                          <a:pt x="10" y="19"/>
                        </a:lnTo>
                        <a:lnTo>
                          <a:pt x="13" y="19"/>
                        </a:lnTo>
                        <a:lnTo>
                          <a:pt x="15" y="18"/>
                        </a:lnTo>
                        <a:lnTo>
                          <a:pt x="19" y="18"/>
                        </a:lnTo>
                        <a:lnTo>
                          <a:pt x="23" y="18"/>
                        </a:lnTo>
                        <a:lnTo>
                          <a:pt x="28" y="19"/>
                        </a:lnTo>
                        <a:lnTo>
                          <a:pt x="35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pPr defTabSz="407526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26">
                      <a:solidFill>
                        <a:srgbClr val="FFFFFF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3578" name="Freeform 25">
                    <a:extLst>
                      <a:ext uri="{FF2B5EF4-FFF2-40B4-BE49-F238E27FC236}">
                        <a16:creationId xmlns:a16="http://schemas.microsoft.com/office/drawing/2014/main" id="{EEA14EE0-D995-4EB4-9EAA-0836D78B12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31" y="1788"/>
                    <a:ext cx="59" cy="44"/>
                  </a:xfrm>
                  <a:custGeom>
                    <a:avLst/>
                    <a:gdLst>
                      <a:gd name="T0" fmla="*/ 0 w 59"/>
                      <a:gd name="T1" fmla="*/ 43 h 44"/>
                      <a:gd name="T2" fmla="*/ 2 w 59"/>
                      <a:gd name="T3" fmla="*/ 37 h 44"/>
                      <a:gd name="T4" fmla="*/ 4 w 59"/>
                      <a:gd name="T5" fmla="*/ 28 h 44"/>
                      <a:gd name="T6" fmla="*/ 8 w 59"/>
                      <a:gd name="T7" fmla="*/ 22 h 44"/>
                      <a:gd name="T8" fmla="*/ 12 w 59"/>
                      <a:gd name="T9" fmla="*/ 15 h 44"/>
                      <a:gd name="T10" fmla="*/ 16 w 59"/>
                      <a:gd name="T11" fmla="*/ 9 h 44"/>
                      <a:gd name="T12" fmla="*/ 19 w 59"/>
                      <a:gd name="T13" fmla="*/ 6 h 44"/>
                      <a:gd name="T14" fmla="*/ 24 w 59"/>
                      <a:gd name="T15" fmla="*/ 3 h 44"/>
                      <a:gd name="T16" fmla="*/ 29 w 59"/>
                      <a:gd name="T17" fmla="*/ 1 h 44"/>
                      <a:gd name="T18" fmla="*/ 33 w 59"/>
                      <a:gd name="T19" fmla="*/ 0 h 44"/>
                      <a:gd name="T20" fmla="*/ 39 w 59"/>
                      <a:gd name="T21" fmla="*/ 0 h 44"/>
                      <a:gd name="T22" fmla="*/ 45 w 59"/>
                      <a:gd name="T23" fmla="*/ 0 h 44"/>
                      <a:gd name="T24" fmla="*/ 51 w 59"/>
                      <a:gd name="T25" fmla="*/ 0 h 44"/>
                      <a:gd name="T26" fmla="*/ 53 w 59"/>
                      <a:gd name="T27" fmla="*/ 2 h 44"/>
                      <a:gd name="T28" fmla="*/ 56 w 59"/>
                      <a:gd name="T29" fmla="*/ 3 h 44"/>
                      <a:gd name="T30" fmla="*/ 56 w 59"/>
                      <a:gd name="T31" fmla="*/ 5 h 44"/>
                      <a:gd name="T32" fmla="*/ 58 w 59"/>
                      <a:gd name="T33" fmla="*/ 7 h 44"/>
                      <a:gd name="T34" fmla="*/ 58 w 59"/>
                      <a:gd name="T35" fmla="*/ 9 h 44"/>
                      <a:gd name="T36" fmla="*/ 58 w 59"/>
                      <a:gd name="T37" fmla="*/ 13 h 44"/>
                      <a:gd name="T38" fmla="*/ 56 w 59"/>
                      <a:gd name="T39" fmla="*/ 17 h 44"/>
                      <a:gd name="T40" fmla="*/ 55 w 59"/>
                      <a:gd name="T41" fmla="*/ 19 h 44"/>
                      <a:gd name="T42" fmla="*/ 53 w 59"/>
                      <a:gd name="T43" fmla="*/ 20 h 44"/>
                      <a:gd name="T44" fmla="*/ 51 w 59"/>
                      <a:gd name="T45" fmla="*/ 20 h 44"/>
                      <a:gd name="T46" fmla="*/ 48 w 59"/>
                      <a:gd name="T47" fmla="*/ 22 h 44"/>
                      <a:gd name="T48" fmla="*/ 45 w 59"/>
                      <a:gd name="T49" fmla="*/ 22 h 44"/>
                      <a:gd name="T50" fmla="*/ 42 w 59"/>
                      <a:gd name="T51" fmla="*/ 23 h 44"/>
                      <a:gd name="T52" fmla="*/ 38 w 59"/>
                      <a:gd name="T53" fmla="*/ 23 h 44"/>
                      <a:gd name="T54" fmla="*/ 35 w 59"/>
                      <a:gd name="T55" fmla="*/ 22 h 44"/>
                      <a:gd name="T56" fmla="*/ 31 w 59"/>
                      <a:gd name="T57" fmla="*/ 22 h 44"/>
                      <a:gd name="T58" fmla="*/ 26 w 59"/>
                      <a:gd name="T59" fmla="*/ 23 h 44"/>
                      <a:gd name="T60" fmla="*/ 22 w 59"/>
                      <a:gd name="T61" fmla="*/ 24 h 44"/>
                      <a:gd name="T62" fmla="*/ 19 w 59"/>
                      <a:gd name="T63" fmla="*/ 27 h 44"/>
                      <a:gd name="T64" fmla="*/ 15 w 59"/>
                      <a:gd name="T65" fmla="*/ 28 h 44"/>
                      <a:gd name="T66" fmla="*/ 10 w 59"/>
                      <a:gd name="T67" fmla="*/ 33 h 44"/>
                      <a:gd name="T68" fmla="*/ 5 w 59"/>
                      <a:gd name="T69" fmla="*/ 35 h 44"/>
                      <a:gd name="T70" fmla="*/ 4 w 59"/>
                      <a:gd name="T71" fmla="*/ 38 h 44"/>
                      <a:gd name="T72" fmla="*/ 0 w 59"/>
                      <a:gd name="T73" fmla="*/ 43 h 44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9"/>
                      <a:gd name="T112" fmla="*/ 0 h 44"/>
                      <a:gd name="T113" fmla="*/ 59 w 59"/>
                      <a:gd name="T114" fmla="*/ 44 h 44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9" h="44">
                        <a:moveTo>
                          <a:pt x="0" y="43"/>
                        </a:moveTo>
                        <a:lnTo>
                          <a:pt x="2" y="37"/>
                        </a:lnTo>
                        <a:lnTo>
                          <a:pt x="4" y="28"/>
                        </a:lnTo>
                        <a:lnTo>
                          <a:pt x="8" y="22"/>
                        </a:lnTo>
                        <a:lnTo>
                          <a:pt x="12" y="15"/>
                        </a:lnTo>
                        <a:lnTo>
                          <a:pt x="16" y="9"/>
                        </a:lnTo>
                        <a:lnTo>
                          <a:pt x="19" y="6"/>
                        </a:lnTo>
                        <a:lnTo>
                          <a:pt x="24" y="3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9" y="0"/>
                        </a:lnTo>
                        <a:lnTo>
                          <a:pt x="45" y="0"/>
                        </a:ln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6" y="3"/>
                        </a:lnTo>
                        <a:lnTo>
                          <a:pt x="56" y="5"/>
                        </a:lnTo>
                        <a:lnTo>
                          <a:pt x="58" y="7"/>
                        </a:lnTo>
                        <a:lnTo>
                          <a:pt x="58" y="9"/>
                        </a:lnTo>
                        <a:lnTo>
                          <a:pt x="58" y="13"/>
                        </a:lnTo>
                        <a:lnTo>
                          <a:pt x="56" y="17"/>
                        </a:lnTo>
                        <a:lnTo>
                          <a:pt x="55" y="19"/>
                        </a:lnTo>
                        <a:lnTo>
                          <a:pt x="53" y="20"/>
                        </a:lnTo>
                        <a:lnTo>
                          <a:pt x="51" y="20"/>
                        </a:lnTo>
                        <a:lnTo>
                          <a:pt x="48" y="22"/>
                        </a:lnTo>
                        <a:lnTo>
                          <a:pt x="45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5" y="22"/>
                        </a:lnTo>
                        <a:lnTo>
                          <a:pt x="31" y="22"/>
                        </a:lnTo>
                        <a:lnTo>
                          <a:pt x="26" y="23"/>
                        </a:lnTo>
                        <a:lnTo>
                          <a:pt x="22" y="24"/>
                        </a:lnTo>
                        <a:lnTo>
                          <a:pt x="19" y="27"/>
                        </a:lnTo>
                        <a:lnTo>
                          <a:pt x="15" y="28"/>
                        </a:lnTo>
                        <a:lnTo>
                          <a:pt x="10" y="33"/>
                        </a:lnTo>
                        <a:lnTo>
                          <a:pt x="5" y="35"/>
                        </a:lnTo>
                        <a:lnTo>
                          <a:pt x="4" y="38"/>
                        </a:lnTo>
                        <a:lnTo>
                          <a:pt x="0" y="43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pPr defTabSz="407526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26">
                      <a:solidFill>
                        <a:srgbClr val="FFFFFF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3579" name="Freeform 26">
                    <a:extLst>
                      <a:ext uri="{FF2B5EF4-FFF2-40B4-BE49-F238E27FC236}">
                        <a16:creationId xmlns:a16="http://schemas.microsoft.com/office/drawing/2014/main" id="{DB4BDC27-8E46-4B1F-AC55-EAA2902428E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62" y="1794"/>
                    <a:ext cx="62" cy="45"/>
                  </a:xfrm>
                  <a:custGeom>
                    <a:avLst/>
                    <a:gdLst>
                      <a:gd name="T0" fmla="*/ 61 w 62"/>
                      <a:gd name="T1" fmla="*/ 44 h 45"/>
                      <a:gd name="T2" fmla="*/ 57 w 62"/>
                      <a:gd name="T3" fmla="*/ 38 h 45"/>
                      <a:gd name="T4" fmla="*/ 55 w 62"/>
                      <a:gd name="T5" fmla="*/ 29 h 45"/>
                      <a:gd name="T6" fmla="*/ 53 w 62"/>
                      <a:gd name="T7" fmla="*/ 22 h 45"/>
                      <a:gd name="T8" fmla="*/ 48 w 62"/>
                      <a:gd name="T9" fmla="*/ 16 h 45"/>
                      <a:gd name="T10" fmla="*/ 42 w 62"/>
                      <a:gd name="T11" fmla="*/ 11 h 45"/>
                      <a:gd name="T12" fmla="*/ 39 w 62"/>
                      <a:gd name="T13" fmla="*/ 7 h 45"/>
                      <a:gd name="T14" fmla="*/ 35 w 62"/>
                      <a:gd name="T15" fmla="*/ 4 h 45"/>
                      <a:gd name="T16" fmla="*/ 30 w 62"/>
                      <a:gd name="T17" fmla="*/ 2 h 45"/>
                      <a:gd name="T18" fmla="*/ 24 w 62"/>
                      <a:gd name="T19" fmla="*/ 0 h 45"/>
                      <a:gd name="T20" fmla="*/ 18 w 62"/>
                      <a:gd name="T21" fmla="*/ 0 h 45"/>
                      <a:gd name="T22" fmla="*/ 12 w 62"/>
                      <a:gd name="T23" fmla="*/ 0 h 45"/>
                      <a:gd name="T24" fmla="*/ 6 w 62"/>
                      <a:gd name="T25" fmla="*/ 1 h 45"/>
                      <a:gd name="T26" fmla="*/ 4 w 62"/>
                      <a:gd name="T27" fmla="*/ 2 h 45"/>
                      <a:gd name="T28" fmla="*/ 0 w 62"/>
                      <a:gd name="T29" fmla="*/ 4 h 45"/>
                      <a:gd name="T30" fmla="*/ 0 w 62"/>
                      <a:gd name="T31" fmla="*/ 5 h 45"/>
                      <a:gd name="T32" fmla="*/ 0 w 62"/>
                      <a:gd name="T33" fmla="*/ 7 h 45"/>
                      <a:gd name="T34" fmla="*/ 0 w 62"/>
                      <a:gd name="T35" fmla="*/ 11 h 45"/>
                      <a:gd name="T36" fmla="*/ 0 w 62"/>
                      <a:gd name="T37" fmla="*/ 14 h 45"/>
                      <a:gd name="T38" fmla="*/ 0 w 62"/>
                      <a:gd name="T39" fmla="*/ 17 h 45"/>
                      <a:gd name="T40" fmla="*/ 3 w 62"/>
                      <a:gd name="T41" fmla="*/ 18 h 45"/>
                      <a:gd name="T42" fmla="*/ 4 w 62"/>
                      <a:gd name="T43" fmla="*/ 21 h 45"/>
                      <a:gd name="T44" fmla="*/ 6 w 62"/>
                      <a:gd name="T45" fmla="*/ 22 h 45"/>
                      <a:gd name="T46" fmla="*/ 10 w 62"/>
                      <a:gd name="T47" fmla="*/ 22 h 45"/>
                      <a:gd name="T48" fmla="*/ 12 w 62"/>
                      <a:gd name="T49" fmla="*/ 22 h 45"/>
                      <a:gd name="T50" fmla="*/ 16 w 62"/>
                      <a:gd name="T51" fmla="*/ 24 h 45"/>
                      <a:gd name="T52" fmla="*/ 18 w 62"/>
                      <a:gd name="T53" fmla="*/ 24 h 45"/>
                      <a:gd name="T54" fmla="*/ 23 w 62"/>
                      <a:gd name="T55" fmla="*/ 24 h 45"/>
                      <a:gd name="T56" fmla="*/ 26 w 62"/>
                      <a:gd name="T57" fmla="*/ 22 h 45"/>
                      <a:gd name="T58" fmla="*/ 32 w 62"/>
                      <a:gd name="T59" fmla="*/ 24 h 45"/>
                      <a:gd name="T60" fmla="*/ 36 w 62"/>
                      <a:gd name="T61" fmla="*/ 25 h 45"/>
                      <a:gd name="T62" fmla="*/ 41 w 62"/>
                      <a:gd name="T63" fmla="*/ 27 h 45"/>
                      <a:gd name="T64" fmla="*/ 44 w 62"/>
                      <a:gd name="T65" fmla="*/ 29 h 45"/>
                      <a:gd name="T66" fmla="*/ 49 w 62"/>
                      <a:gd name="T67" fmla="*/ 33 h 45"/>
                      <a:gd name="T68" fmla="*/ 53 w 62"/>
                      <a:gd name="T69" fmla="*/ 36 h 45"/>
                      <a:gd name="T70" fmla="*/ 55 w 62"/>
                      <a:gd name="T71" fmla="*/ 39 h 45"/>
                      <a:gd name="T72" fmla="*/ 61 w 62"/>
                      <a:gd name="T73" fmla="*/ 44 h 45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62"/>
                      <a:gd name="T112" fmla="*/ 0 h 45"/>
                      <a:gd name="T113" fmla="*/ 62 w 62"/>
                      <a:gd name="T114" fmla="*/ 45 h 45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62" h="45">
                        <a:moveTo>
                          <a:pt x="61" y="44"/>
                        </a:moveTo>
                        <a:lnTo>
                          <a:pt x="57" y="38"/>
                        </a:lnTo>
                        <a:lnTo>
                          <a:pt x="55" y="29"/>
                        </a:lnTo>
                        <a:lnTo>
                          <a:pt x="53" y="22"/>
                        </a:lnTo>
                        <a:lnTo>
                          <a:pt x="48" y="16"/>
                        </a:lnTo>
                        <a:lnTo>
                          <a:pt x="42" y="11"/>
                        </a:lnTo>
                        <a:lnTo>
                          <a:pt x="39" y="7"/>
                        </a:lnTo>
                        <a:lnTo>
                          <a:pt x="35" y="4"/>
                        </a:lnTo>
                        <a:lnTo>
                          <a:pt x="30" y="2"/>
                        </a:lnTo>
                        <a:lnTo>
                          <a:pt x="24" y="0"/>
                        </a:lnTo>
                        <a:lnTo>
                          <a:pt x="18" y="0"/>
                        </a:lnTo>
                        <a:lnTo>
                          <a:pt x="12" y="0"/>
                        </a:lnTo>
                        <a:lnTo>
                          <a:pt x="6" y="1"/>
                        </a:lnTo>
                        <a:lnTo>
                          <a:pt x="4" y="2"/>
                        </a:lnTo>
                        <a:lnTo>
                          <a:pt x="0" y="4"/>
                        </a:lnTo>
                        <a:lnTo>
                          <a:pt x="0" y="5"/>
                        </a:lnTo>
                        <a:lnTo>
                          <a:pt x="0" y="7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0" y="17"/>
                        </a:lnTo>
                        <a:lnTo>
                          <a:pt x="3" y="18"/>
                        </a:lnTo>
                        <a:lnTo>
                          <a:pt x="4" y="21"/>
                        </a:lnTo>
                        <a:lnTo>
                          <a:pt x="6" y="22"/>
                        </a:lnTo>
                        <a:lnTo>
                          <a:pt x="10" y="22"/>
                        </a:lnTo>
                        <a:lnTo>
                          <a:pt x="12" y="22"/>
                        </a:lnTo>
                        <a:lnTo>
                          <a:pt x="16" y="24"/>
                        </a:lnTo>
                        <a:lnTo>
                          <a:pt x="18" y="24"/>
                        </a:lnTo>
                        <a:lnTo>
                          <a:pt x="23" y="24"/>
                        </a:lnTo>
                        <a:lnTo>
                          <a:pt x="26" y="22"/>
                        </a:lnTo>
                        <a:lnTo>
                          <a:pt x="32" y="24"/>
                        </a:lnTo>
                        <a:lnTo>
                          <a:pt x="36" y="25"/>
                        </a:lnTo>
                        <a:lnTo>
                          <a:pt x="41" y="27"/>
                        </a:lnTo>
                        <a:lnTo>
                          <a:pt x="44" y="29"/>
                        </a:lnTo>
                        <a:lnTo>
                          <a:pt x="49" y="33"/>
                        </a:lnTo>
                        <a:lnTo>
                          <a:pt x="53" y="36"/>
                        </a:lnTo>
                        <a:lnTo>
                          <a:pt x="55" y="39"/>
                        </a:lnTo>
                        <a:lnTo>
                          <a:pt x="61" y="4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pPr defTabSz="407526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26">
                      <a:solidFill>
                        <a:srgbClr val="FFFFFF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23560" name="Group 40">
              <a:extLst>
                <a:ext uri="{FF2B5EF4-FFF2-40B4-BE49-F238E27FC236}">
                  <a16:creationId xmlns:a16="http://schemas.microsoft.com/office/drawing/2014/main" id="{F030F4E8-7B6B-431A-B6D7-3E5FD0C773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3" y="1170"/>
              <a:ext cx="1753" cy="1692"/>
              <a:chOff x="3683" y="1170"/>
              <a:chExt cx="1753" cy="1692"/>
            </a:xfrm>
          </p:grpSpPr>
          <p:sp>
            <p:nvSpPr>
              <p:cNvPr id="23562" name="Oval 30">
                <a:extLst>
                  <a:ext uri="{FF2B5EF4-FFF2-40B4-BE49-F238E27FC236}">
                    <a16:creationId xmlns:a16="http://schemas.microsoft.com/office/drawing/2014/main" id="{AB645E2E-8877-4993-9018-99E1E007AD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3" y="1170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1429" tIns="45714" rIns="91429" bIns="45714" anchor="ctr"/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914414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1814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23563" name="Group 39">
                <a:extLst>
                  <a:ext uri="{FF2B5EF4-FFF2-40B4-BE49-F238E27FC236}">
                    <a16:creationId xmlns:a16="http://schemas.microsoft.com/office/drawing/2014/main" id="{0ABCCA3E-5AED-4D2E-8078-37C3F9BBA9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45" y="1428"/>
                <a:ext cx="1229" cy="1177"/>
                <a:chOff x="3945" y="1428"/>
                <a:chExt cx="1229" cy="1177"/>
              </a:xfrm>
            </p:grpSpPr>
            <p:grpSp>
              <p:nvGrpSpPr>
                <p:cNvPr id="23564" name="Group 33">
                  <a:extLst>
                    <a:ext uri="{FF2B5EF4-FFF2-40B4-BE49-F238E27FC236}">
                      <a16:creationId xmlns:a16="http://schemas.microsoft.com/office/drawing/2014/main" id="{680BFFB7-F51D-4876-9A99-131D2F36702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945" y="1525"/>
                  <a:ext cx="1229" cy="1080"/>
                  <a:chOff x="3945" y="1525"/>
                  <a:chExt cx="1229" cy="1080"/>
                </a:xfrm>
              </p:grpSpPr>
              <p:pic>
                <p:nvPicPr>
                  <p:cNvPr id="23570" name="Picture 31">
                    <a:extLst>
                      <a:ext uri="{FF2B5EF4-FFF2-40B4-BE49-F238E27FC236}">
                        <a16:creationId xmlns:a16="http://schemas.microsoft.com/office/drawing/2014/main" id="{33946F2A-A2E7-477D-98CB-D5BC3EF583BA}"/>
                      </a:ext>
                    </a:extLst>
                  </p:cNvPr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945" y="1525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3571" name="AutoShape 32">
                    <a:extLst>
                      <a:ext uri="{FF2B5EF4-FFF2-40B4-BE49-F238E27FC236}">
                        <a16:creationId xmlns:a16="http://schemas.microsoft.com/office/drawing/2014/main" id="{FF597CA3-7393-4C83-9AE0-763086BE8EA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4252" y="1683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1429" tIns="45714" rIns="91429" bIns="45714" anchor="ctr"/>
                  <a:lstStyle>
                    <a:lvl1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defTabSz="914414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altLang="en-US" sz="1814">
                      <a:solidFill>
                        <a:srgbClr val="000000"/>
                      </a:solidFill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3565" name="Group 38">
                  <a:extLst>
                    <a:ext uri="{FF2B5EF4-FFF2-40B4-BE49-F238E27FC236}">
                      <a16:creationId xmlns:a16="http://schemas.microsoft.com/office/drawing/2014/main" id="{2294FC1F-1D9B-4D07-B688-1944367468D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595" y="1428"/>
                  <a:ext cx="467" cy="125"/>
                  <a:chOff x="4595" y="1428"/>
                  <a:chExt cx="467" cy="125"/>
                </a:xfrm>
              </p:grpSpPr>
              <p:sp>
                <p:nvSpPr>
                  <p:cNvPr id="23566" name="Freeform 34">
                    <a:extLst>
                      <a:ext uri="{FF2B5EF4-FFF2-40B4-BE49-F238E27FC236}">
                        <a16:creationId xmlns:a16="http://schemas.microsoft.com/office/drawing/2014/main" id="{D64240BA-C03B-4FC0-93FC-59AD49C5E8F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12" y="1509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pPr defTabSz="407526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26">
                      <a:solidFill>
                        <a:srgbClr val="FFFFFF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3567" name="Freeform 35">
                    <a:extLst>
                      <a:ext uri="{FF2B5EF4-FFF2-40B4-BE49-F238E27FC236}">
                        <a16:creationId xmlns:a16="http://schemas.microsoft.com/office/drawing/2014/main" id="{330784D2-8C7B-402E-89E8-D4E03880FEB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95" y="1531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pPr defTabSz="407526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26">
                      <a:solidFill>
                        <a:srgbClr val="FFFFFF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3568" name="Freeform 36">
                    <a:extLst>
                      <a:ext uri="{FF2B5EF4-FFF2-40B4-BE49-F238E27FC236}">
                        <a16:creationId xmlns:a16="http://schemas.microsoft.com/office/drawing/2014/main" id="{027DF686-A777-4862-8891-61692BF7E3F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903" y="1428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pPr defTabSz="407526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26">
                      <a:solidFill>
                        <a:srgbClr val="FFFFFF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3569" name="Freeform 37">
                    <a:extLst>
                      <a:ext uri="{FF2B5EF4-FFF2-40B4-BE49-F238E27FC236}">
                        <a16:creationId xmlns:a16="http://schemas.microsoft.com/office/drawing/2014/main" id="{6345C7D9-B980-4F50-AC79-D3E1B903AD4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59" y="1434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pPr defTabSz="407526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726">
                      <a:solidFill>
                        <a:srgbClr val="FFFFFF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sp>
          <p:nvSpPr>
            <p:cNvPr id="23561" name="Line 41">
              <a:extLst>
                <a:ext uri="{FF2B5EF4-FFF2-40B4-BE49-F238E27FC236}">
                  <a16:creationId xmlns:a16="http://schemas.microsoft.com/office/drawing/2014/main" id="{575DE095-C209-455E-996A-CBDB45A850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1943"/>
              <a:ext cx="5568" cy="2160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407526" fontAlgn="base">
                <a:spcBef>
                  <a:spcPct val="0"/>
                </a:spcBef>
                <a:spcAft>
                  <a:spcPct val="0"/>
                </a:spcAft>
              </a:pPr>
              <a:endParaRPr lang="en-US" sz="726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3557" name="Rectangle 43">
            <a:extLst>
              <a:ext uri="{FF2B5EF4-FFF2-40B4-BE49-F238E27FC236}">
                <a16:creationId xmlns:a16="http://schemas.microsoft.com/office/drawing/2014/main" id="{43CF9A85-5392-4691-B75F-B5026E5B5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1" y="991081"/>
            <a:ext cx="7162560" cy="161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14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903" b="1">
                <a:solidFill>
                  <a:srgbClr val="B000B0"/>
                </a:solidFill>
                <a:ea typeface="MS Gothic" panose="020B0609070205080204" pitchFamily="49" charset="-128"/>
                <a:cs typeface="Arial" panose="020B0604020202020204" pitchFamily="34" charset="0"/>
              </a:rPr>
              <a:t>A frontline-based problem solving approach </a:t>
            </a:r>
          </a:p>
          <a:p>
            <a:pPr defTabSz="914414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ja-JP" sz="2721" b="1">
                <a:solidFill>
                  <a:srgbClr val="820082"/>
                </a:solidFill>
                <a:ea typeface="HG明朝B"/>
                <a:cs typeface="HG明朝B"/>
              </a:rPr>
              <a:t>Incremental but continuous progress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6FB4D5D8-7F43-458D-9083-D790D0ADC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61" y="417961"/>
            <a:ext cx="2895840" cy="455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14" fontAlgn="base">
              <a:spcBef>
                <a:spcPct val="50000"/>
              </a:spcBef>
              <a:spcAft>
                <a:spcPct val="0"/>
              </a:spcAft>
            </a:pPr>
            <a:endParaRPr kumimoji="1" lang="en-US" altLang="en-US" sz="2358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grpSp>
        <p:nvGrpSpPr>
          <p:cNvPr id="24579" name="Group 12">
            <a:extLst>
              <a:ext uri="{FF2B5EF4-FFF2-40B4-BE49-F238E27FC236}">
                <a16:creationId xmlns:a16="http://schemas.microsoft.com/office/drawing/2014/main" id="{7A803DE6-86E8-4E6C-AAE5-9E91D234E43E}"/>
              </a:ext>
            </a:extLst>
          </p:cNvPr>
          <p:cNvGrpSpPr>
            <a:grpSpLocks/>
          </p:cNvGrpSpPr>
          <p:nvPr/>
        </p:nvGrpSpPr>
        <p:grpSpPr bwMode="auto">
          <a:xfrm>
            <a:off x="1441" y="1990440"/>
            <a:ext cx="9142560" cy="4867200"/>
            <a:chOff x="1" y="1254"/>
            <a:chExt cx="5759" cy="3066"/>
          </a:xfrm>
        </p:grpSpPr>
        <p:grpSp>
          <p:nvGrpSpPr>
            <p:cNvPr id="24607" name="Group 5">
              <a:extLst>
                <a:ext uri="{FF2B5EF4-FFF2-40B4-BE49-F238E27FC236}">
                  <a16:creationId xmlns:a16="http://schemas.microsoft.com/office/drawing/2014/main" id="{C03F5939-41D5-474B-BE70-F891D2A513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688"/>
              <a:ext cx="1920" cy="816"/>
              <a:chOff x="3840" y="2688"/>
              <a:chExt cx="1920" cy="816"/>
            </a:xfrm>
          </p:grpSpPr>
          <p:sp>
            <p:nvSpPr>
              <p:cNvPr id="24614" name="Freeform 3">
                <a:extLst>
                  <a:ext uri="{FF2B5EF4-FFF2-40B4-BE49-F238E27FC236}">
                    <a16:creationId xmlns:a16="http://schemas.microsoft.com/office/drawing/2014/main" id="{1135A35B-B344-443F-B814-E6880027C1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0" y="2688"/>
                <a:ext cx="1920" cy="816"/>
              </a:xfrm>
              <a:custGeom>
                <a:avLst/>
                <a:gdLst>
                  <a:gd name="T0" fmla="*/ 1919 w 1920"/>
                  <a:gd name="T1" fmla="*/ 0 h 816"/>
                  <a:gd name="T2" fmla="*/ 1764 w 1920"/>
                  <a:gd name="T3" fmla="*/ 83 h 816"/>
                  <a:gd name="T4" fmla="*/ 1753 w 1920"/>
                  <a:gd name="T5" fmla="*/ 144 h 816"/>
                  <a:gd name="T6" fmla="*/ 1673 w 1920"/>
                  <a:gd name="T7" fmla="*/ 240 h 816"/>
                  <a:gd name="T8" fmla="*/ 1579 w 1920"/>
                  <a:gd name="T9" fmla="*/ 253 h 816"/>
                  <a:gd name="T10" fmla="*/ 1499 w 1920"/>
                  <a:gd name="T11" fmla="*/ 258 h 816"/>
                  <a:gd name="T12" fmla="*/ 1481 w 1920"/>
                  <a:gd name="T13" fmla="*/ 352 h 816"/>
                  <a:gd name="T14" fmla="*/ 1425 w 1920"/>
                  <a:gd name="T15" fmla="*/ 312 h 816"/>
                  <a:gd name="T16" fmla="*/ 1326 w 1920"/>
                  <a:gd name="T17" fmla="*/ 312 h 816"/>
                  <a:gd name="T18" fmla="*/ 1240 w 1920"/>
                  <a:gd name="T19" fmla="*/ 292 h 816"/>
                  <a:gd name="T20" fmla="*/ 1190 w 1920"/>
                  <a:gd name="T21" fmla="*/ 346 h 816"/>
                  <a:gd name="T22" fmla="*/ 1153 w 1920"/>
                  <a:gd name="T23" fmla="*/ 441 h 816"/>
                  <a:gd name="T24" fmla="*/ 1129 w 1920"/>
                  <a:gd name="T25" fmla="*/ 401 h 816"/>
                  <a:gd name="T26" fmla="*/ 1079 w 1920"/>
                  <a:gd name="T27" fmla="*/ 380 h 816"/>
                  <a:gd name="T28" fmla="*/ 950 w 1920"/>
                  <a:gd name="T29" fmla="*/ 552 h 816"/>
                  <a:gd name="T30" fmla="*/ 875 w 1920"/>
                  <a:gd name="T31" fmla="*/ 546 h 816"/>
                  <a:gd name="T32" fmla="*/ 770 w 1920"/>
                  <a:gd name="T33" fmla="*/ 598 h 816"/>
                  <a:gd name="T34" fmla="*/ 673 w 1920"/>
                  <a:gd name="T35" fmla="*/ 584 h 816"/>
                  <a:gd name="T36" fmla="*/ 585 w 1920"/>
                  <a:gd name="T37" fmla="*/ 530 h 816"/>
                  <a:gd name="T38" fmla="*/ 512 w 1920"/>
                  <a:gd name="T39" fmla="*/ 591 h 816"/>
                  <a:gd name="T40" fmla="*/ 412 w 1920"/>
                  <a:gd name="T41" fmla="*/ 584 h 816"/>
                  <a:gd name="T42" fmla="*/ 314 w 1920"/>
                  <a:gd name="T43" fmla="*/ 734 h 816"/>
                  <a:gd name="T44" fmla="*/ 215 w 1920"/>
                  <a:gd name="T45" fmla="*/ 732 h 816"/>
                  <a:gd name="T46" fmla="*/ 103 w 1920"/>
                  <a:gd name="T47" fmla="*/ 754 h 816"/>
                  <a:gd name="T48" fmla="*/ 31 w 1920"/>
                  <a:gd name="T49" fmla="*/ 797 h 816"/>
                  <a:gd name="T50" fmla="*/ 0 w 1920"/>
                  <a:gd name="T51" fmla="*/ 813 h 816"/>
                  <a:gd name="T52" fmla="*/ 1919 w 1920"/>
                  <a:gd name="T53" fmla="*/ 815 h 816"/>
                  <a:gd name="T54" fmla="*/ 1919 w 1920"/>
                  <a:gd name="T55" fmla="*/ 0 h 81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920"/>
                  <a:gd name="T85" fmla="*/ 0 h 816"/>
                  <a:gd name="T86" fmla="*/ 1920 w 1920"/>
                  <a:gd name="T87" fmla="*/ 816 h 81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920" h="816">
                    <a:moveTo>
                      <a:pt x="1919" y="0"/>
                    </a:moveTo>
                    <a:lnTo>
                      <a:pt x="1764" y="83"/>
                    </a:lnTo>
                    <a:lnTo>
                      <a:pt x="1753" y="144"/>
                    </a:lnTo>
                    <a:lnTo>
                      <a:pt x="1673" y="240"/>
                    </a:lnTo>
                    <a:lnTo>
                      <a:pt x="1579" y="253"/>
                    </a:lnTo>
                    <a:lnTo>
                      <a:pt x="1499" y="258"/>
                    </a:lnTo>
                    <a:lnTo>
                      <a:pt x="1481" y="352"/>
                    </a:lnTo>
                    <a:lnTo>
                      <a:pt x="1425" y="312"/>
                    </a:lnTo>
                    <a:lnTo>
                      <a:pt x="1326" y="312"/>
                    </a:lnTo>
                    <a:lnTo>
                      <a:pt x="1240" y="292"/>
                    </a:lnTo>
                    <a:lnTo>
                      <a:pt x="1190" y="346"/>
                    </a:lnTo>
                    <a:lnTo>
                      <a:pt x="1153" y="441"/>
                    </a:lnTo>
                    <a:lnTo>
                      <a:pt x="1129" y="401"/>
                    </a:lnTo>
                    <a:lnTo>
                      <a:pt x="1079" y="380"/>
                    </a:lnTo>
                    <a:lnTo>
                      <a:pt x="950" y="552"/>
                    </a:lnTo>
                    <a:lnTo>
                      <a:pt x="875" y="546"/>
                    </a:lnTo>
                    <a:lnTo>
                      <a:pt x="770" y="598"/>
                    </a:lnTo>
                    <a:lnTo>
                      <a:pt x="673" y="584"/>
                    </a:lnTo>
                    <a:lnTo>
                      <a:pt x="585" y="530"/>
                    </a:lnTo>
                    <a:lnTo>
                      <a:pt x="512" y="591"/>
                    </a:lnTo>
                    <a:lnTo>
                      <a:pt x="412" y="584"/>
                    </a:lnTo>
                    <a:lnTo>
                      <a:pt x="314" y="734"/>
                    </a:lnTo>
                    <a:lnTo>
                      <a:pt x="215" y="732"/>
                    </a:lnTo>
                    <a:lnTo>
                      <a:pt x="103" y="754"/>
                    </a:lnTo>
                    <a:lnTo>
                      <a:pt x="31" y="797"/>
                    </a:lnTo>
                    <a:lnTo>
                      <a:pt x="0" y="813"/>
                    </a:lnTo>
                    <a:lnTo>
                      <a:pt x="1919" y="815"/>
                    </a:lnTo>
                    <a:lnTo>
                      <a:pt x="1919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1429" tIns="45714" rIns="91429" bIns="45714"/>
              <a:lstStyle/>
              <a:p>
                <a:pPr defTabSz="407526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26">
                  <a:solidFill>
                    <a:srgbClr val="FFFFFF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24615" name="Object 4">
                <a:extLst>
                  <a:ext uri="{FF2B5EF4-FFF2-40B4-BE49-F238E27FC236}">
                    <a16:creationId xmlns:a16="http://schemas.microsoft.com/office/drawing/2014/main" id="{587F5CA3-773D-4499-A1CB-92BC5DAC50A5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4540" y="269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1" name="ｸﾘｯﾌﾟ" r:id="rId4" imgW="2527911" imgH="3658757" progId="MS_ClipArt_Gallery.2">
                      <p:embed/>
                    </p:oleObj>
                  </mc:Choice>
                  <mc:Fallback>
                    <p:oleObj name="ｸﾘｯﾌﾟ" r:id="rId4" imgW="2527911" imgH="3658757" progId="MS_ClipArt_Gallery.2">
                      <p:embed/>
                      <p:pic>
                        <p:nvPicPr>
                          <p:cNvPr id="24615" name="Object 4">
                            <a:extLst>
                              <a:ext uri="{FF2B5EF4-FFF2-40B4-BE49-F238E27FC236}">
                                <a16:creationId xmlns:a16="http://schemas.microsoft.com/office/drawing/2014/main" id="{587F5CA3-773D-4499-A1CB-92BC5DAC50A5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40" y="269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4608" name="Group 8">
              <a:extLst>
                <a:ext uri="{FF2B5EF4-FFF2-40B4-BE49-F238E27FC236}">
                  <a16:creationId xmlns:a16="http://schemas.microsoft.com/office/drawing/2014/main" id="{640657AB-5D93-4C60-A160-D2ED2ECC32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7" y="1254"/>
              <a:ext cx="1393" cy="763"/>
              <a:chOff x="4367" y="1254"/>
              <a:chExt cx="1393" cy="763"/>
            </a:xfrm>
          </p:grpSpPr>
          <p:sp>
            <p:nvSpPr>
              <p:cNvPr id="24612" name="Freeform 6">
                <a:extLst>
                  <a:ext uri="{FF2B5EF4-FFF2-40B4-BE49-F238E27FC236}">
                    <a16:creationId xmlns:a16="http://schemas.microsoft.com/office/drawing/2014/main" id="{E8E65AD2-67E4-4B84-9776-C4D8D1FFD3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1344"/>
                <a:ext cx="1393" cy="673"/>
              </a:xfrm>
              <a:custGeom>
                <a:avLst/>
                <a:gdLst>
                  <a:gd name="T0" fmla="*/ 1392 w 1393"/>
                  <a:gd name="T1" fmla="*/ 0 h 673"/>
                  <a:gd name="T2" fmla="*/ 1279 w 1393"/>
                  <a:gd name="T3" fmla="*/ 69 h 673"/>
                  <a:gd name="T4" fmla="*/ 1271 w 1393"/>
                  <a:gd name="T5" fmla="*/ 119 h 673"/>
                  <a:gd name="T6" fmla="*/ 1213 w 1393"/>
                  <a:gd name="T7" fmla="*/ 198 h 673"/>
                  <a:gd name="T8" fmla="*/ 1145 w 1393"/>
                  <a:gd name="T9" fmla="*/ 209 h 673"/>
                  <a:gd name="T10" fmla="*/ 1088 w 1393"/>
                  <a:gd name="T11" fmla="*/ 213 h 673"/>
                  <a:gd name="T12" fmla="*/ 1074 w 1393"/>
                  <a:gd name="T13" fmla="*/ 290 h 673"/>
                  <a:gd name="T14" fmla="*/ 1033 w 1393"/>
                  <a:gd name="T15" fmla="*/ 257 h 673"/>
                  <a:gd name="T16" fmla="*/ 962 w 1393"/>
                  <a:gd name="T17" fmla="*/ 257 h 673"/>
                  <a:gd name="T18" fmla="*/ 899 w 1393"/>
                  <a:gd name="T19" fmla="*/ 241 h 673"/>
                  <a:gd name="T20" fmla="*/ 863 w 1393"/>
                  <a:gd name="T21" fmla="*/ 285 h 673"/>
                  <a:gd name="T22" fmla="*/ 836 w 1393"/>
                  <a:gd name="T23" fmla="*/ 364 h 673"/>
                  <a:gd name="T24" fmla="*/ 819 w 1393"/>
                  <a:gd name="T25" fmla="*/ 330 h 673"/>
                  <a:gd name="T26" fmla="*/ 783 w 1393"/>
                  <a:gd name="T27" fmla="*/ 314 h 673"/>
                  <a:gd name="T28" fmla="*/ 689 w 1393"/>
                  <a:gd name="T29" fmla="*/ 455 h 673"/>
                  <a:gd name="T30" fmla="*/ 635 w 1393"/>
                  <a:gd name="T31" fmla="*/ 450 h 673"/>
                  <a:gd name="T32" fmla="*/ 559 w 1393"/>
                  <a:gd name="T33" fmla="*/ 493 h 673"/>
                  <a:gd name="T34" fmla="*/ 488 w 1393"/>
                  <a:gd name="T35" fmla="*/ 482 h 673"/>
                  <a:gd name="T36" fmla="*/ 424 w 1393"/>
                  <a:gd name="T37" fmla="*/ 437 h 673"/>
                  <a:gd name="T38" fmla="*/ 371 w 1393"/>
                  <a:gd name="T39" fmla="*/ 487 h 673"/>
                  <a:gd name="T40" fmla="*/ 299 w 1393"/>
                  <a:gd name="T41" fmla="*/ 482 h 673"/>
                  <a:gd name="T42" fmla="*/ 227 w 1393"/>
                  <a:gd name="T43" fmla="*/ 605 h 673"/>
                  <a:gd name="T44" fmla="*/ 156 w 1393"/>
                  <a:gd name="T45" fmla="*/ 603 h 673"/>
                  <a:gd name="T46" fmla="*/ 75 w 1393"/>
                  <a:gd name="T47" fmla="*/ 622 h 673"/>
                  <a:gd name="T48" fmla="*/ 22 w 1393"/>
                  <a:gd name="T49" fmla="*/ 657 h 673"/>
                  <a:gd name="T50" fmla="*/ 0 w 1393"/>
                  <a:gd name="T51" fmla="*/ 671 h 673"/>
                  <a:gd name="T52" fmla="*/ 1392 w 1393"/>
                  <a:gd name="T53" fmla="*/ 672 h 673"/>
                  <a:gd name="T54" fmla="*/ 1392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1392" y="0"/>
                    </a:moveTo>
                    <a:lnTo>
                      <a:pt x="1279" y="69"/>
                    </a:lnTo>
                    <a:lnTo>
                      <a:pt x="1271" y="119"/>
                    </a:lnTo>
                    <a:lnTo>
                      <a:pt x="1213" y="198"/>
                    </a:lnTo>
                    <a:lnTo>
                      <a:pt x="1145" y="209"/>
                    </a:lnTo>
                    <a:lnTo>
                      <a:pt x="1088" y="213"/>
                    </a:lnTo>
                    <a:lnTo>
                      <a:pt x="1074" y="290"/>
                    </a:lnTo>
                    <a:lnTo>
                      <a:pt x="1033" y="257"/>
                    </a:lnTo>
                    <a:lnTo>
                      <a:pt x="962" y="257"/>
                    </a:lnTo>
                    <a:lnTo>
                      <a:pt x="899" y="241"/>
                    </a:lnTo>
                    <a:lnTo>
                      <a:pt x="863" y="285"/>
                    </a:lnTo>
                    <a:lnTo>
                      <a:pt x="836" y="364"/>
                    </a:lnTo>
                    <a:lnTo>
                      <a:pt x="819" y="330"/>
                    </a:lnTo>
                    <a:lnTo>
                      <a:pt x="783" y="314"/>
                    </a:lnTo>
                    <a:lnTo>
                      <a:pt x="689" y="455"/>
                    </a:lnTo>
                    <a:lnTo>
                      <a:pt x="635" y="450"/>
                    </a:lnTo>
                    <a:lnTo>
                      <a:pt x="559" y="493"/>
                    </a:lnTo>
                    <a:lnTo>
                      <a:pt x="488" y="482"/>
                    </a:lnTo>
                    <a:lnTo>
                      <a:pt x="424" y="437"/>
                    </a:lnTo>
                    <a:lnTo>
                      <a:pt x="371" y="487"/>
                    </a:lnTo>
                    <a:lnTo>
                      <a:pt x="299" y="482"/>
                    </a:lnTo>
                    <a:lnTo>
                      <a:pt x="227" y="605"/>
                    </a:lnTo>
                    <a:lnTo>
                      <a:pt x="156" y="603"/>
                    </a:lnTo>
                    <a:lnTo>
                      <a:pt x="75" y="622"/>
                    </a:lnTo>
                    <a:lnTo>
                      <a:pt x="22" y="657"/>
                    </a:lnTo>
                    <a:lnTo>
                      <a:pt x="0" y="671"/>
                    </a:lnTo>
                    <a:lnTo>
                      <a:pt x="1392" y="672"/>
                    </a:lnTo>
                    <a:lnTo>
                      <a:pt x="1392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1429" tIns="45714" rIns="91429" bIns="45714"/>
              <a:lstStyle/>
              <a:p>
                <a:pPr defTabSz="407526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26">
                  <a:solidFill>
                    <a:srgbClr val="FFFFFF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24613" name="Object 7">
                <a:extLst>
                  <a:ext uri="{FF2B5EF4-FFF2-40B4-BE49-F238E27FC236}">
                    <a16:creationId xmlns:a16="http://schemas.microsoft.com/office/drawing/2014/main" id="{2123D89D-1748-4A66-9B9A-54D62F57D2F1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4925" y="125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2" name="ｸﾘｯﾌﾟ" r:id="rId6" imgW="2527911" imgH="3658757" progId="MS_ClipArt_Gallery.2">
                      <p:embed/>
                    </p:oleObj>
                  </mc:Choice>
                  <mc:Fallback>
                    <p:oleObj name="ｸﾘｯﾌﾟ" r:id="rId6" imgW="2527911" imgH="3658757" progId="MS_ClipArt_Gallery.2">
                      <p:embed/>
                      <p:pic>
                        <p:nvPicPr>
                          <p:cNvPr id="24613" name="Object 7">
                            <a:extLst>
                              <a:ext uri="{FF2B5EF4-FFF2-40B4-BE49-F238E27FC236}">
                                <a16:creationId xmlns:a16="http://schemas.microsoft.com/office/drawing/2014/main" id="{2123D89D-1748-4A66-9B9A-54D62F57D2F1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25" y="125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4609" name="Group 11">
              <a:extLst>
                <a:ext uri="{FF2B5EF4-FFF2-40B4-BE49-F238E27FC236}">
                  <a16:creationId xmlns:a16="http://schemas.microsoft.com/office/drawing/2014/main" id="{F3C21658-E8FD-459C-93BC-66A96FB7DF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339"/>
              <a:ext cx="1393" cy="981"/>
              <a:chOff x="1" y="3339"/>
              <a:chExt cx="1393" cy="981"/>
            </a:xfrm>
          </p:grpSpPr>
          <p:sp>
            <p:nvSpPr>
              <p:cNvPr id="24610" name="Freeform 9">
                <a:extLst>
                  <a:ext uri="{FF2B5EF4-FFF2-40B4-BE49-F238E27FC236}">
                    <a16:creationId xmlns:a16="http://schemas.microsoft.com/office/drawing/2014/main" id="{D38AF7F5-82BC-421E-9D25-89FF28CC3B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" y="3647"/>
                <a:ext cx="1393" cy="673"/>
              </a:xfrm>
              <a:custGeom>
                <a:avLst/>
                <a:gdLst>
                  <a:gd name="T0" fmla="*/ 0 w 1393"/>
                  <a:gd name="T1" fmla="*/ 0 h 673"/>
                  <a:gd name="T2" fmla="*/ 112 w 1393"/>
                  <a:gd name="T3" fmla="*/ 69 h 673"/>
                  <a:gd name="T4" fmla="*/ 120 w 1393"/>
                  <a:gd name="T5" fmla="*/ 120 h 673"/>
                  <a:gd name="T6" fmla="*/ 178 w 1393"/>
                  <a:gd name="T7" fmla="*/ 198 h 673"/>
                  <a:gd name="T8" fmla="*/ 246 w 1393"/>
                  <a:gd name="T9" fmla="*/ 209 h 673"/>
                  <a:gd name="T10" fmla="*/ 304 w 1393"/>
                  <a:gd name="T11" fmla="*/ 213 h 673"/>
                  <a:gd name="T12" fmla="*/ 318 w 1393"/>
                  <a:gd name="T13" fmla="*/ 291 h 673"/>
                  <a:gd name="T14" fmla="*/ 358 w 1393"/>
                  <a:gd name="T15" fmla="*/ 258 h 673"/>
                  <a:gd name="T16" fmla="*/ 430 w 1393"/>
                  <a:gd name="T17" fmla="*/ 258 h 673"/>
                  <a:gd name="T18" fmla="*/ 492 w 1393"/>
                  <a:gd name="T19" fmla="*/ 241 h 673"/>
                  <a:gd name="T20" fmla="*/ 528 w 1393"/>
                  <a:gd name="T21" fmla="*/ 286 h 673"/>
                  <a:gd name="T22" fmla="*/ 555 w 1393"/>
                  <a:gd name="T23" fmla="*/ 365 h 673"/>
                  <a:gd name="T24" fmla="*/ 573 w 1393"/>
                  <a:gd name="T25" fmla="*/ 331 h 673"/>
                  <a:gd name="T26" fmla="*/ 609 w 1393"/>
                  <a:gd name="T27" fmla="*/ 314 h 673"/>
                  <a:gd name="T28" fmla="*/ 703 w 1393"/>
                  <a:gd name="T29" fmla="*/ 456 h 673"/>
                  <a:gd name="T30" fmla="*/ 757 w 1393"/>
                  <a:gd name="T31" fmla="*/ 450 h 673"/>
                  <a:gd name="T32" fmla="*/ 833 w 1393"/>
                  <a:gd name="T33" fmla="*/ 493 h 673"/>
                  <a:gd name="T34" fmla="*/ 904 w 1393"/>
                  <a:gd name="T35" fmla="*/ 482 h 673"/>
                  <a:gd name="T36" fmla="*/ 968 w 1393"/>
                  <a:gd name="T37" fmla="*/ 437 h 673"/>
                  <a:gd name="T38" fmla="*/ 1020 w 1393"/>
                  <a:gd name="T39" fmla="*/ 488 h 673"/>
                  <a:gd name="T40" fmla="*/ 1093 w 1393"/>
                  <a:gd name="T41" fmla="*/ 482 h 673"/>
                  <a:gd name="T42" fmla="*/ 1164 w 1393"/>
                  <a:gd name="T43" fmla="*/ 606 h 673"/>
                  <a:gd name="T44" fmla="*/ 1235 w 1393"/>
                  <a:gd name="T45" fmla="*/ 604 h 673"/>
                  <a:gd name="T46" fmla="*/ 1317 w 1393"/>
                  <a:gd name="T47" fmla="*/ 622 h 673"/>
                  <a:gd name="T48" fmla="*/ 1369 w 1393"/>
                  <a:gd name="T49" fmla="*/ 658 h 673"/>
                  <a:gd name="T50" fmla="*/ 1392 w 1393"/>
                  <a:gd name="T51" fmla="*/ 671 h 673"/>
                  <a:gd name="T52" fmla="*/ 0 w 1393"/>
                  <a:gd name="T53" fmla="*/ 672 h 673"/>
                  <a:gd name="T54" fmla="*/ 0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0" y="0"/>
                    </a:moveTo>
                    <a:lnTo>
                      <a:pt x="112" y="69"/>
                    </a:lnTo>
                    <a:lnTo>
                      <a:pt x="120" y="120"/>
                    </a:lnTo>
                    <a:lnTo>
                      <a:pt x="178" y="198"/>
                    </a:lnTo>
                    <a:lnTo>
                      <a:pt x="246" y="209"/>
                    </a:lnTo>
                    <a:lnTo>
                      <a:pt x="304" y="213"/>
                    </a:lnTo>
                    <a:lnTo>
                      <a:pt x="318" y="291"/>
                    </a:lnTo>
                    <a:lnTo>
                      <a:pt x="358" y="258"/>
                    </a:lnTo>
                    <a:lnTo>
                      <a:pt x="430" y="258"/>
                    </a:lnTo>
                    <a:lnTo>
                      <a:pt x="492" y="241"/>
                    </a:lnTo>
                    <a:lnTo>
                      <a:pt x="528" y="286"/>
                    </a:lnTo>
                    <a:lnTo>
                      <a:pt x="555" y="365"/>
                    </a:lnTo>
                    <a:lnTo>
                      <a:pt x="573" y="331"/>
                    </a:lnTo>
                    <a:lnTo>
                      <a:pt x="609" y="314"/>
                    </a:lnTo>
                    <a:lnTo>
                      <a:pt x="703" y="456"/>
                    </a:lnTo>
                    <a:lnTo>
                      <a:pt x="757" y="450"/>
                    </a:lnTo>
                    <a:lnTo>
                      <a:pt x="833" y="493"/>
                    </a:lnTo>
                    <a:lnTo>
                      <a:pt x="904" y="482"/>
                    </a:lnTo>
                    <a:lnTo>
                      <a:pt x="968" y="437"/>
                    </a:lnTo>
                    <a:lnTo>
                      <a:pt x="1020" y="488"/>
                    </a:lnTo>
                    <a:lnTo>
                      <a:pt x="1093" y="482"/>
                    </a:lnTo>
                    <a:lnTo>
                      <a:pt x="1164" y="606"/>
                    </a:lnTo>
                    <a:lnTo>
                      <a:pt x="1235" y="604"/>
                    </a:lnTo>
                    <a:lnTo>
                      <a:pt x="1317" y="622"/>
                    </a:lnTo>
                    <a:lnTo>
                      <a:pt x="1369" y="658"/>
                    </a:lnTo>
                    <a:lnTo>
                      <a:pt x="1392" y="671"/>
                    </a:lnTo>
                    <a:lnTo>
                      <a:pt x="0" y="67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1429" tIns="45714" rIns="91429" bIns="45714"/>
              <a:lstStyle/>
              <a:p>
                <a:pPr defTabSz="407526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26">
                  <a:solidFill>
                    <a:srgbClr val="FFFFFF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24611" name="Object 10">
                <a:extLst>
                  <a:ext uri="{FF2B5EF4-FFF2-40B4-BE49-F238E27FC236}">
                    <a16:creationId xmlns:a16="http://schemas.microsoft.com/office/drawing/2014/main" id="{36FC7D4E-F441-47F2-8768-C5FFE5EAC859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268" y="3339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3" name="ｸﾘｯﾌﾟ" r:id="rId7" imgW="2527911" imgH="3658757" progId="MS_ClipArt_Gallery.2">
                      <p:embed/>
                    </p:oleObj>
                  </mc:Choice>
                  <mc:Fallback>
                    <p:oleObj name="ｸﾘｯﾌﾟ" r:id="rId7" imgW="2527911" imgH="3658757" progId="MS_ClipArt_Gallery.2">
                      <p:embed/>
                      <p:pic>
                        <p:nvPicPr>
                          <p:cNvPr id="24611" name="Object 10">
                            <a:extLst>
                              <a:ext uri="{FF2B5EF4-FFF2-40B4-BE49-F238E27FC236}">
                                <a16:creationId xmlns:a16="http://schemas.microsoft.com/office/drawing/2014/main" id="{36FC7D4E-F441-47F2-8768-C5FFE5EAC859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8" y="3339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4349" name="Rectangle 13">
            <a:extLst>
              <a:ext uri="{FF2B5EF4-FFF2-40B4-BE49-F238E27FC236}">
                <a16:creationId xmlns:a16="http://schemas.microsoft.com/office/drawing/2014/main" id="{1AEBB6A3-A3FC-45D9-9892-4EF3663C9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61" y="265320"/>
            <a:ext cx="4932000" cy="83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/>
          <a:p>
            <a:pPr defTabSz="914414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ja-JP" sz="4808" b="1" i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grpSp>
        <p:nvGrpSpPr>
          <p:cNvPr id="24581" name="Group 37">
            <a:extLst>
              <a:ext uri="{FF2B5EF4-FFF2-40B4-BE49-F238E27FC236}">
                <a16:creationId xmlns:a16="http://schemas.microsoft.com/office/drawing/2014/main" id="{985866C6-A9BF-4645-9AC1-90BB3182E6B0}"/>
              </a:ext>
            </a:extLst>
          </p:cNvPr>
          <p:cNvGrpSpPr>
            <a:grpSpLocks/>
          </p:cNvGrpSpPr>
          <p:nvPr/>
        </p:nvGrpSpPr>
        <p:grpSpPr bwMode="auto">
          <a:xfrm>
            <a:off x="28801" y="1309321"/>
            <a:ext cx="9059040" cy="4710240"/>
            <a:chOff x="18" y="825"/>
            <a:chExt cx="5707" cy="2967"/>
          </a:xfrm>
        </p:grpSpPr>
        <p:grpSp>
          <p:nvGrpSpPr>
            <p:cNvPr id="24584" name="Group 23">
              <a:extLst>
                <a:ext uri="{FF2B5EF4-FFF2-40B4-BE49-F238E27FC236}">
                  <a16:creationId xmlns:a16="http://schemas.microsoft.com/office/drawing/2014/main" id="{E3D22E6B-3480-49C8-A6F2-2E963BBBAB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" y="825"/>
              <a:ext cx="4368" cy="2141"/>
              <a:chOff x="18" y="825"/>
              <a:chExt cx="4368" cy="2141"/>
            </a:xfrm>
          </p:grpSpPr>
          <p:grpSp>
            <p:nvGrpSpPr>
              <p:cNvPr id="24598" name="Group 16">
                <a:extLst>
                  <a:ext uri="{FF2B5EF4-FFF2-40B4-BE49-F238E27FC236}">
                    <a16:creationId xmlns:a16="http://schemas.microsoft.com/office/drawing/2014/main" id="{3CC27A4F-D501-4003-8900-E7C47D6B3E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06" y="825"/>
                <a:ext cx="1680" cy="1613"/>
                <a:chOff x="2706" y="825"/>
                <a:chExt cx="1680" cy="1613"/>
              </a:xfrm>
            </p:grpSpPr>
            <p:sp>
              <p:nvSpPr>
                <p:cNvPr id="24605" name="Oval 14">
                  <a:extLst>
                    <a:ext uri="{FF2B5EF4-FFF2-40B4-BE49-F238E27FC236}">
                      <a16:creationId xmlns:a16="http://schemas.microsoft.com/office/drawing/2014/main" id="{D8BA30B2-81DD-4AE1-B310-C0D5B8B72D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06" y="825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24606" name="Picture 15">
                  <a:extLst>
                    <a:ext uri="{FF2B5EF4-FFF2-40B4-BE49-F238E27FC236}">
                      <a16:creationId xmlns:a16="http://schemas.microsoft.com/office/drawing/2014/main" id="{5C5C8DA6-ACCB-40EA-8AC1-6E0609F0418A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62" y="1096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4599" name="Group 19">
                <a:extLst>
                  <a:ext uri="{FF2B5EF4-FFF2-40B4-BE49-F238E27FC236}">
                    <a16:creationId xmlns:a16="http://schemas.microsoft.com/office/drawing/2014/main" id="{ECAEBBE2-DF80-42FA-B059-8C9D51943E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" y="1353"/>
                <a:ext cx="1680" cy="1613"/>
                <a:chOff x="18" y="1353"/>
                <a:chExt cx="1680" cy="1613"/>
              </a:xfrm>
            </p:grpSpPr>
            <p:sp>
              <p:nvSpPr>
                <p:cNvPr id="24603" name="Oval 17">
                  <a:extLst>
                    <a:ext uri="{FF2B5EF4-FFF2-40B4-BE49-F238E27FC236}">
                      <a16:creationId xmlns:a16="http://schemas.microsoft.com/office/drawing/2014/main" id="{1B1ECBB7-6742-4C58-B651-98B2D9EB5C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" y="1353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24604" name="Picture 18">
                  <a:extLst>
                    <a:ext uri="{FF2B5EF4-FFF2-40B4-BE49-F238E27FC236}">
                      <a16:creationId xmlns:a16="http://schemas.microsoft.com/office/drawing/2014/main" id="{B97AE112-574B-4C9F-AC09-AAC169771103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1624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4600" name="Group 22">
                <a:extLst>
                  <a:ext uri="{FF2B5EF4-FFF2-40B4-BE49-F238E27FC236}">
                    <a16:creationId xmlns:a16="http://schemas.microsoft.com/office/drawing/2014/main" id="{57EAA112-8480-4491-8D46-8808BCC5A9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4" y="1296"/>
                <a:ext cx="1008" cy="1344"/>
                <a:chOff x="1704" y="1296"/>
                <a:chExt cx="1008" cy="1344"/>
              </a:xfrm>
            </p:grpSpPr>
            <p:sp>
              <p:nvSpPr>
                <p:cNvPr id="24601" name="Rectangle 20">
                  <a:extLst>
                    <a:ext uri="{FF2B5EF4-FFF2-40B4-BE49-F238E27FC236}">
                      <a16:creationId xmlns:a16="http://schemas.microsoft.com/office/drawing/2014/main" id="{C427953D-F4DA-4C37-B1FD-62C10691CD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04" y="1296"/>
                  <a:ext cx="1008" cy="13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24602" name="Picture 21">
                  <a:extLst>
                    <a:ext uri="{FF2B5EF4-FFF2-40B4-BE49-F238E27FC236}">
                      <a16:creationId xmlns:a16="http://schemas.microsoft.com/office/drawing/2014/main" id="{90601D0B-CAA3-4040-9661-A63787189CE7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74" y="1348"/>
                  <a:ext cx="868" cy="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24585" name="Group 36">
              <a:extLst>
                <a:ext uri="{FF2B5EF4-FFF2-40B4-BE49-F238E27FC236}">
                  <a16:creationId xmlns:a16="http://schemas.microsoft.com/office/drawing/2014/main" id="{5929582A-AAEF-430D-BFE5-49ED0EAA4E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4" y="2160"/>
              <a:ext cx="4731" cy="1632"/>
              <a:chOff x="994" y="2160"/>
              <a:chExt cx="4731" cy="1632"/>
            </a:xfrm>
          </p:grpSpPr>
          <p:sp>
            <p:nvSpPr>
              <p:cNvPr id="24586" name="Rectangle 24">
                <a:extLst>
                  <a:ext uri="{FF2B5EF4-FFF2-40B4-BE49-F238E27FC236}">
                    <a16:creationId xmlns:a16="http://schemas.microsoft.com/office/drawing/2014/main" id="{EB7A6E55-83C3-4529-826E-DA4E038C2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7" y="2711"/>
                <a:ext cx="1103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64" tIns="46033" rIns="92064" bIns="46033">
                <a:spAutoFit/>
              </a:bodyPr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914414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en-US" altLang="ja-JP" sz="1361" b="1">
                    <a:solidFill>
                      <a:srgbClr val="000000"/>
                    </a:solidFill>
                    <a:latin typeface="Times New Roman" panose="02020603050405020304" pitchFamily="18" charset="0"/>
                    <a:ea typeface="HG明朝B"/>
                    <a:cs typeface="HG明朝B"/>
                  </a:rPr>
                  <a:t>THE IDEAL</a:t>
                </a:r>
              </a:p>
            </p:txBody>
          </p:sp>
          <p:sp>
            <p:nvSpPr>
              <p:cNvPr id="24587" name="Rectangle 25">
                <a:extLst>
                  <a:ext uri="{FF2B5EF4-FFF2-40B4-BE49-F238E27FC236}">
                    <a16:creationId xmlns:a16="http://schemas.microsoft.com/office/drawing/2014/main" id="{848D21FF-F885-4442-9CFB-F59EF2F09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660000">
                <a:off x="1819" y="3055"/>
                <a:ext cx="90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64" tIns="46033" rIns="92064" bIns="46033">
                <a:spAutoFit/>
              </a:bodyPr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914414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en-US" altLang="ja-JP" sz="1361" b="1">
                    <a:solidFill>
                      <a:srgbClr val="000000"/>
                    </a:solidFill>
                    <a:latin typeface="Times New Roman" panose="02020603050405020304" pitchFamily="18" charset="0"/>
                    <a:ea typeface="HG明朝B"/>
                    <a:cs typeface="HG明朝B"/>
                  </a:rPr>
                  <a:t>ACTUALITY</a:t>
                </a:r>
              </a:p>
            </p:txBody>
          </p:sp>
          <p:grpSp>
            <p:nvGrpSpPr>
              <p:cNvPr id="24588" name="Group 35">
                <a:extLst>
                  <a:ext uri="{FF2B5EF4-FFF2-40B4-BE49-F238E27FC236}">
                    <a16:creationId xmlns:a16="http://schemas.microsoft.com/office/drawing/2014/main" id="{7D72303B-3FBE-4927-A023-8BF909AC8D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94" y="2160"/>
                <a:ext cx="4731" cy="1632"/>
                <a:chOff x="994" y="2160"/>
                <a:chExt cx="4731" cy="1632"/>
              </a:xfrm>
            </p:grpSpPr>
            <p:grpSp>
              <p:nvGrpSpPr>
                <p:cNvPr id="24589" name="Group 32">
                  <a:extLst>
                    <a:ext uri="{FF2B5EF4-FFF2-40B4-BE49-F238E27FC236}">
                      <a16:creationId xmlns:a16="http://schemas.microsoft.com/office/drawing/2014/main" id="{29678804-4502-4535-8F8F-2A5A5304C11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94" y="2183"/>
                  <a:ext cx="4608" cy="1609"/>
                  <a:chOff x="994" y="2183"/>
                  <a:chExt cx="4608" cy="1609"/>
                </a:xfrm>
              </p:grpSpPr>
              <p:grpSp>
                <p:nvGrpSpPr>
                  <p:cNvPr id="24592" name="Group 28">
                    <a:extLst>
                      <a:ext uri="{FF2B5EF4-FFF2-40B4-BE49-F238E27FC236}">
                        <a16:creationId xmlns:a16="http://schemas.microsoft.com/office/drawing/2014/main" id="{53FA369B-EADB-41E2-BB0D-0062344C447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91" y="2183"/>
                    <a:ext cx="1911" cy="1090"/>
                    <a:chOff x="3691" y="2183"/>
                    <a:chExt cx="1911" cy="1090"/>
                  </a:xfrm>
                </p:grpSpPr>
                <p:sp>
                  <p:nvSpPr>
                    <p:cNvPr id="24596" name="Line 26">
                      <a:extLst>
                        <a:ext uri="{FF2B5EF4-FFF2-40B4-BE49-F238E27FC236}">
                          <a16:creationId xmlns:a16="http://schemas.microsoft.com/office/drawing/2014/main" id="{AB171FEF-9E6B-41D2-BAE2-99B44F0CC20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691" y="2183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defTabSz="407526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26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4597" name="Line 27">
                      <a:extLst>
                        <a:ext uri="{FF2B5EF4-FFF2-40B4-BE49-F238E27FC236}">
                          <a16:creationId xmlns:a16="http://schemas.microsoft.com/office/drawing/2014/main" id="{EF327A89-7478-44E2-A072-89BE8A39237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91" y="2200"/>
                      <a:ext cx="1911" cy="36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defTabSz="407526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26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24593" name="Group 31">
                    <a:extLst>
                      <a:ext uri="{FF2B5EF4-FFF2-40B4-BE49-F238E27FC236}">
                        <a16:creationId xmlns:a16="http://schemas.microsoft.com/office/drawing/2014/main" id="{90604B24-DCE5-4891-B189-7BE34CBC4DC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94" y="2702"/>
                    <a:ext cx="2696" cy="1090"/>
                    <a:chOff x="994" y="2702"/>
                    <a:chExt cx="2696" cy="1090"/>
                  </a:xfrm>
                </p:grpSpPr>
                <p:sp>
                  <p:nvSpPr>
                    <p:cNvPr id="24594" name="Line 29">
                      <a:extLst>
                        <a:ext uri="{FF2B5EF4-FFF2-40B4-BE49-F238E27FC236}">
                          <a16:creationId xmlns:a16="http://schemas.microsoft.com/office/drawing/2014/main" id="{D170806C-6434-4EB7-AB22-81B032E7DEE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994" y="2702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defTabSz="407526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26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4595" name="Line 30">
                      <a:extLst>
                        <a:ext uri="{FF2B5EF4-FFF2-40B4-BE49-F238E27FC236}">
                          <a16:creationId xmlns:a16="http://schemas.microsoft.com/office/drawing/2014/main" id="{65511B4F-3251-48F2-95BF-2B9A549785A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4" y="2719"/>
                      <a:ext cx="2696" cy="55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defTabSz="407526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26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  <p:sp>
              <p:nvSpPr>
                <p:cNvPr id="24590" name="Line 33">
                  <a:extLst>
                    <a:ext uri="{FF2B5EF4-FFF2-40B4-BE49-F238E27FC236}">
                      <a16:creationId xmlns:a16="http://schemas.microsoft.com/office/drawing/2014/main" id="{CAF5448B-9717-414F-A733-BADA210C43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94" y="2688"/>
                  <a:ext cx="268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407526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26">
                    <a:solidFill>
                      <a:srgbClr val="FFFFFF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591" name="Line 34">
                  <a:extLst>
                    <a:ext uri="{FF2B5EF4-FFF2-40B4-BE49-F238E27FC236}">
                      <a16:creationId xmlns:a16="http://schemas.microsoft.com/office/drawing/2014/main" id="{0A5C1288-3BF9-4BF0-B9E2-C4BB104952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09" y="2160"/>
                  <a:ext cx="201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407526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26">
                    <a:solidFill>
                      <a:srgbClr val="FFFFFF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24582" name="Rectangle 38">
            <a:extLst>
              <a:ext uri="{FF2B5EF4-FFF2-40B4-BE49-F238E27FC236}">
                <a16:creationId xmlns:a16="http://schemas.microsoft.com/office/drawing/2014/main" id="{06E6E363-1DCE-4980-8BAE-301CC5A34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9121" y="341641"/>
            <a:ext cx="2671200" cy="1181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914414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ja-JP" sz="2358">
                <a:solidFill>
                  <a:srgbClr val="FFA7E8"/>
                </a:solidFill>
                <a:ea typeface="HG明朝B"/>
                <a:cs typeface="HG明朝B"/>
              </a:rPr>
              <a:t>Dramatic but intermittent progress</a:t>
            </a:r>
          </a:p>
        </p:txBody>
      </p:sp>
      <p:sp>
        <p:nvSpPr>
          <p:cNvPr id="24583" name="Rectangle 39">
            <a:extLst>
              <a:ext uri="{FF2B5EF4-FFF2-40B4-BE49-F238E27FC236}">
                <a16:creationId xmlns:a16="http://schemas.microsoft.com/office/drawing/2014/main" id="{88A6FB6B-92F5-4A79-90D5-369311546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641" y="5594761"/>
            <a:ext cx="7273440" cy="1181533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14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ja-JP" sz="2358">
                <a:solidFill>
                  <a:srgbClr val="FFFFFF"/>
                </a:solidFill>
                <a:ea typeface="HG明朝B"/>
                <a:cs typeface="HG明朝B"/>
              </a:rPr>
              <a:t>Higher standard achieved through innovation is subject to deterioration unless continuing efforts are made first to maintain it and then to improve it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7A2BB2A-2DF6-4C5C-A76F-7D9E65EFD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61" y="417961"/>
            <a:ext cx="2895840" cy="455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14" fontAlgn="base">
              <a:spcBef>
                <a:spcPct val="50000"/>
              </a:spcBef>
              <a:spcAft>
                <a:spcPct val="0"/>
              </a:spcAft>
            </a:pPr>
            <a:endParaRPr kumimoji="1" lang="en-US" altLang="en-US" sz="2358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grpSp>
        <p:nvGrpSpPr>
          <p:cNvPr id="25603" name="Group 3">
            <a:extLst>
              <a:ext uri="{FF2B5EF4-FFF2-40B4-BE49-F238E27FC236}">
                <a16:creationId xmlns:a16="http://schemas.microsoft.com/office/drawing/2014/main" id="{838A5F90-9AEB-4DE1-B6A7-8A8397A46B6E}"/>
              </a:ext>
            </a:extLst>
          </p:cNvPr>
          <p:cNvGrpSpPr>
            <a:grpSpLocks/>
          </p:cNvGrpSpPr>
          <p:nvPr/>
        </p:nvGrpSpPr>
        <p:grpSpPr bwMode="auto">
          <a:xfrm>
            <a:off x="1" y="5148361"/>
            <a:ext cx="9142560" cy="1709280"/>
            <a:chOff x="0" y="3243"/>
            <a:chExt cx="5759" cy="1077"/>
          </a:xfrm>
        </p:grpSpPr>
        <p:sp>
          <p:nvSpPr>
            <p:cNvPr id="25637" name="Freeform 4">
              <a:extLst>
                <a:ext uri="{FF2B5EF4-FFF2-40B4-BE49-F238E27FC236}">
                  <a16:creationId xmlns:a16="http://schemas.microsoft.com/office/drawing/2014/main" id="{57029A72-F043-4050-A8CB-59BE28AB1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3936"/>
              <a:ext cx="1104" cy="384"/>
            </a:xfrm>
            <a:custGeom>
              <a:avLst/>
              <a:gdLst>
                <a:gd name="T0" fmla="*/ 0 w 1104"/>
                <a:gd name="T1" fmla="*/ 0 h 384"/>
                <a:gd name="T2" fmla="*/ 88 w 1104"/>
                <a:gd name="T3" fmla="*/ 39 h 384"/>
                <a:gd name="T4" fmla="*/ 95 w 1104"/>
                <a:gd name="T5" fmla="*/ 68 h 384"/>
                <a:gd name="T6" fmla="*/ 141 w 1104"/>
                <a:gd name="T7" fmla="*/ 112 h 384"/>
                <a:gd name="T8" fmla="*/ 194 w 1104"/>
                <a:gd name="T9" fmla="*/ 119 h 384"/>
                <a:gd name="T10" fmla="*/ 240 w 1104"/>
                <a:gd name="T11" fmla="*/ 121 h 384"/>
                <a:gd name="T12" fmla="*/ 251 w 1104"/>
                <a:gd name="T13" fmla="*/ 165 h 384"/>
                <a:gd name="T14" fmla="*/ 283 w 1104"/>
                <a:gd name="T15" fmla="*/ 147 h 384"/>
                <a:gd name="T16" fmla="*/ 340 w 1104"/>
                <a:gd name="T17" fmla="*/ 147 h 384"/>
                <a:gd name="T18" fmla="*/ 389 w 1104"/>
                <a:gd name="T19" fmla="*/ 137 h 384"/>
                <a:gd name="T20" fmla="*/ 418 w 1104"/>
                <a:gd name="T21" fmla="*/ 163 h 384"/>
                <a:gd name="T22" fmla="*/ 439 w 1104"/>
                <a:gd name="T23" fmla="*/ 208 h 384"/>
                <a:gd name="T24" fmla="*/ 454 w 1104"/>
                <a:gd name="T25" fmla="*/ 188 h 384"/>
                <a:gd name="T26" fmla="*/ 482 w 1104"/>
                <a:gd name="T27" fmla="*/ 178 h 384"/>
                <a:gd name="T28" fmla="*/ 557 w 1104"/>
                <a:gd name="T29" fmla="*/ 259 h 384"/>
                <a:gd name="T30" fmla="*/ 599 w 1104"/>
                <a:gd name="T31" fmla="*/ 256 h 384"/>
                <a:gd name="T32" fmla="*/ 660 w 1104"/>
                <a:gd name="T33" fmla="*/ 280 h 384"/>
                <a:gd name="T34" fmla="*/ 716 w 1104"/>
                <a:gd name="T35" fmla="*/ 274 h 384"/>
                <a:gd name="T36" fmla="*/ 767 w 1104"/>
                <a:gd name="T37" fmla="*/ 249 h 384"/>
                <a:gd name="T38" fmla="*/ 808 w 1104"/>
                <a:gd name="T39" fmla="*/ 278 h 384"/>
                <a:gd name="T40" fmla="*/ 866 w 1104"/>
                <a:gd name="T41" fmla="*/ 274 h 384"/>
                <a:gd name="T42" fmla="*/ 922 w 1104"/>
                <a:gd name="T43" fmla="*/ 345 h 384"/>
                <a:gd name="T44" fmla="*/ 978 w 1104"/>
                <a:gd name="T45" fmla="*/ 344 h 384"/>
                <a:gd name="T46" fmla="*/ 1043 w 1104"/>
                <a:gd name="T47" fmla="*/ 354 h 384"/>
                <a:gd name="T48" fmla="*/ 1084 w 1104"/>
                <a:gd name="T49" fmla="*/ 375 h 384"/>
                <a:gd name="T50" fmla="*/ 1103 w 1104"/>
                <a:gd name="T51" fmla="*/ 382 h 384"/>
                <a:gd name="T52" fmla="*/ 0 w 1104"/>
                <a:gd name="T53" fmla="*/ 383 h 384"/>
                <a:gd name="T54" fmla="*/ 0 w 1104"/>
                <a:gd name="T55" fmla="*/ 0 h 38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104"/>
                <a:gd name="T85" fmla="*/ 0 h 384"/>
                <a:gd name="T86" fmla="*/ 1104 w 1104"/>
                <a:gd name="T87" fmla="*/ 384 h 38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104" h="384">
                  <a:moveTo>
                    <a:pt x="0" y="0"/>
                  </a:moveTo>
                  <a:lnTo>
                    <a:pt x="88" y="39"/>
                  </a:lnTo>
                  <a:lnTo>
                    <a:pt x="95" y="68"/>
                  </a:lnTo>
                  <a:lnTo>
                    <a:pt x="141" y="112"/>
                  </a:lnTo>
                  <a:lnTo>
                    <a:pt x="194" y="119"/>
                  </a:lnTo>
                  <a:lnTo>
                    <a:pt x="240" y="121"/>
                  </a:lnTo>
                  <a:lnTo>
                    <a:pt x="251" y="165"/>
                  </a:lnTo>
                  <a:lnTo>
                    <a:pt x="283" y="147"/>
                  </a:lnTo>
                  <a:lnTo>
                    <a:pt x="340" y="147"/>
                  </a:lnTo>
                  <a:lnTo>
                    <a:pt x="389" y="137"/>
                  </a:lnTo>
                  <a:lnTo>
                    <a:pt x="418" y="163"/>
                  </a:lnTo>
                  <a:lnTo>
                    <a:pt x="439" y="208"/>
                  </a:lnTo>
                  <a:lnTo>
                    <a:pt x="454" y="188"/>
                  </a:lnTo>
                  <a:lnTo>
                    <a:pt x="482" y="178"/>
                  </a:lnTo>
                  <a:lnTo>
                    <a:pt x="557" y="259"/>
                  </a:lnTo>
                  <a:lnTo>
                    <a:pt x="599" y="256"/>
                  </a:lnTo>
                  <a:lnTo>
                    <a:pt x="660" y="280"/>
                  </a:lnTo>
                  <a:lnTo>
                    <a:pt x="716" y="274"/>
                  </a:lnTo>
                  <a:lnTo>
                    <a:pt x="767" y="249"/>
                  </a:lnTo>
                  <a:lnTo>
                    <a:pt x="808" y="278"/>
                  </a:lnTo>
                  <a:lnTo>
                    <a:pt x="866" y="274"/>
                  </a:lnTo>
                  <a:lnTo>
                    <a:pt x="922" y="345"/>
                  </a:lnTo>
                  <a:lnTo>
                    <a:pt x="978" y="344"/>
                  </a:lnTo>
                  <a:lnTo>
                    <a:pt x="1043" y="354"/>
                  </a:lnTo>
                  <a:lnTo>
                    <a:pt x="1084" y="375"/>
                  </a:lnTo>
                  <a:lnTo>
                    <a:pt x="1103" y="382"/>
                  </a:lnTo>
                  <a:lnTo>
                    <a:pt x="0" y="383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9" tIns="45714" rIns="91429" bIns="45714"/>
            <a:lstStyle/>
            <a:p>
              <a:pPr defTabSz="407526" fontAlgn="base">
                <a:spcBef>
                  <a:spcPct val="0"/>
                </a:spcBef>
                <a:spcAft>
                  <a:spcPct val="0"/>
                </a:spcAft>
              </a:pPr>
              <a:endParaRPr lang="en-US" sz="726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5638" name="Freeform 5">
              <a:extLst>
                <a:ext uri="{FF2B5EF4-FFF2-40B4-BE49-F238E27FC236}">
                  <a16:creationId xmlns:a16="http://schemas.microsoft.com/office/drawing/2014/main" id="{AF8A8302-481A-4563-A48C-D0AD99EF2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6" y="3243"/>
              <a:ext cx="4753" cy="1077"/>
            </a:xfrm>
            <a:custGeom>
              <a:avLst/>
              <a:gdLst>
                <a:gd name="T0" fmla="*/ 4752 w 4753"/>
                <a:gd name="T1" fmla="*/ 0 h 1077"/>
                <a:gd name="T2" fmla="*/ 4369 w 4753"/>
                <a:gd name="T3" fmla="*/ 110 h 1077"/>
                <a:gd name="T4" fmla="*/ 4341 w 4753"/>
                <a:gd name="T5" fmla="*/ 191 h 1077"/>
                <a:gd name="T6" fmla="*/ 4143 w 4753"/>
                <a:gd name="T7" fmla="*/ 317 h 1077"/>
                <a:gd name="T8" fmla="*/ 3912 w 4753"/>
                <a:gd name="T9" fmla="*/ 334 h 1077"/>
                <a:gd name="T10" fmla="*/ 3714 w 4753"/>
                <a:gd name="T11" fmla="*/ 341 h 1077"/>
                <a:gd name="T12" fmla="*/ 3668 w 4753"/>
                <a:gd name="T13" fmla="*/ 464 h 1077"/>
                <a:gd name="T14" fmla="*/ 3529 w 4753"/>
                <a:gd name="T15" fmla="*/ 413 h 1077"/>
                <a:gd name="T16" fmla="*/ 3285 w 4753"/>
                <a:gd name="T17" fmla="*/ 413 h 1077"/>
                <a:gd name="T18" fmla="*/ 3072 w 4753"/>
                <a:gd name="T19" fmla="*/ 385 h 1077"/>
                <a:gd name="T20" fmla="*/ 2948 w 4753"/>
                <a:gd name="T21" fmla="*/ 457 h 1077"/>
                <a:gd name="T22" fmla="*/ 2856 w 4753"/>
                <a:gd name="T23" fmla="*/ 583 h 1077"/>
                <a:gd name="T24" fmla="*/ 2797 w 4753"/>
                <a:gd name="T25" fmla="*/ 529 h 1077"/>
                <a:gd name="T26" fmla="*/ 2673 w 4753"/>
                <a:gd name="T27" fmla="*/ 502 h 1077"/>
                <a:gd name="T28" fmla="*/ 2352 w 4753"/>
                <a:gd name="T29" fmla="*/ 729 h 1077"/>
                <a:gd name="T30" fmla="*/ 2167 w 4753"/>
                <a:gd name="T31" fmla="*/ 720 h 1077"/>
                <a:gd name="T32" fmla="*/ 1908 w 4753"/>
                <a:gd name="T33" fmla="*/ 789 h 1077"/>
                <a:gd name="T34" fmla="*/ 1667 w 4753"/>
                <a:gd name="T35" fmla="*/ 771 h 1077"/>
                <a:gd name="T36" fmla="*/ 1448 w 4753"/>
                <a:gd name="T37" fmla="*/ 700 h 1077"/>
                <a:gd name="T38" fmla="*/ 1268 w 4753"/>
                <a:gd name="T39" fmla="*/ 780 h 1077"/>
                <a:gd name="T40" fmla="*/ 1022 w 4753"/>
                <a:gd name="T41" fmla="*/ 771 h 1077"/>
                <a:gd name="T42" fmla="*/ 778 w 4753"/>
                <a:gd name="T43" fmla="*/ 969 h 1077"/>
                <a:gd name="T44" fmla="*/ 534 w 4753"/>
                <a:gd name="T45" fmla="*/ 966 h 1077"/>
                <a:gd name="T46" fmla="*/ 256 w 4753"/>
                <a:gd name="T47" fmla="*/ 996 h 1077"/>
                <a:gd name="T48" fmla="*/ 77 w 4753"/>
                <a:gd name="T49" fmla="*/ 1052 h 1077"/>
                <a:gd name="T50" fmla="*/ 0 w 4753"/>
                <a:gd name="T51" fmla="*/ 1074 h 1077"/>
                <a:gd name="T52" fmla="*/ 4752 w 4753"/>
                <a:gd name="T53" fmla="*/ 1076 h 1077"/>
                <a:gd name="T54" fmla="*/ 4752 w 4753"/>
                <a:gd name="T55" fmla="*/ 0 h 107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753"/>
                <a:gd name="T85" fmla="*/ 0 h 1077"/>
                <a:gd name="T86" fmla="*/ 4753 w 4753"/>
                <a:gd name="T87" fmla="*/ 1077 h 107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753" h="1077">
                  <a:moveTo>
                    <a:pt x="4752" y="0"/>
                  </a:moveTo>
                  <a:lnTo>
                    <a:pt x="4369" y="110"/>
                  </a:lnTo>
                  <a:lnTo>
                    <a:pt x="4341" y="191"/>
                  </a:lnTo>
                  <a:lnTo>
                    <a:pt x="4143" y="317"/>
                  </a:lnTo>
                  <a:lnTo>
                    <a:pt x="3912" y="334"/>
                  </a:lnTo>
                  <a:lnTo>
                    <a:pt x="3714" y="341"/>
                  </a:lnTo>
                  <a:lnTo>
                    <a:pt x="3668" y="464"/>
                  </a:lnTo>
                  <a:lnTo>
                    <a:pt x="3529" y="413"/>
                  </a:lnTo>
                  <a:lnTo>
                    <a:pt x="3285" y="413"/>
                  </a:lnTo>
                  <a:lnTo>
                    <a:pt x="3072" y="385"/>
                  </a:lnTo>
                  <a:lnTo>
                    <a:pt x="2948" y="457"/>
                  </a:lnTo>
                  <a:lnTo>
                    <a:pt x="2856" y="583"/>
                  </a:lnTo>
                  <a:lnTo>
                    <a:pt x="2797" y="529"/>
                  </a:lnTo>
                  <a:lnTo>
                    <a:pt x="2673" y="502"/>
                  </a:lnTo>
                  <a:lnTo>
                    <a:pt x="2352" y="729"/>
                  </a:lnTo>
                  <a:lnTo>
                    <a:pt x="2167" y="720"/>
                  </a:lnTo>
                  <a:lnTo>
                    <a:pt x="1908" y="789"/>
                  </a:lnTo>
                  <a:lnTo>
                    <a:pt x="1667" y="771"/>
                  </a:lnTo>
                  <a:lnTo>
                    <a:pt x="1448" y="700"/>
                  </a:lnTo>
                  <a:lnTo>
                    <a:pt x="1268" y="780"/>
                  </a:lnTo>
                  <a:lnTo>
                    <a:pt x="1022" y="771"/>
                  </a:lnTo>
                  <a:lnTo>
                    <a:pt x="778" y="969"/>
                  </a:lnTo>
                  <a:lnTo>
                    <a:pt x="534" y="966"/>
                  </a:lnTo>
                  <a:lnTo>
                    <a:pt x="256" y="996"/>
                  </a:lnTo>
                  <a:lnTo>
                    <a:pt x="77" y="1052"/>
                  </a:lnTo>
                  <a:lnTo>
                    <a:pt x="0" y="1074"/>
                  </a:lnTo>
                  <a:lnTo>
                    <a:pt x="4752" y="1076"/>
                  </a:lnTo>
                  <a:lnTo>
                    <a:pt x="4752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9" tIns="45714" rIns="91429" bIns="45714"/>
            <a:lstStyle/>
            <a:p>
              <a:pPr defTabSz="407526" fontAlgn="base">
                <a:spcBef>
                  <a:spcPct val="0"/>
                </a:spcBef>
                <a:spcAft>
                  <a:spcPct val="0"/>
                </a:spcAft>
              </a:pPr>
              <a:endParaRPr lang="en-US" sz="726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graphicFrame>
          <p:nvGraphicFramePr>
            <p:cNvPr id="25639" name="Object 6">
              <a:extLst>
                <a:ext uri="{FF2B5EF4-FFF2-40B4-BE49-F238E27FC236}">
                  <a16:creationId xmlns:a16="http://schemas.microsoft.com/office/drawing/2014/main" id="{BD97F4DB-0815-470F-8000-5984F7C8327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779" y="3414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25639" name="Object 6">
                          <a:extLst>
                            <a:ext uri="{FF2B5EF4-FFF2-40B4-BE49-F238E27FC236}">
                              <a16:creationId xmlns:a16="http://schemas.microsoft.com/office/drawing/2014/main" id="{BD97F4DB-0815-470F-8000-5984F7C8327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9" y="3414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0" name="Object 7">
              <a:extLst>
                <a:ext uri="{FF2B5EF4-FFF2-40B4-BE49-F238E27FC236}">
                  <a16:creationId xmlns:a16="http://schemas.microsoft.com/office/drawing/2014/main" id="{3F6E41E0-EFD9-491E-BBF2-E546893D5C0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19" y="3531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25640" name="Object 7">
                          <a:extLst>
                            <a:ext uri="{FF2B5EF4-FFF2-40B4-BE49-F238E27FC236}">
                              <a16:creationId xmlns:a16="http://schemas.microsoft.com/office/drawing/2014/main" id="{3F6E41E0-EFD9-491E-BBF2-E546893D5C0E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" y="3531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1" name="Object 8">
              <a:extLst>
                <a:ext uri="{FF2B5EF4-FFF2-40B4-BE49-F238E27FC236}">
                  <a16:creationId xmlns:a16="http://schemas.microsoft.com/office/drawing/2014/main" id="{D0AB10C8-EB8A-4E9E-908A-4088A09F150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100" y="3558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25641" name="Object 8">
                          <a:extLst>
                            <a:ext uri="{FF2B5EF4-FFF2-40B4-BE49-F238E27FC236}">
                              <a16:creationId xmlns:a16="http://schemas.microsoft.com/office/drawing/2014/main" id="{D0AB10C8-EB8A-4E9E-908A-4088A09F150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0" y="3558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604" name="Group 9">
            <a:extLst>
              <a:ext uri="{FF2B5EF4-FFF2-40B4-BE49-F238E27FC236}">
                <a16:creationId xmlns:a16="http://schemas.microsoft.com/office/drawing/2014/main" id="{124BEADA-3D5F-4AF2-8E01-D48828822869}"/>
              </a:ext>
            </a:extLst>
          </p:cNvPr>
          <p:cNvGrpSpPr>
            <a:grpSpLocks/>
          </p:cNvGrpSpPr>
          <p:nvPr/>
        </p:nvGrpSpPr>
        <p:grpSpPr bwMode="auto">
          <a:xfrm>
            <a:off x="28801" y="776521"/>
            <a:ext cx="9038880" cy="5811840"/>
            <a:chOff x="18" y="489"/>
            <a:chExt cx="5694" cy="3661"/>
          </a:xfrm>
        </p:grpSpPr>
        <p:grpSp>
          <p:nvGrpSpPr>
            <p:cNvPr id="25607" name="Group 10">
              <a:extLst>
                <a:ext uri="{FF2B5EF4-FFF2-40B4-BE49-F238E27FC236}">
                  <a16:creationId xmlns:a16="http://schemas.microsoft.com/office/drawing/2014/main" id="{2784DF9D-6C04-48CD-B8E6-0DAED2ABED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" y="489"/>
              <a:ext cx="4896" cy="3005"/>
              <a:chOff x="18" y="489"/>
              <a:chExt cx="4896" cy="3005"/>
            </a:xfrm>
          </p:grpSpPr>
          <p:grpSp>
            <p:nvGrpSpPr>
              <p:cNvPr id="25622" name="Group 11">
                <a:extLst>
                  <a:ext uri="{FF2B5EF4-FFF2-40B4-BE49-F238E27FC236}">
                    <a16:creationId xmlns:a16="http://schemas.microsoft.com/office/drawing/2014/main" id="{5F6E29B8-F3C9-4DA9-B331-0EEFAEC4F5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41" y="1482"/>
                <a:ext cx="1702" cy="1643"/>
                <a:chOff x="1741" y="1482"/>
                <a:chExt cx="1702" cy="1643"/>
              </a:xfrm>
            </p:grpSpPr>
            <p:sp>
              <p:nvSpPr>
                <p:cNvPr id="25629" name="Oval 12">
                  <a:extLst>
                    <a:ext uri="{FF2B5EF4-FFF2-40B4-BE49-F238E27FC236}">
                      <a16:creationId xmlns:a16="http://schemas.microsoft.com/office/drawing/2014/main" id="{0BD9FC86-31AF-46CD-BE63-CE600ACF62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41" y="1482"/>
                  <a:ext cx="1702" cy="1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5630" name="Group 13">
                  <a:extLst>
                    <a:ext uri="{FF2B5EF4-FFF2-40B4-BE49-F238E27FC236}">
                      <a16:creationId xmlns:a16="http://schemas.microsoft.com/office/drawing/2014/main" id="{8E427E43-B86F-4B42-B8D1-637399CDBE6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88" y="1673"/>
                  <a:ext cx="1008" cy="1261"/>
                  <a:chOff x="2088" y="1673"/>
                  <a:chExt cx="1008" cy="1261"/>
                </a:xfrm>
              </p:grpSpPr>
              <p:pic>
                <p:nvPicPr>
                  <p:cNvPr id="25631" name="Picture 14">
                    <a:extLst>
                      <a:ext uri="{FF2B5EF4-FFF2-40B4-BE49-F238E27FC236}">
                        <a16:creationId xmlns:a16="http://schemas.microsoft.com/office/drawing/2014/main" id="{C32E647E-686F-424B-8FFD-BF6DA9A32096}"/>
                      </a:ext>
                    </a:extLst>
                  </p:cNvPr>
                  <p:cNvPicPr>
                    <a:picLocks noChangeArrowheads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088" y="1737"/>
                    <a:ext cx="1008" cy="119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grpSp>
                <p:nvGrpSpPr>
                  <p:cNvPr id="25632" name="Group 15">
                    <a:extLst>
                      <a:ext uri="{FF2B5EF4-FFF2-40B4-BE49-F238E27FC236}">
                        <a16:creationId xmlns:a16="http://schemas.microsoft.com/office/drawing/2014/main" id="{6FFC9AEE-B5C3-4CF9-ADA5-63C0DF18787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549" y="1673"/>
                    <a:ext cx="492" cy="131"/>
                    <a:chOff x="2549" y="1673"/>
                    <a:chExt cx="492" cy="131"/>
                  </a:xfrm>
                </p:grpSpPr>
                <p:sp>
                  <p:nvSpPr>
                    <p:cNvPr id="25633" name="Freeform 16">
                      <a:extLst>
                        <a:ext uri="{FF2B5EF4-FFF2-40B4-BE49-F238E27FC236}">
                          <a16:creationId xmlns:a16="http://schemas.microsoft.com/office/drawing/2014/main" id="{B714380D-2512-4743-BECC-F10A49A777B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88" y="1756"/>
                      <a:ext cx="53" cy="24"/>
                    </a:xfrm>
                    <a:custGeom>
                      <a:avLst/>
                      <a:gdLst>
                        <a:gd name="T0" fmla="*/ 0 w 53"/>
                        <a:gd name="T1" fmla="*/ 23 h 24"/>
                        <a:gd name="T2" fmla="*/ 13 w 53"/>
                        <a:gd name="T3" fmla="*/ 10 h 24"/>
                        <a:gd name="T4" fmla="*/ 16 w 53"/>
                        <a:gd name="T5" fmla="*/ 7 h 24"/>
                        <a:gd name="T6" fmla="*/ 18 w 53"/>
                        <a:gd name="T7" fmla="*/ 6 h 24"/>
                        <a:gd name="T8" fmla="*/ 21 w 53"/>
                        <a:gd name="T9" fmla="*/ 4 h 24"/>
                        <a:gd name="T10" fmla="*/ 24 w 53"/>
                        <a:gd name="T11" fmla="*/ 2 h 24"/>
                        <a:gd name="T12" fmla="*/ 27 w 53"/>
                        <a:gd name="T13" fmla="*/ 1 h 24"/>
                        <a:gd name="T14" fmla="*/ 30 w 53"/>
                        <a:gd name="T15" fmla="*/ 0 h 24"/>
                        <a:gd name="T16" fmla="*/ 33 w 53"/>
                        <a:gd name="T17" fmla="*/ 0 h 24"/>
                        <a:gd name="T18" fmla="*/ 37 w 53"/>
                        <a:gd name="T19" fmla="*/ 0 h 24"/>
                        <a:gd name="T20" fmla="*/ 39 w 53"/>
                        <a:gd name="T21" fmla="*/ 0 h 24"/>
                        <a:gd name="T22" fmla="*/ 41 w 53"/>
                        <a:gd name="T23" fmla="*/ 0 h 24"/>
                        <a:gd name="T24" fmla="*/ 44 w 53"/>
                        <a:gd name="T25" fmla="*/ 0 h 24"/>
                        <a:gd name="T26" fmla="*/ 45 w 53"/>
                        <a:gd name="T27" fmla="*/ 1 h 24"/>
                        <a:gd name="T28" fmla="*/ 48 w 53"/>
                        <a:gd name="T29" fmla="*/ 3 h 24"/>
                        <a:gd name="T30" fmla="*/ 50 w 53"/>
                        <a:gd name="T31" fmla="*/ 6 h 24"/>
                        <a:gd name="T32" fmla="*/ 51 w 53"/>
                        <a:gd name="T33" fmla="*/ 7 h 24"/>
                        <a:gd name="T34" fmla="*/ 52 w 53"/>
                        <a:gd name="T35" fmla="*/ 11 h 24"/>
                        <a:gd name="T36" fmla="*/ 51 w 53"/>
                        <a:gd name="T37" fmla="*/ 16 h 24"/>
                        <a:gd name="T38" fmla="*/ 50 w 53"/>
                        <a:gd name="T39" fmla="*/ 18 h 24"/>
                        <a:gd name="T40" fmla="*/ 48 w 53"/>
                        <a:gd name="T41" fmla="*/ 19 h 24"/>
                        <a:gd name="T42" fmla="*/ 44 w 53"/>
                        <a:gd name="T43" fmla="*/ 21 h 24"/>
                        <a:gd name="T44" fmla="*/ 41 w 53"/>
                        <a:gd name="T45" fmla="*/ 22 h 24"/>
                        <a:gd name="T46" fmla="*/ 37 w 53"/>
                        <a:gd name="T47" fmla="*/ 22 h 24"/>
                        <a:gd name="T48" fmla="*/ 33 w 53"/>
                        <a:gd name="T49" fmla="*/ 20 h 24"/>
                        <a:gd name="T50" fmla="*/ 27 w 53"/>
                        <a:gd name="T51" fmla="*/ 19 h 24"/>
                        <a:gd name="T52" fmla="*/ 23 w 53"/>
                        <a:gd name="T53" fmla="*/ 19 h 24"/>
                        <a:gd name="T54" fmla="*/ 17 w 53"/>
                        <a:gd name="T55" fmla="*/ 19 h 24"/>
                        <a:gd name="T56" fmla="*/ 10 w 53"/>
                        <a:gd name="T57" fmla="*/ 19 h 24"/>
                        <a:gd name="T58" fmla="*/ 0 w 53"/>
                        <a:gd name="T59" fmla="*/ 23 h 24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53"/>
                        <a:gd name="T91" fmla="*/ 0 h 24"/>
                        <a:gd name="T92" fmla="*/ 53 w 53"/>
                        <a:gd name="T93" fmla="*/ 24 h 24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53" h="24">
                          <a:moveTo>
                            <a:pt x="0" y="23"/>
                          </a:moveTo>
                          <a:lnTo>
                            <a:pt x="13" y="10"/>
                          </a:lnTo>
                          <a:lnTo>
                            <a:pt x="16" y="7"/>
                          </a:lnTo>
                          <a:lnTo>
                            <a:pt x="18" y="6"/>
                          </a:lnTo>
                          <a:lnTo>
                            <a:pt x="21" y="4"/>
                          </a:lnTo>
                          <a:lnTo>
                            <a:pt x="24" y="2"/>
                          </a:lnTo>
                          <a:lnTo>
                            <a:pt x="27" y="1"/>
                          </a:lnTo>
                          <a:lnTo>
                            <a:pt x="30" y="0"/>
                          </a:lnTo>
                          <a:lnTo>
                            <a:pt x="33" y="0"/>
                          </a:lnTo>
                          <a:lnTo>
                            <a:pt x="37" y="0"/>
                          </a:lnTo>
                          <a:lnTo>
                            <a:pt x="39" y="0"/>
                          </a:lnTo>
                          <a:lnTo>
                            <a:pt x="41" y="0"/>
                          </a:lnTo>
                          <a:lnTo>
                            <a:pt x="44" y="0"/>
                          </a:lnTo>
                          <a:lnTo>
                            <a:pt x="45" y="1"/>
                          </a:lnTo>
                          <a:lnTo>
                            <a:pt x="48" y="3"/>
                          </a:lnTo>
                          <a:lnTo>
                            <a:pt x="50" y="6"/>
                          </a:lnTo>
                          <a:lnTo>
                            <a:pt x="51" y="7"/>
                          </a:lnTo>
                          <a:lnTo>
                            <a:pt x="52" y="11"/>
                          </a:lnTo>
                          <a:lnTo>
                            <a:pt x="51" y="16"/>
                          </a:lnTo>
                          <a:lnTo>
                            <a:pt x="50" y="18"/>
                          </a:lnTo>
                          <a:lnTo>
                            <a:pt x="48" y="19"/>
                          </a:lnTo>
                          <a:lnTo>
                            <a:pt x="44" y="21"/>
                          </a:lnTo>
                          <a:lnTo>
                            <a:pt x="41" y="22"/>
                          </a:lnTo>
                          <a:lnTo>
                            <a:pt x="37" y="22"/>
                          </a:lnTo>
                          <a:lnTo>
                            <a:pt x="33" y="20"/>
                          </a:lnTo>
                          <a:lnTo>
                            <a:pt x="27" y="19"/>
                          </a:lnTo>
                          <a:lnTo>
                            <a:pt x="23" y="19"/>
                          </a:lnTo>
                          <a:lnTo>
                            <a:pt x="17" y="19"/>
                          </a:lnTo>
                          <a:lnTo>
                            <a:pt x="10" y="19"/>
                          </a:lnTo>
                          <a:lnTo>
                            <a:pt x="0" y="23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91429" tIns="45714" rIns="91429" bIns="45714"/>
                    <a:lstStyle/>
                    <a:p>
                      <a:pPr defTabSz="407526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26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5634" name="Freeform 17">
                      <a:extLst>
                        <a:ext uri="{FF2B5EF4-FFF2-40B4-BE49-F238E27FC236}">
                          <a16:creationId xmlns:a16="http://schemas.microsoft.com/office/drawing/2014/main" id="{5B8561A3-F385-4674-B9CD-6C4509CC038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549" y="1781"/>
                      <a:ext cx="35" cy="23"/>
                    </a:xfrm>
                    <a:custGeom>
                      <a:avLst/>
                      <a:gdLst>
                        <a:gd name="T0" fmla="*/ 34 w 35"/>
                        <a:gd name="T1" fmla="*/ 22 h 23"/>
                        <a:gd name="T2" fmla="*/ 25 w 35"/>
                        <a:gd name="T3" fmla="*/ 9 h 23"/>
                        <a:gd name="T4" fmla="*/ 23 w 35"/>
                        <a:gd name="T5" fmla="*/ 6 h 23"/>
                        <a:gd name="T6" fmla="*/ 21 w 35"/>
                        <a:gd name="T7" fmla="*/ 5 h 23"/>
                        <a:gd name="T8" fmla="*/ 21 w 35"/>
                        <a:gd name="T9" fmla="*/ 4 h 23"/>
                        <a:gd name="T10" fmla="*/ 17 w 35"/>
                        <a:gd name="T11" fmla="*/ 1 h 23"/>
                        <a:gd name="T12" fmla="*/ 15 w 35"/>
                        <a:gd name="T13" fmla="*/ 1 h 23"/>
                        <a:gd name="T14" fmla="*/ 13 w 35"/>
                        <a:gd name="T15" fmla="*/ 1 h 23"/>
                        <a:gd name="T16" fmla="*/ 12 w 35"/>
                        <a:gd name="T17" fmla="*/ 0 h 23"/>
                        <a:gd name="T18" fmla="*/ 10 w 35"/>
                        <a:gd name="T19" fmla="*/ 0 h 23"/>
                        <a:gd name="T20" fmla="*/ 8 w 35"/>
                        <a:gd name="T21" fmla="*/ 0 h 23"/>
                        <a:gd name="T22" fmla="*/ 7 w 35"/>
                        <a:gd name="T23" fmla="*/ 0 h 23"/>
                        <a:gd name="T24" fmla="*/ 5 w 35"/>
                        <a:gd name="T25" fmla="*/ 1 h 23"/>
                        <a:gd name="T26" fmla="*/ 3 w 35"/>
                        <a:gd name="T27" fmla="*/ 1 h 23"/>
                        <a:gd name="T28" fmla="*/ 1 w 35"/>
                        <a:gd name="T29" fmla="*/ 3 h 23"/>
                        <a:gd name="T30" fmla="*/ 1 w 35"/>
                        <a:gd name="T31" fmla="*/ 5 h 23"/>
                        <a:gd name="T32" fmla="*/ 0 w 35"/>
                        <a:gd name="T33" fmla="*/ 6 h 23"/>
                        <a:gd name="T34" fmla="*/ 0 w 35"/>
                        <a:gd name="T35" fmla="*/ 12 h 23"/>
                        <a:gd name="T36" fmla="*/ 0 w 35"/>
                        <a:gd name="T37" fmla="*/ 15 h 23"/>
                        <a:gd name="T38" fmla="*/ 1 w 35"/>
                        <a:gd name="T39" fmla="*/ 16 h 23"/>
                        <a:gd name="T40" fmla="*/ 1 w 35"/>
                        <a:gd name="T41" fmla="*/ 19 h 23"/>
                        <a:gd name="T42" fmla="*/ 4 w 35"/>
                        <a:gd name="T43" fmla="*/ 19 h 23"/>
                        <a:gd name="T44" fmla="*/ 7 w 35"/>
                        <a:gd name="T45" fmla="*/ 19 h 23"/>
                        <a:gd name="T46" fmla="*/ 10 w 35"/>
                        <a:gd name="T47" fmla="*/ 19 h 23"/>
                        <a:gd name="T48" fmla="*/ 12 w 35"/>
                        <a:gd name="T49" fmla="*/ 19 h 23"/>
                        <a:gd name="T50" fmla="*/ 15 w 35"/>
                        <a:gd name="T51" fmla="*/ 18 h 23"/>
                        <a:gd name="T52" fmla="*/ 18 w 35"/>
                        <a:gd name="T53" fmla="*/ 18 h 23"/>
                        <a:gd name="T54" fmla="*/ 22 w 35"/>
                        <a:gd name="T55" fmla="*/ 18 h 23"/>
                        <a:gd name="T56" fmla="*/ 27 w 35"/>
                        <a:gd name="T57" fmla="*/ 19 h 23"/>
                        <a:gd name="T58" fmla="*/ 34 w 35"/>
                        <a:gd name="T59" fmla="*/ 22 h 23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35"/>
                        <a:gd name="T91" fmla="*/ 0 h 23"/>
                        <a:gd name="T92" fmla="*/ 35 w 35"/>
                        <a:gd name="T93" fmla="*/ 23 h 23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35" h="23">
                          <a:moveTo>
                            <a:pt x="34" y="22"/>
                          </a:moveTo>
                          <a:lnTo>
                            <a:pt x="25" y="9"/>
                          </a:lnTo>
                          <a:lnTo>
                            <a:pt x="23" y="6"/>
                          </a:lnTo>
                          <a:lnTo>
                            <a:pt x="21" y="5"/>
                          </a:lnTo>
                          <a:lnTo>
                            <a:pt x="21" y="4"/>
                          </a:lnTo>
                          <a:lnTo>
                            <a:pt x="17" y="1"/>
                          </a:lnTo>
                          <a:lnTo>
                            <a:pt x="15" y="1"/>
                          </a:lnTo>
                          <a:lnTo>
                            <a:pt x="13" y="1"/>
                          </a:lnTo>
                          <a:lnTo>
                            <a:pt x="12" y="0"/>
                          </a:lnTo>
                          <a:lnTo>
                            <a:pt x="10" y="0"/>
                          </a:lnTo>
                          <a:lnTo>
                            <a:pt x="8" y="0"/>
                          </a:lnTo>
                          <a:lnTo>
                            <a:pt x="7" y="0"/>
                          </a:lnTo>
                          <a:lnTo>
                            <a:pt x="5" y="1"/>
                          </a:lnTo>
                          <a:lnTo>
                            <a:pt x="3" y="1"/>
                          </a:lnTo>
                          <a:lnTo>
                            <a:pt x="1" y="3"/>
                          </a:lnTo>
                          <a:lnTo>
                            <a:pt x="1" y="5"/>
                          </a:lnTo>
                          <a:lnTo>
                            <a:pt x="0" y="6"/>
                          </a:lnTo>
                          <a:lnTo>
                            <a:pt x="0" y="12"/>
                          </a:lnTo>
                          <a:lnTo>
                            <a:pt x="0" y="15"/>
                          </a:lnTo>
                          <a:lnTo>
                            <a:pt x="1" y="16"/>
                          </a:lnTo>
                          <a:lnTo>
                            <a:pt x="1" y="19"/>
                          </a:lnTo>
                          <a:lnTo>
                            <a:pt x="4" y="19"/>
                          </a:lnTo>
                          <a:lnTo>
                            <a:pt x="7" y="19"/>
                          </a:lnTo>
                          <a:lnTo>
                            <a:pt x="10" y="19"/>
                          </a:lnTo>
                          <a:lnTo>
                            <a:pt x="12" y="19"/>
                          </a:lnTo>
                          <a:lnTo>
                            <a:pt x="15" y="18"/>
                          </a:lnTo>
                          <a:lnTo>
                            <a:pt x="18" y="18"/>
                          </a:lnTo>
                          <a:lnTo>
                            <a:pt x="22" y="18"/>
                          </a:lnTo>
                          <a:lnTo>
                            <a:pt x="27" y="19"/>
                          </a:lnTo>
                          <a:lnTo>
                            <a:pt x="34" y="2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91429" tIns="45714" rIns="91429" bIns="45714"/>
                    <a:lstStyle/>
                    <a:p>
                      <a:pPr defTabSz="407526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26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5635" name="Freeform 18">
                      <a:extLst>
                        <a:ext uri="{FF2B5EF4-FFF2-40B4-BE49-F238E27FC236}">
                          <a16:creationId xmlns:a16="http://schemas.microsoft.com/office/drawing/2014/main" id="{215C7221-FE2B-4982-BFB0-3985BBF5E4B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873" y="1673"/>
                      <a:ext cx="56" cy="42"/>
                    </a:xfrm>
                    <a:custGeom>
                      <a:avLst/>
                      <a:gdLst>
                        <a:gd name="T0" fmla="*/ 0 w 56"/>
                        <a:gd name="T1" fmla="*/ 41 h 42"/>
                        <a:gd name="T2" fmla="*/ 2 w 56"/>
                        <a:gd name="T3" fmla="*/ 35 h 42"/>
                        <a:gd name="T4" fmla="*/ 3 w 56"/>
                        <a:gd name="T5" fmla="*/ 26 h 42"/>
                        <a:gd name="T6" fmla="*/ 7 w 56"/>
                        <a:gd name="T7" fmla="*/ 21 h 42"/>
                        <a:gd name="T8" fmla="*/ 11 w 56"/>
                        <a:gd name="T9" fmla="*/ 14 h 42"/>
                        <a:gd name="T10" fmla="*/ 15 w 56"/>
                        <a:gd name="T11" fmla="*/ 9 h 42"/>
                        <a:gd name="T12" fmla="*/ 18 w 56"/>
                        <a:gd name="T13" fmla="*/ 6 h 42"/>
                        <a:gd name="T14" fmla="*/ 22 w 56"/>
                        <a:gd name="T15" fmla="*/ 3 h 42"/>
                        <a:gd name="T16" fmla="*/ 27 w 56"/>
                        <a:gd name="T17" fmla="*/ 1 h 42"/>
                        <a:gd name="T18" fmla="*/ 32 w 56"/>
                        <a:gd name="T19" fmla="*/ 0 h 42"/>
                        <a:gd name="T20" fmla="*/ 37 w 56"/>
                        <a:gd name="T21" fmla="*/ 0 h 42"/>
                        <a:gd name="T22" fmla="*/ 43 w 56"/>
                        <a:gd name="T23" fmla="*/ 0 h 42"/>
                        <a:gd name="T24" fmla="*/ 48 w 56"/>
                        <a:gd name="T25" fmla="*/ 0 h 42"/>
                        <a:gd name="T26" fmla="*/ 50 w 56"/>
                        <a:gd name="T27" fmla="*/ 2 h 42"/>
                        <a:gd name="T28" fmla="*/ 53 w 56"/>
                        <a:gd name="T29" fmla="*/ 3 h 42"/>
                        <a:gd name="T30" fmla="*/ 53 w 56"/>
                        <a:gd name="T31" fmla="*/ 5 h 42"/>
                        <a:gd name="T32" fmla="*/ 55 w 56"/>
                        <a:gd name="T33" fmla="*/ 7 h 42"/>
                        <a:gd name="T34" fmla="*/ 55 w 56"/>
                        <a:gd name="T35" fmla="*/ 9 h 42"/>
                        <a:gd name="T36" fmla="*/ 55 w 56"/>
                        <a:gd name="T37" fmla="*/ 12 h 42"/>
                        <a:gd name="T38" fmla="*/ 53 w 56"/>
                        <a:gd name="T39" fmla="*/ 16 h 42"/>
                        <a:gd name="T40" fmla="*/ 52 w 56"/>
                        <a:gd name="T41" fmla="*/ 18 h 42"/>
                        <a:gd name="T42" fmla="*/ 50 w 56"/>
                        <a:gd name="T43" fmla="*/ 19 h 42"/>
                        <a:gd name="T44" fmla="*/ 48 w 56"/>
                        <a:gd name="T45" fmla="*/ 19 h 42"/>
                        <a:gd name="T46" fmla="*/ 46 w 56"/>
                        <a:gd name="T47" fmla="*/ 21 h 42"/>
                        <a:gd name="T48" fmla="*/ 43 w 56"/>
                        <a:gd name="T49" fmla="*/ 21 h 42"/>
                        <a:gd name="T50" fmla="*/ 40 w 56"/>
                        <a:gd name="T51" fmla="*/ 22 h 42"/>
                        <a:gd name="T52" fmla="*/ 36 w 56"/>
                        <a:gd name="T53" fmla="*/ 22 h 42"/>
                        <a:gd name="T54" fmla="*/ 33 w 56"/>
                        <a:gd name="T55" fmla="*/ 21 h 42"/>
                        <a:gd name="T56" fmla="*/ 29 w 56"/>
                        <a:gd name="T57" fmla="*/ 21 h 42"/>
                        <a:gd name="T58" fmla="*/ 25 w 56"/>
                        <a:gd name="T59" fmla="*/ 22 h 42"/>
                        <a:gd name="T60" fmla="*/ 21 w 56"/>
                        <a:gd name="T61" fmla="*/ 23 h 42"/>
                        <a:gd name="T62" fmla="*/ 18 w 56"/>
                        <a:gd name="T63" fmla="*/ 26 h 42"/>
                        <a:gd name="T64" fmla="*/ 14 w 56"/>
                        <a:gd name="T65" fmla="*/ 27 h 42"/>
                        <a:gd name="T66" fmla="*/ 10 w 56"/>
                        <a:gd name="T67" fmla="*/ 31 h 42"/>
                        <a:gd name="T68" fmla="*/ 5 w 56"/>
                        <a:gd name="T69" fmla="*/ 33 h 42"/>
                        <a:gd name="T70" fmla="*/ 3 w 56"/>
                        <a:gd name="T71" fmla="*/ 37 h 42"/>
                        <a:gd name="T72" fmla="*/ 0 w 56"/>
                        <a:gd name="T73" fmla="*/ 41 h 42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6"/>
                        <a:gd name="T112" fmla="*/ 0 h 42"/>
                        <a:gd name="T113" fmla="*/ 56 w 56"/>
                        <a:gd name="T114" fmla="*/ 42 h 42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6" h="42">
                          <a:moveTo>
                            <a:pt x="0" y="41"/>
                          </a:moveTo>
                          <a:lnTo>
                            <a:pt x="2" y="35"/>
                          </a:lnTo>
                          <a:lnTo>
                            <a:pt x="3" y="26"/>
                          </a:lnTo>
                          <a:lnTo>
                            <a:pt x="7" y="21"/>
                          </a:lnTo>
                          <a:lnTo>
                            <a:pt x="11" y="14"/>
                          </a:lnTo>
                          <a:lnTo>
                            <a:pt x="15" y="9"/>
                          </a:lnTo>
                          <a:lnTo>
                            <a:pt x="18" y="6"/>
                          </a:lnTo>
                          <a:lnTo>
                            <a:pt x="22" y="3"/>
                          </a:lnTo>
                          <a:lnTo>
                            <a:pt x="27" y="1"/>
                          </a:lnTo>
                          <a:lnTo>
                            <a:pt x="32" y="0"/>
                          </a:lnTo>
                          <a:lnTo>
                            <a:pt x="37" y="0"/>
                          </a:lnTo>
                          <a:lnTo>
                            <a:pt x="43" y="0"/>
                          </a:lnTo>
                          <a:lnTo>
                            <a:pt x="48" y="0"/>
                          </a:lnTo>
                          <a:lnTo>
                            <a:pt x="50" y="2"/>
                          </a:lnTo>
                          <a:lnTo>
                            <a:pt x="53" y="3"/>
                          </a:lnTo>
                          <a:lnTo>
                            <a:pt x="53" y="5"/>
                          </a:lnTo>
                          <a:lnTo>
                            <a:pt x="55" y="7"/>
                          </a:lnTo>
                          <a:lnTo>
                            <a:pt x="55" y="9"/>
                          </a:lnTo>
                          <a:lnTo>
                            <a:pt x="55" y="12"/>
                          </a:lnTo>
                          <a:lnTo>
                            <a:pt x="53" y="16"/>
                          </a:lnTo>
                          <a:lnTo>
                            <a:pt x="52" y="18"/>
                          </a:lnTo>
                          <a:lnTo>
                            <a:pt x="50" y="19"/>
                          </a:lnTo>
                          <a:lnTo>
                            <a:pt x="48" y="19"/>
                          </a:lnTo>
                          <a:lnTo>
                            <a:pt x="46" y="21"/>
                          </a:lnTo>
                          <a:lnTo>
                            <a:pt x="43" y="21"/>
                          </a:lnTo>
                          <a:lnTo>
                            <a:pt x="40" y="22"/>
                          </a:lnTo>
                          <a:lnTo>
                            <a:pt x="36" y="22"/>
                          </a:lnTo>
                          <a:lnTo>
                            <a:pt x="33" y="21"/>
                          </a:lnTo>
                          <a:lnTo>
                            <a:pt x="29" y="21"/>
                          </a:lnTo>
                          <a:lnTo>
                            <a:pt x="25" y="22"/>
                          </a:lnTo>
                          <a:lnTo>
                            <a:pt x="21" y="23"/>
                          </a:lnTo>
                          <a:lnTo>
                            <a:pt x="18" y="26"/>
                          </a:lnTo>
                          <a:lnTo>
                            <a:pt x="14" y="27"/>
                          </a:lnTo>
                          <a:lnTo>
                            <a:pt x="10" y="31"/>
                          </a:lnTo>
                          <a:lnTo>
                            <a:pt x="5" y="33"/>
                          </a:lnTo>
                          <a:lnTo>
                            <a:pt x="3" y="37"/>
                          </a:lnTo>
                          <a:lnTo>
                            <a:pt x="0" y="41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91429" tIns="45714" rIns="91429" bIns="45714"/>
                    <a:lstStyle/>
                    <a:p>
                      <a:pPr defTabSz="407526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26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5636" name="Freeform 19">
                      <a:extLst>
                        <a:ext uri="{FF2B5EF4-FFF2-40B4-BE49-F238E27FC236}">
                          <a16:creationId xmlns:a16="http://schemas.microsoft.com/office/drawing/2014/main" id="{974A3C0C-9117-449A-9F9A-FB33036B93A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617" y="1678"/>
                      <a:ext cx="59" cy="43"/>
                    </a:xfrm>
                    <a:custGeom>
                      <a:avLst/>
                      <a:gdLst>
                        <a:gd name="T0" fmla="*/ 58 w 59"/>
                        <a:gd name="T1" fmla="*/ 42 h 43"/>
                        <a:gd name="T2" fmla="*/ 54 w 59"/>
                        <a:gd name="T3" fmla="*/ 36 h 43"/>
                        <a:gd name="T4" fmla="*/ 53 w 59"/>
                        <a:gd name="T5" fmla="*/ 28 h 43"/>
                        <a:gd name="T6" fmla="*/ 50 w 59"/>
                        <a:gd name="T7" fmla="*/ 21 h 43"/>
                        <a:gd name="T8" fmla="*/ 45 w 59"/>
                        <a:gd name="T9" fmla="*/ 16 h 43"/>
                        <a:gd name="T10" fmla="*/ 40 w 59"/>
                        <a:gd name="T11" fmla="*/ 10 h 43"/>
                        <a:gd name="T12" fmla="*/ 37 w 59"/>
                        <a:gd name="T13" fmla="*/ 7 h 43"/>
                        <a:gd name="T14" fmla="*/ 33 w 59"/>
                        <a:gd name="T15" fmla="*/ 4 h 43"/>
                        <a:gd name="T16" fmla="*/ 28 w 59"/>
                        <a:gd name="T17" fmla="*/ 2 h 43"/>
                        <a:gd name="T18" fmla="*/ 23 w 59"/>
                        <a:gd name="T19" fmla="*/ 0 h 43"/>
                        <a:gd name="T20" fmla="*/ 17 w 59"/>
                        <a:gd name="T21" fmla="*/ 0 h 43"/>
                        <a:gd name="T22" fmla="*/ 11 w 59"/>
                        <a:gd name="T23" fmla="*/ 0 h 43"/>
                        <a:gd name="T24" fmla="*/ 6 w 59"/>
                        <a:gd name="T25" fmla="*/ 1 h 43"/>
                        <a:gd name="T26" fmla="*/ 4 w 59"/>
                        <a:gd name="T27" fmla="*/ 2 h 43"/>
                        <a:gd name="T28" fmla="*/ 0 w 59"/>
                        <a:gd name="T29" fmla="*/ 4 h 43"/>
                        <a:gd name="T30" fmla="*/ 0 w 59"/>
                        <a:gd name="T31" fmla="*/ 5 h 43"/>
                        <a:gd name="T32" fmla="*/ 0 w 59"/>
                        <a:gd name="T33" fmla="*/ 7 h 43"/>
                        <a:gd name="T34" fmla="*/ 0 w 59"/>
                        <a:gd name="T35" fmla="*/ 10 h 43"/>
                        <a:gd name="T36" fmla="*/ 0 w 59"/>
                        <a:gd name="T37" fmla="*/ 13 h 43"/>
                        <a:gd name="T38" fmla="*/ 0 w 59"/>
                        <a:gd name="T39" fmla="*/ 16 h 43"/>
                        <a:gd name="T40" fmla="*/ 3 w 59"/>
                        <a:gd name="T41" fmla="*/ 17 h 43"/>
                        <a:gd name="T42" fmla="*/ 4 w 59"/>
                        <a:gd name="T43" fmla="*/ 20 h 43"/>
                        <a:gd name="T44" fmla="*/ 6 w 59"/>
                        <a:gd name="T45" fmla="*/ 21 h 43"/>
                        <a:gd name="T46" fmla="*/ 9 w 59"/>
                        <a:gd name="T47" fmla="*/ 21 h 43"/>
                        <a:gd name="T48" fmla="*/ 12 w 59"/>
                        <a:gd name="T49" fmla="*/ 21 h 43"/>
                        <a:gd name="T50" fmla="*/ 15 w 59"/>
                        <a:gd name="T51" fmla="*/ 23 h 43"/>
                        <a:gd name="T52" fmla="*/ 17 w 59"/>
                        <a:gd name="T53" fmla="*/ 23 h 43"/>
                        <a:gd name="T54" fmla="*/ 22 w 59"/>
                        <a:gd name="T55" fmla="*/ 23 h 43"/>
                        <a:gd name="T56" fmla="*/ 25 w 59"/>
                        <a:gd name="T57" fmla="*/ 21 h 43"/>
                        <a:gd name="T58" fmla="*/ 31 w 59"/>
                        <a:gd name="T59" fmla="*/ 23 h 43"/>
                        <a:gd name="T60" fmla="*/ 35 w 59"/>
                        <a:gd name="T61" fmla="*/ 24 h 43"/>
                        <a:gd name="T62" fmla="*/ 39 w 59"/>
                        <a:gd name="T63" fmla="*/ 26 h 43"/>
                        <a:gd name="T64" fmla="*/ 42 w 59"/>
                        <a:gd name="T65" fmla="*/ 28 h 43"/>
                        <a:gd name="T66" fmla="*/ 47 w 59"/>
                        <a:gd name="T67" fmla="*/ 31 h 43"/>
                        <a:gd name="T68" fmla="*/ 50 w 59"/>
                        <a:gd name="T69" fmla="*/ 34 h 43"/>
                        <a:gd name="T70" fmla="*/ 53 w 59"/>
                        <a:gd name="T71" fmla="*/ 37 h 43"/>
                        <a:gd name="T72" fmla="*/ 58 w 59"/>
                        <a:gd name="T73" fmla="*/ 42 h 43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9"/>
                        <a:gd name="T112" fmla="*/ 0 h 43"/>
                        <a:gd name="T113" fmla="*/ 59 w 59"/>
                        <a:gd name="T114" fmla="*/ 43 h 43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9" h="43">
                          <a:moveTo>
                            <a:pt x="58" y="42"/>
                          </a:moveTo>
                          <a:lnTo>
                            <a:pt x="54" y="36"/>
                          </a:lnTo>
                          <a:lnTo>
                            <a:pt x="53" y="28"/>
                          </a:lnTo>
                          <a:lnTo>
                            <a:pt x="50" y="21"/>
                          </a:lnTo>
                          <a:lnTo>
                            <a:pt x="45" y="16"/>
                          </a:lnTo>
                          <a:lnTo>
                            <a:pt x="40" y="10"/>
                          </a:lnTo>
                          <a:lnTo>
                            <a:pt x="37" y="7"/>
                          </a:lnTo>
                          <a:lnTo>
                            <a:pt x="33" y="4"/>
                          </a:lnTo>
                          <a:lnTo>
                            <a:pt x="28" y="2"/>
                          </a:lnTo>
                          <a:lnTo>
                            <a:pt x="23" y="0"/>
                          </a:lnTo>
                          <a:lnTo>
                            <a:pt x="17" y="0"/>
                          </a:lnTo>
                          <a:lnTo>
                            <a:pt x="11" y="0"/>
                          </a:lnTo>
                          <a:lnTo>
                            <a:pt x="6" y="1"/>
                          </a:lnTo>
                          <a:lnTo>
                            <a:pt x="4" y="2"/>
                          </a:lnTo>
                          <a:lnTo>
                            <a:pt x="0" y="4"/>
                          </a:lnTo>
                          <a:lnTo>
                            <a:pt x="0" y="5"/>
                          </a:lnTo>
                          <a:lnTo>
                            <a:pt x="0" y="7"/>
                          </a:lnTo>
                          <a:lnTo>
                            <a:pt x="0" y="10"/>
                          </a:lnTo>
                          <a:lnTo>
                            <a:pt x="0" y="13"/>
                          </a:lnTo>
                          <a:lnTo>
                            <a:pt x="0" y="16"/>
                          </a:lnTo>
                          <a:lnTo>
                            <a:pt x="3" y="17"/>
                          </a:lnTo>
                          <a:lnTo>
                            <a:pt x="4" y="20"/>
                          </a:lnTo>
                          <a:lnTo>
                            <a:pt x="6" y="21"/>
                          </a:lnTo>
                          <a:lnTo>
                            <a:pt x="9" y="21"/>
                          </a:lnTo>
                          <a:lnTo>
                            <a:pt x="12" y="21"/>
                          </a:lnTo>
                          <a:lnTo>
                            <a:pt x="15" y="23"/>
                          </a:lnTo>
                          <a:lnTo>
                            <a:pt x="17" y="23"/>
                          </a:lnTo>
                          <a:lnTo>
                            <a:pt x="22" y="23"/>
                          </a:lnTo>
                          <a:lnTo>
                            <a:pt x="25" y="21"/>
                          </a:lnTo>
                          <a:lnTo>
                            <a:pt x="31" y="23"/>
                          </a:lnTo>
                          <a:lnTo>
                            <a:pt x="35" y="24"/>
                          </a:lnTo>
                          <a:lnTo>
                            <a:pt x="39" y="26"/>
                          </a:lnTo>
                          <a:lnTo>
                            <a:pt x="42" y="28"/>
                          </a:lnTo>
                          <a:lnTo>
                            <a:pt x="47" y="31"/>
                          </a:lnTo>
                          <a:lnTo>
                            <a:pt x="50" y="34"/>
                          </a:lnTo>
                          <a:lnTo>
                            <a:pt x="53" y="37"/>
                          </a:lnTo>
                          <a:lnTo>
                            <a:pt x="58" y="4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91429" tIns="45714" rIns="91429" bIns="45714"/>
                    <a:lstStyle/>
                    <a:p>
                      <a:pPr defTabSz="407526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726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25623" name="Group 20">
                <a:extLst>
                  <a:ext uri="{FF2B5EF4-FFF2-40B4-BE49-F238E27FC236}">
                    <a16:creationId xmlns:a16="http://schemas.microsoft.com/office/drawing/2014/main" id="{1DC1CC57-12DA-4632-B7A0-9AD44856DA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34" y="489"/>
                <a:ext cx="1680" cy="1613"/>
                <a:chOff x="3234" y="489"/>
                <a:chExt cx="1680" cy="1613"/>
              </a:xfrm>
            </p:grpSpPr>
            <p:sp>
              <p:nvSpPr>
                <p:cNvPr id="25627" name="Oval 21">
                  <a:extLst>
                    <a:ext uri="{FF2B5EF4-FFF2-40B4-BE49-F238E27FC236}">
                      <a16:creationId xmlns:a16="http://schemas.microsoft.com/office/drawing/2014/main" id="{D9F4A7B6-13AE-4F68-9DB5-F82F75A23F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34" y="489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25628" name="Picture 22">
                  <a:extLst>
                    <a:ext uri="{FF2B5EF4-FFF2-40B4-BE49-F238E27FC236}">
                      <a16:creationId xmlns:a16="http://schemas.microsoft.com/office/drawing/2014/main" id="{3DB69EBB-FDBE-42D6-8A04-D247B8382407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90" y="760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5624" name="Group 23">
                <a:extLst>
                  <a:ext uri="{FF2B5EF4-FFF2-40B4-BE49-F238E27FC236}">
                    <a16:creationId xmlns:a16="http://schemas.microsoft.com/office/drawing/2014/main" id="{A400BBAF-5F22-47DD-A82F-CD21B38E31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" y="1881"/>
                <a:ext cx="1680" cy="1613"/>
                <a:chOff x="18" y="1881"/>
                <a:chExt cx="1680" cy="1613"/>
              </a:xfrm>
            </p:grpSpPr>
            <p:sp>
              <p:nvSpPr>
                <p:cNvPr id="25625" name="Oval 24">
                  <a:extLst>
                    <a:ext uri="{FF2B5EF4-FFF2-40B4-BE49-F238E27FC236}">
                      <a16:creationId xmlns:a16="http://schemas.microsoft.com/office/drawing/2014/main" id="{AE95542C-EC10-4C4D-A4BE-DE54EB4C05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" y="1881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914414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en-US" sz="1814">
                    <a:solidFill>
                      <a:srgbClr val="000000"/>
                    </a:solidFill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25626" name="Picture 25">
                  <a:extLst>
                    <a:ext uri="{FF2B5EF4-FFF2-40B4-BE49-F238E27FC236}">
                      <a16:creationId xmlns:a16="http://schemas.microsoft.com/office/drawing/2014/main" id="{0AAE4121-4429-4754-A0ED-0583BB631D36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2152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25608" name="Rectangle 26">
              <a:extLst>
                <a:ext uri="{FF2B5EF4-FFF2-40B4-BE49-F238E27FC236}">
                  <a16:creationId xmlns:a16="http://schemas.microsoft.com/office/drawing/2014/main" id="{37935FC9-5A6F-4502-BB02-5E9E266CCC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120000">
              <a:off x="2868" y="2448"/>
              <a:ext cx="142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914414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ja-JP" sz="1633" b="1">
                  <a:solidFill>
                    <a:srgbClr val="000000"/>
                  </a:solidFill>
                  <a:latin typeface="Times New Roman" panose="02020603050405020304" pitchFamily="18" charset="0"/>
                  <a:ea typeface="HG明朝B"/>
                  <a:cs typeface="HG明朝B"/>
                </a:rPr>
                <a:t>NEW STANDARD</a:t>
              </a:r>
            </a:p>
          </p:txBody>
        </p:sp>
        <p:sp>
          <p:nvSpPr>
            <p:cNvPr id="25609" name="Rectangle 27">
              <a:extLst>
                <a:ext uri="{FF2B5EF4-FFF2-40B4-BE49-F238E27FC236}">
                  <a16:creationId xmlns:a16="http://schemas.microsoft.com/office/drawing/2014/main" id="{A150F00E-24B7-476D-8BD3-53C7F8B47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1" y="3238"/>
              <a:ext cx="1248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914414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ja-JP" sz="1633" b="1">
                  <a:solidFill>
                    <a:srgbClr val="000000"/>
                  </a:solidFill>
                  <a:latin typeface="Times New Roman" panose="02020603050405020304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5610" name="Line 28">
              <a:extLst>
                <a:ext uri="{FF2B5EF4-FFF2-40B4-BE49-F238E27FC236}">
                  <a16:creationId xmlns:a16="http://schemas.microsoft.com/office/drawing/2014/main" id="{BFC0BAC7-7CD8-45FA-BEB1-4BCEA33060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9" y="3216"/>
              <a:ext cx="3768" cy="0"/>
            </a:xfrm>
            <a:prstGeom prst="line">
              <a:avLst/>
            </a:prstGeom>
            <a:noFill/>
            <a:ln w="25400">
              <a:solidFill>
                <a:srgbClr val="CCFFFF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407526" fontAlgn="base">
                <a:spcBef>
                  <a:spcPct val="0"/>
                </a:spcBef>
                <a:spcAft>
                  <a:spcPct val="0"/>
                </a:spcAft>
              </a:pPr>
              <a:endParaRPr lang="en-US" sz="726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5611" name="Rectangle 29">
              <a:extLst>
                <a:ext uri="{FF2B5EF4-FFF2-40B4-BE49-F238E27FC236}">
                  <a16:creationId xmlns:a16="http://schemas.microsoft.com/office/drawing/2014/main" id="{F94205A4-B044-40CD-97EA-D07FFE5B4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" y="3670"/>
              <a:ext cx="134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14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ja-JP" sz="1996" b="1" i="1">
                  <a:solidFill>
                    <a:srgbClr val="000000"/>
                  </a:solidFill>
                  <a:latin typeface="Arial Black" panose="020B0A04020102020204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5612" name="Rectangle 30">
              <a:extLst>
                <a:ext uri="{FF2B5EF4-FFF2-40B4-BE49-F238E27FC236}">
                  <a16:creationId xmlns:a16="http://schemas.microsoft.com/office/drawing/2014/main" id="{CB1675E8-3251-4201-ADD2-48D896B0B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2160"/>
              <a:ext cx="136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14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ja-JP" sz="1996" b="1" i="1">
                  <a:solidFill>
                    <a:srgbClr val="000000"/>
                  </a:solidFill>
                  <a:latin typeface="Arial Black" panose="020B0A04020102020204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5613" name="Rectangle 31">
              <a:extLst>
                <a:ext uri="{FF2B5EF4-FFF2-40B4-BE49-F238E27FC236}">
                  <a16:creationId xmlns:a16="http://schemas.microsoft.com/office/drawing/2014/main" id="{B7BD3B1C-F317-4124-83F7-084ABD9843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854"/>
              <a:ext cx="86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914414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ja-JP" sz="1996" b="1" i="1">
                  <a:solidFill>
                    <a:srgbClr val="000000"/>
                  </a:solidFill>
                  <a:latin typeface="Arial Black" panose="020B0A04020102020204" pitchFamily="34" charset="0"/>
                  <a:ea typeface="HG明朝B"/>
                  <a:cs typeface="HG明朝B"/>
                </a:rPr>
                <a:t>KAIZEN</a:t>
              </a:r>
            </a:p>
          </p:txBody>
        </p:sp>
        <p:sp>
          <p:nvSpPr>
            <p:cNvPr id="25614" name="Line 32">
              <a:extLst>
                <a:ext uri="{FF2B5EF4-FFF2-40B4-BE49-F238E27FC236}">
                  <a16:creationId xmlns:a16="http://schemas.microsoft.com/office/drawing/2014/main" id="{124646F9-8472-4131-8FD4-3F96E9E15F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528"/>
            </a:xfrm>
            <a:prstGeom prst="line">
              <a:avLst/>
            </a:prstGeom>
            <a:noFill/>
            <a:ln w="25400">
              <a:solidFill>
                <a:srgbClr val="CCFFCC"/>
              </a:solidFill>
              <a:prstDash val="sysDot"/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407526" fontAlgn="base">
                <a:spcBef>
                  <a:spcPct val="0"/>
                </a:spcBef>
                <a:spcAft>
                  <a:spcPct val="0"/>
                </a:spcAft>
              </a:pPr>
              <a:endParaRPr lang="en-US" sz="726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5615" name="Line 33">
              <a:extLst>
                <a:ext uri="{FF2B5EF4-FFF2-40B4-BE49-F238E27FC236}">
                  <a16:creationId xmlns:a16="http://schemas.microsoft.com/office/drawing/2014/main" id="{445A84CE-14AF-4817-88ED-64C5B41D4F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1776"/>
              <a:ext cx="0" cy="912"/>
            </a:xfrm>
            <a:prstGeom prst="line">
              <a:avLst/>
            </a:prstGeom>
            <a:noFill/>
            <a:ln w="127000">
              <a:solidFill>
                <a:srgbClr val="99CC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407526" fontAlgn="base">
                <a:spcBef>
                  <a:spcPct val="0"/>
                </a:spcBef>
                <a:spcAft>
                  <a:spcPct val="0"/>
                </a:spcAft>
              </a:pPr>
              <a:endParaRPr lang="en-US" sz="726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5616" name="Rectangle 34">
              <a:extLst>
                <a:ext uri="{FF2B5EF4-FFF2-40B4-BE49-F238E27FC236}">
                  <a16:creationId xmlns:a16="http://schemas.microsoft.com/office/drawing/2014/main" id="{0F855147-7814-4993-B42D-72090EE417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0" y="1838"/>
              <a:ext cx="1201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914414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ja-JP" sz="1633" b="1">
                  <a:solidFill>
                    <a:srgbClr val="000000"/>
                  </a:solidFill>
                  <a:latin typeface="Times New Roman" panose="02020603050405020304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5617" name="Line 35">
              <a:extLst>
                <a:ext uri="{FF2B5EF4-FFF2-40B4-BE49-F238E27FC236}">
                  <a16:creationId xmlns:a16="http://schemas.microsoft.com/office/drawing/2014/main" id="{F1B10D79-2AA3-4C93-9285-302A7B7C80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1598"/>
              <a:ext cx="1251" cy="192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407526" fontAlgn="base">
                <a:spcBef>
                  <a:spcPct val="0"/>
                </a:spcBef>
                <a:spcAft>
                  <a:spcPct val="0"/>
                </a:spcAft>
              </a:pPr>
              <a:endParaRPr lang="en-US" sz="726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5618" name="Line 36">
              <a:extLst>
                <a:ext uri="{FF2B5EF4-FFF2-40B4-BE49-F238E27FC236}">
                  <a16:creationId xmlns:a16="http://schemas.microsoft.com/office/drawing/2014/main" id="{A864F998-24C0-4CB9-8F22-D5C63F86E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1838"/>
              <a:ext cx="142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407526" fontAlgn="base">
                <a:spcBef>
                  <a:spcPct val="0"/>
                </a:spcBef>
                <a:spcAft>
                  <a:spcPct val="0"/>
                </a:spcAft>
              </a:pPr>
              <a:endParaRPr lang="en-US" sz="726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5619" name="Group 37">
              <a:extLst>
                <a:ext uri="{FF2B5EF4-FFF2-40B4-BE49-F238E27FC236}">
                  <a16:creationId xmlns:a16="http://schemas.microsoft.com/office/drawing/2014/main" id="{D3D821D5-C557-4E23-B282-624394B8A9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3" y="2678"/>
              <a:ext cx="3259" cy="1472"/>
              <a:chOff x="1063" y="2678"/>
              <a:chExt cx="3259" cy="1472"/>
            </a:xfrm>
          </p:grpSpPr>
          <p:sp>
            <p:nvSpPr>
              <p:cNvPr id="25620" name="Line 38">
                <a:extLst>
                  <a:ext uri="{FF2B5EF4-FFF2-40B4-BE49-F238E27FC236}">
                    <a16:creationId xmlns:a16="http://schemas.microsoft.com/office/drawing/2014/main" id="{BB3D2676-94FC-41C4-AD00-D2E15E357A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63" y="3142"/>
                <a:ext cx="0" cy="1008"/>
              </a:xfrm>
              <a:prstGeom prst="line">
                <a:avLst/>
              </a:prstGeom>
              <a:noFill/>
              <a:ln w="127000">
                <a:solidFill>
                  <a:srgbClr val="99CC00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407526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26">
                  <a:solidFill>
                    <a:srgbClr val="FFFFFF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5621" name="Line 39">
                <a:extLst>
                  <a:ext uri="{FF2B5EF4-FFF2-40B4-BE49-F238E27FC236}">
                    <a16:creationId xmlns:a16="http://schemas.microsoft.com/office/drawing/2014/main" id="{52CDA176-1115-42B1-A3BF-F54EAFDD41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63" y="2678"/>
                <a:ext cx="3259" cy="512"/>
              </a:xfrm>
              <a:prstGeom prst="line">
                <a:avLst/>
              </a:prstGeom>
              <a:noFill/>
              <a:ln w="1270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407526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726">
                  <a:solidFill>
                    <a:srgbClr val="FFFFFF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624680" name="Rectangle 40">
            <a:extLst>
              <a:ext uri="{FF2B5EF4-FFF2-40B4-BE49-F238E27FC236}">
                <a16:creationId xmlns:a16="http://schemas.microsoft.com/office/drawing/2014/main" id="{02D76DE4-221D-4305-977C-CC6CF6524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961" y="229321"/>
            <a:ext cx="8762400" cy="83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/>
          <a:p>
            <a:pPr defTabSz="914414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ja-JP" sz="4808" b="1" i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 </a:t>
            </a:r>
            <a:r>
              <a:rPr kumimoji="1" lang="en-US" altLang="ja-JP" sz="2812" b="1" i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PLUS </a:t>
            </a:r>
            <a:r>
              <a:rPr kumimoji="1" lang="en-US" altLang="ja-JP" sz="4808" b="1" i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sp>
        <p:nvSpPr>
          <p:cNvPr id="25606" name="Rectangle 41">
            <a:extLst>
              <a:ext uri="{FF2B5EF4-FFF2-40B4-BE49-F238E27FC236}">
                <a16:creationId xmlns:a16="http://schemas.microsoft.com/office/drawing/2014/main" id="{5E35640A-E62A-44BF-982B-EA9ADCD71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80" y="1103401"/>
            <a:ext cx="4343040" cy="1181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914414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ja-JP" sz="2358">
                <a:solidFill>
                  <a:srgbClr val="000000"/>
                </a:solidFill>
                <a:ea typeface="HG明朝B"/>
                <a:cs typeface="HG明朝B"/>
              </a:rPr>
              <a:t>Desirable progress by combination of two opposing approaches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>
            <a:extLst>
              <a:ext uri="{FF2B5EF4-FFF2-40B4-BE49-F238E27FC236}">
                <a16:creationId xmlns:a16="http://schemas.microsoft.com/office/drawing/2014/main" id="{E88D4C7E-AE18-4FA6-B42E-EF4658449956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601" y="320041"/>
            <a:ext cx="8380800" cy="60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DSC05546">
            <a:extLst>
              <a:ext uri="{FF2B5EF4-FFF2-40B4-BE49-F238E27FC236}">
                <a16:creationId xmlns:a16="http://schemas.microsoft.com/office/drawing/2014/main" id="{6B51FDDC-6560-460B-B1DD-BC1D757EA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40" y="320041"/>
            <a:ext cx="3962880" cy="2877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Picture 3" descr="DSC06988">
            <a:extLst>
              <a:ext uri="{FF2B5EF4-FFF2-40B4-BE49-F238E27FC236}">
                <a16:creationId xmlns:a16="http://schemas.microsoft.com/office/drawing/2014/main" id="{58359911-9251-417A-A217-9A2C18A6E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6721" y="2896201"/>
            <a:ext cx="4648320" cy="348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>
            <a:extLst>
              <a:ext uri="{FF2B5EF4-FFF2-40B4-BE49-F238E27FC236}">
                <a16:creationId xmlns:a16="http://schemas.microsoft.com/office/drawing/2014/main" id="{E86B58FE-A96F-46CA-95F4-2A46AB72B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1"/>
            <a:ext cx="9601920" cy="7201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>
            <a:extLst>
              <a:ext uri="{FF2B5EF4-FFF2-40B4-BE49-F238E27FC236}">
                <a16:creationId xmlns:a16="http://schemas.microsoft.com/office/drawing/2014/main" id="{1E5998AC-9CDD-4A82-AE70-40A267268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61"/>
            <a:ext cx="9144000" cy="6858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4">
            <a:extLst>
              <a:ext uri="{FF2B5EF4-FFF2-40B4-BE49-F238E27FC236}">
                <a16:creationId xmlns:a16="http://schemas.microsoft.com/office/drawing/2014/main" id="{4227DE54-131F-422C-86FC-7BA5F1788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80994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95720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10446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525172" indent="-207363" defTabSz="407526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407526" eaLnBrk="1" fontAlgn="base">
              <a:spcBef>
                <a:spcPct val="0"/>
              </a:spcBef>
              <a:spcAft>
                <a:spcPct val="0"/>
              </a:spcAft>
            </a:pPr>
            <a:fld id="{2CA1A985-3F9A-4954-B8EE-F5BD23963F5A}" type="slidenum">
              <a:rPr lang="en-US" altLang="en-US" sz="1633">
                <a:solidFill>
                  <a:srgbClr val="000000"/>
                </a:solidFill>
                <a:cs typeface="Arial" panose="020B0604020202020204" pitchFamily="34" charset="0"/>
              </a:rPr>
              <a:pPr defTabSz="407526" eaLnBrk="1"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altLang="en-US" sz="1633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30723" name="Rectangle 1">
            <a:extLst>
              <a:ext uri="{FF2B5EF4-FFF2-40B4-BE49-F238E27FC236}">
                <a16:creationId xmlns:a16="http://schemas.microsoft.com/office/drawing/2014/main" id="{30ED8FE2-9571-4364-B32D-8203A3FE30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" y="32041"/>
            <a:ext cx="9144000" cy="698400"/>
          </a:xfrm>
          <a:solidFill>
            <a:srgbClr val="B05800"/>
          </a:solidFill>
        </p:spPr>
        <p:txBody>
          <a:bodyPr vert="horz" wrap="square" lIns="0" tIns="35268" rIns="0" bIns="0" numCol="1" anchor="ctr" anchorCtr="0" compatLnSpc="1">
            <a:prstTxWarp prst="textNoShape">
              <a:avLst/>
            </a:prstTxWarp>
          </a:bodyPr>
          <a:lstStyle/>
          <a:p>
            <a:pPr eaLnBrk="1">
              <a:buClrTx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</a:tabLst>
            </a:pPr>
            <a:r>
              <a:rPr lang="en-US" altLang="en-US">
                <a:solidFill>
                  <a:srgbClr val="B7FFEC"/>
                </a:solidFill>
              </a:rPr>
              <a:t>Shine (</a:t>
            </a:r>
            <a:r>
              <a:rPr lang="en-US" altLang="en-US" i="1">
                <a:solidFill>
                  <a:srgbClr val="B7FFEC"/>
                </a:solidFill>
              </a:rPr>
              <a:t>Seisou</a:t>
            </a:r>
            <a:r>
              <a:rPr lang="en-US" altLang="en-US">
                <a:solidFill>
                  <a:srgbClr val="B7FFEC"/>
                </a:solidFill>
              </a:rPr>
              <a:t>)</a:t>
            </a:r>
          </a:p>
        </p:txBody>
      </p:sp>
      <p:sp>
        <p:nvSpPr>
          <p:cNvPr id="30724" name="Text Box 2">
            <a:extLst>
              <a:ext uri="{FF2B5EF4-FFF2-40B4-BE49-F238E27FC236}">
                <a16:creationId xmlns:a16="http://schemas.microsoft.com/office/drawing/2014/main" id="{CEED1993-D4B1-474B-B684-12583BA39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81" y="6270121"/>
            <a:ext cx="8979840" cy="442080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38" tIns="40819" rIns="81638" bIns="40819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407526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536446" algn="l"/>
              </a:tabLst>
            </a:pPr>
            <a:r>
              <a:rPr lang="en-US" altLang="en-US" sz="2177">
                <a:solidFill>
                  <a:srgbClr val="000000"/>
                </a:solidFill>
                <a:cs typeface="Arial" panose="020B0604020202020204" pitchFamily="34" charset="0"/>
              </a:rPr>
              <a:t>Keeping the toilet clean is also an important activity for Shine.</a:t>
            </a:r>
          </a:p>
        </p:txBody>
      </p:sp>
      <p:grpSp>
        <p:nvGrpSpPr>
          <p:cNvPr id="30725" name="Group 3">
            <a:extLst>
              <a:ext uri="{FF2B5EF4-FFF2-40B4-BE49-F238E27FC236}">
                <a16:creationId xmlns:a16="http://schemas.microsoft.com/office/drawing/2014/main" id="{1BDB9FF8-571B-4EA1-871F-68D77D92941B}"/>
              </a:ext>
            </a:extLst>
          </p:cNvPr>
          <p:cNvGrpSpPr>
            <a:grpSpLocks/>
          </p:cNvGrpSpPr>
          <p:nvPr/>
        </p:nvGrpSpPr>
        <p:grpSpPr bwMode="auto">
          <a:xfrm>
            <a:off x="770401" y="881641"/>
            <a:ext cx="7601760" cy="5113440"/>
            <a:chOff x="535" y="794"/>
            <a:chExt cx="5279" cy="3551"/>
          </a:xfrm>
        </p:grpSpPr>
        <p:pic>
          <p:nvPicPr>
            <p:cNvPr id="30726" name="Picture 4">
              <a:extLst>
                <a:ext uri="{FF2B5EF4-FFF2-40B4-BE49-F238E27FC236}">
                  <a16:creationId xmlns:a16="http://schemas.microsoft.com/office/drawing/2014/main" id="{67DE0423-8A8F-40A9-8A0F-34EE25E5E0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5" y="794"/>
              <a:ext cx="5280" cy="35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0727" name="Text Box 5">
              <a:extLst>
                <a:ext uri="{FF2B5EF4-FFF2-40B4-BE49-F238E27FC236}">
                  <a16:creationId xmlns:a16="http://schemas.microsoft.com/office/drawing/2014/main" id="{8A725175-751C-4474-90D2-28F0B6C500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" y="794"/>
              <a:ext cx="5280" cy="35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407526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</a:pPr>
              <a:endParaRPr lang="en-US" altLang="en-US" sz="726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07BA6A5-411A-47AB-B4C4-8BF27C4B08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6481" y="361"/>
            <a:ext cx="8219520" cy="750240"/>
          </a:xfrm>
        </p:spPr>
        <p:txBody>
          <a:bodyPr/>
          <a:lstStyle/>
          <a:p>
            <a:pPr eaLnBrk="1"/>
            <a:r>
              <a:rPr lang="en-US" altLang="en-US"/>
              <a:t>Bangladesh Experience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58357D5C-06EF-4088-833E-3124E10166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6481" y="1012681"/>
            <a:ext cx="8219520" cy="5551200"/>
          </a:xfrm>
        </p:spPr>
        <p:txBody>
          <a:bodyPr/>
          <a:lstStyle/>
          <a:p>
            <a:pPr eaLnBrk="1">
              <a:buFont typeface="Times New Roman" panose="02020603050405020304" pitchFamily="18" charset="0"/>
              <a:buChar char="•"/>
            </a:pPr>
            <a:r>
              <a:rPr lang="en-US" altLang="en-US"/>
              <a:t>QIS has been supporting the DGHS to implement 5S/Kaizen/TQM in 12 district hospitals</a:t>
            </a:r>
          </a:p>
          <a:p>
            <a:pPr eaLnBrk="1">
              <a:buFont typeface="Times New Roman" panose="02020603050405020304" pitchFamily="18" charset="0"/>
              <a:buChar char="•"/>
            </a:pPr>
            <a:r>
              <a:rPr lang="en-US" altLang="en-US"/>
              <a:t>Staff received orientation on 5S at all hospitals</a:t>
            </a:r>
          </a:p>
          <a:p>
            <a:pPr eaLnBrk="1">
              <a:spcAft>
                <a:spcPct val="70000"/>
              </a:spcAft>
              <a:buFont typeface="Times New Roman" panose="02020603050405020304" pitchFamily="18" charset="0"/>
              <a:buChar char="•"/>
            </a:pPr>
            <a:r>
              <a:rPr lang="en-US" altLang="en-US"/>
              <a:t>WITs and QITs have been formed with development of action plan for implementation </a:t>
            </a:r>
          </a:p>
          <a:p>
            <a:pPr eaLnBrk="1">
              <a:spcAft>
                <a:spcPct val="70000"/>
              </a:spcAft>
              <a:buFont typeface="Times New Roman" panose="02020603050405020304" pitchFamily="18" charset="0"/>
              <a:buChar char="•"/>
            </a:pPr>
            <a:r>
              <a:rPr lang="en-US" altLang="en-US"/>
              <a:t>The focus is on application of 5S</a:t>
            </a:r>
          </a:p>
          <a:p>
            <a:pPr eaLnBrk="1">
              <a:spcAft>
                <a:spcPct val="70000"/>
              </a:spcAft>
              <a:buFont typeface="Times New Roman" panose="02020603050405020304" pitchFamily="18" charset="0"/>
              <a:buChar char="•"/>
            </a:pPr>
            <a:r>
              <a:rPr lang="en-US" altLang="en-US"/>
              <a:t>There are some changes in some of the areas, but much more needs to be done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6" descr="Store pre 1">
            <a:extLst>
              <a:ext uri="{FF2B5EF4-FFF2-40B4-BE49-F238E27FC236}">
                <a16:creationId xmlns:a16="http://schemas.microsoft.com/office/drawing/2014/main" id="{8600485E-EA56-4A62-8293-FF848314E2BE}"/>
              </a:ext>
            </a:extLst>
          </p:cNvPr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961" y="229321"/>
            <a:ext cx="4266720" cy="351216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2771" name="Picture 29" descr="store 1">
            <a:extLst>
              <a:ext uri="{FF2B5EF4-FFF2-40B4-BE49-F238E27FC236}">
                <a16:creationId xmlns:a16="http://schemas.microsoft.com/office/drawing/2014/main" id="{9172FC9B-6427-487B-9FD4-9BDA35812940}"/>
              </a:ext>
            </a:extLst>
          </p:cNvPr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321" y="2438281"/>
            <a:ext cx="4266720" cy="374976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70A8D091-7E01-4E43-9CD1-FEB2375030F1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228961" y="153001"/>
            <a:ext cx="8686080" cy="456480"/>
          </a:xfrm>
          <a:solidFill>
            <a:srgbClr val="006600"/>
          </a:solidFill>
        </p:spPr>
        <p:txBody>
          <a:bodyPr/>
          <a:lstStyle/>
          <a:p>
            <a:r>
              <a:rPr lang="en-US" altLang="en-US" sz="2812" b="1">
                <a:solidFill>
                  <a:schemeClr val="bg1"/>
                </a:solidFill>
              </a:rPr>
              <a:t>Changes in EOC Ward</a:t>
            </a:r>
          </a:p>
        </p:txBody>
      </p:sp>
      <p:sp>
        <p:nvSpPr>
          <p:cNvPr id="34819" name="Right Arrow 2">
            <a:extLst>
              <a:ext uri="{FF2B5EF4-FFF2-40B4-BE49-F238E27FC236}">
                <a16:creationId xmlns:a16="http://schemas.microsoft.com/office/drawing/2014/main" id="{6A41B8A9-FD89-4CA5-8FDE-48A254F18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401" y="1981800"/>
            <a:ext cx="457920" cy="380160"/>
          </a:xfrm>
          <a:prstGeom prst="rightArrow">
            <a:avLst>
              <a:gd name="adj1" fmla="val 50000"/>
              <a:gd name="adj2" fmla="val 50184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1429" tIns="45714" rIns="91429" bIns="45714"/>
          <a:lstStyle/>
          <a:p>
            <a:pPr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726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4820" name="Right Arrow 11">
            <a:extLst>
              <a:ext uri="{FF2B5EF4-FFF2-40B4-BE49-F238E27FC236}">
                <a16:creationId xmlns:a16="http://schemas.microsoft.com/office/drawing/2014/main" id="{27D7D88D-E6F7-4FFA-BB87-7BD852696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401" y="4821480"/>
            <a:ext cx="457920" cy="380160"/>
          </a:xfrm>
          <a:prstGeom prst="rightArrow">
            <a:avLst>
              <a:gd name="adj1" fmla="val 50000"/>
              <a:gd name="adj2" fmla="val 50184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1429" tIns="45714" rIns="91429" bIns="45714"/>
          <a:lstStyle/>
          <a:p>
            <a:pPr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726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4821" name="Rectangle 1">
            <a:extLst>
              <a:ext uri="{FF2B5EF4-FFF2-40B4-BE49-F238E27FC236}">
                <a16:creationId xmlns:a16="http://schemas.microsoft.com/office/drawing/2014/main" id="{F8C2063C-00CA-4D01-B1FE-5639ED0EB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121" y="3898441"/>
            <a:ext cx="477994" cy="19619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9" tIns="45714" rIns="91429" bIns="45714">
            <a:spAutoFit/>
          </a:bodyPr>
          <a:lstStyle/>
          <a:p>
            <a:pPr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altLang="en-US" sz="726" b="1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Before</a:t>
            </a:r>
            <a:endParaRPr lang="en-US" altLang="en-US" sz="726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4822" name="Rectangle 9">
            <a:extLst>
              <a:ext uri="{FF2B5EF4-FFF2-40B4-BE49-F238E27FC236}">
                <a16:creationId xmlns:a16="http://schemas.microsoft.com/office/drawing/2014/main" id="{847621B6-75E6-4FC7-BB03-250D59FA5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4801" y="3909961"/>
            <a:ext cx="401050" cy="19619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9" tIns="45714" rIns="91429" bIns="45714">
            <a:spAutoFit/>
          </a:bodyPr>
          <a:lstStyle/>
          <a:p>
            <a:pPr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altLang="en-US" sz="726" b="1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After</a:t>
            </a:r>
            <a:endParaRPr lang="en-US" altLang="en-US" sz="726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34823" name="コンテンツ プレースホルダ 4">
            <a:extLst>
              <a:ext uri="{FF2B5EF4-FFF2-40B4-BE49-F238E27FC236}">
                <a16:creationId xmlns:a16="http://schemas.microsoft.com/office/drawing/2014/main" id="{AE3551B9-02AA-439F-9036-57A3AD0570A2}"/>
              </a:ext>
            </a:extLst>
          </p:cNvPr>
          <p:cNvPicPr>
            <a:picLocks noGrp="1" noChangeAspect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5281" y="3657960"/>
            <a:ext cx="3885120" cy="3047040"/>
          </a:xfrm>
        </p:spPr>
      </p:pic>
      <p:pic>
        <p:nvPicPr>
          <p:cNvPr id="34824" name="Picture 16">
            <a:extLst>
              <a:ext uri="{FF2B5EF4-FFF2-40B4-BE49-F238E27FC236}">
                <a16:creationId xmlns:a16="http://schemas.microsoft.com/office/drawing/2014/main" id="{251EEE9D-8ACB-41F8-8AF9-9F39DD9F3E2A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39201" y="3657960"/>
            <a:ext cx="3975840" cy="304704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5" name="Rectangle 8">
            <a:extLst>
              <a:ext uri="{FF2B5EF4-FFF2-40B4-BE49-F238E27FC236}">
                <a16:creationId xmlns:a16="http://schemas.microsoft.com/office/drawing/2014/main" id="{290EAF6B-414A-4388-B2E2-964F49EFE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9201" y="3673801"/>
            <a:ext cx="401050" cy="196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4" rIns="91429" bIns="45714">
            <a:spAutoFit/>
          </a:bodyPr>
          <a:lstStyle/>
          <a:p>
            <a:pPr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altLang="en-US" sz="726" b="1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After</a:t>
            </a:r>
            <a:endParaRPr lang="en-US" altLang="en-US" sz="726">
              <a:solidFill>
                <a:srgbClr val="FF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4826" name="Rectangle 7">
            <a:extLst>
              <a:ext uri="{FF2B5EF4-FFF2-40B4-BE49-F238E27FC236}">
                <a16:creationId xmlns:a16="http://schemas.microsoft.com/office/drawing/2014/main" id="{246F0BF5-64FE-4BF9-8F21-2C31AE849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81" y="3657961"/>
            <a:ext cx="477994" cy="196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4" rIns="91429" bIns="45714">
            <a:spAutoFit/>
          </a:bodyPr>
          <a:lstStyle/>
          <a:p>
            <a:pPr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altLang="en-US" sz="726" b="1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Before</a:t>
            </a:r>
            <a:endParaRPr lang="en-US" altLang="en-US" sz="726">
              <a:solidFill>
                <a:srgbClr val="FF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34827" name="Picture 19">
            <a:extLst>
              <a:ext uri="{FF2B5EF4-FFF2-40B4-BE49-F238E27FC236}">
                <a16:creationId xmlns:a16="http://schemas.microsoft.com/office/drawing/2014/main" id="{7321B190-BC17-4C70-A120-A4916BC7E762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5281" y="762121"/>
            <a:ext cx="3885120" cy="2743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8" name="Picture 20">
            <a:extLst>
              <a:ext uri="{FF2B5EF4-FFF2-40B4-BE49-F238E27FC236}">
                <a16:creationId xmlns:a16="http://schemas.microsoft.com/office/drawing/2014/main" id="{0C279BA3-DAF7-4752-9414-78F4DB7E80C5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721" y="762121"/>
            <a:ext cx="4036320" cy="26308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9" name="Rectangle 1">
            <a:extLst>
              <a:ext uri="{FF2B5EF4-FFF2-40B4-BE49-F238E27FC236}">
                <a16:creationId xmlns:a16="http://schemas.microsoft.com/office/drawing/2014/main" id="{35BF102F-6F55-4C51-AC3E-B251D182A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081" y="802441"/>
            <a:ext cx="477994" cy="196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4" rIns="91429" bIns="45714">
            <a:spAutoFit/>
          </a:bodyPr>
          <a:lstStyle/>
          <a:p>
            <a:pPr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altLang="en-US" sz="726" b="1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Before</a:t>
            </a:r>
            <a:endParaRPr lang="en-US" altLang="en-US" sz="726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4830" name="Rectangle 9">
            <a:extLst>
              <a:ext uri="{FF2B5EF4-FFF2-40B4-BE49-F238E27FC236}">
                <a16:creationId xmlns:a16="http://schemas.microsoft.com/office/drawing/2014/main" id="{B6C8902D-A474-4646-B779-E52723936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0561" y="743401"/>
            <a:ext cx="401050" cy="196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4" rIns="91429" bIns="45714">
            <a:spAutoFit/>
          </a:bodyPr>
          <a:lstStyle/>
          <a:p>
            <a:pPr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altLang="en-US" sz="726" b="1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After</a:t>
            </a:r>
            <a:endParaRPr lang="en-US" altLang="en-US" sz="726">
              <a:solidFill>
                <a:srgbClr val="FF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>
            <a:extLst>
              <a:ext uri="{FF2B5EF4-FFF2-40B4-BE49-F238E27FC236}">
                <a16:creationId xmlns:a16="http://schemas.microsoft.com/office/drawing/2014/main" id="{F7177867-107E-4FD6-B356-0C1E7AC63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01" y="635401"/>
            <a:ext cx="4203360" cy="2898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Content Placeholder 4">
            <a:extLst>
              <a:ext uri="{FF2B5EF4-FFF2-40B4-BE49-F238E27FC236}">
                <a16:creationId xmlns:a16="http://schemas.microsoft.com/office/drawing/2014/main" id="{500D97B1-7495-4994-BCDD-5EEFCA2C6F71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152641" y="790921"/>
            <a:ext cx="4145760" cy="271584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5844" name="Title 1">
            <a:extLst>
              <a:ext uri="{FF2B5EF4-FFF2-40B4-BE49-F238E27FC236}">
                <a16:creationId xmlns:a16="http://schemas.microsoft.com/office/drawing/2014/main" id="{739DEC16-9D70-4ACF-9429-6740FB3774D2}"/>
              </a:ext>
            </a:extLst>
          </p:cNvPr>
          <p:cNvSpPr txBox="1">
            <a:spLocks/>
          </p:cNvSpPr>
          <p:nvPr/>
        </p:nvSpPr>
        <p:spPr bwMode="auto">
          <a:xfrm>
            <a:off x="152641" y="153001"/>
            <a:ext cx="8838720" cy="45648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4" rIns="91429" bIns="45714" anchor="ctr"/>
          <a:lstStyle/>
          <a:p>
            <a:pPr algn="ctr"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altLang="en-US" sz="2812" b="1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Changes in Padietric &amp; Medicine Ward</a:t>
            </a:r>
          </a:p>
        </p:txBody>
      </p:sp>
      <p:sp>
        <p:nvSpPr>
          <p:cNvPr id="35845" name="Right Arrow 8">
            <a:extLst>
              <a:ext uri="{FF2B5EF4-FFF2-40B4-BE49-F238E27FC236}">
                <a16:creationId xmlns:a16="http://schemas.microsoft.com/office/drawing/2014/main" id="{C05F43F1-FB74-4E6C-81DD-33AD187C2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601" y="1981800"/>
            <a:ext cx="456480" cy="380160"/>
          </a:xfrm>
          <a:prstGeom prst="rightArrow">
            <a:avLst>
              <a:gd name="adj1" fmla="val 50000"/>
              <a:gd name="adj2" fmla="val 50026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1429" tIns="45714" rIns="91429" bIns="45714"/>
          <a:lstStyle/>
          <a:p>
            <a:pPr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726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5846" name="Right Arrow 9">
            <a:extLst>
              <a:ext uri="{FF2B5EF4-FFF2-40B4-BE49-F238E27FC236}">
                <a16:creationId xmlns:a16="http://schemas.microsoft.com/office/drawing/2014/main" id="{10D5965B-693D-49DF-8DCA-40B50C220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601" y="4952521"/>
            <a:ext cx="456480" cy="381600"/>
          </a:xfrm>
          <a:prstGeom prst="rightArrow">
            <a:avLst>
              <a:gd name="adj1" fmla="val 50000"/>
              <a:gd name="adj2" fmla="val 49837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1429" tIns="45714" rIns="91429" bIns="45714"/>
          <a:lstStyle/>
          <a:p>
            <a:pPr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726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5369" name="Rectangle 10">
            <a:extLst>
              <a:ext uri="{FF2B5EF4-FFF2-40B4-BE49-F238E27FC236}">
                <a16:creationId xmlns:a16="http://schemas.microsoft.com/office/drawing/2014/main" id="{60247384-2A40-451F-92E6-39A17561E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521" y="790921"/>
            <a:ext cx="849890" cy="326039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29" tIns="45714" rIns="91429" bIns="45714">
            <a:spAutoFit/>
          </a:bodyPr>
          <a:lstStyle/>
          <a:p>
            <a:pPr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en-US" sz="1633" b="1" dirty="0">
                <a:solidFill>
                  <a:srgbClr val="FF0000"/>
                </a:solidFill>
                <a:latin typeface="Arial"/>
                <a:ea typeface="ＭＳ Ｐゴシック"/>
              </a:rPr>
              <a:t>Before</a:t>
            </a:r>
            <a:endParaRPr lang="en-US" sz="726" dirty="0">
              <a:solidFill>
                <a:srgbClr val="FF0000"/>
              </a:solidFill>
              <a:latin typeface="Arial"/>
              <a:ea typeface="ＭＳ Ｐゴシック"/>
            </a:endParaRPr>
          </a:p>
        </p:txBody>
      </p:sp>
      <p:sp>
        <p:nvSpPr>
          <p:cNvPr id="15372" name="Rectangle 13">
            <a:extLst>
              <a:ext uri="{FF2B5EF4-FFF2-40B4-BE49-F238E27FC236}">
                <a16:creationId xmlns:a16="http://schemas.microsoft.com/office/drawing/2014/main" id="{07FE628D-F815-4CBD-8414-A44A1AE0F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2721" y="790921"/>
            <a:ext cx="675163" cy="326039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>
            <a:spAutoFit/>
          </a:bodyPr>
          <a:lstStyle/>
          <a:p>
            <a:pPr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en-US" sz="1633" b="1" dirty="0">
                <a:solidFill>
                  <a:srgbClr val="FF0000"/>
                </a:solidFill>
                <a:latin typeface="Arial"/>
                <a:ea typeface="ＭＳ Ｐゴシック"/>
              </a:rPr>
              <a:t>After</a:t>
            </a:r>
            <a:endParaRPr lang="en-US" sz="1633" dirty="0">
              <a:solidFill>
                <a:srgbClr val="FF0000"/>
              </a:solidFill>
              <a:latin typeface="Arial"/>
              <a:ea typeface="ＭＳ Ｐゴシック"/>
            </a:endParaRPr>
          </a:p>
        </p:txBody>
      </p:sp>
      <p:pic>
        <p:nvPicPr>
          <p:cNvPr id="35849" name="Picture 15">
            <a:extLst>
              <a:ext uri="{FF2B5EF4-FFF2-40B4-BE49-F238E27FC236}">
                <a16:creationId xmlns:a16="http://schemas.microsoft.com/office/drawing/2014/main" id="{1301E284-4F8A-4C02-8A19-D3FCC43D2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41" y="3657961"/>
            <a:ext cx="4145760" cy="2970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850" name="Picture 16">
            <a:extLst>
              <a:ext uri="{FF2B5EF4-FFF2-40B4-BE49-F238E27FC236}">
                <a16:creationId xmlns:a16="http://schemas.microsoft.com/office/drawing/2014/main" id="{5D97AC85-ECA3-49E0-81AC-6892B9B5C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1760" y="3657961"/>
            <a:ext cx="4089600" cy="2970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70" name="Rectangle 11">
            <a:extLst>
              <a:ext uri="{FF2B5EF4-FFF2-40B4-BE49-F238E27FC236}">
                <a16:creationId xmlns:a16="http://schemas.microsoft.com/office/drawing/2014/main" id="{FDC161E0-B729-474B-AA9B-C5C5AC61C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281" y="3668041"/>
            <a:ext cx="849890" cy="326039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29" tIns="45714" rIns="91429" bIns="45714">
            <a:spAutoFit/>
          </a:bodyPr>
          <a:lstStyle/>
          <a:p>
            <a:pPr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en-US" sz="1633" b="1" dirty="0">
                <a:solidFill>
                  <a:srgbClr val="FF0000"/>
                </a:solidFill>
                <a:latin typeface="Arial"/>
                <a:ea typeface="ＭＳ Ｐゴシック"/>
              </a:rPr>
              <a:t>Before</a:t>
            </a:r>
            <a:endParaRPr lang="en-US" sz="1633" dirty="0">
              <a:solidFill>
                <a:srgbClr val="FF0000"/>
              </a:solidFill>
              <a:latin typeface="Arial"/>
              <a:ea typeface="ＭＳ Ｐゴシック"/>
            </a:endParaRPr>
          </a:p>
        </p:txBody>
      </p:sp>
      <p:sp>
        <p:nvSpPr>
          <p:cNvPr id="15371" name="Rectangle 12">
            <a:extLst>
              <a:ext uri="{FF2B5EF4-FFF2-40B4-BE49-F238E27FC236}">
                <a16:creationId xmlns:a16="http://schemas.microsoft.com/office/drawing/2014/main" id="{99F1239D-0A0B-4071-A553-75A71BCD1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2641" y="3668041"/>
            <a:ext cx="675163" cy="326039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29" tIns="45714" rIns="91429" bIns="45714">
            <a:spAutoFit/>
          </a:bodyPr>
          <a:lstStyle/>
          <a:p>
            <a:pPr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en-US" sz="1633" b="1" dirty="0">
                <a:solidFill>
                  <a:srgbClr val="FF0000"/>
                </a:solidFill>
                <a:latin typeface="Arial"/>
                <a:ea typeface="ＭＳ Ｐゴシック"/>
              </a:rPr>
              <a:t>After</a:t>
            </a:r>
            <a:endParaRPr lang="en-US" sz="1633" dirty="0">
              <a:solidFill>
                <a:srgbClr val="FF0000"/>
              </a:solidFill>
              <a:latin typeface="Arial"/>
              <a:ea typeface="ＭＳ Ｐゴシック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E772C3E5-182F-489D-BF5A-53601DCE2E9F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152641" y="153001"/>
            <a:ext cx="8762400" cy="456480"/>
          </a:xfrm>
          <a:solidFill>
            <a:srgbClr val="006600"/>
          </a:solidFill>
        </p:spPr>
        <p:txBody>
          <a:bodyPr/>
          <a:lstStyle/>
          <a:p>
            <a:r>
              <a:rPr lang="en-US" altLang="en-US" sz="2812" b="1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36867" name="Picture 4" descr="8">
            <a:extLst>
              <a:ext uri="{FF2B5EF4-FFF2-40B4-BE49-F238E27FC236}">
                <a16:creationId xmlns:a16="http://schemas.microsoft.com/office/drawing/2014/main" id="{42BB0CB7-9CE0-4736-9C62-55AEA326B9D9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681" y="703081"/>
            <a:ext cx="3902400" cy="2743200"/>
          </a:xfrm>
        </p:spPr>
      </p:pic>
      <p:pic>
        <p:nvPicPr>
          <p:cNvPr id="36868" name="Picture 13">
            <a:extLst>
              <a:ext uri="{FF2B5EF4-FFF2-40B4-BE49-F238E27FC236}">
                <a16:creationId xmlns:a16="http://schemas.microsoft.com/office/drawing/2014/main" id="{E7473FA8-2C01-4E75-9683-1E3CC7E2B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321" y="697321"/>
            <a:ext cx="4082400" cy="27432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36869" name="Right Arrow 9">
            <a:extLst>
              <a:ext uri="{FF2B5EF4-FFF2-40B4-BE49-F238E27FC236}">
                <a16:creationId xmlns:a16="http://schemas.microsoft.com/office/drawing/2014/main" id="{9824E3FC-8316-461B-9D1D-8F08D2981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5121" y="1981800"/>
            <a:ext cx="456480" cy="380160"/>
          </a:xfrm>
          <a:prstGeom prst="rightArrow">
            <a:avLst>
              <a:gd name="adj1" fmla="val 50000"/>
              <a:gd name="adj2" fmla="val 50026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1429" tIns="45714" rIns="91429" bIns="45714"/>
          <a:lstStyle/>
          <a:p>
            <a:pPr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726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870" name="Right Arrow 10">
            <a:extLst>
              <a:ext uri="{FF2B5EF4-FFF2-40B4-BE49-F238E27FC236}">
                <a16:creationId xmlns:a16="http://schemas.microsoft.com/office/drawing/2014/main" id="{32DA82C0-7255-41E8-BB30-31BF20221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5121" y="4876201"/>
            <a:ext cx="456480" cy="381600"/>
          </a:xfrm>
          <a:prstGeom prst="rightArrow">
            <a:avLst>
              <a:gd name="adj1" fmla="val 50000"/>
              <a:gd name="adj2" fmla="val 49837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1429" tIns="45714" rIns="91429" bIns="45714"/>
          <a:lstStyle/>
          <a:p>
            <a:pPr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726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871" name="Rectangle 11">
            <a:extLst>
              <a:ext uri="{FF2B5EF4-FFF2-40B4-BE49-F238E27FC236}">
                <a16:creationId xmlns:a16="http://schemas.microsoft.com/office/drawing/2014/main" id="{C4029DE9-2AA8-4FFC-8BBF-9EB5E4954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61" y="697321"/>
            <a:ext cx="477994" cy="196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4" rIns="91429" bIns="45714">
            <a:spAutoFit/>
          </a:bodyPr>
          <a:lstStyle/>
          <a:p>
            <a:pPr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altLang="en-US" sz="726" b="1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Before</a:t>
            </a:r>
            <a:endParaRPr lang="en-US" altLang="en-US" sz="726">
              <a:solidFill>
                <a:srgbClr val="FF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872" name="Rectangle 14">
            <a:extLst>
              <a:ext uri="{FF2B5EF4-FFF2-40B4-BE49-F238E27FC236}">
                <a16:creationId xmlns:a16="http://schemas.microsoft.com/office/drawing/2014/main" id="{C1C4C822-2BFB-4FD6-9581-F47B79ADF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601" y="813961"/>
            <a:ext cx="401050" cy="19619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9" tIns="45714" rIns="91429" bIns="45714">
            <a:spAutoFit/>
          </a:bodyPr>
          <a:lstStyle/>
          <a:p>
            <a:pPr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altLang="en-US" sz="726" b="1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After</a:t>
            </a:r>
            <a:endParaRPr lang="en-US" altLang="en-US" sz="726">
              <a:solidFill>
                <a:srgbClr val="FF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15" name="Picture 4" descr="DSC02543">
            <a:extLst>
              <a:ext uri="{FF2B5EF4-FFF2-40B4-BE49-F238E27FC236}">
                <a16:creationId xmlns:a16="http://schemas.microsoft.com/office/drawing/2014/main" id="{BA71A7D7-75FF-451C-A33E-45DEEA6ABB88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5"/>
          <a:stretch>
            <a:fillRect/>
          </a:stretch>
        </p:blipFill>
        <p:spPr>
          <a:xfrm>
            <a:off x="188641" y="3633481"/>
            <a:ext cx="4037760" cy="302832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Rectangle 10">
            <a:extLst>
              <a:ext uri="{FF2B5EF4-FFF2-40B4-BE49-F238E27FC236}">
                <a16:creationId xmlns:a16="http://schemas.microsoft.com/office/drawing/2014/main" id="{B9AE786B-A8CA-43F3-87D7-9A8D003EF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921" y="3750121"/>
            <a:ext cx="1067040" cy="196195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29" tIns="45714" rIns="91429" bIns="45714">
            <a:spAutoFit/>
          </a:bodyPr>
          <a:lstStyle/>
          <a:p>
            <a:pPr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en-US" sz="726" b="1" dirty="0">
                <a:solidFill>
                  <a:srgbClr val="FF0000"/>
                </a:solidFill>
                <a:latin typeface="Arial"/>
                <a:ea typeface="ＭＳ Ｐゴシック"/>
              </a:rPr>
              <a:t>Before</a:t>
            </a:r>
            <a:endParaRPr lang="en-US" sz="726" dirty="0">
              <a:solidFill>
                <a:srgbClr val="FF0000"/>
              </a:solidFill>
              <a:latin typeface="Arial"/>
              <a:ea typeface="ＭＳ Ｐゴシック"/>
            </a:endParaRPr>
          </a:p>
        </p:txBody>
      </p:sp>
      <p:pic>
        <p:nvPicPr>
          <p:cNvPr id="36875" name="Picture 11">
            <a:extLst>
              <a:ext uri="{FF2B5EF4-FFF2-40B4-BE49-F238E27FC236}">
                <a16:creationId xmlns:a16="http://schemas.microsoft.com/office/drawing/2014/main" id="{0D2FB7A0-1BDF-4435-B510-DA3C2C3F96FD}"/>
              </a:ext>
            </a:extLst>
          </p:cNvPr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57121" y="3750121"/>
            <a:ext cx="3981600" cy="2986560"/>
          </a:xfr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F1989FB-BB6D-45CA-A55E-1BB50F10D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481" y="3812041"/>
            <a:ext cx="401050" cy="196195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lIns="91429" tIns="45714" rIns="91429" bIns="45714">
            <a:spAutoFit/>
          </a:bodyPr>
          <a:lstStyle/>
          <a:p>
            <a:pPr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en-US" sz="726" b="1" dirty="0">
                <a:solidFill>
                  <a:srgbClr val="FF0000"/>
                </a:solidFill>
                <a:latin typeface="Arial"/>
                <a:ea typeface="ＭＳ Ｐゴシック"/>
              </a:rPr>
              <a:t>After</a:t>
            </a:r>
            <a:endParaRPr lang="en-US" sz="726" dirty="0">
              <a:solidFill>
                <a:srgbClr val="FF0000"/>
              </a:solidFill>
              <a:latin typeface="Arial"/>
              <a:ea typeface="ＭＳ Ｐゴシック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>
            <a:extLst>
              <a:ext uri="{FF2B5EF4-FFF2-40B4-BE49-F238E27FC236}">
                <a16:creationId xmlns:a16="http://schemas.microsoft.com/office/drawing/2014/main" id="{E002A4E9-D86C-4970-8CA7-618EAC09D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041" y="551881"/>
            <a:ext cx="4628160" cy="362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16">
            <a:extLst>
              <a:ext uri="{FF2B5EF4-FFF2-40B4-BE49-F238E27FC236}">
                <a16:creationId xmlns:a16="http://schemas.microsoft.com/office/drawing/2014/main" id="{AD8C3758-061C-4B87-8584-52D9F11CDD2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201" y="705961"/>
            <a:ext cx="3977280" cy="300816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2" name="Title 1">
            <a:extLst>
              <a:ext uri="{FF2B5EF4-FFF2-40B4-BE49-F238E27FC236}">
                <a16:creationId xmlns:a16="http://schemas.microsoft.com/office/drawing/2014/main" id="{D627D9E8-3DEB-4CA7-9859-240A05FC905D}"/>
              </a:ext>
            </a:extLst>
          </p:cNvPr>
          <p:cNvSpPr txBox="1">
            <a:spLocks/>
          </p:cNvSpPr>
          <p:nvPr/>
        </p:nvSpPr>
        <p:spPr bwMode="auto">
          <a:xfrm>
            <a:off x="152641" y="153001"/>
            <a:ext cx="8838720" cy="45648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4" rIns="91429" bIns="45714" anchor="ctr"/>
          <a:lstStyle/>
          <a:p>
            <a:pPr algn="ctr"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altLang="en-US" sz="2812" b="1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West Management &amp; Campus Protection</a:t>
            </a:r>
          </a:p>
        </p:txBody>
      </p:sp>
      <p:sp>
        <p:nvSpPr>
          <p:cNvPr id="37893" name="Right Arrow 8">
            <a:extLst>
              <a:ext uri="{FF2B5EF4-FFF2-40B4-BE49-F238E27FC236}">
                <a16:creationId xmlns:a16="http://schemas.microsoft.com/office/drawing/2014/main" id="{E53AA235-5BFC-49FA-8FA8-52B7A44E0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601" y="1981800"/>
            <a:ext cx="456480" cy="380160"/>
          </a:xfrm>
          <a:prstGeom prst="rightArrow">
            <a:avLst>
              <a:gd name="adj1" fmla="val 50000"/>
              <a:gd name="adj2" fmla="val 50026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1429" tIns="45714" rIns="91429" bIns="45714"/>
          <a:lstStyle/>
          <a:p>
            <a:pPr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726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7894" name="Right Arrow 9">
            <a:extLst>
              <a:ext uri="{FF2B5EF4-FFF2-40B4-BE49-F238E27FC236}">
                <a16:creationId xmlns:a16="http://schemas.microsoft.com/office/drawing/2014/main" id="{5054FD49-2217-4F86-98D3-4898260D3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2401" y="4876201"/>
            <a:ext cx="456480" cy="381600"/>
          </a:xfrm>
          <a:prstGeom prst="rightArrow">
            <a:avLst>
              <a:gd name="adj1" fmla="val 50000"/>
              <a:gd name="adj2" fmla="val 49837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1429" tIns="45714" rIns="91429" bIns="45714"/>
          <a:lstStyle/>
          <a:p>
            <a:pPr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altLang="en-US" sz="726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6393" name="Rectangle 10">
            <a:extLst>
              <a:ext uri="{FF2B5EF4-FFF2-40B4-BE49-F238E27FC236}">
                <a16:creationId xmlns:a16="http://schemas.microsoft.com/office/drawing/2014/main" id="{630A80E2-50E5-4465-9677-0A45B2388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921" y="835561"/>
            <a:ext cx="477994" cy="196195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lIns="91429" tIns="45714" rIns="91429" bIns="45714">
            <a:spAutoFit/>
          </a:bodyPr>
          <a:lstStyle/>
          <a:p>
            <a:pPr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en-US" sz="726" b="1" dirty="0">
                <a:solidFill>
                  <a:srgbClr val="FF0000"/>
                </a:solidFill>
                <a:latin typeface="Arial"/>
                <a:ea typeface="ＭＳ Ｐゴシック"/>
              </a:rPr>
              <a:t>Before</a:t>
            </a:r>
            <a:endParaRPr lang="en-US" sz="726" dirty="0">
              <a:solidFill>
                <a:srgbClr val="FF0000"/>
              </a:solidFill>
              <a:latin typeface="Arial"/>
              <a:ea typeface="ＭＳ Ｐゴシック"/>
            </a:endParaRPr>
          </a:p>
        </p:txBody>
      </p:sp>
      <p:sp>
        <p:nvSpPr>
          <p:cNvPr id="16396" name="Rectangle 13">
            <a:extLst>
              <a:ext uri="{FF2B5EF4-FFF2-40B4-BE49-F238E27FC236}">
                <a16:creationId xmlns:a16="http://schemas.microsoft.com/office/drawing/2014/main" id="{5A324621-54F0-4C2B-999C-294E0B067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881" y="776521"/>
            <a:ext cx="401050" cy="196195"/>
          </a:xfrm>
          <a:prstGeom prst="rect">
            <a:avLst/>
          </a:prstGeom>
          <a:solidFill>
            <a:srgbClr val="00B050"/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lIns="91429" tIns="45714" rIns="91429" bIns="45714">
            <a:spAutoFit/>
          </a:bodyPr>
          <a:lstStyle/>
          <a:p>
            <a:pPr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en-US" sz="726" b="1" dirty="0">
                <a:solidFill>
                  <a:srgbClr val="FF0000"/>
                </a:solidFill>
                <a:latin typeface="Arial"/>
                <a:ea typeface="ＭＳ Ｐゴシック"/>
              </a:rPr>
              <a:t>After</a:t>
            </a:r>
            <a:endParaRPr lang="en-US" sz="726" dirty="0">
              <a:solidFill>
                <a:srgbClr val="FF0000"/>
              </a:solidFill>
              <a:latin typeface="Arial"/>
              <a:ea typeface="ＭＳ Ｐゴシック"/>
            </a:endParaRPr>
          </a:p>
        </p:txBody>
      </p:sp>
      <p:pic>
        <p:nvPicPr>
          <p:cNvPr id="89097" name="Picture 15">
            <a:extLst>
              <a:ext uri="{FF2B5EF4-FFF2-40B4-BE49-F238E27FC236}">
                <a16:creationId xmlns:a16="http://schemas.microsoft.com/office/drawing/2014/main" id="{E9691A7A-7ADA-490C-A083-E1EB89395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641" y="3856681"/>
            <a:ext cx="4114080" cy="28483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098" name="Picture 16">
            <a:extLst>
              <a:ext uri="{FF2B5EF4-FFF2-40B4-BE49-F238E27FC236}">
                <a16:creationId xmlns:a16="http://schemas.microsoft.com/office/drawing/2014/main" id="{5B7397E3-C035-447C-AE49-B2EC6CB86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98881" y="3856681"/>
            <a:ext cx="4092480" cy="28483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4" name="Rectangle 11">
            <a:extLst>
              <a:ext uri="{FF2B5EF4-FFF2-40B4-BE49-F238E27FC236}">
                <a16:creationId xmlns:a16="http://schemas.microsoft.com/office/drawing/2014/main" id="{F5E95280-23EE-4C58-80F8-24B24DAB5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921" y="3885481"/>
            <a:ext cx="477994" cy="196195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lIns="91429" tIns="45714" rIns="91429" bIns="45714">
            <a:spAutoFit/>
          </a:bodyPr>
          <a:lstStyle/>
          <a:p>
            <a:pPr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en-US" sz="726" b="1" dirty="0">
                <a:solidFill>
                  <a:srgbClr val="FF0000"/>
                </a:solidFill>
                <a:latin typeface="Arial"/>
                <a:ea typeface="ＭＳ Ｐゴシック"/>
              </a:rPr>
              <a:t>Before</a:t>
            </a:r>
            <a:endParaRPr lang="en-US" sz="726" dirty="0">
              <a:solidFill>
                <a:srgbClr val="FF0000"/>
              </a:solidFill>
              <a:latin typeface="Arial"/>
              <a:ea typeface="ＭＳ Ｐゴシック"/>
            </a:endParaRPr>
          </a:p>
        </p:txBody>
      </p:sp>
      <p:sp>
        <p:nvSpPr>
          <p:cNvPr id="16395" name="Rectangle 12">
            <a:extLst>
              <a:ext uri="{FF2B5EF4-FFF2-40B4-BE49-F238E27FC236}">
                <a16:creationId xmlns:a16="http://schemas.microsoft.com/office/drawing/2014/main" id="{E9A3E082-854E-42AB-AA8F-F29BAA9D9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881" y="3884041"/>
            <a:ext cx="401050" cy="196195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lIns="91429" tIns="45714" rIns="91429" bIns="45714">
            <a:spAutoFit/>
          </a:bodyPr>
          <a:lstStyle/>
          <a:p>
            <a:pPr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en-US" sz="726" b="1" dirty="0">
                <a:solidFill>
                  <a:srgbClr val="FF0000"/>
                </a:solidFill>
                <a:latin typeface="Arial"/>
                <a:ea typeface="ＭＳ Ｐゴシック"/>
              </a:rPr>
              <a:t>After</a:t>
            </a:r>
            <a:endParaRPr lang="en-US" sz="726" dirty="0">
              <a:solidFill>
                <a:srgbClr val="FF0000"/>
              </a:solidFill>
              <a:latin typeface="Arial"/>
              <a:ea typeface="ＭＳ Ｐゴシック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6">
            <a:extLst>
              <a:ext uri="{FF2B5EF4-FFF2-40B4-BE49-F238E27FC236}">
                <a16:creationId xmlns:a16="http://schemas.microsoft.com/office/drawing/2014/main" id="{0C2FB681-5B39-4093-AC7D-0E1A12832EF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724641" y="3814921"/>
            <a:ext cx="4266720" cy="298224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9" name="Title 1">
            <a:extLst>
              <a:ext uri="{FF2B5EF4-FFF2-40B4-BE49-F238E27FC236}">
                <a16:creationId xmlns:a16="http://schemas.microsoft.com/office/drawing/2014/main" id="{42A74335-6DD0-4E5A-B9CF-5880F577A532}"/>
              </a:ext>
            </a:extLst>
          </p:cNvPr>
          <p:cNvSpPr txBox="1">
            <a:spLocks/>
          </p:cNvSpPr>
          <p:nvPr/>
        </p:nvSpPr>
        <p:spPr bwMode="auto">
          <a:xfrm>
            <a:off x="152641" y="153001"/>
            <a:ext cx="8838720" cy="45648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4" rIns="91429" bIns="45714" anchor="ctr"/>
          <a:lstStyle/>
          <a:p>
            <a:pPr algn="ctr" defTabSz="407526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altLang="en-US" sz="2812"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Improved pediatric word by local initiative</a:t>
            </a:r>
            <a:endParaRPr lang="en-US" altLang="en-US" sz="2812" b="1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39940" name="Picture 2">
            <a:extLst>
              <a:ext uri="{FF2B5EF4-FFF2-40B4-BE49-F238E27FC236}">
                <a16:creationId xmlns:a16="http://schemas.microsoft.com/office/drawing/2014/main" id="{30E216DE-0229-4A58-812F-1D4F93B8C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561" y="504361"/>
            <a:ext cx="4762080" cy="3457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6">
            <a:extLst>
              <a:ext uri="{FF2B5EF4-FFF2-40B4-BE49-F238E27FC236}">
                <a16:creationId xmlns:a16="http://schemas.microsoft.com/office/drawing/2014/main" id="{0BDCE81F-4018-424A-83B0-1D09DA253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52641" y="3732841"/>
            <a:ext cx="4180320" cy="30556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Content Placeholder 6">
            <a:extLst>
              <a:ext uri="{FF2B5EF4-FFF2-40B4-BE49-F238E27FC236}">
                <a16:creationId xmlns:a16="http://schemas.microsoft.com/office/drawing/2014/main" id="{C5853D29-4438-4B6C-813A-3785DE522B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9041" y="762121"/>
            <a:ext cx="4367520" cy="276192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/>
              <a:t>Our usual solution: </a:t>
            </a:r>
            <a:br>
              <a:rPr lang="en-US" sz="3600" dirty="0"/>
            </a:br>
            <a:r>
              <a:rPr lang="en-US" sz="3600" dirty="0"/>
              <a:t>We need more RESOURCES!!!!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68926"/>
            <a:ext cx="8208912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96059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018" y="0"/>
            <a:ext cx="9193017" cy="6850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51078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4">
            <a:extLst>
              <a:ext uri="{FF2B5EF4-FFF2-40B4-BE49-F238E27FC236}">
                <a16:creationId xmlns:a16="http://schemas.microsoft.com/office/drawing/2014/main" id="{9DA70461-B980-46A5-AF40-9DED0A060C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080" y="609481"/>
            <a:ext cx="7793280" cy="5257440"/>
          </a:xfrm>
        </p:spPr>
        <p:txBody>
          <a:bodyPr/>
          <a:lstStyle/>
          <a:p>
            <a:endParaRPr lang="en-US" altLang="en-US"/>
          </a:p>
        </p:txBody>
      </p:sp>
      <p:pic>
        <p:nvPicPr>
          <p:cNvPr id="40963" name="Picture 7" descr="CampsBaySunset">
            <a:extLst>
              <a:ext uri="{FF2B5EF4-FFF2-40B4-BE49-F238E27FC236}">
                <a16:creationId xmlns:a16="http://schemas.microsoft.com/office/drawing/2014/main" id="{D68E363A-BDC5-4822-A465-9B418D17C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3321"/>
            <a:ext cx="9144000" cy="6857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itchFamily="34" charset="0"/>
            <a:ea typeface="ＭＳ Ｐゴシック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itchFamily="34" charset="0"/>
            <a:ea typeface="ＭＳ Ｐゴシック" pitchFamily="34" charset="-128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93</TotalTime>
  <Words>921</Words>
  <Application>Microsoft Office PowerPoint</Application>
  <PresentationFormat>On-screen Show (4:3)</PresentationFormat>
  <Paragraphs>250</Paragraphs>
  <Slides>41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Arial</vt:lpstr>
      <vt:lpstr>Arial Black</vt:lpstr>
      <vt:lpstr>Calibri</vt:lpstr>
      <vt:lpstr>Constantia</vt:lpstr>
      <vt:lpstr>Times New Roman</vt:lpstr>
      <vt:lpstr>Wingdings</vt:lpstr>
      <vt:lpstr>Wingdings 2</vt:lpstr>
      <vt:lpstr>Flow</vt:lpstr>
      <vt:lpstr>Default Design</vt:lpstr>
      <vt:lpstr>ｸﾘｯﾌﾟ</vt:lpstr>
      <vt:lpstr>L eadership And Total Quality Management.  (5S/Kaizen/TQM) </vt:lpstr>
      <vt:lpstr>Why does Quality matter?</vt:lpstr>
      <vt:lpstr>PowerPoint Presentation</vt:lpstr>
      <vt:lpstr>Oh dear!</vt:lpstr>
      <vt:lpstr>Who should care!</vt:lpstr>
      <vt:lpstr>PowerPoint Presentation</vt:lpstr>
      <vt:lpstr> </vt:lpstr>
      <vt:lpstr>PowerPoint Presentation</vt:lpstr>
      <vt:lpstr>PowerPoint Presentation</vt:lpstr>
      <vt:lpstr>5S: Definitions</vt:lpstr>
      <vt:lpstr>Sort</vt:lpstr>
      <vt:lpstr>Sort</vt:lpstr>
      <vt:lpstr>Sort</vt:lpstr>
      <vt:lpstr>Set </vt:lpstr>
      <vt:lpstr>Set</vt:lpstr>
      <vt:lpstr>PowerPoint Presentation</vt:lpstr>
      <vt:lpstr>Shine </vt:lpstr>
      <vt:lpstr>Shine</vt:lpstr>
      <vt:lpstr>Standardize </vt:lpstr>
      <vt:lpstr>Standardize</vt:lpstr>
      <vt:lpstr>Sustain </vt:lpstr>
      <vt:lpstr>Sustain (Shitsuke)</vt:lpstr>
      <vt:lpstr>5S Activities: 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Shine (Seisou)</vt:lpstr>
      <vt:lpstr>Bangladesh Experience</vt:lpstr>
      <vt:lpstr>PowerPoint Presentation</vt:lpstr>
      <vt:lpstr>Changes in EOC Ward</vt:lpstr>
      <vt:lpstr>PowerPoint Presentation</vt:lpstr>
      <vt:lpstr>Changes in Gardens of The Hospital</vt:lpstr>
      <vt:lpstr>PowerPoint Presentation</vt:lpstr>
      <vt:lpstr>PowerPoint Presentation</vt:lpstr>
      <vt:lpstr>Our usual solution:  We need more RESOURCES!!!!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Importance of Healthcare Quality</dc:title>
  <dc:creator>Emdad</dc:creator>
  <cp:lastModifiedBy>MD EMDADUL HAQUE</cp:lastModifiedBy>
  <cp:revision>22</cp:revision>
  <dcterms:created xsi:type="dcterms:W3CDTF">2016-09-12T00:18:27Z</dcterms:created>
  <dcterms:modified xsi:type="dcterms:W3CDTF">2023-08-30T03:33:00Z</dcterms:modified>
</cp:coreProperties>
</file>