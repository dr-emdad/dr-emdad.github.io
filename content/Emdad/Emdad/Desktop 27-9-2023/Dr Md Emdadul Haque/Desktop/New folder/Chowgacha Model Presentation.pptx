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</p:sldMasterIdLst>
  <p:notesMasterIdLst>
    <p:notesMasterId r:id="rId26"/>
  </p:notesMasterIdLst>
  <p:sldIdLst>
    <p:sldId id="332" r:id="rId5"/>
    <p:sldId id="403" r:id="rId6"/>
    <p:sldId id="309" r:id="rId7"/>
    <p:sldId id="376" r:id="rId8"/>
    <p:sldId id="401" r:id="rId9"/>
    <p:sldId id="402" r:id="rId10"/>
    <p:sldId id="326" r:id="rId11"/>
    <p:sldId id="327" r:id="rId12"/>
    <p:sldId id="346" r:id="rId13"/>
    <p:sldId id="337" r:id="rId14"/>
    <p:sldId id="338" r:id="rId15"/>
    <p:sldId id="288" r:id="rId16"/>
    <p:sldId id="290" r:id="rId17"/>
    <p:sldId id="308" r:id="rId18"/>
    <p:sldId id="287" r:id="rId19"/>
    <p:sldId id="297" r:id="rId20"/>
    <p:sldId id="348" r:id="rId21"/>
    <p:sldId id="388" r:id="rId22"/>
    <p:sldId id="343" r:id="rId23"/>
    <p:sldId id="334" r:id="rId24"/>
    <p:sldId id="344" r:id="rId2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87290" autoAdjust="0"/>
  </p:normalViewPr>
  <p:slideViewPr>
    <p:cSldViewPr>
      <p:cViewPr>
        <p:scale>
          <a:sx n="60" d="100"/>
          <a:sy n="60" d="100"/>
        </p:scale>
        <p:origin x="183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41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9/4/2022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population		: 245730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Fertile Couples 	: 52268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Pregnant		: 5208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Delivery		: 4427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Live birth		: 4312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Total death 		: 932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Total Maternal death	: 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b. Nurse                  		: 14+4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c. HA                   		: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d. SBA                   		: 13( 3HA+10 FWA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          e. Volunteer, Security guard &amp; cleaner: 36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b. H &amp; FWC                   	: 11 (RD- 4 + FWC– 7 )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</a:t>
            </a:r>
            <a:r>
              <a:rPr lang="en-US" altLang="en-US" sz="1800" b="1">
                <a:solidFill>
                  <a:srgbClr val="CC0000"/>
                </a:solidFill>
              </a:rPr>
              <a:t>c. Community clinic	: 23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d. Non- Govt. Clinic  	: 03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/>
              <a:t>Health Profile of Chowgacha Upazila- 2010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10. Mother Taken-ANC		: 143%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11. Hospital Delivery Rate	: 84.8% (3755)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12. Total C. Section rate		: 21.7% (962)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13.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14. Bed Occupancy Rate 		: 200%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15. Maternal Mortality Ratio	: 42 / 100000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16. Neonatal Mortality Rate	: 16.7 / 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17. Infant Mortality Rate   	: 20.6 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18. Under-5 Mortality Rate   	: 22.7 /1000 live birth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/>
              <a:t>Background History of MCH services of </a:t>
            </a:r>
            <a:r>
              <a:rPr lang="en-US" sz="2800" b="1" dirty="0" err="1"/>
              <a:t>Chowgacha</a:t>
            </a:r>
            <a:r>
              <a:rPr lang="en-US" sz="2800" b="1" dirty="0"/>
              <a:t> Health Complex,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4 special activities in Feb. 1996. And from January 1995 to 1997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by Frontline MCH Program. Since 1998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DGHS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UNICEF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continued the support.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children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Chowgacha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complex Model is replicable through out the country. Declared by Dr. Margaret Chan, D.G. WHO on 8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Killer Disease (diabetes, hypertension, cancer, 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TQM activates starts in July 2011 by the support of JACA.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2015 to 2017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Ward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ANC&amp; growth monitoring card donated by Ad-Din hospital , JICA , Upazilla  Parishad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2 cleaners donated by Municipalities.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of Aya, ward boy, Cleaners Security guard (36 in no.) are donated by the community.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Drugs for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Arsenicosis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2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Tyers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Ambulance donated by Upazila Parishad.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of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 by Some NGOs.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732 enlisted blood donors in emergency need (Transfusion of 165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F/blood are given in 2009)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Upazilla  Parishad and UNICEF through WF. 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008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896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From 1996 to 2012, took initiatives to develop </a:t>
            </a:r>
            <a:r>
              <a:rPr lang="en-US" sz="2400" b="1" dirty="0"/>
              <a:t>Upazilla level standard services </a:t>
            </a:r>
            <a:r>
              <a:rPr lang="en-US" sz="2400" dirty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cs typeface="Calibri" pitchFamily="34" charset="0"/>
              </a:rPr>
              <a:t> Mobilized 46 additional </a:t>
            </a:r>
            <a:r>
              <a:rPr lang="en-US" sz="2400" dirty="0"/>
              <a:t>workers from community (26 volunteer, 12 cleaners and others 8).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achieved MDG target in 2009.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Health complex is awarded for best performance in EOC form 2005 to 2014. 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3186</TotalTime>
  <Words>602</Words>
  <Application>Microsoft Office PowerPoint</Application>
  <PresentationFormat>On-screen Show (4:3)</PresentationFormat>
  <Paragraphs>130</Paragraphs>
  <Slides>21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Default Design</vt:lpstr>
      <vt:lpstr>1_Default Design</vt:lpstr>
      <vt:lpstr>Chart</vt:lpstr>
      <vt:lpstr>PowerPoint Presentation</vt:lpstr>
      <vt:lpstr>Health Profile of Chowgacha Upazila- 2010</vt:lpstr>
      <vt:lpstr>PowerPoint Presentation</vt:lpstr>
      <vt:lpstr>A Sub-district level Hospital with a Vision</vt:lpstr>
      <vt:lpstr>Background History of MCH services of Chowgacha Health Complex, Jessore</vt:lpstr>
      <vt:lpstr>Contd.</vt:lpstr>
      <vt:lpstr>PowerPoint Presentation</vt:lpstr>
      <vt:lpstr>Emergency &amp; Out Door, Indoor  Service 1998 to 2017</vt:lpstr>
      <vt:lpstr>  Comparative data of revenue income (in Taka) from 2015 to 2017 </vt:lpstr>
      <vt:lpstr>Upazila Health  Complex CHOWGACHA , JESSORE.</vt:lpstr>
      <vt:lpstr>Upazila Health  Complex CHOWGACHA , JESSORE.</vt:lpstr>
      <vt:lpstr>PowerPoint Presentation</vt:lpstr>
      <vt:lpstr>Changes in Gardens of The Hospital</vt:lpstr>
      <vt:lpstr>Use of direction sign, labeling of rooms, clean latrine and waste segregation</vt:lpstr>
      <vt:lpstr>Changes in EOC Ward</vt:lpstr>
      <vt:lpstr>Internal Monitoring System</vt:lpstr>
      <vt:lpstr>Upazila Health  Complex CHOWGACHA , JESSORE.</vt:lpstr>
      <vt:lpstr>                 News of paper</vt:lpstr>
      <vt:lpstr>PowerPoint Presentation</vt:lpstr>
      <vt:lpstr>Achievement of Chowgacha Health Complex</vt:lpstr>
      <vt:lpstr>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466</cp:revision>
  <cp:lastPrinted>2017-03-18T23:47:54Z</cp:lastPrinted>
  <dcterms:created xsi:type="dcterms:W3CDTF">2013-05-05T09:56:19Z</dcterms:created>
  <dcterms:modified xsi:type="dcterms:W3CDTF">2022-09-04T05:48:24Z</dcterms:modified>
</cp:coreProperties>
</file>