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529" r:id="rId3"/>
    <p:sldId id="257" r:id="rId4"/>
    <p:sldId id="527" r:id="rId5"/>
    <p:sldId id="528" r:id="rId6"/>
    <p:sldId id="50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EE73A-1CE6-42D4-8B39-CA9114C8CC5E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C05CA-162B-417C-A3C9-195CE85C3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3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6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Importance of health on developmental indicators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Dr. Md. </a:t>
            </a:r>
            <a:r>
              <a:rPr lang="en-US" dirty="0" err="1"/>
              <a:t>Emdadul</a:t>
            </a:r>
            <a:r>
              <a:rPr lang="en-US" dirty="0"/>
              <a:t> Haque</a:t>
            </a:r>
          </a:p>
          <a:p>
            <a:pPr algn="ctr"/>
            <a:r>
              <a:rPr lang="en-US" dirty="0"/>
              <a:t>National Consultant( HEU)</a:t>
            </a:r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686800" cy="1296144"/>
          </a:xfrm>
        </p:spPr>
        <p:txBody>
          <a:bodyPr>
            <a:normAutofit/>
          </a:bodyPr>
          <a:lstStyle/>
          <a:p>
            <a:pPr marL="0" indent="0" algn="l"/>
            <a:r>
              <a:rPr lang="en-US" sz="4000" dirty="0"/>
              <a:t>The basic developmental indicators</a:t>
            </a:r>
            <a:br>
              <a:rPr lang="en-US" sz="4000" dirty="0"/>
            </a:br>
            <a:r>
              <a:rPr lang="en-US" sz="4000" dirty="0"/>
              <a:t> &amp;  its importance health system</a:t>
            </a:r>
            <a:r>
              <a:rPr lang="en-US" sz="31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8058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From the economical point of view what is the duty of a doctor?</a:t>
            </a:r>
          </a:p>
          <a:p>
            <a:r>
              <a:rPr lang="en-US" dirty="0"/>
              <a:t>     To help the people  for healthy life </a:t>
            </a:r>
            <a:r>
              <a:rPr lang="en-US" dirty="0" err="1"/>
              <a:t>ie</a:t>
            </a:r>
            <a:r>
              <a:rPr lang="en-US" dirty="0"/>
              <a:t>, he will participate in development.</a:t>
            </a:r>
          </a:p>
          <a:p>
            <a:r>
              <a:rPr lang="en-US" dirty="0"/>
              <a:t>It is essential, investment is very important for development.</a:t>
            </a:r>
          </a:p>
          <a:p>
            <a:r>
              <a:rPr lang="en-US" dirty="0"/>
              <a:t>Reserve is important for investment.</a:t>
            </a:r>
          </a:p>
          <a:p>
            <a:endParaRPr lang="en-US" dirty="0"/>
          </a:p>
          <a:p>
            <a:r>
              <a:rPr lang="en-US" dirty="0"/>
              <a:t>Reserve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>
                <a:sym typeface="Wingdings" panose="05000000000000000000" pitchFamily="2" charset="2"/>
              </a:rPr>
              <a:t>Investment  </a:t>
            </a:r>
            <a:r>
              <a:rPr lang="en-US" i="1" dirty="0" err="1">
                <a:sym typeface="Wingdings" panose="05000000000000000000" pitchFamily="2" charset="2"/>
              </a:rPr>
              <a:t>Devlopment</a:t>
            </a:r>
            <a:r>
              <a:rPr lang="en-US" i="1" dirty="0">
                <a:sym typeface="Wingdings" panose="05000000000000000000" pitchFamily="2" charset="2"/>
              </a:rPr>
              <a:t>. </a:t>
            </a:r>
          </a:p>
          <a:p>
            <a:r>
              <a:rPr lang="en-US" i="1" dirty="0">
                <a:sym typeface="Wingdings" panose="05000000000000000000" pitchFamily="2" charset="2"/>
              </a:rPr>
              <a:t>Health expen</a:t>
            </a:r>
            <a:r>
              <a:rPr lang="en-US" dirty="0">
                <a:sym typeface="Wingdings" panose="05000000000000000000" pitchFamily="2" charset="2"/>
              </a:rPr>
              <a:t>diture destroy the reserve, investment and ultimately  hampers development.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5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686800" cy="1296144"/>
          </a:xfrm>
        </p:spPr>
        <p:txBody>
          <a:bodyPr>
            <a:normAutofit/>
          </a:bodyPr>
          <a:lstStyle/>
          <a:p>
            <a:pPr marL="0" indent="0" algn="l"/>
            <a:r>
              <a:rPr lang="en-US" sz="4000" dirty="0"/>
              <a:t>The basic developmental indicators</a:t>
            </a:r>
            <a:br>
              <a:rPr lang="en-US" sz="4000" dirty="0"/>
            </a:br>
            <a:r>
              <a:rPr lang="en-US" sz="4000" dirty="0"/>
              <a:t> &amp;  its importance health system</a:t>
            </a:r>
            <a:r>
              <a:rPr lang="en-US" sz="31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8058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Basic  two indicators PQLI(Physical quality of life index )-used in 7</a:t>
            </a:r>
            <a:r>
              <a:rPr lang="en-US" baseline="30000" dirty="0"/>
              <a:t>th</a:t>
            </a:r>
            <a:r>
              <a:rPr lang="en-US" dirty="0"/>
              <a:t> Deca, HDI(Human development index indicator)- used 9</a:t>
            </a:r>
            <a:r>
              <a:rPr lang="en-US" baseline="30000" dirty="0"/>
              <a:t>th</a:t>
            </a:r>
            <a:r>
              <a:rPr lang="en-US" dirty="0"/>
              <a:t> Deca</a:t>
            </a:r>
          </a:p>
          <a:p>
            <a:endParaRPr lang="en-US" dirty="0"/>
          </a:p>
          <a:p>
            <a:r>
              <a:rPr lang="en-US" dirty="0"/>
              <a:t> PQLI : The components are (a). Literacy rate (b).IMR-infant mortality rate.(c).Life expectancy rate at one year.</a:t>
            </a:r>
          </a:p>
          <a:p>
            <a:endParaRPr lang="en-US" dirty="0"/>
          </a:p>
          <a:p>
            <a:r>
              <a:rPr lang="en-US" dirty="0"/>
              <a:t> HDI : The components are (a).Literacy rate (b).Life expectancy rate at birth (c).Per capita income per year.</a:t>
            </a:r>
          </a:p>
          <a:p>
            <a:r>
              <a:rPr lang="en-US" dirty="0"/>
              <a:t>If we combine the both the indicators, the components will be </a:t>
            </a:r>
          </a:p>
          <a:p>
            <a:pPr marL="0" indent="0">
              <a:buNone/>
            </a:pPr>
            <a:r>
              <a:rPr lang="en-US" dirty="0"/>
              <a:t>(a).Literacy rate,(b).Life expectancy rate at birth,(c).IMR ,(d).Per capita income per year. </a:t>
            </a:r>
          </a:p>
          <a:p>
            <a:r>
              <a:rPr lang="en-US" dirty="0"/>
              <a:t>There is no valid above  information’s in district, </a:t>
            </a:r>
            <a:r>
              <a:rPr lang="en-US" dirty="0" err="1"/>
              <a:t>Upazilla</a:t>
            </a:r>
            <a:r>
              <a:rPr lang="en-US" dirty="0"/>
              <a:t> &amp; union  level in Bangladesh.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2588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686800" cy="1296144"/>
          </a:xfrm>
        </p:spPr>
        <p:txBody>
          <a:bodyPr>
            <a:normAutofit/>
          </a:bodyPr>
          <a:lstStyle/>
          <a:p>
            <a:pPr marL="0" indent="0" algn="l"/>
            <a:r>
              <a:rPr lang="en-US" sz="4000" dirty="0"/>
              <a:t>The basic developmental indicators</a:t>
            </a:r>
            <a:br>
              <a:rPr lang="en-US" sz="4000" dirty="0"/>
            </a:br>
            <a:r>
              <a:rPr lang="en-US" sz="4000" dirty="0"/>
              <a:t> &amp;  its importance health system</a:t>
            </a:r>
            <a:r>
              <a:rPr lang="en-US" sz="3100" dirty="0"/>
              <a:t>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805888"/>
          </a:xfrm>
        </p:spPr>
        <p:txBody>
          <a:bodyPr>
            <a:normAutofit/>
          </a:bodyPr>
          <a:lstStyle/>
          <a:p>
            <a:r>
              <a:rPr lang="en-US" sz="2400" dirty="0"/>
              <a:t>So in development  information based responsibility has not developed  in govt. local govt &amp;  non govt. level. </a:t>
            </a:r>
          </a:p>
          <a:p>
            <a:r>
              <a:rPr lang="en-US" sz="2400" dirty="0"/>
              <a:t>Our development  is assessed by arbitrary concept not by information based.</a:t>
            </a:r>
          </a:p>
          <a:p>
            <a:r>
              <a:rPr lang="en-US" sz="2400" dirty="0"/>
              <a:t>To asses the all the developmental indicator needs total population , birth &amp; age specific death recording. </a:t>
            </a:r>
          </a:p>
          <a:p>
            <a:r>
              <a:rPr lang="en-US" sz="2400" dirty="0"/>
              <a:t>If we want to asses total literacy rate needs 7+years,or adult literacy rate needs 15+years. It is only possible by effective birth recording.</a:t>
            </a:r>
          </a:p>
          <a:p>
            <a:r>
              <a:rPr lang="en-US" sz="2400" dirty="0"/>
              <a:t>In case of life expectancy birth &amp; age of  death recording and IMR live births &amp; death up to 365days </a:t>
            </a:r>
            <a:r>
              <a:rPr lang="en-US" sz="2400" dirty="0" err="1"/>
              <a:t>ie</a:t>
            </a:r>
            <a:r>
              <a:rPr lang="en-US" sz="2400" dirty="0"/>
              <a:t>,&lt;1 year death recording is essential as so in under 5 death.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97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686800" cy="1296144"/>
          </a:xfrm>
        </p:spPr>
        <p:txBody>
          <a:bodyPr>
            <a:normAutofit/>
          </a:bodyPr>
          <a:lstStyle/>
          <a:p>
            <a:pPr marL="0" indent="0" algn="l"/>
            <a:r>
              <a:rPr lang="en-US" sz="4000" dirty="0"/>
              <a:t>The basic developmental indicators</a:t>
            </a:r>
            <a:br>
              <a:rPr lang="en-US" sz="4000" dirty="0"/>
            </a:br>
            <a:r>
              <a:rPr lang="en-US" sz="4000" dirty="0"/>
              <a:t> &amp;  its importance health system</a:t>
            </a:r>
            <a:r>
              <a:rPr lang="en-US" sz="3100" dirty="0"/>
              <a:t>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80588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Recording the age specific &amp; disease specific mortality  is very important  to improve the health services.</a:t>
            </a:r>
          </a:p>
          <a:p>
            <a:r>
              <a:rPr lang="en-US" dirty="0"/>
              <a:t>The  main activates of Family planning department is to reducing birth rate.</a:t>
            </a:r>
          </a:p>
          <a:p>
            <a:r>
              <a:rPr lang="en-US" dirty="0"/>
              <a:t>The activities of Health department is to increase life expectancy rate &amp; to decrease mortality &amp; morbidity.</a:t>
            </a:r>
          </a:p>
          <a:p>
            <a:r>
              <a:rPr lang="en-US" dirty="0"/>
              <a:t>In prevention of early marriage , birth recording is very important.  </a:t>
            </a:r>
          </a:p>
        </p:txBody>
      </p:sp>
    </p:spTree>
    <p:extLst>
      <p:ext uri="{BB962C8B-B14F-4D97-AF65-F5344CB8AC3E}">
        <p14:creationId xmlns:p14="http://schemas.microsoft.com/office/powerpoint/2010/main" val="270395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8852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05826" y="1556792"/>
            <a:ext cx="6932347" cy="4389437"/>
          </a:xfrm>
        </p:spPr>
      </p:pic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398</TotalTime>
  <Words>412</Words>
  <Application>Microsoft Office PowerPoint</Application>
  <PresentationFormat>On-screen Show (4:3)</PresentationFormat>
  <Paragraphs>37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Constantia</vt:lpstr>
      <vt:lpstr>Wingdings 2</vt:lpstr>
      <vt:lpstr>Flow</vt:lpstr>
      <vt:lpstr>Importance of health on developmental indicators</vt:lpstr>
      <vt:lpstr>The basic developmental indicators  &amp;  its importance health system.</vt:lpstr>
      <vt:lpstr>The basic developmental indicators  &amp;  its importance health system.</vt:lpstr>
      <vt:lpstr>The basic developmental indicators  &amp;  its importance health system-2</vt:lpstr>
      <vt:lpstr>The basic developmental indicators  &amp;  its importance health system-3</vt:lpstr>
      <vt:lpstr>                                       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Dell</cp:lastModifiedBy>
  <cp:revision>67</cp:revision>
  <dcterms:created xsi:type="dcterms:W3CDTF">2016-09-12T00:18:27Z</dcterms:created>
  <dcterms:modified xsi:type="dcterms:W3CDTF">2022-05-17T09:23:53Z</dcterms:modified>
</cp:coreProperties>
</file>