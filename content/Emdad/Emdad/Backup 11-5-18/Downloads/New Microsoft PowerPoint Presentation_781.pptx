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6" r:id="rId12"/>
    <p:sldId id="265" r:id="rId13"/>
    <p:sldId id="267" r:id="rId14"/>
    <p:sldId id="268" r:id="rId15"/>
    <p:sldId id="273" r:id="rId16"/>
    <p:sldId id="269" r:id="rId17"/>
    <p:sldId id="270" r:id="rId18"/>
    <p:sldId id="271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83E22-0A81-428E-8C25-3432D435F5A9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D50E2-916A-4A4B-B343-5E2FA946A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4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AD50E2-916A-4A4B-B343-5E2FA946A6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09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8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0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3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6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7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6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3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9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C823A-D88C-4231-9D48-8E6F46529104}" type="datetimeFigureOut">
              <a:rPr lang="en-US" smtClean="0"/>
              <a:t>3/25/2017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99123-4D1D-4551-B9CD-326DA7B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9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09929" y="110428"/>
            <a:ext cx="12082071" cy="6747572"/>
            <a:chOff x="0" y="0"/>
            <a:chExt cx="12082071" cy="674757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7057" y="0"/>
              <a:ext cx="3798133" cy="286512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01" y="0"/>
              <a:ext cx="4074983" cy="286512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139" y="3882452"/>
              <a:ext cx="4201932" cy="286512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882452"/>
              <a:ext cx="4074983" cy="286512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2006" y="3882452"/>
              <a:ext cx="3798133" cy="286512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5189" y="8494"/>
              <a:ext cx="4276881" cy="2865120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56" y="2865120"/>
            <a:ext cx="12083244" cy="11192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951" y="2856626"/>
            <a:ext cx="1001448" cy="111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4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49 0.01736 L -1.00964 0.00139 " pathEditMode="relative" rAng="0" ptsTypes="AA">
                                      <p:cBhvr>
                                        <p:cTn id="6" dur="8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57" y="-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9586" y="224852"/>
            <a:ext cx="10822899" cy="110799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1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শিক্ষক</a:t>
            </a:r>
            <a:r>
              <a:rPr lang="en-US" sz="6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পরিচিতি</a:t>
            </a:r>
            <a:r>
              <a:rPr lang="en-US" sz="6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66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9586" y="1484025"/>
            <a:ext cx="10822899" cy="467820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মোঃ</a:t>
            </a:r>
            <a:r>
              <a:rPr lang="en-US" sz="6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নুরুল</a:t>
            </a:r>
            <a:r>
              <a:rPr lang="en-US" sz="6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ইসলাম</a:t>
            </a:r>
            <a:r>
              <a:rPr lang="en-US" sz="6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</a:p>
          <a:p>
            <a:pPr algn="ctr"/>
            <a:r>
              <a:rPr lang="en-US" sz="2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                    ( </a:t>
            </a:r>
            <a:r>
              <a:rPr lang="en-US" sz="2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এম</a:t>
            </a:r>
            <a:r>
              <a:rPr lang="en-US" sz="2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এ ,</a:t>
            </a:r>
            <a:r>
              <a:rPr lang="en-US" sz="2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বি</a:t>
            </a:r>
            <a:r>
              <a:rPr lang="en-US" sz="2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2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পি</a:t>
            </a:r>
            <a:r>
              <a:rPr lang="en-US" sz="2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2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এড</a:t>
            </a:r>
            <a:r>
              <a:rPr lang="en-US" sz="2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, </a:t>
            </a:r>
            <a:r>
              <a:rPr lang="en-US" sz="2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বি</a:t>
            </a:r>
            <a:r>
              <a:rPr lang="en-US" sz="2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2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এড</a:t>
            </a:r>
            <a:r>
              <a:rPr lang="en-US" sz="2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)             </a:t>
            </a:r>
          </a:p>
          <a:p>
            <a:pPr algn="ctr"/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সহকারী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শিক্ষক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</a:p>
          <a:p>
            <a:pPr algn="ctr"/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রায়পুর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স্কুল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এন্ড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কলেজ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</a:p>
          <a:p>
            <a:pPr algn="ctr"/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বাঘারপাড়া,যশোর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</a:t>
            </a:r>
          </a:p>
          <a:p>
            <a:pPr algn="ctr"/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মোবা-০১৭১৮০৫১০৬২/০১৯২৫৮৩৫১৮৮</a:t>
            </a:r>
          </a:p>
          <a:p>
            <a:pPr algn="ctr"/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E mail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–nurulislam0178@gmail.com</a:t>
            </a:r>
            <a:endParaRPr lang="en-US" sz="36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455" y="1484025"/>
            <a:ext cx="3003030" cy="375378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0759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9548" y="1993691"/>
            <a:ext cx="11122701" cy="4524315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27000"/>
                  <a:lumMod val="65000"/>
                  <a:lumOff val="35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শারীরিক</a:t>
            </a:r>
            <a:r>
              <a:rPr lang="en-US" sz="7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72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শিক্ষা</a:t>
            </a:r>
            <a:r>
              <a:rPr lang="en-US" sz="7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ও </a:t>
            </a:r>
            <a:r>
              <a:rPr lang="en-US" sz="72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7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</a:p>
          <a:p>
            <a:pPr algn="ctr"/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অষ্টম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শ্রেণি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</a:p>
          <a:p>
            <a:pPr algn="ctr"/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চতুর্থ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অধ্যায়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</a:p>
          <a:p>
            <a:pPr algn="ctr"/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আমাদের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জীবনে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endParaRPr lang="en-US" sz="54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  <a:p>
            <a:pPr algn="ctr"/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সময়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- ৫০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মিনিট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 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547" y="284813"/>
            <a:ext cx="11122701" cy="132343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পাঠ</a:t>
            </a:r>
            <a:r>
              <a:rPr lang="en-US" sz="8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80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পরিচিতি</a:t>
            </a:r>
            <a:r>
              <a:rPr lang="en-US" sz="8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8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25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902" y="230100"/>
            <a:ext cx="11902190" cy="923330"/>
          </a:xfrm>
          <a:prstGeom prst="rect">
            <a:avLst/>
          </a:prstGeom>
          <a:pattFill prst="trellis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নিচের</a:t>
            </a:r>
            <a:r>
              <a:rPr lang="en-US" sz="5400" dirty="0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চিত্রগুলো</a:t>
            </a:r>
            <a:r>
              <a:rPr lang="en-US" sz="5400" dirty="0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ভাল</a:t>
            </a:r>
            <a:r>
              <a:rPr lang="en-US" sz="5400" dirty="0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করে</a:t>
            </a:r>
            <a:r>
              <a:rPr lang="en-US" sz="5400" dirty="0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দেখ</a:t>
            </a:r>
            <a:r>
              <a:rPr lang="en-US" sz="5400" dirty="0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5400" dirty="0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07"/>
          <a:stretch/>
        </p:blipFill>
        <p:spPr>
          <a:xfrm>
            <a:off x="6716381" y="1424066"/>
            <a:ext cx="5200799" cy="525509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9" t="7110" r="9270" b="7460"/>
          <a:stretch/>
        </p:blipFill>
        <p:spPr>
          <a:xfrm>
            <a:off x="149902" y="1394085"/>
            <a:ext cx="6385810" cy="531505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628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6864" y="254833"/>
            <a:ext cx="9908499" cy="110799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আজকের</a:t>
            </a:r>
            <a:r>
              <a:rPr lang="en-US" sz="6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6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পাঠ</a:t>
            </a:r>
            <a:r>
              <a:rPr lang="en-US" sz="6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4676" y="4414992"/>
            <a:ext cx="11242623" cy="2123658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6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6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6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6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সংক্রান্ত</a:t>
            </a:r>
            <a:r>
              <a:rPr lang="en-US" sz="6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6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ধারণা</a:t>
            </a:r>
            <a:r>
              <a:rPr lang="en-US" sz="6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ও </a:t>
            </a:r>
            <a:r>
              <a:rPr lang="en-US" sz="66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গর্ভধারণ</a:t>
            </a:r>
            <a:endParaRPr lang="en-US" sz="6600" b="1" dirty="0" smtClean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  <a:p>
            <a:pPr algn="ctr"/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পাঠ</a:t>
            </a:r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- ১ ও </a:t>
            </a:r>
            <a:r>
              <a:rPr lang="en-US" sz="6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২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452" y="1506818"/>
            <a:ext cx="4558997" cy="273539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685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6253" y="449455"/>
            <a:ext cx="11362544" cy="1015663"/>
          </a:xfrm>
          <a:prstGeom prst="rect">
            <a:avLst/>
          </a:prstGeom>
          <a:pattFill prst="dkUpDiag">
            <a:fgClr>
              <a:srgbClr val="FFC000"/>
            </a:fgClr>
            <a:bgClr>
              <a:schemeClr val="bg1"/>
            </a:bgClr>
          </a:patt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শিখনফল</a:t>
            </a:r>
            <a:r>
              <a:rPr lang="en-US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1184" y="3927423"/>
            <a:ext cx="11362544" cy="2616101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এই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পাঠ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শেষে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শিক্ষার্থীরা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---------</a:t>
            </a:r>
          </a:p>
          <a:p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১।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কাকে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বলে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লিখতে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পারবে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 </a:t>
            </a:r>
          </a:p>
          <a:p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২।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সংক্রান্ত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স্বাস্থ্যবিধি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সম্পর্কে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বলতে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পারবে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</a:t>
            </a:r>
          </a:p>
          <a:p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৩।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অপরিনত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বয়সে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গর্ভধারণ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এর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পরিনতি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ব্যাখ্য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করতে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পারবে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   </a:t>
            </a:r>
            <a:endParaRPr lang="en-US" sz="40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81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807" y="5017639"/>
            <a:ext cx="11617377" cy="156966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শরীরের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যেসব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অঙ্গ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সন্তান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জন্মদানের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সঙ্গে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সরাসরি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জড়িত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,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সে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সব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অঙ্গের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সম্পর্কিত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বিষয়কে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বলে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।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36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4" r="6390"/>
          <a:stretch/>
        </p:blipFill>
        <p:spPr>
          <a:xfrm>
            <a:off x="2578308" y="137561"/>
            <a:ext cx="6198908" cy="4704262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421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4242" y="209862"/>
            <a:ext cx="8919148" cy="120032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একক</a:t>
            </a:r>
            <a:r>
              <a:rPr lang="en-US" sz="7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72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কাজ</a:t>
            </a:r>
            <a:r>
              <a:rPr lang="en-US" sz="7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-  ৩ </a:t>
            </a:r>
            <a:r>
              <a:rPr lang="en-US" sz="72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মিনিট</a:t>
            </a:r>
            <a:r>
              <a:rPr lang="en-US" sz="7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 </a:t>
            </a:r>
            <a:endParaRPr lang="en-US" sz="7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9350" y="5576341"/>
            <a:ext cx="9248932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কাকে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বলে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লিখ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।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692" y="1448944"/>
            <a:ext cx="3864377" cy="402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0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02" t="13124" r="29033"/>
          <a:stretch/>
        </p:blipFill>
        <p:spPr>
          <a:xfrm>
            <a:off x="7762815" y="1113867"/>
            <a:ext cx="2883850" cy="23888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125" y="1213853"/>
            <a:ext cx="3343502" cy="21889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715" y="72738"/>
            <a:ext cx="11317574" cy="92333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5400" b="1" dirty="0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5400" b="1" dirty="0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সম্পর্কে</a:t>
            </a:r>
            <a:r>
              <a:rPr lang="en-US" sz="5400" b="1" dirty="0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ধারণা</a:t>
            </a:r>
            <a:endParaRPr lang="en-US" sz="5400" b="1" dirty="0">
              <a:ln w="6600">
                <a:solidFill>
                  <a:schemeClr val="accent2"/>
                </a:solidFill>
                <a:prstDash val="solid"/>
              </a:ln>
              <a:effectLst>
                <a:outerShdw dist="38100" dir="2700000" algn="tl" rotWithShape="0">
                  <a:schemeClr val="accent2"/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942" y="3620549"/>
            <a:ext cx="2811244" cy="28745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815" y="3789808"/>
            <a:ext cx="2775270" cy="2910795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5021705" y="2308485"/>
            <a:ext cx="2083633" cy="509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983184" y="5245205"/>
            <a:ext cx="2083633" cy="509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88897" y="5057829"/>
            <a:ext cx="1387045" cy="509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10804955" y="2262449"/>
            <a:ext cx="1387045" cy="509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3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4675" y="149902"/>
            <a:ext cx="10897849" cy="92333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 smtClean="0">
                <a:ln w="22225">
                  <a:solidFill>
                    <a:schemeClr val="accent2"/>
                  </a:solidFill>
                  <a:prstDash val="solid"/>
                </a:ln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22225">
                  <a:solidFill>
                    <a:schemeClr val="accent2"/>
                  </a:solidFill>
                  <a:prstDash val="solid"/>
                </a:ln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22225">
                  <a:solidFill>
                    <a:schemeClr val="accent2"/>
                  </a:solidFill>
                  <a:prstDash val="solid"/>
                </a:ln>
                <a:latin typeface="NikoshBAN" panose="02000000000000000000" pitchFamily="2" charset="0"/>
                <a:cs typeface="NikoshBAN" panose="02000000000000000000" pitchFamily="2" charset="0"/>
              </a:rPr>
              <a:t>রক্ষার</a:t>
            </a:r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22225">
                  <a:solidFill>
                    <a:schemeClr val="accent2"/>
                  </a:solidFill>
                  <a:prstDash val="solid"/>
                </a:ln>
                <a:latin typeface="NikoshBAN" panose="02000000000000000000" pitchFamily="2" charset="0"/>
                <a:cs typeface="NikoshBAN" panose="02000000000000000000" pitchFamily="2" charset="0"/>
              </a:rPr>
              <a:t>প্রয়োজনীয়তা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07" y="1901243"/>
            <a:ext cx="5571891" cy="40345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1"/>
          <a:stretch/>
        </p:blipFill>
        <p:spPr>
          <a:xfrm>
            <a:off x="6310859" y="1966467"/>
            <a:ext cx="5266543" cy="396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4674" y="1193357"/>
            <a:ext cx="10897849" cy="70788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বয়ঃসন্ধিকালে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কিশোর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কিশোরীর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করণীয়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সমূহ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40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4674" y="6152261"/>
            <a:ext cx="5448924" cy="58477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পুষ্টিকর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খাবার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খাওয়া</a:t>
            </a:r>
            <a:endParaRPr lang="en-US" sz="32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10859" y="6152261"/>
            <a:ext cx="5411449" cy="58477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প্রচুর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পানি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পান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করা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32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88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9" t="4685" r="9213" b="1513"/>
          <a:stretch/>
        </p:blipFill>
        <p:spPr>
          <a:xfrm>
            <a:off x="464695" y="344774"/>
            <a:ext cx="5224557" cy="440710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4695" y="5231567"/>
            <a:ext cx="4916774" cy="769441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পরিস্কার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পরিচ্ছন্ন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থাকা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44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59"/>
          <a:stretch/>
        </p:blipFill>
        <p:spPr>
          <a:xfrm>
            <a:off x="6062271" y="344774"/>
            <a:ext cx="5857126" cy="440710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32447" y="5231567"/>
            <a:ext cx="4916774" cy="769441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ডাক্তারের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পরামর্শ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নেওয়া</a:t>
            </a:r>
            <a:r>
              <a:rPr lang="en-US" sz="44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44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5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1704" y="224852"/>
            <a:ext cx="10700821" cy="923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সংক্রান্ত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স্বাস্থ্যবিধি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9"/>
          <a:stretch/>
        </p:blipFill>
        <p:spPr>
          <a:xfrm>
            <a:off x="691704" y="1402042"/>
            <a:ext cx="4946961" cy="3639912"/>
          </a:xfrm>
          <a:prstGeom prst="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063" y="1402042"/>
            <a:ext cx="4552560" cy="3639912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91704" y="5527265"/>
            <a:ext cx="4946961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উপযুক্ত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বয়সে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গর্ভধারণ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90063" y="5527265"/>
            <a:ext cx="4552561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নিরাপদ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মাতৃত্ব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33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4675" y="4871804"/>
            <a:ext cx="4946754" cy="83099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কালীন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8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সতর্কতা</a:t>
            </a:r>
            <a:r>
              <a:rPr lang="en-US" sz="48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48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6" r="12662"/>
          <a:stretch/>
        </p:blipFill>
        <p:spPr>
          <a:xfrm>
            <a:off x="6340839" y="580280"/>
            <a:ext cx="4362138" cy="37151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56223" y="4871803"/>
            <a:ext cx="6190938" cy="70788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তন্ত্রের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বিভিন্ন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রোগ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ও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প্রতিরোধ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40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0" y="430379"/>
            <a:ext cx="5315769" cy="37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40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695" y="194872"/>
            <a:ext cx="11092721" cy="769441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অপরিনত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বয়সে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গর্ভধারনের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ফলে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সৃষ্ট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সমস্যা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7" t="709" r="10594" b="21620"/>
          <a:stretch/>
        </p:blipFill>
        <p:spPr>
          <a:xfrm>
            <a:off x="8611332" y="1600986"/>
            <a:ext cx="3182205" cy="3661624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2" r="23941"/>
          <a:stretch/>
        </p:blipFill>
        <p:spPr>
          <a:xfrm>
            <a:off x="500458" y="1663907"/>
            <a:ext cx="3899964" cy="3541067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9" r="8548"/>
          <a:stretch/>
        </p:blipFill>
        <p:spPr>
          <a:xfrm>
            <a:off x="4931764" y="1600986"/>
            <a:ext cx="3470514" cy="3661623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4694" y="5477985"/>
            <a:ext cx="11092721" cy="1200329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গর্ভাবস্থায়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রক্তক্ষরণ,শরীরে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পানি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আসা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,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প্রচন্ড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মাথা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ব্যাথা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,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চোখে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ঝাপসা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দেখা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,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জ্বর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,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খিচুনি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,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গর্ভপাত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,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কম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ওজনের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শিশু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জন্মগ্রহন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ইত্যাদি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ঘটে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। 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77521" y="954655"/>
            <a:ext cx="4624757" cy="646331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স্বাস্থ্যগত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সমস্যা</a:t>
            </a:r>
            <a:endParaRPr lang="en-US" sz="36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38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4083" y="220106"/>
            <a:ext cx="10538086" cy="1015663"/>
          </a:xfrm>
          <a:prstGeom prst="rect">
            <a:avLst/>
          </a:prstGeom>
          <a:gradFill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err="1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জোড়ায়</a:t>
            </a:r>
            <a:r>
              <a:rPr lang="en-US" sz="60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000" b="1" dirty="0" err="1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কাজ</a:t>
            </a:r>
            <a:r>
              <a:rPr lang="en-US" sz="60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 ৫ </a:t>
            </a:r>
            <a:r>
              <a:rPr lang="en-US" sz="6000" b="1" dirty="0" err="1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মিনিট</a:t>
            </a:r>
            <a:r>
              <a:rPr lang="en-US" sz="60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6000" b="1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1080" y="5762857"/>
            <a:ext cx="10538086" cy="769441"/>
          </a:xfrm>
          <a:prstGeom prst="rect">
            <a:avLst/>
          </a:prstGeom>
          <a:gradFill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প্রজনন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স্বাস্থ্যবিধি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সম্পর্কে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আলোচনা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কর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944" y="1315309"/>
            <a:ext cx="5351490" cy="4324005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112331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0129" y="4452079"/>
            <a:ext cx="4635051" cy="2062103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শিক্ষাগত</a:t>
            </a:r>
            <a:r>
              <a:rPr lang="en-US" sz="3200" b="1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b="1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সমস্যা</a:t>
            </a:r>
            <a:endParaRPr lang="en-US" sz="3200" b="1" dirty="0" smtClean="0">
              <a:latin typeface="NikoshBAN" panose="02000000000000000000" pitchFamily="2" charset="0"/>
              <a:cs typeface="NikoshBAN" panose="02000000000000000000" pitchFamily="2" charset="0"/>
            </a:endParaRPr>
          </a:p>
          <a:p>
            <a:pPr algn="ctr"/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ছাত্রী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অবস্থায়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গর্ভধারন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করলে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বিদ্যালয়ে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যায়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না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পড়াশুনা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ছেড়ে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দেয়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 </a:t>
            </a:r>
            <a:endParaRPr lang="en-US" sz="32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57"/>
          <a:stretch/>
        </p:blipFill>
        <p:spPr>
          <a:xfrm>
            <a:off x="330129" y="195052"/>
            <a:ext cx="4800116" cy="3785857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r="16271" b="7995"/>
          <a:stretch/>
        </p:blipFill>
        <p:spPr>
          <a:xfrm>
            <a:off x="6657351" y="195052"/>
            <a:ext cx="4553574" cy="3857856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0722" y="4205857"/>
            <a:ext cx="4826832" cy="2062103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পারিবারিক</a:t>
            </a:r>
            <a:r>
              <a:rPr lang="en-US" sz="3200" b="1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b="1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সমস্যা</a:t>
            </a:r>
            <a:endParaRPr lang="en-US" sz="3200" b="1" dirty="0" smtClean="0">
              <a:latin typeface="NikoshBAN" panose="02000000000000000000" pitchFamily="2" charset="0"/>
              <a:cs typeface="NikoshBAN" panose="02000000000000000000" pitchFamily="2" charset="0"/>
            </a:endParaRPr>
          </a:p>
          <a:p>
            <a:pPr algn="ctr"/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সুস্থ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ভাবে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ঘরের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কাজকর্ম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করতে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পারে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না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ঘন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ঘন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অসুস্থ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হওয়ার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কারনে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পরিবারে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অশান্তি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নেমে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আসে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</a:t>
            </a:r>
          </a:p>
        </p:txBody>
      </p:sp>
    </p:spTree>
    <p:extLst>
      <p:ext uri="{BB962C8B-B14F-4D97-AF65-F5344CB8AC3E}">
        <p14:creationId xmlns:p14="http://schemas.microsoft.com/office/powerpoint/2010/main" val="284356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27" r="22534"/>
          <a:stretch/>
        </p:blipFill>
        <p:spPr>
          <a:xfrm>
            <a:off x="176635" y="374689"/>
            <a:ext cx="4152275" cy="40911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4755" y="5042118"/>
            <a:ext cx="11317573" cy="1815882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আর্থিক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সমস্যা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</a:p>
          <a:p>
            <a:pPr algn="r"/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শারীরিক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জটিলতায়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ভোগে।পুরো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সময়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ডাক্তারের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পরামর্শ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মত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চলতে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হয়</a:t>
            </a:r>
            <a:r>
              <a:rPr lang="en-US" sz="3600" dirty="0" err="1">
                <a:latin typeface="NikoshBAN" panose="02000000000000000000" pitchFamily="2" charset="0"/>
                <a:cs typeface="NikoshBAN" panose="02000000000000000000" pitchFamily="2" charset="0"/>
              </a:rPr>
              <a:t>।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পুষ্টিকর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খাবার,ঔষধপত্র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ক্রয়ের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জন্য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টাকার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দরকার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হয়।ফলে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আর্থিক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সমস্যায়</a:t>
            </a:r>
            <a:r>
              <a:rPr lang="en-US" sz="3600" dirty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6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পড়ে</a:t>
            </a:r>
            <a:r>
              <a:rPr lang="en-US" sz="36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</a:t>
            </a:r>
            <a:endParaRPr lang="en-US" sz="36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803" y="395110"/>
            <a:ext cx="4351363" cy="4050284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381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060" y="374966"/>
            <a:ext cx="3054221" cy="405000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894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508" y="164892"/>
            <a:ext cx="10463135" cy="923330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  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অপরিনত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বয়সে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গর্ভধারণ</a:t>
            </a:r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54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প্রতিরোধ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8" y="1377142"/>
            <a:ext cx="4833712" cy="37944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03" y="1377142"/>
            <a:ext cx="4945912" cy="3794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9626" y="5411449"/>
            <a:ext cx="5013594" cy="1323439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বিয়ের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বয়স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–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ছেলেদের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২১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বছর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,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মেয়েদের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১৮ </a:t>
            </a:r>
            <a:r>
              <a:rPr lang="en-US" sz="40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বছর</a:t>
            </a:r>
            <a:r>
              <a:rPr lang="en-US" sz="40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40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31703" y="5262466"/>
            <a:ext cx="5013594" cy="1569660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সংবাদপত্র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,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রেডিও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,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টেলিভিশন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,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নাটক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,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গান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প্রভৃতির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মাধ্যমে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জনগণকে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সচেতন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করতে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3200" dirty="0" err="1" smtClean="0">
                <a:latin typeface="NikoshBAN" panose="02000000000000000000" pitchFamily="2" charset="0"/>
                <a:cs typeface="NikoshBAN" panose="02000000000000000000" pitchFamily="2" charset="0"/>
              </a:rPr>
              <a:t>হবে</a:t>
            </a:r>
            <a:r>
              <a:rPr lang="en-US" sz="3200" dirty="0" smtClean="0">
                <a:latin typeface="NikoshBAN" panose="02000000000000000000" pitchFamily="2" charset="0"/>
                <a:cs typeface="NikoshBAN" panose="02000000000000000000" pitchFamily="2" charset="0"/>
              </a:rPr>
              <a:t> । </a:t>
            </a:r>
            <a:endParaRPr lang="en-US" sz="3200" dirty="0"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2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6274" y="601106"/>
            <a:ext cx="9983449" cy="1015663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err="1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দলীয়</a:t>
            </a:r>
            <a:r>
              <a:rPr lang="en-US" sz="6000" b="1" dirty="0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000" b="1" dirty="0" err="1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কাজ</a:t>
            </a:r>
            <a:r>
              <a:rPr lang="en-US" sz="6000" b="1" dirty="0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- ৭ </a:t>
            </a:r>
            <a:r>
              <a:rPr lang="en-US" sz="6000" b="1" dirty="0" err="1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মিনিট</a:t>
            </a:r>
            <a:r>
              <a:rPr lang="en-US" sz="6000" b="1" dirty="0" smtClean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6000" b="1" dirty="0">
              <a:ln w="6600">
                <a:solidFill>
                  <a:schemeClr val="accent2"/>
                </a:solidFill>
                <a:prstDash val="solid"/>
              </a:ln>
              <a:effectLst>
                <a:outerShdw dist="38100" dir="2700000" algn="tl" rotWithShape="0">
                  <a:schemeClr val="accent2"/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272" y="5317105"/>
            <a:ext cx="9983449" cy="1323439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অপরিনত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বয়সে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গর্ভধারন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কিভাবে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প্রতিরোধ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করা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যায়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তা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আলোচনা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কর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।  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779" y="1746775"/>
            <a:ext cx="4074437" cy="33651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101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175" y="301702"/>
            <a:ext cx="9099029" cy="1107996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err="1" smtClean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বাড়ির</a:t>
            </a:r>
            <a:r>
              <a:rPr lang="en-US" sz="6600" b="1" dirty="0" smtClean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6600" b="1" dirty="0" err="1" smtClean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কাজ</a:t>
            </a:r>
            <a:r>
              <a:rPr lang="en-US" sz="6600" b="1" dirty="0" smtClean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6600" b="1" dirty="0">
              <a:ln w="13462">
                <a:solidFill>
                  <a:schemeClr val="bg1"/>
                </a:solidFill>
                <a:prstDash val="solid"/>
              </a:ln>
              <a:effectLst>
                <a:outerShdw dist="38100" dir="2700000" algn="bl" rotWithShape="0">
                  <a:schemeClr val="accent5"/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84026" y="5306518"/>
            <a:ext cx="9099029" cy="1323439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আজকের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আলোচিত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বিষয়ের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উপর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একটি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প্রতিবেদন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লিখে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আনবে</a:t>
            </a:r>
            <a:r>
              <a:rPr 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।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23"/>
          <a:stretch/>
        </p:blipFill>
        <p:spPr>
          <a:xfrm>
            <a:off x="3741411" y="1618936"/>
            <a:ext cx="3834750" cy="322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0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6" y="155113"/>
            <a:ext cx="11287593" cy="6702887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6" y="5801193"/>
            <a:ext cx="11287593" cy="91668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327817" y="2413417"/>
            <a:ext cx="4167266" cy="338777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1097262"/>
              </a:avLst>
            </a:prstTxWarp>
            <a:spAutoFit/>
          </a:bodyPr>
          <a:lstStyle/>
          <a:p>
            <a:r>
              <a:rPr lang="en-US" sz="166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সুস্থ</a:t>
            </a:r>
            <a:r>
              <a:rPr lang="en-US" sz="16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166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নিরোগ</a:t>
            </a:r>
            <a:r>
              <a:rPr lang="en-US" sz="16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166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জীবন</a:t>
            </a:r>
            <a:r>
              <a:rPr lang="en-US" sz="16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166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চাই</a:t>
            </a:r>
            <a:r>
              <a:rPr lang="en-US" sz="16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1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অ</a:t>
            </a:r>
            <a:r>
              <a:rPr lang="en-US" sz="166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ল্প</a:t>
            </a:r>
            <a:r>
              <a:rPr lang="en-US" sz="16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166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বয়সে</a:t>
            </a:r>
            <a:r>
              <a:rPr lang="en-US" sz="16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166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বিয়ে</a:t>
            </a:r>
            <a:r>
              <a:rPr lang="en-US" sz="16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r>
              <a:rPr lang="en-US" sz="166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নয়</a:t>
            </a:r>
            <a:r>
              <a:rPr lang="en-US" sz="16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ikoshBAN" panose="02000000000000000000" pitchFamily="2" charset="0"/>
                <a:cs typeface="NikoshBAN" panose="02000000000000000000" pitchFamily="2" charset="0"/>
              </a:rPr>
              <a:t> </a:t>
            </a:r>
            <a:endParaRPr lang="en-US" sz="1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NikoshBAN" panose="02000000000000000000" pitchFamily="2" charset="0"/>
              <a:cs typeface="NikoshB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24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repeatCount="indefinite" fill="hold" grpId="0" nodeType="clickEffect">
                                  <p:stCondLst>
                                    <p:cond delay="12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346</Words>
  <Application>Microsoft Office PowerPoint</Application>
  <PresentationFormat>Widescreen</PresentationFormat>
  <Paragraphs>58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NikoshBAN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AC-Y</dc:creator>
  <cp:lastModifiedBy>AC-Y</cp:lastModifiedBy>
  <cp:revision>149</cp:revision>
  <dcterms:created xsi:type="dcterms:W3CDTF">2017-02-20T16:03:37Z</dcterms:created>
  <dcterms:modified xsi:type="dcterms:W3CDTF">2017-03-25T12:50:19Z</dcterms:modified>
</cp:coreProperties>
</file>