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59"/>
  </p:notesMasterIdLst>
  <p:sldIdLst>
    <p:sldId id="331" r:id="rId4"/>
    <p:sldId id="345" r:id="rId5"/>
    <p:sldId id="367" r:id="rId6"/>
    <p:sldId id="332" r:id="rId7"/>
    <p:sldId id="376" r:id="rId8"/>
    <p:sldId id="368" r:id="rId9"/>
    <p:sldId id="374" r:id="rId10"/>
    <p:sldId id="341" r:id="rId11"/>
    <p:sldId id="334" r:id="rId12"/>
    <p:sldId id="337" r:id="rId13"/>
    <p:sldId id="338" r:id="rId14"/>
    <p:sldId id="375" r:id="rId15"/>
    <p:sldId id="339" r:id="rId16"/>
    <p:sldId id="340" r:id="rId17"/>
    <p:sldId id="342" r:id="rId18"/>
    <p:sldId id="343" r:id="rId19"/>
    <p:sldId id="256" r:id="rId20"/>
    <p:sldId id="360" r:id="rId21"/>
    <p:sldId id="361" r:id="rId22"/>
    <p:sldId id="359" r:id="rId23"/>
    <p:sldId id="326" r:id="rId24"/>
    <p:sldId id="327" r:id="rId25"/>
    <p:sldId id="328" r:id="rId26"/>
    <p:sldId id="352" r:id="rId27"/>
    <p:sldId id="351" r:id="rId28"/>
    <p:sldId id="346" r:id="rId29"/>
    <p:sldId id="362" r:id="rId30"/>
    <p:sldId id="369" r:id="rId31"/>
    <p:sldId id="287" r:id="rId32"/>
    <p:sldId id="288" r:id="rId33"/>
    <p:sldId id="290" r:id="rId34"/>
    <p:sldId id="291" r:id="rId35"/>
    <p:sldId id="292" r:id="rId36"/>
    <p:sldId id="308" r:id="rId37"/>
    <p:sldId id="323" r:id="rId38"/>
    <p:sldId id="312" r:id="rId39"/>
    <p:sldId id="366" r:id="rId40"/>
    <p:sldId id="363" r:id="rId41"/>
    <p:sldId id="364" r:id="rId42"/>
    <p:sldId id="370" r:id="rId43"/>
    <p:sldId id="372" r:id="rId44"/>
    <p:sldId id="371" r:id="rId45"/>
    <p:sldId id="297" r:id="rId46"/>
    <p:sldId id="293" r:id="rId47"/>
    <p:sldId id="294" r:id="rId48"/>
    <p:sldId id="330" r:id="rId49"/>
    <p:sldId id="344" r:id="rId50"/>
    <p:sldId id="381" r:id="rId51"/>
    <p:sldId id="380" r:id="rId52"/>
    <p:sldId id="379" r:id="rId53"/>
    <p:sldId id="378" r:id="rId54"/>
    <p:sldId id="356" r:id="rId55"/>
    <p:sldId id="353" r:id="rId56"/>
    <p:sldId id="354" r:id="rId57"/>
    <p:sldId id="377" r:id="rId5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>
        <p:scale>
          <a:sx n="70" d="100"/>
          <a:sy n="70" d="100"/>
        </p:scale>
        <p:origin x="-1578" y="-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98180736"/>
        <c:axId val="398182272"/>
      </c:barChart>
      <c:catAx>
        <c:axId val="39818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98182272"/>
        <c:crosses val="autoZero"/>
        <c:auto val="1"/>
        <c:lblAlgn val="ctr"/>
        <c:lblOffset val="100"/>
        <c:noMultiLvlLbl val="0"/>
      </c:catAx>
      <c:valAx>
        <c:axId val="39818227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9818073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495360"/>
        <c:axId val="400496896"/>
      </c:barChart>
      <c:catAx>
        <c:axId val="400495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00496896"/>
        <c:crosses val="autoZero"/>
        <c:auto val="1"/>
        <c:lblAlgn val="ctr"/>
        <c:lblOffset val="100"/>
        <c:noMultiLvlLbl val="0"/>
      </c:catAx>
      <c:valAx>
        <c:axId val="4004968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004953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400589184"/>
        <c:axId val="400590720"/>
        <c:axId val="0"/>
      </c:bar3DChart>
      <c:catAx>
        <c:axId val="400589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590720"/>
        <c:crosses val="autoZero"/>
        <c:auto val="1"/>
        <c:lblAlgn val="ctr"/>
        <c:lblOffset val="100"/>
        <c:noMultiLvlLbl val="0"/>
      </c:catAx>
      <c:valAx>
        <c:axId val="4005907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5891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718080"/>
        <c:axId val="400732160"/>
      </c:barChart>
      <c:catAx>
        <c:axId val="4007180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732160"/>
        <c:crosses val="autoZero"/>
        <c:auto val="1"/>
        <c:lblAlgn val="ctr"/>
        <c:lblOffset val="100"/>
        <c:noMultiLvlLbl val="0"/>
      </c:catAx>
      <c:valAx>
        <c:axId val="4007321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7180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0487168"/>
        <c:axId val="400488704"/>
      </c:barChart>
      <c:catAx>
        <c:axId val="40048716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488704"/>
        <c:crosses val="autoZero"/>
        <c:auto val="1"/>
        <c:lblAlgn val="ctr"/>
        <c:lblOffset val="100"/>
        <c:noMultiLvlLbl val="0"/>
      </c:catAx>
      <c:valAx>
        <c:axId val="400488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4871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400936960"/>
        <c:axId val="400938496"/>
        <c:axId val="0"/>
      </c:bar3DChart>
      <c:catAx>
        <c:axId val="400936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00938496"/>
        <c:crosses val="autoZero"/>
        <c:auto val="1"/>
        <c:lblAlgn val="ctr"/>
        <c:lblOffset val="100"/>
        <c:noMultiLvlLbl val="0"/>
      </c:catAx>
      <c:valAx>
        <c:axId val="40093849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40093696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1/14/2018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46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55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380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3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001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31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7031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7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355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97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811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49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768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265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6733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2018/1/14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2018/1/14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5.pn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1.jpeg"/><Relationship Id="rId4" Type="http://schemas.openxmlformats.org/officeDocument/2006/relationships/image" Target="../media/image1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4.png"/><Relationship Id="rId4" Type="http://schemas.openxmlformats.org/officeDocument/2006/relationships/image" Target="../media/image11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228600" y="228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4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5275"/>
            <a:ext cx="8229600" cy="771525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422400"/>
            <a:ext cx="81534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ACTVITIES : ( Vision By The Year 2010) 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381000" y="2095500"/>
          <a:ext cx="8305800" cy="4218432"/>
        </p:xfrm>
        <a:graphic>
          <a:graphicData uri="http://schemas.openxmlformats.org/drawingml/2006/table">
            <a:tbl>
              <a:tblPr/>
              <a:tblGrid>
                <a:gridCol w="457200"/>
                <a:gridCol w="2057400"/>
                <a:gridCol w="609600"/>
                <a:gridCol w="596900"/>
                <a:gridCol w="641350"/>
                <a:gridCol w="641350"/>
                <a:gridCol w="641350"/>
                <a:gridCol w="641350"/>
                <a:gridCol w="641350"/>
                <a:gridCol w="601663"/>
                <a:gridCol w="776287"/>
              </a:tblGrid>
              <a:tr h="406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2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smtClean="0">
                <a:solidFill>
                  <a:srgbClr val="669900"/>
                </a:solidFill>
              </a:rPr>
              <a:t>.42</a:t>
            </a:r>
            <a:r>
              <a:rPr lang="en-US" sz="1800" b="1" smtClean="0">
                <a:solidFill>
                  <a:srgbClr val="336600"/>
                </a:solidFill>
              </a:rPr>
              <a:t>                      </a:t>
            </a:r>
            <a:r>
              <a:rPr lang="en-US" sz="1800" b="1" smtClean="0">
                <a:solidFill>
                  <a:srgbClr val="FF0066"/>
                </a:solidFill>
              </a:rPr>
              <a:t>1.47 </a:t>
            </a:r>
            <a:r>
              <a:rPr lang="en-US" sz="1800" b="1" smtClean="0">
                <a:solidFill>
                  <a:srgbClr val="CC0000"/>
                </a:solidFill>
              </a:rPr>
              <a:t>                      </a:t>
            </a:r>
            <a:r>
              <a:rPr lang="en-US" sz="1800" b="1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smtClean="0">
                <a:solidFill>
                  <a:srgbClr val="669900"/>
                </a:solidFill>
              </a:rPr>
              <a:t>  </a:t>
            </a:r>
            <a:r>
              <a:rPr lang="en-US" sz="2400" b="1" smtClean="0">
                <a:solidFill>
                  <a:srgbClr val="669900"/>
                </a:solidFill>
              </a:rPr>
              <a:t>20.6 </a:t>
            </a:r>
            <a:r>
              <a:rPr lang="en-US" sz="1800" b="1" smtClean="0">
                <a:solidFill>
                  <a:srgbClr val="669900"/>
                </a:solidFill>
              </a:rPr>
              <a:t> </a:t>
            </a:r>
            <a:r>
              <a:rPr lang="en-US" sz="1800" b="1" smtClean="0">
                <a:solidFill>
                  <a:srgbClr val="0000FF"/>
                </a:solidFill>
              </a:rPr>
              <a:t>                   </a:t>
            </a:r>
            <a:r>
              <a:rPr lang="en-US" sz="1800" b="1" smtClean="0">
                <a:solidFill>
                  <a:srgbClr val="FF0066"/>
                </a:solidFill>
              </a:rPr>
              <a:t>31  </a:t>
            </a:r>
            <a:r>
              <a:rPr lang="en-US" sz="1800" b="1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smtClean="0">
                <a:solidFill>
                  <a:srgbClr val="0000FF"/>
                </a:solidFill>
              </a:rPr>
              <a:t> </a:t>
            </a:r>
            <a:r>
              <a:rPr lang="en-US" sz="2400" b="1" smtClean="0">
                <a:solidFill>
                  <a:srgbClr val="669900"/>
                </a:solidFill>
              </a:rPr>
              <a:t>22.7 </a:t>
            </a:r>
            <a:r>
              <a:rPr lang="en-US" sz="1800" b="1" smtClean="0">
                <a:solidFill>
                  <a:srgbClr val="669900"/>
                </a:solidFill>
              </a:rPr>
              <a:t> </a:t>
            </a:r>
            <a:r>
              <a:rPr lang="en-US" sz="1800" b="1" smtClean="0">
                <a:solidFill>
                  <a:srgbClr val="0000FF"/>
                </a:solidFill>
              </a:rPr>
              <a:t>                   </a:t>
            </a:r>
            <a:r>
              <a:rPr lang="en-US" sz="1800" b="1" smtClean="0">
                <a:solidFill>
                  <a:srgbClr val="FF0066"/>
                </a:solidFill>
              </a:rPr>
              <a:t>50    </a:t>
            </a:r>
            <a:r>
              <a:rPr lang="en-US" sz="1800" b="1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 smtClean="0">
                <a:solidFill>
                  <a:srgbClr val="FF0000"/>
                </a:solidFill>
              </a:rPr>
              <a:t>Experience in </a:t>
            </a:r>
            <a:r>
              <a:rPr lang="en-GB" sz="3600" dirty="0" err="1" smtClean="0">
                <a:solidFill>
                  <a:srgbClr val="FF0000"/>
                </a:solidFill>
              </a:rPr>
              <a:t>Srilanka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40386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15" y="1143001"/>
            <a:ext cx="4572000" cy="2666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" y="3962400"/>
            <a:ext cx="4038601" cy="2873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719" y="4038600"/>
            <a:ext cx="4572000" cy="2806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4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 smtClean="0">
                <a:solidFill>
                  <a:srgbClr val="FF0000"/>
                </a:solidFill>
              </a:rPr>
              <a:t>Experience in</a:t>
            </a:r>
            <a:r>
              <a:rPr lang="en-GB" sz="3600" dirty="0" smtClean="0">
                <a:solidFill>
                  <a:srgbClr val="FF0000"/>
                </a:solidFill>
              </a:rPr>
              <a:t> </a:t>
            </a:r>
            <a:r>
              <a:rPr lang="en-GB" sz="3600" dirty="0" smtClean="0">
                <a:solidFill>
                  <a:srgbClr val="FF0000"/>
                </a:solidFill>
              </a:rPr>
              <a:t>Tanzania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40386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066800"/>
            <a:ext cx="45720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2" descr="DSC03544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72" y="989462"/>
            <a:ext cx="4038600" cy="2744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30" y="3962400"/>
            <a:ext cx="444917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02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67000"/>
            <a:ext cx="4038600" cy="310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0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4038600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 smtClean="0">
                <a:solidFill>
                  <a:srgbClr val="FF0000"/>
                </a:solidFill>
              </a:rPr>
              <a:t>Experience in </a:t>
            </a:r>
            <a:r>
              <a:rPr lang="en-GB" sz="3600" dirty="0" smtClean="0">
                <a:solidFill>
                  <a:srgbClr val="FF0000"/>
                </a:solidFill>
              </a:rPr>
              <a:t> </a:t>
            </a:r>
            <a:r>
              <a:rPr lang="en-GB" sz="3600" dirty="0">
                <a:solidFill>
                  <a:srgbClr val="FF0000"/>
                </a:solidFill>
              </a:rPr>
              <a:t>Malaysia</a:t>
            </a:r>
          </a:p>
        </p:txBody>
      </p:sp>
    </p:spTree>
    <p:extLst>
      <p:ext uri="{BB962C8B-B14F-4D97-AF65-F5344CB8AC3E}">
        <p14:creationId xmlns:p14="http://schemas.microsoft.com/office/powerpoint/2010/main" val="96543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4278566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057400"/>
            <a:ext cx="4038600" cy="3174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smtClean="0">
                <a:solidFill>
                  <a:srgbClr val="FF0000"/>
                </a:solidFill>
              </a:rPr>
              <a:t>Experience in </a:t>
            </a:r>
            <a:r>
              <a:rPr lang="en-GB" sz="3600" smtClean="0">
                <a:solidFill>
                  <a:srgbClr val="FF0000"/>
                </a:solidFill>
              </a:rPr>
              <a:t>Thailand</a:t>
            </a:r>
            <a:endParaRPr lang="en-GB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2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Post of consultants of eye,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Condemnation of unwanted items should be done immediately.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Problems of The Hospital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9899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Established NCD corner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Arrangement of effective pediatric </a:t>
            </a:r>
            <a:r>
              <a:rPr lang="en-US" dirty="0"/>
              <a:t>o</a:t>
            </a:r>
            <a:r>
              <a:rPr lang="en-US" dirty="0" smtClean="0"/>
              <a:t>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</a:t>
            </a:r>
            <a:r>
              <a:rPr lang="en-US" dirty="0" smtClean="0"/>
              <a:t>has started.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</a:t>
            </a:r>
            <a:r>
              <a:rPr lang="en-US" dirty="0" smtClean="0"/>
              <a:t>pulse-</a:t>
            </a:r>
            <a:r>
              <a:rPr lang="en-US" dirty="0" err="1" smtClean="0"/>
              <a:t>oxymeter</a:t>
            </a:r>
            <a:r>
              <a:rPr lang="en-US" dirty="0"/>
              <a:t>, glucometer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Everyday ultrasonography 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Arrangement of effective training 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3539543"/>
              </p:ext>
            </p:extLst>
          </p:nvPr>
        </p:nvGraphicFramePr>
        <p:xfrm>
          <a:off x="428768" y="1828800"/>
          <a:ext cx="8153399" cy="384970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ANC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01.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Jhenaidah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Sadar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Hospital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15360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1839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1143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2997</a:t>
                      </a: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13152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18650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6977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r>
                        <a:rPr lang="en-GB" sz="1600" b="1" baseline="0" dirty="0" smtClean="0"/>
                        <a:t>   </a:t>
                      </a:r>
                      <a:r>
                        <a:rPr lang="en-GB" sz="1800" b="1" baseline="0" dirty="0" smtClean="0"/>
                        <a:t>05.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>
                          <a:latin typeface="+mn-lt"/>
                        </a:rPr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767" y="3810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400" dirty="0" smtClean="0">
                <a:solidFill>
                  <a:srgbClr val="3333CC"/>
                </a:solidFill>
                <a:latin typeface="Arial" charset="0"/>
                <a:cs typeface="Arial" charset="0"/>
              </a:rPr>
              <a:t>2017</a:t>
            </a:r>
            <a:endParaRPr lang="en-US" sz="2400" dirty="0">
              <a:solidFill>
                <a:srgbClr val="3333CC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8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2863</TotalTime>
  <Words>1673</Words>
  <Application>Microsoft Office PowerPoint</Application>
  <PresentationFormat>On-screen Show (4:3)</PresentationFormat>
  <Paragraphs>550</Paragraphs>
  <Slides>55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5_シック</vt:lpstr>
      <vt:lpstr>Office Theme</vt:lpstr>
      <vt:lpstr>1_Office Theme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2009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PowerPoint Presentation</vt:lpstr>
      <vt:lpstr>Experience in Srilanka</vt:lpstr>
      <vt:lpstr>Experience in Tanzania</vt:lpstr>
      <vt:lpstr>PowerPoint Presentation</vt:lpstr>
      <vt:lpstr>PowerPoint Presentation</vt:lpstr>
      <vt:lpstr>Problems of The Hospital</vt:lpstr>
      <vt:lpstr>Activities Done</vt:lpstr>
      <vt:lpstr>Activities Done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407</cp:revision>
  <cp:lastPrinted>2017-03-18T23:47:54Z</cp:lastPrinted>
  <dcterms:created xsi:type="dcterms:W3CDTF">2013-05-05T09:56:19Z</dcterms:created>
  <dcterms:modified xsi:type="dcterms:W3CDTF">2018-01-14T17:14:35Z</dcterms:modified>
</cp:coreProperties>
</file>