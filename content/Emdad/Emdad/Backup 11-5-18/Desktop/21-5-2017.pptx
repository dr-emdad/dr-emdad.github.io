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48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60" r:id="rId15"/>
    <p:sldId id="361" r:id="rId16"/>
    <p:sldId id="359" r:id="rId17"/>
    <p:sldId id="326" r:id="rId18"/>
    <p:sldId id="327" r:id="rId19"/>
    <p:sldId id="328" r:id="rId20"/>
    <p:sldId id="352" r:id="rId21"/>
    <p:sldId id="351" r:id="rId22"/>
    <p:sldId id="346" r:id="rId23"/>
    <p:sldId id="362" r:id="rId24"/>
    <p:sldId id="287" r:id="rId25"/>
    <p:sldId id="288" r:id="rId26"/>
    <p:sldId id="367" r:id="rId27"/>
    <p:sldId id="291" r:id="rId28"/>
    <p:sldId id="292" r:id="rId29"/>
    <p:sldId id="297" r:id="rId30"/>
    <p:sldId id="308" r:id="rId31"/>
    <p:sldId id="323" r:id="rId32"/>
    <p:sldId id="312" r:id="rId33"/>
    <p:sldId id="313" r:id="rId34"/>
    <p:sldId id="369" r:id="rId35"/>
    <p:sldId id="316" r:id="rId36"/>
    <p:sldId id="363" r:id="rId37"/>
    <p:sldId id="364" r:id="rId38"/>
    <p:sldId id="293" r:id="rId39"/>
    <p:sldId id="294" r:id="rId40"/>
    <p:sldId id="330" r:id="rId41"/>
    <p:sldId id="353" r:id="rId42"/>
    <p:sldId id="354" r:id="rId43"/>
    <p:sldId id="356" r:id="rId44"/>
    <p:sldId id="355" r:id="rId45"/>
    <p:sldId id="344" r:id="rId46"/>
    <p:sldId id="366" r:id="rId4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1" autoAdjust="0"/>
    <p:restoredTop sz="91818" autoAdjust="0"/>
  </p:normalViewPr>
  <p:slideViewPr>
    <p:cSldViewPr>
      <p:cViewPr varScale="1">
        <p:scale>
          <a:sx n="67" d="100"/>
          <a:sy n="67" d="100"/>
        </p:scale>
        <p:origin x="-121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7168000"/>
        <c:axId val="267182464"/>
      </c:barChart>
      <c:catAx>
        <c:axId val="26716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7182464"/>
        <c:crosses val="autoZero"/>
        <c:auto val="1"/>
        <c:lblAlgn val="ctr"/>
        <c:lblOffset val="100"/>
        <c:noMultiLvlLbl val="0"/>
      </c:catAx>
      <c:valAx>
        <c:axId val="2671824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671680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7253632"/>
        <c:axId val="267534336"/>
      </c:barChart>
      <c:catAx>
        <c:axId val="26725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7534336"/>
        <c:crosses val="autoZero"/>
        <c:auto val="1"/>
        <c:lblAlgn val="ctr"/>
        <c:lblOffset val="100"/>
        <c:noMultiLvlLbl val="0"/>
      </c:catAx>
      <c:valAx>
        <c:axId val="2675343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72536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80748416"/>
        <c:axId val="280749952"/>
        <c:axId val="0"/>
      </c:bar3DChart>
      <c:catAx>
        <c:axId val="280748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0749952"/>
        <c:crosses val="autoZero"/>
        <c:auto val="1"/>
        <c:lblAlgn val="ctr"/>
        <c:lblOffset val="100"/>
        <c:noMultiLvlLbl val="0"/>
      </c:catAx>
      <c:valAx>
        <c:axId val="2807499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07484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1340544"/>
        <c:axId val="281166208"/>
      </c:barChart>
      <c:catAx>
        <c:axId val="281340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1166208"/>
        <c:crosses val="autoZero"/>
        <c:auto val="1"/>
        <c:lblAlgn val="ctr"/>
        <c:lblOffset val="100"/>
        <c:noMultiLvlLbl val="0"/>
      </c:catAx>
      <c:valAx>
        <c:axId val="281166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13405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1274240"/>
        <c:axId val="281275776"/>
      </c:barChart>
      <c:catAx>
        <c:axId val="28127424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1275776"/>
        <c:crosses val="autoZero"/>
        <c:auto val="1"/>
        <c:lblAlgn val="ctr"/>
        <c:lblOffset val="100"/>
        <c:noMultiLvlLbl val="0"/>
      </c:catAx>
      <c:valAx>
        <c:axId val="2812757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12742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93668352"/>
        <c:axId val="293669888"/>
        <c:axId val="0"/>
      </c:bar3DChart>
      <c:catAx>
        <c:axId val="293668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93669888"/>
        <c:crosses val="autoZero"/>
        <c:auto val="1"/>
        <c:lblAlgn val="ctr"/>
        <c:lblOffset val="100"/>
        <c:noMultiLvlLbl val="0"/>
      </c:catAx>
      <c:valAx>
        <c:axId val="29366988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9366835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7/18/2017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7/18/2017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2017/7/18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1.jpe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5124286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2016</a:t>
            </a:r>
            <a:endParaRPr lang="en-US" sz="2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Sadar Hospital 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8294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89375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86" y="838200"/>
            <a:ext cx="426720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928688"/>
            <a:ext cx="4285342" cy="2843212"/>
          </a:xfrm>
          <a:prstGeom prst="rect">
            <a:avLst/>
          </a:prstGeom>
          <a:noFill/>
          <a:ln/>
        </p:spPr>
      </p:pic>
      <p:pic>
        <p:nvPicPr>
          <p:cNvPr id="4" name="Picture 4" descr="DSC0255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573" y="3879055"/>
            <a:ext cx="4191000" cy="2820648"/>
          </a:xfrm>
          <a:prstGeom prst="rect">
            <a:avLst/>
          </a:prstGeom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399" y="3879055"/>
            <a:ext cx="4285343" cy="2848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1386" y="152400"/>
            <a:ext cx="8808356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Few examples of community participation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388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28600" y="304800"/>
            <a:ext cx="8613775" cy="65881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600" dirty="0" smtClean="0"/>
              <a:t>Innovative activities from February to May’17 - 1 </a:t>
            </a:r>
            <a:endParaRPr lang="en-GB" sz="36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1" y="3886200"/>
            <a:ext cx="4040188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29" y="1219200"/>
            <a:ext cx="4127426" cy="2514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5" y="1219200"/>
            <a:ext cx="4038599" cy="2514268"/>
          </a:xfrm>
          <a:prstGeom prst="rect">
            <a:avLst/>
          </a:prstGeo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28" y="3886200"/>
            <a:ext cx="4154047" cy="25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71" y="3810000"/>
            <a:ext cx="3961830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9" y="990600"/>
            <a:ext cx="4041411" cy="2590800"/>
          </a:xfrm>
          <a:prstGeom prst="rect">
            <a:avLst/>
          </a:prstGeo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10000"/>
            <a:ext cx="4041606" cy="251459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9458" y="228600"/>
            <a:ext cx="8472831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Innovative activities from February to May’17 </a:t>
            </a:r>
            <a:r>
              <a:rPr lang="en-US" sz="3200" dirty="0" smtClean="0"/>
              <a:t> - </a:t>
            </a:r>
            <a:r>
              <a:rPr lang="en-US" sz="3200" dirty="0"/>
              <a:t>2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</a:t>
            </a:r>
            <a:r>
              <a:rPr lang="en-US" b="1" dirty="0" smtClean="0"/>
              <a:t>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626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pulse-</a:t>
            </a:r>
            <a:r>
              <a:rPr lang="en-US" dirty="0" err="1"/>
              <a:t>oximeter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consultants of eye, cardiology, surgery,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4864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Display of health, Nutrition and population targets for the 7</a:t>
            </a:r>
            <a:r>
              <a:rPr lang="en-US" baseline="30000" dirty="0" smtClean="0"/>
              <a:t>th</a:t>
            </a:r>
            <a:r>
              <a:rPr lang="en-US" dirty="0" smtClean="0"/>
              <a:t> FYP.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Arrangement of a new ambulance.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Cleanliness of whole campus.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Improve </a:t>
            </a:r>
            <a:r>
              <a:rPr lang="en-US" dirty="0"/>
              <a:t>Patient Monitoring System by recording Pulse BP and temperature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Reform the duty rooster of internee(MA).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Future Plan </a:t>
            </a:r>
            <a:r>
              <a:rPr lang="en-US" smtClean="0"/>
              <a:t>for April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6" y="-10886"/>
            <a:ext cx="42672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01029" y="-68036"/>
            <a:ext cx="4419600" cy="3314700"/>
          </a:xfrm>
          <a:prstGeom prst="rect">
            <a:avLst/>
          </a:prstGeom>
          <a:noFill/>
          <a:ln/>
        </p:spPr>
      </p:pic>
      <p:pic>
        <p:nvPicPr>
          <p:cNvPr id="4" name="Picture 4" descr="DSC0255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486" y="3352800"/>
            <a:ext cx="4191000" cy="3233738"/>
          </a:xfrm>
          <a:prstGeom prst="rect">
            <a:avLst/>
          </a:prstGeom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90143" y="3356429"/>
            <a:ext cx="4419600" cy="3314700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3922460007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2540</TotalTime>
  <Words>1412</Words>
  <Application>Microsoft Office PowerPoint</Application>
  <PresentationFormat>On-screen Show (4:3)</PresentationFormat>
  <Paragraphs>400</Paragraphs>
  <Slides>45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2016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PowerPoint Presentation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PowerPoint Presentation</vt:lpstr>
      <vt:lpstr>Innovative activities of Jhenaidah Sadar Hospital Page: 3</vt:lpstr>
      <vt:lpstr>Innovative activities from February to May’17 - 1 </vt:lpstr>
      <vt:lpstr>PowerPoint Presentation</vt:lpstr>
      <vt:lpstr>PowerPoint Presentation</vt:lpstr>
      <vt:lpstr>Hospital Environment</vt:lpstr>
      <vt:lpstr>PowerPoint Presentation</vt:lpstr>
      <vt:lpstr>Activities Done within Two Month</vt:lpstr>
      <vt:lpstr>Activities Done within Two Month</vt:lpstr>
      <vt:lpstr>Problems of The Hospital</vt:lpstr>
      <vt:lpstr>Future Plan for April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279</cp:revision>
  <cp:lastPrinted>2017-03-18T23:47:54Z</cp:lastPrinted>
  <dcterms:created xsi:type="dcterms:W3CDTF">2013-05-05T09:56:19Z</dcterms:created>
  <dcterms:modified xsi:type="dcterms:W3CDTF">2017-07-18T17:24:41Z</dcterms:modified>
</cp:coreProperties>
</file>