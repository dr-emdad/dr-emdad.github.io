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9"/>
  </p:notesMasterIdLst>
  <p:sldIdLst>
    <p:sldId id="260" r:id="rId4"/>
    <p:sldId id="257" r:id="rId5"/>
    <p:sldId id="256" r:id="rId6"/>
    <p:sldId id="258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E330B-F524-4342-AF73-5ED9A64BAB41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BE290-C27C-4736-A76F-D2A18E231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5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BE290-C27C-4736-A76F-D2A18E2311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0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Jhenaidah District 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92" y="1170666"/>
            <a:ext cx="7506708" cy="477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 txBox="1">
            <a:spLocks/>
          </p:cNvSpPr>
          <p:nvPr/>
        </p:nvSpPr>
        <p:spPr>
          <a:xfrm>
            <a:off x="722892" y="152400"/>
            <a:ext cx="7924800" cy="121615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Arial" pitchFamily="34" charset="0"/>
              <a:buChar char="•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–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Arial" pitchFamily="34" charset="0"/>
              <a:buChar char="–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Arial" pitchFamily="34" charset="0"/>
              <a:buChar char="»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Arial" pitchFamily="34" charset="0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Arial" pitchFamily="34" charset="0"/>
              <a:buChar char="•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4000" b="1" dirty="0" smtClean="0">
                <a:solidFill>
                  <a:srgbClr val="FF0000"/>
                </a:solidFill>
              </a:rPr>
              <a:t>Welcome to </a:t>
            </a:r>
            <a:r>
              <a:rPr lang="en-US" sz="4000" b="1" dirty="0" err="1" smtClean="0">
                <a:solidFill>
                  <a:srgbClr val="FF0000"/>
                </a:solidFill>
              </a:rPr>
              <a:t>Jhenaidah</a:t>
            </a:r>
            <a:r>
              <a:rPr lang="en-US" sz="4000" b="1" dirty="0" smtClean="0">
                <a:solidFill>
                  <a:srgbClr val="FF0000"/>
                </a:solidFill>
              </a:rPr>
              <a:t> District 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78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Participant from </a:t>
            </a:r>
            <a:r>
              <a:rPr lang="en-US" u="sng" dirty="0" err="1" smtClean="0"/>
              <a:t>Jhenaidah</a:t>
            </a:r>
            <a:endParaRPr lang="en-US" u="sn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231429"/>
              </p:ext>
            </p:extLst>
          </p:nvPr>
        </p:nvGraphicFramePr>
        <p:xfrm>
          <a:off x="838198" y="914396"/>
          <a:ext cx="7924801" cy="54326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1615"/>
                <a:gridCol w="2606270"/>
                <a:gridCol w="4486916"/>
              </a:tblGrid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</a:rPr>
                        <a:t>Sl</a:t>
                      </a:r>
                      <a:r>
                        <a:rPr lang="en-US" sz="1300" dirty="0">
                          <a:effectLst/>
                        </a:rPr>
                        <a:t> No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Designation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01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Saidul Karim Mintu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Mayor, Jhenaidah Municipality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02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Dr. Abdur Rahman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Jhenaidah, Hospital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03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Dr. Emdad 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Jhenaidah, Hospital 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04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Joya Rani Chanda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Principal, Fazar Ali Girls School and College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4123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05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Suraya Begum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Game Teacher, Fazar Ali Girls School and College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06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Lina Nasrin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Nursing Instructor, Jhenaidah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07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Saraswati Rani Roy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Nursing Superintedent, Jhenaidah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08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Saad Ahmed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Heath Assistant, Jhenaidah Municipality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09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Protap Biswas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NGO Worker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10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Umme Sayma Joya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Social Worker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11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Md. Ruhul Amin Munshi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City Coordinator, FSM </a:t>
                      </a:r>
                      <a:r>
                        <a:rPr lang="en-US" sz="1300" dirty="0" err="1">
                          <a:effectLst/>
                        </a:rPr>
                        <a:t>programme,SNV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12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Kazol Biswas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Social Worker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13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Md. Jalil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Reporter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14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Sazzadul Islam Sazzad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Reporter, </a:t>
                      </a:r>
                      <a:r>
                        <a:rPr lang="en-US" sz="1300" dirty="0" err="1">
                          <a:effectLst/>
                        </a:rPr>
                        <a:t>Amader</a:t>
                      </a:r>
                      <a:r>
                        <a:rPr lang="en-US" sz="1300" dirty="0">
                          <a:effectLst/>
                        </a:rPr>
                        <a:t> </a:t>
                      </a:r>
                      <a:r>
                        <a:rPr lang="en-US" sz="1300" dirty="0" err="1">
                          <a:effectLst/>
                        </a:rPr>
                        <a:t>Somoy</a:t>
                      </a:r>
                      <a:r>
                        <a:rPr lang="en-US" sz="1300" dirty="0">
                          <a:effectLst/>
                        </a:rPr>
                        <a:t>, </a:t>
                      </a:r>
                      <a:r>
                        <a:rPr lang="en-US" sz="1300" dirty="0" err="1">
                          <a:effectLst/>
                        </a:rPr>
                        <a:t>Jhenaidah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/>
                          <a:ea typeface="Times New Roman"/>
                        </a:rPr>
                        <a:t>15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/>
                          <a:ea typeface="Times New Roman"/>
                        </a:rPr>
                        <a:t>Mahmud </a:t>
                      </a:r>
                      <a:r>
                        <a:rPr lang="en-US" sz="1200" dirty="0" err="1" smtClean="0">
                          <a:effectLst/>
                          <a:latin typeface="Times New Roman"/>
                          <a:ea typeface="Times New Roman"/>
                        </a:rPr>
                        <a:t>Hasan</a:t>
                      </a:r>
                      <a:r>
                        <a:rPr lang="en-US" sz="1200" dirty="0" smtClean="0">
                          <a:effectLst/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/>
                          <a:ea typeface="Times New Roman"/>
                        </a:rPr>
                        <a:t>Tipu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/>
                          <a:ea typeface="Times New Roman"/>
                        </a:rPr>
                        <a:t>Reporter, </a:t>
                      </a:r>
                      <a:r>
                        <a:rPr lang="en-US" sz="1200" dirty="0" err="1" smtClean="0">
                          <a:effectLst/>
                          <a:latin typeface="Times New Roman"/>
                          <a:ea typeface="Times New Roman"/>
                        </a:rPr>
                        <a:t>Samokal</a:t>
                      </a:r>
                      <a:r>
                        <a:rPr lang="en-US" sz="1200" dirty="0" smtClean="0">
                          <a:effectLst/>
                          <a:latin typeface="Times New Roman"/>
                          <a:ea typeface="Times New Roman"/>
                        </a:rPr>
                        <a:t>,</a:t>
                      </a:r>
                      <a:r>
                        <a:rPr lang="en-US" sz="1200" baseline="0" dirty="0" smtClean="0">
                          <a:effectLst/>
                          <a:latin typeface="Times New Roman"/>
                          <a:ea typeface="Times New Roman"/>
                        </a:rPr>
                        <a:t> Vice President , </a:t>
                      </a:r>
                      <a:r>
                        <a:rPr lang="en-US" sz="1200" baseline="0" dirty="0" err="1" smtClean="0">
                          <a:effectLst/>
                          <a:latin typeface="Times New Roman"/>
                          <a:ea typeface="Times New Roman"/>
                        </a:rPr>
                        <a:t>Jheniadah</a:t>
                      </a:r>
                      <a:r>
                        <a:rPr lang="en-US" sz="1200" baseline="0" dirty="0" smtClean="0">
                          <a:effectLst/>
                          <a:latin typeface="Times New Roman"/>
                          <a:ea typeface="Times New Roman"/>
                        </a:rPr>
                        <a:t> Press Club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137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</a:rPr>
                        <a:t>16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effectLst/>
                        </a:rPr>
                        <a:t>Amit</a:t>
                      </a:r>
                      <a:r>
                        <a:rPr lang="en-US" sz="1300" dirty="0">
                          <a:effectLst/>
                        </a:rPr>
                        <a:t> Kumar Das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Social Worker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30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5813" y="76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Team </a:t>
            </a:r>
            <a:r>
              <a:rPr lang="en-US" dirty="0" err="1" smtClean="0"/>
              <a:t>Jhenaidah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9600"/>
            <a:ext cx="887505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9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6000" dirty="0" smtClean="0"/>
              <a:t>Health Democracy: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Health Governance</a:t>
            </a:r>
          </a:p>
          <a:p>
            <a:r>
              <a:rPr lang="en-US" sz="4800" dirty="0" smtClean="0"/>
              <a:t>Health Accountability</a:t>
            </a:r>
          </a:p>
          <a:p>
            <a:r>
              <a:rPr lang="en-US" sz="4800" dirty="0" smtClean="0"/>
              <a:t>People Empowerment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05707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 noGrp="1"/>
          </p:cNvSpPr>
          <p:nvPr>
            <p:ph idx="1"/>
          </p:nvPr>
        </p:nvSpPr>
        <p:spPr>
          <a:xfrm>
            <a:off x="2133600" y="2895600"/>
            <a:ext cx="4194048" cy="121615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5400" b="1" dirty="0" smtClean="0">
                <a:solidFill>
                  <a:srgbClr val="FF0000"/>
                </a:solidFill>
              </a:rPr>
              <a:t>Thank you </a:t>
            </a:r>
            <a:endParaRPr 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31306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uture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157</Words>
  <Application>Microsoft Office PowerPoint</Application>
  <PresentationFormat>On-screen Show (4:3)</PresentationFormat>
  <Paragraphs>60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Office Theme</vt:lpstr>
      <vt:lpstr>Couture</vt:lpstr>
      <vt:lpstr>Flow</vt:lpstr>
      <vt:lpstr>PowerPoint Presentation</vt:lpstr>
      <vt:lpstr>Participant from Jhenaidah</vt:lpstr>
      <vt:lpstr>Team Jhenaidah</vt:lpstr>
      <vt:lpstr>Health Democracy: 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Jhenaidah</dc:title>
  <dc:creator>Emdad</dc:creator>
  <cp:lastModifiedBy>Emdad</cp:lastModifiedBy>
  <cp:revision>9</cp:revision>
  <dcterms:created xsi:type="dcterms:W3CDTF">2006-08-16T00:00:00Z</dcterms:created>
  <dcterms:modified xsi:type="dcterms:W3CDTF">2018-04-22T05:08:18Z</dcterms:modified>
</cp:coreProperties>
</file>