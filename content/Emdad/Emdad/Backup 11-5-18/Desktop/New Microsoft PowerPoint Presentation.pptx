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5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72CB5E-28FF-41A0-97EA-BDFDC487215F}" type="datetimeFigureOut">
              <a:rPr lang="en-US" smtClean="0"/>
              <a:t>1/31/2018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FCB213-F131-43DC-99FD-382D11581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327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Emdad</dc:creator>
  <cp:lastModifiedBy>Emdad</cp:lastModifiedBy>
  <cp:revision>2</cp:revision>
  <dcterms:created xsi:type="dcterms:W3CDTF">2006-08-16T00:00:00Z</dcterms:created>
  <dcterms:modified xsi:type="dcterms:W3CDTF">2018-01-31T01:52:18Z</dcterms:modified>
</cp:coreProperties>
</file>