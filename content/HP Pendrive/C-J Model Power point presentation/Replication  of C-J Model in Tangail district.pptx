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23"/>
  </p:notesMasterIdLst>
  <p:sldIdLst>
    <p:sldId id="385" r:id="rId2"/>
    <p:sldId id="533" r:id="rId3"/>
    <p:sldId id="537" r:id="rId4"/>
    <p:sldId id="536" r:id="rId5"/>
    <p:sldId id="540" r:id="rId6"/>
    <p:sldId id="384" r:id="rId7"/>
    <p:sldId id="515" r:id="rId8"/>
    <p:sldId id="516" r:id="rId9"/>
    <p:sldId id="452" r:id="rId10"/>
    <p:sldId id="495" r:id="rId11"/>
    <p:sldId id="469" r:id="rId12"/>
    <p:sldId id="490" r:id="rId13"/>
    <p:sldId id="492" r:id="rId14"/>
    <p:sldId id="323" r:id="rId15"/>
    <p:sldId id="513" r:id="rId16"/>
    <p:sldId id="514" r:id="rId17"/>
    <p:sldId id="538" r:id="rId18"/>
    <p:sldId id="534" r:id="rId19"/>
    <p:sldId id="539" r:id="rId20"/>
    <p:sldId id="349" r:id="rId21"/>
    <p:sldId id="509" r:id="rId2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 varScale="1">
        <p:scale>
          <a:sx n="62" d="100"/>
          <a:sy n="62" d="100"/>
        </p:scale>
        <p:origin x="179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72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420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971AA4A8-1130-400D-B54F-137681B09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405151-B330-4511-882A-0E5ED939E86C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CD9016F-46BF-4D08-ACE2-2C640EADB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12B876A-DF43-4CC4-B9D8-73184A522E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6511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B9DE8-17AF-4C12-804C-BAA9A77AF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D55646-9BE0-48F4-9DD3-5AD014991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F757F-3686-455C-B7F7-D1645BA67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46C24-F991-437D-9C2A-716B5DACF0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33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2022/8/27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Replication of 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Chowgacha-Jhenaidah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inTangail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District 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2802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86010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3352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070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42749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aseline="0" dirty="0"/>
                        <a:t>20.Every day fixed EPI Centre in UHC.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21.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90009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394744067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rmAutofit fontScale="55000" lnSpcReduction="20000"/>
          </a:bodyPr>
          <a:lstStyle/>
          <a:p>
            <a:r>
              <a:rPr lang="en-US" sz="32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1295400" y="5107209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1700" b="1" dirty="0" err="1"/>
              <a:t>Pushti</a:t>
            </a:r>
            <a:r>
              <a:rPr lang="en-US" sz="1700" b="1" dirty="0"/>
              <a:t> Tray” –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9354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90593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43641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monthly meeting schedule.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472584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524000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872077"/>
              </p:ext>
            </p:extLst>
          </p:nvPr>
        </p:nvGraphicFramePr>
        <p:xfrm>
          <a:off x="437936" y="1031606"/>
          <a:ext cx="8394699" cy="587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3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cuple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B.Feeding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21.6%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16.8%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Plan:2022-2028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217128"/>
              </p:ext>
            </p:extLst>
          </p:nvPr>
        </p:nvGraphicFramePr>
        <p:xfrm>
          <a:off x="381000" y="1447800"/>
          <a:ext cx="7797800" cy="5267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1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58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Jan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Feb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March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April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June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ModhupurUHC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05.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Nagorpur</a:t>
                      </a: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Dhanbari</a:t>
                      </a: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 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48">
                <a:tc>
                  <a:txBody>
                    <a:bodyPr/>
                    <a:lstStyle/>
                    <a:p>
                      <a:r>
                        <a:rPr lang="en-US" sz="18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Mirzapur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18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Delduar</a:t>
                      </a:r>
                      <a:r>
                        <a:rPr lang="en-US" sz="18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18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Basail</a:t>
                      </a:r>
                      <a:r>
                        <a:rPr lang="en-US" sz="18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Gopal </a:t>
                      </a:r>
                      <a:r>
                        <a:rPr lang="en-US" sz="1800" dirty="0" err="1"/>
                        <a:t>pur</a:t>
                      </a:r>
                      <a:r>
                        <a:rPr lang="en-US" sz="18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Bhuapur</a:t>
                      </a:r>
                      <a:r>
                        <a:rPr lang="en-US" sz="18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152400"/>
            <a:ext cx="8877300" cy="11811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/>
              <a:t>Status in HSS score of the UHCs of Tangail district. from Jan to June2022 .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81260F5-27E5-4142-8F62-03FDD9ED8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/>
              <a:t>Improved display system in a UHC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AE25A92-3166-4260-891D-93D22D530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en-US" sz="1600" b="1" dirty="0"/>
              <a:t> </a:t>
            </a:r>
            <a:r>
              <a:rPr lang="en-US" altLang="en-US" sz="2800" b="1" dirty="0"/>
              <a:t>Proposed area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en-US" sz="18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1.UH&amp;FPO room.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2.Emergency </a:t>
            </a:r>
            <a:r>
              <a:rPr lang="en-US" altLang="en-US" sz="2000" b="1" dirty="0" err="1"/>
              <a:t>Deptt</a:t>
            </a:r>
            <a:r>
              <a:rPr lang="en-US" altLang="en-US" sz="2000" b="1" dirty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3.ANC </a:t>
            </a:r>
            <a:r>
              <a:rPr lang="en-US" altLang="en-US" sz="2000" b="1" dirty="0" err="1"/>
              <a:t>Crner</a:t>
            </a:r>
            <a:r>
              <a:rPr lang="en-US" altLang="en-US" sz="2000" b="1" dirty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4.NCD corner.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5.IMCI corner.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6.Breast feeding corner.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7.Pathology </a:t>
            </a:r>
            <a:r>
              <a:rPr lang="en-US" altLang="en-US" sz="2000" b="1" dirty="0" err="1"/>
              <a:t>deptt</a:t>
            </a:r>
            <a:r>
              <a:rPr lang="en-US" altLang="en-US" sz="2000" b="1" dirty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8.Birth &amp; death recording system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9.VIA Corner.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10.Heanth education Corner.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11.Display of doctors </a:t>
            </a:r>
            <a:r>
              <a:rPr lang="en-US" altLang="en-US" sz="2000" b="1" dirty="0" err="1"/>
              <a:t>informations</a:t>
            </a:r>
            <a:r>
              <a:rPr lang="en-US" altLang="en-US" sz="2000" b="1" dirty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b="1" dirty="0"/>
              <a:t>12. Hospital &amp; Field </a:t>
            </a:r>
            <a:r>
              <a:rPr lang="en-US" altLang="en-US" sz="2000" b="1" dirty="0" err="1"/>
              <a:t>activites</a:t>
            </a:r>
            <a:r>
              <a:rPr lang="en-US" altLang="en-US" sz="2000" b="1" dirty="0"/>
              <a:t> display.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7233</TotalTime>
  <Words>899</Words>
  <Application>Microsoft Office PowerPoint</Application>
  <PresentationFormat>On-screen Show (4:3)</PresentationFormat>
  <Paragraphs>305</Paragraphs>
  <Slides>21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Albertus Extra Bold</vt:lpstr>
      <vt:lpstr>Arial</vt:lpstr>
      <vt:lpstr>Berlin Sans FB</vt:lpstr>
      <vt:lpstr>Book Antiqua</vt:lpstr>
      <vt:lpstr>Calibri</vt:lpstr>
      <vt:lpstr>NikoshBAN</vt:lpstr>
      <vt:lpstr>Times New Roman</vt:lpstr>
      <vt:lpstr>Office Theme</vt:lpstr>
      <vt:lpstr>Chart</vt:lpstr>
      <vt:lpstr>PowerPoint Presentation</vt:lpstr>
      <vt:lpstr>Criteria Of C-J Model.</vt:lpstr>
      <vt:lpstr>Criteria of C-J Model.</vt:lpstr>
      <vt:lpstr>Criteria of C-J Model.</vt:lpstr>
      <vt:lpstr>Criteria of C-J Model.</vt:lpstr>
      <vt:lpstr>PowerPoint Presentation</vt:lpstr>
      <vt:lpstr>PowerPoint Presentation</vt:lpstr>
      <vt:lpstr>PowerPoint Presentation</vt:lpstr>
      <vt:lpstr>PowerPoint Presentation</vt:lpstr>
      <vt:lpstr>Innovative activities of Jhenaidah Sadar Hospital - 1</vt:lpstr>
      <vt:lpstr>PowerPoint Presentation</vt:lpstr>
      <vt:lpstr>Changes in Pediatric Ward and EOC Ward </vt:lpstr>
      <vt:lpstr>PowerPoint Presentation</vt:lpstr>
      <vt:lpstr>Use of color code, alignment of picture &amp; monthly meeting schedule.</vt:lpstr>
      <vt:lpstr>Upazila Health  Complex CHOWGACHA , JESSORE.</vt:lpstr>
      <vt:lpstr>PowerPoint Presentation</vt:lpstr>
      <vt:lpstr>8th Five Year Plan.(2022-2028)</vt:lpstr>
      <vt:lpstr>8th Five Year Plan:2022-2028</vt:lpstr>
      <vt:lpstr>Status in HSS score of the UHCs of Tangail district. from Jan to June2022 .</vt:lpstr>
      <vt:lpstr>Improved display system in a UHC</vt:lpstr>
      <vt:lpstr>Thank You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1025</cp:revision>
  <cp:lastPrinted>2017-03-18T23:47:54Z</cp:lastPrinted>
  <dcterms:created xsi:type="dcterms:W3CDTF">2013-05-05T09:56:19Z</dcterms:created>
  <dcterms:modified xsi:type="dcterms:W3CDTF">2022-08-27T01:01:05Z</dcterms:modified>
</cp:coreProperties>
</file>